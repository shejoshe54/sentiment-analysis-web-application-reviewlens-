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y="5143500" cx="9144000"/>
  <p:notesSz cx="6858000" cy="9144000"/>
  <p:embeddedFontLst>
    <p:embeddedFont>
      <p:font typeface="Artifika"/>
      <p:regular r:id="rId74"/>
    </p:embeddedFont>
    <p:embeddedFont>
      <p:font typeface="Baloo 2"/>
      <p:regular r:id="rId75"/>
      <p:bold r:id="rId76"/>
    </p:embeddedFont>
    <p:embeddedFont>
      <p:font typeface="Gantari"/>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Trần Ngọc Minh Khánh"/>
  <p:cmAuthor clrIdx="1" id="1" initials="" lastIdx="1" name="Poh Ye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B0F45F-C76B-4EF8-8DFB-C69399679AC2}">
  <a:tblStyle styleId="{37B0F45F-C76B-4EF8-8DFB-C69399679AC2}"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B88F5EA-AF5F-45D1-B4E8-06C1573A673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A5CB92A-4B1D-47C2-BC85-1229F70F35A5}"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Gantar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Baloo2-regular.fntdata"/><Relationship Id="rId30" Type="http://schemas.openxmlformats.org/officeDocument/2006/relationships/slide" Target="slides/slide24.xml"/><Relationship Id="rId74" Type="http://schemas.openxmlformats.org/officeDocument/2006/relationships/font" Target="fonts/Artifika-regular.fntdata"/><Relationship Id="rId33" Type="http://schemas.openxmlformats.org/officeDocument/2006/relationships/slide" Target="slides/slide27.xml"/><Relationship Id="rId77" Type="http://schemas.openxmlformats.org/officeDocument/2006/relationships/font" Target="fonts/Gantari-regular.fntdata"/><Relationship Id="rId32" Type="http://schemas.openxmlformats.org/officeDocument/2006/relationships/slide" Target="slides/slide26.xml"/><Relationship Id="rId76" Type="http://schemas.openxmlformats.org/officeDocument/2006/relationships/font" Target="fonts/Baloo2-bold.fntdata"/><Relationship Id="rId35" Type="http://schemas.openxmlformats.org/officeDocument/2006/relationships/slide" Target="slides/slide29.xml"/><Relationship Id="rId79" Type="http://schemas.openxmlformats.org/officeDocument/2006/relationships/font" Target="fonts/Gantari-italic.fntdata"/><Relationship Id="rId34" Type="http://schemas.openxmlformats.org/officeDocument/2006/relationships/slide" Target="slides/slide28.xml"/><Relationship Id="rId78" Type="http://schemas.openxmlformats.org/officeDocument/2006/relationships/font" Target="fonts/Gantari-bold.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09T14:32:30.195">
    <p:pos x="6000" y="0"/>
    <p:text>We select a dataset that potentially mimics the reviews posted by Singaporean. The dataset is a malaysia kaggle dataset. This way we can train the model to classify the sentiment of the reviews for singapore food businesses. Hence in the dataset we ensure there are some common singlish pharases, like "shoik", "sedep" etc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06T09:11:25.962">
    <p:pos x="6000" y="0"/>
    <p:text>TEXT CLEANING
The raw review text is preprocessed to ensure consistency and remove noise. This involves:
Lowercasing all text to treat words like “Good” and “good” as the same token.
Removing punctuation, numbers, and special characters that do not contribute to sentiment.
Eliminating stopwords (e.g., “the”, “is”, “and”) to reduce irrelevant terms and focus on meaningful words.
TOKENIZATION
After cleaning, each review is tokenized — split into individual words or tokens.
This allows the model to analyze text at the word level and later convert it into numerical features for machine learning algorithms.
TRAIN-TEST SPLIT
The dataset is divided into two subsets:
Training set (e.g., 80%) — used to train the models.
Testing set (e.g., 20%) — used to evaluate model performance on unseen data.
This ensures fair and unbiased assessment of each classifier’s generalization ability.
FEATURE EXTRACTION (TF-IDF)
The cleaned and tokenized text is transformed into numerical vectors using TF-IDF (Term Frequency–Inverse Document Frequency).
TF-IDF gives higher weight to words that are frequent in a review but rare across all reviews, helping models focus on important and distinctive terms for sentiment classification.</p:text>
  </p:cm>
  <p:cm authorId="0" idx="3" dt="2025-11-06T09:10:57.317">
    <p:pos x="6000" y="0"/>
    <p:text>_Marked as resolved_</p:text>
  </p:cm>
  <p:cm authorId="0" idx="4" dt="2025-11-06T09:11:25.962">
    <p:pos x="6000" y="0"/>
    <p:text>_Re-opened_</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5-11-08T07:45:20.969">
    <p:pos x="96" y="1878"/>
    <p:text>why svm works better for unigram, why logistic works better for unigram</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142e925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142e925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a1380e5847_2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a1380e5847_2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98a5a8fbf8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98a5a8fbf8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395877c31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395877c31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0d32636c6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a0d32636c6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a0d32636c6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a0d32636c6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a0d32636c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a0d32636c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98c91406a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98c91406a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98c91406a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98c91406a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a146d5aa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a146d5aa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Explanation simplify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a146d5aa3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a146d5aa3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Explanation simplify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1828550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a1828550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146d5aa3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a146d5aa3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0d32636c6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a0d32636c6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a0d32636c6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a0d32636c6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a146d5aa3e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a146d5aa3e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a146d5aa3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a146d5aa3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a1ad67b2ba_1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a1ad67b2ba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Before preprocessing, we </a:t>
            </a:r>
            <a:r>
              <a:rPr lang="en">
                <a:solidFill>
                  <a:schemeClr val="dk1"/>
                </a:solidFill>
              </a:rPr>
              <a:t>derived</a:t>
            </a:r>
            <a:r>
              <a:rPr lang="en">
                <a:solidFill>
                  <a:schemeClr val="dk1"/>
                </a:solidFill>
              </a:rPr>
              <a:t> 3 wordcloud. all three wordclouds look very similar. Common domain words like </a:t>
            </a:r>
            <a:r>
              <a:rPr b="1" lang="en">
                <a:solidFill>
                  <a:schemeClr val="dk1"/>
                </a:solidFill>
              </a:rPr>
              <a:t>food</a:t>
            </a:r>
            <a:r>
              <a:rPr lang="en">
                <a:solidFill>
                  <a:schemeClr val="dk1"/>
                </a:solidFill>
              </a:rPr>
              <a:t>, </a:t>
            </a:r>
            <a:r>
              <a:rPr b="1" lang="en">
                <a:solidFill>
                  <a:schemeClr val="dk1"/>
                </a:solidFill>
              </a:rPr>
              <a:t>good</a:t>
            </a:r>
            <a:r>
              <a:rPr lang="en">
                <a:solidFill>
                  <a:schemeClr val="dk1"/>
                </a:solidFill>
              </a:rPr>
              <a:t>, </a:t>
            </a:r>
            <a:r>
              <a:rPr b="1" lang="en">
                <a:solidFill>
                  <a:schemeClr val="dk1"/>
                </a:solidFill>
              </a:rPr>
              <a:t>place</a:t>
            </a:r>
            <a:r>
              <a:rPr lang="en">
                <a:solidFill>
                  <a:schemeClr val="dk1"/>
                </a:solidFill>
              </a:rPr>
              <a:t>, </a:t>
            </a:r>
            <a:r>
              <a:rPr b="1" lang="en">
                <a:solidFill>
                  <a:schemeClr val="dk1"/>
                </a:solidFill>
              </a:rPr>
              <a:t>price</a:t>
            </a:r>
            <a:r>
              <a:rPr lang="en">
                <a:solidFill>
                  <a:schemeClr val="dk1"/>
                </a:solidFill>
              </a:rPr>
              <a:t> dominate every class. These words do not show real emotion and do not help the model separate Positive, Neutral and Negative. So the wordcloud is noisy and sentiment meaning is unclear — this shows why preprocessing was needed.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a1ad67b2ba_18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a1ad67b2ba_18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For preprocsseing we created a </a:t>
            </a:r>
            <a:r>
              <a:rPr lang="en">
                <a:solidFill>
                  <a:schemeClr val="dk1"/>
                </a:solidFill>
              </a:rPr>
              <a:t>custom</a:t>
            </a:r>
            <a:r>
              <a:rPr lang="en">
                <a:solidFill>
                  <a:schemeClr val="dk1"/>
                </a:solidFill>
              </a:rPr>
              <a:t> stop word list</a:t>
            </a:r>
            <a:r>
              <a:rPr lang="en">
                <a:solidFill>
                  <a:schemeClr val="dk1"/>
                </a:solidFill>
              </a:rPr>
              <a:t>  with words such as </a:t>
            </a:r>
            <a:r>
              <a:rPr lang="en" sz="1200">
                <a:solidFill>
                  <a:schemeClr val="dk1"/>
                </a:solidFill>
                <a:latin typeface="Gantari"/>
                <a:ea typeface="Gantari"/>
                <a:cs typeface="Gantari"/>
                <a:sym typeface="Gantari"/>
              </a:rPr>
              <a:t>“'restaurant','place','food','eatery','google','map','maps','review','place''malaysia','singapore','SG','KL','sg','kl','jb','JB',” were removed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Now the </a:t>
            </a:r>
            <a:r>
              <a:rPr lang="en">
                <a:solidFill>
                  <a:schemeClr val="dk1"/>
                </a:solidFill>
              </a:rPr>
              <a:t> wordclouds shows much more meaningful sentiment words.</a:t>
            </a:r>
            <a:br>
              <a:rPr lang="en">
                <a:solidFill>
                  <a:schemeClr val="dk1"/>
                </a:solidFill>
              </a:rPr>
            </a:br>
            <a:r>
              <a:rPr lang="en">
                <a:solidFill>
                  <a:schemeClr val="dk1"/>
                </a:solidFill>
              </a:rPr>
              <a:t> Positive reviews highlight emotional words like </a:t>
            </a:r>
            <a:r>
              <a:rPr b="1" lang="en">
                <a:solidFill>
                  <a:schemeClr val="dk1"/>
                </a:solidFill>
              </a:rPr>
              <a:t>delicious</a:t>
            </a:r>
            <a:r>
              <a:rPr lang="en">
                <a:solidFill>
                  <a:schemeClr val="dk1"/>
                </a:solidFill>
              </a:rPr>
              <a:t>, </a:t>
            </a:r>
            <a:r>
              <a:rPr b="1" lang="en">
                <a:solidFill>
                  <a:schemeClr val="dk1"/>
                </a:solidFill>
              </a:rPr>
              <a:t>great</a:t>
            </a:r>
            <a:r>
              <a:rPr lang="en">
                <a:solidFill>
                  <a:schemeClr val="dk1"/>
                </a:solidFill>
              </a:rPr>
              <a:t>, </a:t>
            </a:r>
            <a:r>
              <a:rPr b="1" lang="en">
                <a:solidFill>
                  <a:schemeClr val="dk1"/>
                </a:solidFill>
              </a:rPr>
              <a:t>tasty</a:t>
            </a:r>
            <a:r>
              <a:rPr lang="en">
                <a:solidFill>
                  <a:schemeClr val="dk1"/>
                </a:solidFill>
              </a:rPr>
              <a:t>.</a:t>
            </a:r>
            <a:br>
              <a:rPr lang="en">
                <a:solidFill>
                  <a:schemeClr val="dk1"/>
                </a:solidFill>
              </a:rPr>
            </a:br>
            <a:r>
              <a:rPr lang="en">
                <a:solidFill>
                  <a:schemeClr val="dk1"/>
                </a:solidFill>
              </a:rPr>
              <a:t> Negative reviews clearly show words like </a:t>
            </a:r>
            <a:r>
              <a:rPr b="1" lang="en">
                <a:solidFill>
                  <a:schemeClr val="dk1"/>
                </a:solidFill>
              </a:rPr>
              <a:t>bad</a:t>
            </a:r>
            <a:r>
              <a:rPr lang="en">
                <a:solidFill>
                  <a:schemeClr val="dk1"/>
                </a:solidFill>
              </a:rPr>
              <a:t>, </a:t>
            </a:r>
            <a:r>
              <a:rPr b="1" lang="en">
                <a:solidFill>
                  <a:schemeClr val="dk1"/>
                </a:solidFill>
              </a:rPr>
              <a:t>poor</a:t>
            </a:r>
            <a:r>
              <a:rPr lang="en">
                <a:solidFill>
                  <a:schemeClr val="dk1"/>
                </a:solidFill>
              </a:rPr>
              <a:t>, </a:t>
            </a:r>
            <a:r>
              <a:rPr b="1" lang="en">
                <a:solidFill>
                  <a:schemeClr val="dk1"/>
                </a:solidFill>
              </a:rPr>
              <a:t>slow</a:t>
            </a:r>
            <a:r>
              <a:rPr lang="en">
                <a:solidFill>
                  <a:schemeClr val="dk1"/>
                </a:solidFill>
              </a:rPr>
              <a:t>, </a:t>
            </a:r>
            <a:r>
              <a:rPr b="1" lang="en">
                <a:solidFill>
                  <a:schemeClr val="dk1"/>
                </a:solidFill>
              </a:rPr>
              <a:t>service</a:t>
            </a:r>
            <a:r>
              <a:rPr lang="en">
                <a:solidFill>
                  <a:schemeClr val="dk1"/>
                </a:solidFill>
              </a:rPr>
              <a:t>.</a:t>
            </a:r>
            <a:br>
              <a:rPr lang="en">
                <a:solidFill>
                  <a:schemeClr val="dk1"/>
                </a:solidFill>
              </a:rPr>
            </a:br>
            <a:r>
              <a:rPr lang="en">
                <a:solidFill>
                  <a:schemeClr val="dk1"/>
                </a:solidFill>
              </a:rPr>
              <a:t> Neutral shows more middle tone words like </a:t>
            </a:r>
            <a:r>
              <a:rPr b="1" lang="en">
                <a:solidFill>
                  <a:schemeClr val="dk1"/>
                </a:solidFill>
              </a:rPr>
              <a:t>nice</a:t>
            </a:r>
            <a:r>
              <a:rPr lang="en">
                <a:solidFill>
                  <a:schemeClr val="dk1"/>
                </a:solidFill>
              </a:rPr>
              <a:t>, </a:t>
            </a:r>
            <a:r>
              <a:rPr b="1" lang="en">
                <a:solidFill>
                  <a:schemeClr val="dk1"/>
                </a:solidFill>
              </a:rPr>
              <a:t>ok</a:t>
            </a:r>
            <a:r>
              <a:rPr lang="en">
                <a:solidFill>
                  <a:schemeClr val="dk1"/>
                </a:solidFill>
              </a:rPr>
              <a:t>, </a:t>
            </a:r>
            <a:r>
              <a:rPr b="1" lang="en">
                <a:solidFill>
                  <a:schemeClr val="dk1"/>
                </a:solidFill>
              </a:rPr>
              <a:t>average</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shows preprocessing successfully removed noise and allowed true sentiment patterns to appear clearly.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1395877c31e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1395877c31e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N-grams allow the model to understand combinations of words instead of treating every word as isolated.</a:t>
            </a:r>
            <a:endParaRPr/>
          </a:p>
          <a:p>
            <a:pPr indent="0" lvl="0" marL="0" rtl="0" algn="l">
              <a:spcBef>
                <a:spcPts val="0"/>
              </a:spcBef>
              <a:spcAft>
                <a:spcPts val="0"/>
              </a:spcAft>
              <a:buClr>
                <a:schemeClr val="dk1"/>
              </a:buClr>
              <a:buSzPts val="1100"/>
              <a:buFont typeface="Arial"/>
              <a:buNone/>
            </a:pPr>
            <a:r>
              <a:rPr lang="en"/>
              <a:t>This is critical because sentiment often changes when words appear together.</a:t>
            </a:r>
            <a:endParaRPr/>
          </a:p>
          <a:p>
            <a:pPr indent="0" lvl="0" marL="0" rtl="0" algn="l">
              <a:spcBef>
                <a:spcPts val="0"/>
              </a:spcBef>
              <a:spcAft>
                <a:spcPts val="0"/>
              </a:spcAft>
              <a:buClr>
                <a:schemeClr val="dk1"/>
              </a:buClr>
              <a:buSzPts val="1100"/>
              <a:buFont typeface="Arial"/>
              <a:buNone/>
            </a:pPr>
            <a:r>
              <a:rPr lang="en"/>
              <a:t>For example, “good” by itself is positive, but “not good” expresses a negative meaning.</a:t>
            </a:r>
            <a:endParaRPr/>
          </a:p>
          <a:p>
            <a:pPr indent="0" lvl="0" marL="0" rtl="0" algn="l">
              <a:spcBef>
                <a:spcPts val="0"/>
              </a:spcBef>
              <a:spcAft>
                <a:spcPts val="0"/>
              </a:spcAft>
              <a:buNone/>
            </a:pPr>
            <a:r>
              <a:rPr lang="en"/>
              <a:t>Therefore, N-grams capture this contextual shift, allowing our classifiers to interpret sentiment more accurately.</a:t>
            </a:r>
            <a:endParaRPr/>
          </a:p>
          <a:p>
            <a:pPr indent="0" lvl="0" marL="0" rtl="0" algn="l">
              <a:spcBef>
                <a:spcPts val="0"/>
              </a:spcBef>
              <a:spcAft>
                <a:spcPts val="0"/>
              </a:spcAft>
              <a:buClr>
                <a:schemeClr val="dk1"/>
              </a:buClr>
              <a:buSzPts val="1100"/>
              <a:buFont typeface="Arial"/>
              <a:buNone/>
            </a:pPr>
            <a:r>
              <a:rPr lang="en">
                <a:solidFill>
                  <a:schemeClr val="dk1"/>
                </a:solidFill>
              </a:rPr>
              <a:t>To properly experiment with semantic context, we trained our classifiers using both unigrams and bigrams.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0d32636c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a0d32636c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190ecaeb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a190ecaeb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Negative:</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High precision (0.913)</a:t>
            </a:r>
            <a:r>
              <a:rPr lang="en">
                <a:solidFill>
                  <a:schemeClr val="dk1"/>
                </a:solidFill>
              </a:rPr>
              <a:t> and </a:t>
            </a:r>
            <a:r>
              <a:rPr b="1" lang="en">
                <a:solidFill>
                  <a:schemeClr val="dk1"/>
                </a:solidFill>
              </a:rPr>
              <a:t>high recall (0.911)</a:t>
            </a:r>
            <a:r>
              <a:rPr lang="en">
                <a:solidFill>
                  <a:schemeClr val="dk1"/>
                </a:solidFill>
              </a:rPr>
              <a:t> → accurately identifies most negatives.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Performs best among all classes with </a:t>
            </a:r>
            <a:r>
              <a:rPr b="1" lang="en">
                <a:solidFill>
                  <a:schemeClr val="dk1"/>
                </a:solidFill>
              </a:rPr>
              <a:t>F1 = 0.912</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Neutral:</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Moderate precision (0.868)</a:t>
            </a:r>
            <a:r>
              <a:rPr lang="en">
                <a:solidFill>
                  <a:schemeClr val="dk1"/>
                </a:solidFill>
              </a:rPr>
              <a:t> and </a:t>
            </a:r>
            <a:r>
              <a:rPr b="1" lang="en">
                <a:solidFill>
                  <a:schemeClr val="dk1"/>
                </a:solidFill>
              </a:rPr>
              <a:t>lower recall (0.821)</a:t>
            </a:r>
            <a:r>
              <a:rPr lang="en">
                <a:solidFill>
                  <a:schemeClr val="dk1"/>
                </a:solidFill>
              </a:rPr>
              <a:t> → occasionally misclassifies borderline reviews as Positive or Negative.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Struggles slightly with distinguishing Neutral tone.</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Positive:</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Good balance</a:t>
            </a:r>
            <a:r>
              <a:rPr lang="en">
                <a:solidFill>
                  <a:schemeClr val="dk1"/>
                </a:solidFill>
              </a:rPr>
              <a:t> between precision (0.828) and recall (0.876).</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Slight bias toward predicting Positive when sentiment is unclear.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Naive Bayes, we can see that all three classes perform well, with strong precision and recall across Negative, Neutral and Positive. Overall accuracy is 86.9%, which indicates NB is able to classify most reviews correctly. Neutral is slightly weaker than the other two classes, showing that it still struggles a bit with mid-tone or borderline reviews.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behaviour is expected because Naive Bayes is vocabulary-frequency driven. It calculates sentiment based on how often words appear in each class. Some mild positive words such as “good”, “nice”, or “ok la” still appear across many reviews, so NB may still slightly lean towards positive predictions sometimes. But overall, NB’s performance is stable and much more balanced now.</a:t>
            </a:r>
            <a:endParaRPr>
              <a:solidFill>
                <a:schemeClr val="dk1"/>
              </a:solidFill>
            </a:endParaRPr>
          </a:p>
          <a:p>
            <a:pPr indent="0" lvl="0" marL="0" rtl="0" algn="l">
              <a:spcBef>
                <a:spcPts val="120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1843bca78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a1843bca78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 Multinomial Naive Bayes model exhibits a moderate bias toward the Positive class, as shown in the confusion matrix.</a:t>
            </a:r>
            <a:endParaRPr sz="1400">
              <a:solidFill>
                <a:schemeClr val="dk1"/>
              </a:solidFill>
              <a:latin typeface="Gantari"/>
              <a:ea typeface="Gantari"/>
              <a:cs typeface="Gantari"/>
              <a:sym typeface="Gantari"/>
            </a:endParaRPr>
          </a:p>
          <a:p>
            <a:pPr indent="-317500" lvl="0" marL="457200" rtl="0" algn="l">
              <a:spcBef>
                <a:spcPts val="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 model correctly predicted 30,756 Positive instances, significantly more than the 28,822 Neutral and 31,986 Negative instances.</a:t>
            </a:r>
            <a:endParaRPr sz="1400">
              <a:solidFill>
                <a:schemeClr val="dk1"/>
              </a:solidFill>
              <a:latin typeface="Gantari"/>
              <a:ea typeface="Gantari"/>
              <a:cs typeface="Gantari"/>
              <a:sym typeface="Gantari"/>
            </a:endParaRPr>
          </a:p>
          <a:p>
            <a:pPr indent="-317500" lvl="0" marL="457200" rtl="0" algn="l">
              <a:spcBef>
                <a:spcPts val="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This bias is further reflected in the misclassifications toward the Positive label:</a:t>
            </a:r>
            <a:endParaRPr sz="1400">
              <a:solidFill>
                <a:schemeClr val="dk1"/>
              </a:solidFill>
              <a:latin typeface="Gantari"/>
              <a:ea typeface="Gantari"/>
              <a:cs typeface="Gantari"/>
              <a:sym typeface="Gantari"/>
            </a:endParaRPr>
          </a:p>
          <a:p>
            <a:pPr indent="0" lvl="0" marL="457200" rtl="0" algn="l">
              <a:spcBef>
                <a:spcPts val="0"/>
              </a:spcBef>
              <a:spcAft>
                <a:spcPts val="0"/>
              </a:spcAft>
              <a:buNone/>
            </a:pPr>
            <a:r>
              <a:t/>
            </a:r>
            <a:endParaRPr sz="1400">
              <a:solidFill>
                <a:schemeClr val="dk1"/>
              </a:solidFill>
              <a:latin typeface="Gantari"/>
              <a:ea typeface="Gantari"/>
              <a:cs typeface="Gantari"/>
              <a:sym typeface="Gantari"/>
            </a:endParaRPr>
          </a:p>
          <a:p>
            <a:pPr indent="-317500" lvl="1" marL="914400" rtl="0" algn="l">
              <a:spcBef>
                <a:spcPts val="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Neutral class was misclassified as Positive 4,700 times.</a:t>
            </a:r>
            <a:endParaRPr sz="1400">
              <a:solidFill>
                <a:schemeClr val="dk1"/>
              </a:solidFill>
              <a:latin typeface="Gantari"/>
              <a:ea typeface="Gantari"/>
              <a:cs typeface="Gantari"/>
              <a:sym typeface="Gantari"/>
            </a:endParaRPr>
          </a:p>
          <a:p>
            <a:pPr indent="0" lvl="0" marL="914400" rtl="0" algn="l">
              <a:spcBef>
                <a:spcPts val="0"/>
              </a:spcBef>
              <a:spcAft>
                <a:spcPts val="0"/>
              </a:spcAft>
              <a:buNone/>
            </a:pPr>
            <a:r>
              <a:t/>
            </a:r>
            <a:endParaRPr sz="1400">
              <a:solidFill>
                <a:schemeClr val="dk1"/>
              </a:solidFill>
              <a:latin typeface="Gantari"/>
              <a:ea typeface="Gantari"/>
              <a:cs typeface="Gantari"/>
              <a:sym typeface="Gantari"/>
            </a:endParaRPr>
          </a:p>
          <a:p>
            <a:pPr indent="-317500" lvl="1" marL="914400" rtl="0" algn="l">
              <a:spcBef>
                <a:spcPts val="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Negative class was misclassified as Positive 1,695 times.</a:t>
            </a:r>
            <a:endParaRPr sz="1400">
              <a:solidFill>
                <a:schemeClr val="dk1"/>
              </a:solidFill>
              <a:latin typeface="Gantari"/>
              <a:ea typeface="Gantari"/>
              <a:cs typeface="Gantari"/>
              <a:sym typeface="Gantari"/>
            </a:endParaRPr>
          </a:p>
          <a:p>
            <a:pPr indent="0" lvl="0" marL="457200" rtl="0" algn="l">
              <a:spcBef>
                <a:spcPts val="0"/>
              </a:spcBef>
              <a:spcAft>
                <a:spcPts val="0"/>
              </a:spcAft>
              <a:buNone/>
            </a:pPr>
            <a:r>
              <a:t/>
            </a:r>
            <a:endParaRPr sz="1400">
              <a:solidFill>
                <a:schemeClr val="dk1"/>
              </a:solidFill>
              <a:latin typeface="Gantari"/>
              <a:ea typeface="Gantari"/>
              <a:cs typeface="Gantari"/>
              <a:sym typeface="Gantari"/>
            </a:endParaRPr>
          </a:p>
          <a:p>
            <a:pPr indent="-317500" lvl="0" marL="457200" rtl="0" algn="l">
              <a:spcBef>
                <a:spcPts val="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These results suggest that the model still struggles to differentiate subtle sentiments, particularly between Neutral and Negative reviews, where overlapping vocabulary (e.g., “okay,” “normal,” “not bad”) leads to confusion.</a:t>
            </a:r>
            <a:endParaRPr sz="1400">
              <a:solidFill>
                <a:schemeClr val="dk1"/>
              </a:solidFill>
              <a:latin typeface="Gantari"/>
              <a:ea typeface="Gantari"/>
              <a:cs typeface="Gantari"/>
              <a:sym typeface="Gantari"/>
            </a:endParaRPr>
          </a:p>
          <a:p>
            <a:pPr indent="0" lvl="0" marL="0" rtl="0" algn="l">
              <a:spcBef>
                <a:spcPts val="0"/>
              </a:spcBef>
              <a:spcAft>
                <a:spcPts val="0"/>
              </a:spcAft>
              <a:buNone/>
            </a:pPr>
            <a:r>
              <a:t/>
            </a:r>
            <a:endParaRPr sz="1400">
              <a:solidFill>
                <a:schemeClr val="dk1"/>
              </a:solidFill>
              <a:latin typeface="Gantari"/>
              <a:ea typeface="Gantari"/>
              <a:cs typeface="Gantari"/>
              <a:sym typeface="Gantari"/>
            </a:endParaRPr>
          </a:p>
          <a:p>
            <a:pPr indent="0" lvl="0" marL="0" rtl="0" algn="l">
              <a:lnSpc>
                <a:spcPct val="115000"/>
              </a:lnSpc>
              <a:spcBef>
                <a:spcPts val="1200"/>
              </a:spcBef>
              <a:spcAft>
                <a:spcPts val="0"/>
              </a:spcAft>
              <a:buNone/>
            </a:pPr>
            <a:r>
              <a:rPr lang="en">
                <a:solidFill>
                  <a:schemeClr val="dk1"/>
                </a:solidFill>
              </a:rPr>
              <a:t>Looking at the confusion matrix for Naive Bayes, we can see that while the model performs well overall, it still shows a slight bias towards predicting the Positive class. NB correctly identifies a large number of Positive, Neutral and Negative instances, but we can also see that Neutral and Negative reviews are sometimes misclassified as Positive. This indicates that Naive Bayes still struggles with the subtle sentiment boundary between Neutral and Positive. Overall, this matrix confirms that NB performs strongly, but still tends to lean slightly toward Positive when uncertainty happens.</a:t>
            </a:r>
            <a:endParaRPr sz="1400">
              <a:solidFill>
                <a:schemeClr val="dk1"/>
              </a:solidFill>
              <a:latin typeface="Gantari"/>
              <a:ea typeface="Gantari"/>
              <a:cs typeface="Gantari"/>
              <a:sym typeface="Gantari"/>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a190ecaeb6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a190ecaeb6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Negative:</a:t>
            </a:r>
            <a:r>
              <a:rPr lang="en">
                <a:solidFill>
                  <a:schemeClr val="dk1"/>
                </a:solidFill>
              </a:rPr>
              <a:t> Excellent detection; very few false negatives or positives.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Neutral:</a:t>
            </a:r>
            <a:r>
              <a:rPr lang="en">
                <a:solidFill>
                  <a:schemeClr val="dk1"/>
                </a:solidFill>
              </a:rPr>
              <a:t> High recall and precision; distinguishes Neutral reviews effectively.</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Positive:</a:t>
            </a:r>
            <a:r>
              <a:rPr lang="en">
                <a:solidFill>
                  <a:schemeClr val="dk1"/>
                </a:solidFill>
              </a:rPr>
              <a:t> Slightly lower recall; predicts Positive only when confident.</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a1843bca78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3a1843bca78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 Logistic Regression model demonstrates improved overall performance and stronger class balance compared to the Multinomial Naive Bayes model.</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 model correctly predicted 30,261 Positive instances, along with 33,120 Negative and 31,331 Neutral reviews, showing consistent accuracy across all classes.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This balance indicates that Logistic Regression effectively distinguishes between different sentiment polarities.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Misclassifications are comparatively lower:</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Neutral class was misclassified as Positive 2,955 times.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Negative class was misclassified as Positive 846 times.</a:t>
            </a:r>
            <a:endParaRPr sz="1400">
              <a:solidFill>
                <a:schemeClr val="dk1"/>
              </a:solidFill>
              <a:latin typeface="Gantari"/>
              <a:ea typeface="Gantari"/>
              <a:cs typeface="Gantari"/>
              <a:sym typeface="Gantari"/>
            </a:endParaRPr>
          </a:p>
          <a:p>
            <a:pPr indent="0" lvl="0" marL="0" rtl="0" algn="l">
              <a:spcBef>
                <a:spcPts val="1200"/>
              </a:spcBef>
              <a:spcAft>
                <a:spcPts val="0"/>
              </a:spcAft>
              <a:buNone/>
            </a:pPr>
            <a:r>
              <a:rPr lang="en" sz="1400">
                <a:solidFill>
                  <a:schemeClr val="dk1"/>
                </a:solidFill>
                <a:latin typeface="Gantari"/>
                <a:ea typeface="Gantari"/>
                <a:cs typeface="Gantari"/>
                <a:sym typeface="Gantari"/>
              </a:rPr>
              <a:t>These results suggest that the Logistic Regression model captures subtle sentiment cues more effectively and maintains clearer separation between Positive, Neutral, and Negative reviews, reducing the over-prediction bias observed in Naive Bayes.</a:t>
            </a:r>
            <a:endParaRPr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a190ecaeb6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a190ecaeb6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Negative:</a:t>
            </a:r>
            <a:r>
              <a:rPr lang="en">
                <a:solidFill>
                  <a:schemeClr val="dk1"/>
                </a:solidFill>
              </a:rPr>
              <a:t> Excellent precision and recall; accurately identifies true negatives.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Neutral:</a:t>
            </a:r>
            <a:r>
              <a:rPr lang="en">
                <a:solidFill>
                  <a:schemeClr val="dk1"/>
                </a:solidFill>
              </a:rPr>
              <a:t> Strong Neutral classification; effectively handles ambiguous language.</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Positive:</a:t>
            </a:r>
            <a:r>
              <a:rPr lang="en">
                <a:solidFill>
                  <a:schemeClr val="dk1"/>
                </a:solidFill>
              </a:rPr>
              <a:t> High precision and recall; performs best without over-calling positives.</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a1843bca78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a1843bca78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Gantari"/>
                <a:ea typeface="Gantari"/>
                <a:cs typeface="Gantari"/>
                <a:sym typeface="Gantari"/>
              </a:rPr>
              <a:t>SVM (Linear SVC)</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 Linear SVM (LinearSVC) model demonstrates the strongest overall performance and class balance among all three models.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It correctly predicted 31,399 Positive, 32,222 Neutral, and 33,534 Negative instances, showing high consistency across sentiment categories.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Misclassifications are minimal:</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Neutral → Positive: 2,357 instances.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Negative → Positive: 644 instances.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These results indicate that the Linear SVC model effectively captures subtle linguistic patterns and maintains clear separation between Positive, Neutral, and Negative reviews.</a:t>
            </a:r>
            <a:endParaRPr sz="1400">
              <a:solidFill>
                <a:schemeClr val="dk1"/>
              </a:solidFill>
              <a:latin typeface="Gantari"/>
              <a:ea typeface="Gantari"/>
              <a:cs typeface="Gantari"/>
              <a:sym typeface="Gantari"/>
            </a:endParaRPr>
          </a:p>
          <a:p>
            <a:pPr indent="-317500" lvl="0" marL="457200" rtl="0" algn="l">
              <a:spcBef>
                <a:spcPts val="10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The reduced confusion between Positive and Neutral classes highlights its superior ability to interpret nuanced text sentiment, outperforming both Naive Bayes and Logistic Regression.</a:t>
            </a:r>
            <a:endParaRPr sz="1400">
              <a:solidFill>
                <a:schemeClr val="dk1"/>
              </a:solidFill>
              <a:latin typeface="Gantari"/>
              <a:ea typeface="Gantari"/>
              <a:cs typeface="Gantari"/>
              <a:sym typeface="Gantari"/>
            </a:endParaRPr>
          </a:p>
          <a:p>
            <a:pPr indent="0" lvl="0" marL="0" rtl="0" algn="l">
              <a:spcBef>
                <a:spcPts val="1200"/>
              </a:spcBef>
              <a:spcAft>
                <a:spcPts val="0"/>
              </a:spcAft>
              <a:buClr>
                <a:schemeClr val="dk1"/>
              </a:buClr>
              <a:buSzPts val="1100"/>
              <a:buFont typeface="Arial"/>
              <a:buNone/>
            </a:pPr>
            <a:r>
              <a:t/>
            </a:r>
            <a:endParaRPr sz="1400">
              <a:solidFill>
                <a:schemeClr val="dk1"/>
              </a:solidFill>
              <a:latin typeface="Gantari"/>
              <a:ea typeface="Gantari"/>
              <a:cs typeface="Gantari"/>
              <a:sym typeface="Gantari"/>
            </a:endParaRPr>
          </a:p>
          <a:p>
            <a:pPr indent="0" lvl="0" marL="0" rtl="0" algn="l">
              <a:spcBef>
                <a:spcPts val="120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a1843bca78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a1843bca78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a1767686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3a1767686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400">
                <a:solidFill>
                  <a:schemeClr val="dk1"/>
                </a:solidFill>
                <a:latin typeface="Gantari"/>
                <a:ea typeface="Gantari"/>
                <a:cs typeface="Gantari"/>
                <a:sym typeface="Gantari"/>
              </a:rPr>
              <a:t>Model Selection: SVM (Linear SVC) with model + ngram(1,2)</a:t>
            </a:r>
            <a:endParaRPr b="1" sz="1400">
              <a:solidFill>
                <a:schemeClr val="dk1"/>
              </a:solidFill>
              <a:latin typeface="Gantari"/>
              <a:ea typeface="Gantari"/>
              <a:cs typeface="Gantari"/>
              <a:sym typeface="Gantari"/>
            </a:endParaRPr>
          </a:p>
          <a:p>
            <a:pPr indent="-317500" lvl="0" marL="457200" rtl="0" algn="just">
              <a:spcBef>
                <a:spcPts val="5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Highest accuracy among all models</a:t>
            </a:r>
            <a:endParaRPr sz="1400">
              <a:solidFill>
                <a:schemeClr val="dk1"/>
              </a:solidFill>
              <a:latin typeface="Gantari"/>
              <a:ea typeface="Gantari"/>
              <a:cs typeface="Gantari"/>
              <a:sym typeface="Gantari"/>
            </a:endParaRPr>
          </a:p>
          <a:p>
            <a:pPr indent="-317500" lvl="0" marL="457200" rtl="0" algn="just">
              <a:spcBef>
                <a:spcPts val="5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Strong weighted F1, consistent performance across classes</a:t>
            </a:r>
            <a:endParaRPr sz="1400">
              <a:solidFill>
                <a:schemeClr val="dk1"/>
              </a:solidFill>
              <a:latin typeface="Gantari"/>
              <a:ea typeface="Gantari"/>
              <a:cs typeface="Gantari"/>
              <a:sym typeface="Gantari"/>
            </a:endParaRPr>
          </a:p>
          <a:p>
            <a:pPr indent="-317500" lvl="0" marL="457200" rtl="0" algn="just">
              <a:spcBef>
                <a:spcPts val="5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Balanced precision and recall better than Naive Bayes and Logistic Regression</a:t>
            </a:r>
            <a:endParaRPr sz="1400">
              <a:solidFill>
                <a:schemeClr val="dk1"/>
              </a:solidFill>
              <a:latin typeface="Gantari"/>
              <a:ea typeface="Gantari"/>
              <a:cs typeface="Gantari"/>
              <a:sym typeface="Gantari"/>
            </a:endParaRPr>
          </a:p>
          <a:p>
            <a:pPr indent="-317500" lvl="0" marL="457200" rtl="0" algn="just">
              <a:spcBef>
                <a:spcPts val="5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Generalizes well unseen data with clear class separation</a:t>
            </a:r>
            <a:endParaRPr sz="1400">
              <a:solidFill>
                <a:schemeClr val="dk1"/>
              </a:solidFill>
              <a:latin typeface="Gantari"/>
              <a:ea typeface="Gantari"/>
              <a:cs typeface="Gantari"/>
              <a:sym typeface="Gantari"/>
            </a:endParaRPr>
          </a:p>
          <a:p>
            <a:pPr indent="-317500" lvl="0" marL="457200" rtl="0" algn="just">
              <a:spcBef>
                <a:spcPts val="500"/>
              </a:spcBef>
              <a:spcAft>
                <a:spcPts val="0"/>
              </a:spcAft>
              <a:buClr>
                <a:schemeClr val="dk1"/>
              </a:buClr>
              <a:buSzPts val="1400"/>
              <a:buFont typeface="Gantari"/>
              <a:buChar char="-"/>
            </a:pPr>
            <a:r>
              <a:rPr lang="en" sz="1400">
                <a:solidFill>
                  <a:schemeClr val="dk1"/>
                </a:solidFill>
                <a:latin typeface="Gantari"/>
                <a:ea typeface="Gantari"/>
                <a:cs typeface="Gantari"/>
                <a:sym typeface="Gantari"/>
              </a:rPr>
              <a:t>Most robust and reliable model for overall sentiment classification</a:t>
            </a:r>
            <a:endParaRPr sz="1400">
              <a:solidFill>
                <a:schemeClr val="dk1"/>
              </a:solidFill>
              <a:latin typeface="Gantari"/>
              <a:ea typeface="Gantari"/>
              <a:cs typeface="Gantari"/>
              <a:sym typeface="Gantari"/>
            </a:endParaRPr>
          </a:p>
          <a:p>
            <a:pPr indent="0" lvl="0" marL="0" rtl="0" algn="just">
              <a:spcBef>
                <a:spcPts val="500"/>
              </a:spcBef>
              <a:spcAft>
                <a:spcPts val="0"/>
              </a:spcAft>
              <a:buNone/>
            </a:pPr>
            <a:r>
              <a:rPr lang="en" sz="1400">
                <a:solidFill>
                  <a:schemeClr val="dk1"/>
                </a:solidFill>
                <a:latin typeface="Gantari"/>
                <a:ea typeface="Gantari"/>
                <a:cs typeface="Gantari"/>
                <a:sym typeface="Gantari"/>
              </a:rPr>
              <a:t>Ngram(1,2) is better as we consider 2 words, example “Good” can be “Very Good” or “Not Good”</a:t>
            </a:r>
            <a:endParaRPr sz="1400">
              <a:solidFill>
                <a:schemeClr val="dk1"/>
              </a:solidFill>
              <a:latin typeface="Gantari"/>
              <a:ea typeface="Gantari"/>
              <a:cs typeface="Gantari"/>
              <a:sym typeface="Gantari"/>
            </a:endParaRPr>
          </a:p>
          <a:p>
            <a:pPr indent="0" lvl="0" marL="0" rtl="0" algn="l">
              <a:spcBef>
                <a:spcPts val="50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a1767686d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a1767686d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Gantari"/>
              <a:ea typeface="Gantari"/>
              <a:cs typeface="Gantari"/>
              <a:sym typeface="Gantari"/>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a1ad67b2ba_2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a1ad67b2ba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Gantari"/>
              <a:ea typeface="Gantari"/>
              <a:cs typeface="Gantari"/>
              <a:sym typeface="Gantari"/>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a1ad67b2ba_2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a1ad67b2ba_2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ctr">
              <a:lnSpc>
                <a:spcPct val="150000"/>
              </a:lnSpc>
              <a:spcBef>
                <a:spcPts val="0"/>
              </a:spcBef>
              <a:spcAft>
                <a:spcPts val="0"/>
              </a:spcAft>
              <a:buClr>
                <a:schemeClr val="dk1"/>
              </a:buClr>
              <a:buSzPts val="1300"/>
              <a:buFont typeface="Gantari"/>
              <a:buChar char="-"/>
            </a:pPr>
            <a:r>
              <a:rPr lang="en" sz="1300">
                <a:solidFill>
                  <a:schemeClr val="dk1"/>
                </a:solidFill>
                <a:latin typeface="Gantari"/>
                <a:ea typeface="Gantari"/>
                <a:cs typeface="Gantari"/>
                <a:sym typeface="Gantari"/>
              </a:rPr>
              <a:t>When the models were first evaluated on imbalanced datasets (31,327 positive instances, 4,107 negative instances, and 4,556 neutral instances), the substantial imbalance where the ‘Positive’ class constitutes approximately 78% of the data has </a:t>
            </a:r>
            <a:r>
              <a:rPr b="1" lang="en" sz="1300">
                <a:solidFill>
                  <a:schemeClr val="dk1"/>
                </a:solidFill>
                <a:latin typeface="Gantari"/>
                <a:ea typeface="Gantari"/>
                <a:cs typeface="Gantari"/>
                <a:sym typeface="Gantari"/>
              </a:rPr>
              <a:t>significantly distorted model performance and hindered a fair comparison.</a:t>
            </a:r>
            <a:endParaRPr b="1" sz="1300">
              <a:solidFill>
                <a:schemeClr val="dk1"/>
              </a:solidFill>
              <a:latin typeface="Gantari"/>
              <a:ea typeface="Gantari"/>
              <a:cs typeface="Gantari"/>
              <a:sym typeface="Gantari"/>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a1767686d9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3a1767686d9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462D20"/>
                </a:solidFill>
                <a:latin typeface="Artifika"/>
                <a:ea typeface="Artifika"/>
                <a:cs typeface="Artifika"/>
                <a:sym typeface="Artifika"/>
              </a:rPr>
              <a:t>S</a:t>
            </a:r>
            <a:r>
              <a:rPr lang="en" sz="1400">
                <a:solidFill>
                  <a:srgbClr val="462D20"/>
                </a:solidFill>
                <a:latin typeface="Artifika"/>
                <a:ea typeface="Artifika"/>
                <a:cs typeface="Artifika"/>
                <a:sym typeface="Artifika"/>
              </a:rPr>
              <a:t>entiment Lexicon Integration </a:t>
            </a:r>
            <a:endParaRPr sz="1400">
              <a:solidFill>
                <a:srgbClr val="462D20"/>
              </a:solidFill>
              <a:latin typeface="Artifika"/>
              <a:ea typeface="Artifika"/>
              <a:cs typeface="Artifika"/>
              <a:sym typeface="Artifika"/>
            </a:endParaRPr>
          </a:p>
          <a:p>
            <a:pPr indent="0" lvl="0" marL="0" rtl="0" algn="l">
              <a:spcBef>
                <a:spcPts val="0"/>
              </a:spcBef>
              <a:spcAft>
                <a:spcPts val="0"/>
              </a:spcAft>
              <a:buNone/>
            </a:pPr>
            <a:r>
              <a:rPr lang="en"/>
              <a:t>-&gt; having positive and negative list of words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a1ad67b2ba_2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a1ad67b2ba_2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a1c0124200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a1c0124200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a1ad67b2ba_1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a1ad67b2ba_1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1395877c31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1395877c31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a146d5aa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a146d5aa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Explanation simplify</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a0d32636c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a0d32636c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1395877c31e_0_1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1395877c31e_0_1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a164013b5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a164013b5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a164013b56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3a164013b56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a164013b56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a164013b56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a164013b56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3a164013b56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a164013b56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3a164013b56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a164013b56_2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3a164013b56_2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a146d5aa3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3a146d5aa3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a146d5aa3e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3a146d5aa3e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152e88239a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152e88239a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152e88239a0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152e88239a0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1395877c31e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1395877c31e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1395877c31e_0_19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1395877c31e_0_19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1395877c31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1395877c31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1395877c31e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1395877c31e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1395877c31e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1395877c31e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1395877c31e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8" name="Google Shape;1448;g1395877c31e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1395877c31e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1395877c31e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1395877c31e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1395877c31e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g1395877c31e_0_19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1" name="Google Shape;1511;g1395877c31e_0_19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1395877c31e_0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1395877c31e_0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1395877c31e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1395877c31e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1395877c31e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1395877c31e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1395877c31e_0_1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1395877c31e_0_1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152e88239a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g152e88239a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g1395877c31e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1" name="Google Shape;1691;g1395877c31e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g1395877c31e_0_19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g1395877c31e_0_19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7" name="Shape 2017"/>
        <p:cNvGrpSpPr/>
        <p:nvPr/>
      </p:nvGrpSpPr>
      <p:grpSpPr>
        <a:xfrm>
          <a:off x="0" y="0"/>
          <a:ext cx="0" cy="0"/>
          <a:chOff x="0" y="0"/>
          <a:chExt cx="0" cy="0"/>
        </a:xfrm>
      </p:grpSpPr>
      <p:sp>
        <p:nvSpPr>
          <p:cNvPr id="2018" name="Google Shape;2018;g1395877c31e_0_19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9" name="Google Shape;2019;g1395877c31e_0_19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1.png"/><Relationship Id="rId8"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2.png"/><Relationship Id="rId8"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png"/><Relationship Id="rId8"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png"/><Relationship Id="rId8"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11" Type="http://schemas.openxmlformats.org/officeDocument/2006/relationships/image" Target="../media/image1.png"/><Relationship Id="rId10" Type="http://schemas.openxmlformats.org/officeDocument/2006/relationships/image" Target="../media/image4.png"/><Relationship Id="rId9" Type="http://schemas.openxmlformats.org/officeDocument/2006/relationships/image" Target="../media/image5.png"/><Relationship Id="rId5" Type="http://schemas.openxmlformats.org/officeDocument/2006/relationships/hyperlink" Target="http://bit.ly/2TtBDfr" TargetMode="External"/><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5.png"/><Relationship Id="rId10" Type="http://schemas.openxmlformats.org/officeDocument/2006/relationships/image" Target="../media/image18.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8.png"/><Relationship Id="rId9"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2.png"/><Relationship Id="rId10" Type="http://schemas.openxmlformats.org/officeDocument/2006/relationships/image" Target="../media/image5.png"/><Relationship Id="rId9"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flipH="1">
            <a:off x="-7817" y="-5000"/>
            <a:ext cx="9166642" cy="5143500"/>
          </a:xfrm>
          <a:prstGeom prst="rect">
            <a:avLst/>
          </a:prstGeom>
          <a:noFill/>
          <a:ln>
            <a:noFill/>
          </a:ln>
        </p:spPr>
      </p:pic>
      <p:sp>
        <p:nvSpPr>
          <p:cNvPr id="11" name="Google Shape;11;p2"/>
          <p:cNvSpPr txBox="1"/>
          <p:nvPr>
            <p:ph type="ctrTitle"/>
          </p:nvPr>
        </p:nvSpPr>
        <p:spPr>
          <a:xfrm>
            <a:off x="713225" y="1354175"/>
            <a:ext cx="77178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4500">
                <a:latin typeface="Artifika"/>
                <a:ea typeface="Artifika"/>
                <a:cs typeface="Artifika"/>
                <a:sym typeface="Artifika"/>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713100" y="3443725"/>
            <a:ext cx="7717800" cy="414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700">
                <a:solidFill>
                  <a:schemeClr val="dk1"/>
                </a:solidFill>
                <a:latin typeface="Gantari"/>
                <a:ea typeface="Gantari"/>
                <a:cs typeface="Gantari"/>
                <a:sym typeface="Gantari"/>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3">
            <a:alphaModFix/>
          </a:blip>
          <a:stretch>
            <a:fillRect/>
          </a:stretch>
        </p:blipFill>
        <p:spPr>
          <a:xfrm>
            <a:off x="713100" y="363713"/>
            <a:ext cx="342900" cy="371475"/>
          </a:xfrm>
          <a:prstGeom prst="rect">
            <a:avLst/>
          </a:prstGeom>
          <a:noFill/>
          <a:ln>
            <a:noFill/>
          </a:ln>
        </p:spPr>
      </p:pic>
      <p:pic>
        <p:nvPicPr>
          <p:cNvPr id="14" name="Google Shape;14;p2"/>
          <p:cNvPicPr preferRelativeResize="0"/>
          <p:nvPr/>
        </p:nvPicPr>
        <p:blipFill>
          <a:blip r:embed="rId4">
            <a:alphaModFix/>
          </a:blip>
          <a:stretch>
            <a:fillRect/>
          </a:stretch>
        </p:blipFill>
        <p:spPr>
          <a:xfrm>
            <a:off x="256025" y="1143363"/>
            <a:ext cx="342900" cy="371475"/>
          </a:xfrm>
          <a:prstGeom prst="rect">
            <a:avLst/>
          </a:prstGeom>
          <a:noFill/>
          <a:ln>
            <a:noFill/>
          </a:ln>
        </p:spPr>
      </p:pic>
      <p:pic>
        <p:nvPicPr>
          <p:cNvPr id="15" name="Google Shape;15;p2"/>
          <p:cNvPicPr preferRelativeResize="0"/>
          <p:nvPr/>
        </p:nvPicPr>
        <p:blipFill>
          <a:blip r:embed="rId3">
            <a:alphaModFix/>
          </a:blip>
          <a:stretch>
            <a:fillRect/>
          </a:stretch>
        </p:blipFill>
        <p:spPr>
          <a:xfrm>
            <a:off x="8615925" y="1436588"/>
            <a:ext cx="342900" cy="371475"/>
          </a:xfrm>
          <a:prstGeom prst="rect">
            <a:avLst/>
          </a:prstGeom>
          <a:noFill/>
          <a:ln>
            <a:noFill/>
          </a:ln>
        </p:spPr>
      </p:pic>
      <p:pic>
        <p:nvPicPr>
          <p:cNvPr id="16" name="Google Shape;16;p2"/>
          <p:cNvPicPr preferRelativeResize="0"/>
          <p:nvPr/>
        </p:nvPicPr>
        <p:blipFill>
          <a:blip r:embed="rId4">
            <a:alphaModFix/>
          </a:blip>
          <a:stretch>
            <a:fillRect/>
          </a:stretch>
        </p:blipFill>
        <p:spPr>
          <a:xfrm flipH="1">
            <a:off x="7921625" y="76188"/>
            <a:ext cx="342900" cy="371475"/>
          </a:xfrm>
          <a:prstGeom prst="rect">
            <a:avLst/>
          </a:prstGeom>
          <a:noFill/>
          <a:ln>
            <a:noFill/>
          </a:ln>
        </p:spPr>
      </p:pic>
      <p:pic>
        <p:nvPicPr>
          <p:cNvPr id="17" name="Google Shape;17;p2"/>
          <p:cNvPicPr preferRelativeResize="0"/>
          <p:nvPr/>
        </p:nvPicPr>
        <p:blipFill>
          <a:blip r:embed="rId5">
            <a:alphaModFix/>
          </a:blip>
          <a:stretch>
            <a:fillRect/>
          </a:stretch>
        </p:blipFill>
        <p:spPr>
          <a:xfrm>
            <a:off x="7493050" y="4498838"/>
            <a:ext cx="342900" cy="371475"/>
          </a:xfrm>
          <a:prstGeom prst="rect">
            <a:avLst/>
          </a:prstGeom>
          <a:noFill/>
          <a:ln>
            <a:noFill/>
          </a:ln>
        </p:spPr>
      </p:pic>
      <p:pic>
        <p:nvPicPr>
          <p:cNvPr id="18" name="Google Shape;18;p2"/>
          <p:cNvPicPr preferRelativeResize="0"/>
          <p:nvPr/>
        </p:nvPicPr>
        <p:blipFill>
          <a:blip r:embed="rId3">
            <a:alphaModFix/>
          </a:blip>
          <a:stretch>
            <a:fillRect/>
          </a:stretch>
        </p:blipFill>
        <p:spPr>
          <a:xfrm>
            <a:off x="5832075" y="4426613"/>
            <a:ext cx="342900" cy="371475"/>
          </a:xfrm>
          <a:prstGeom prst="rect">
            <a:avLst/>
          </a:prstGeom>
          <a:noFill/>
          <a:ln>
            <a:noFill/>
          </a:ln>
        </p:spPr>
      </p:pic>
      <p:pic>
        <p:nvPicPr>
          <p:cNvPr id="19" name="Google Shape;19;p2"/>
          <p:cNvPicPr preferRelativeResize="0"/>
          <p:nvPr/>
        </p:nvPicPr>
        <p:blipFill>
          <a:blip r:embed="rId6">
            <a:alphaModFix/>
          </a:blip>
          <a:stretch>
            <a:fillRect/>
          </a:stretch>
        </p:blipFill>
        <p:spPr>
          <a:xfrm>
            <a:off x="2646675" y="4426625"/>
            <a:ext cx="342900" cy="371475"/>
          </a:xfrm>
          <a:prstGeom prst="rect">
            <a:avLst/>
          </a:prstGeom>
          <a:noFill/>
          <a:ln>
            <a:noFill/>
          </a:ln>
        </p:spPr>
      </p:pic>
      <p:pic>
        <p:nvPicPr>
          <p:cNvPr id="20" name="Google Shape;20;p2"/>
          <p:cNvPicPr preferRelativeResize="0"/>
          <p:nvPr/>
        </p:nvPicPr>
        <p:blipFill>
          <a:blip r:embed="rId7">
            <a:alphaModFix amt="86000"/>
          </a:blip>
          <a:stretch>
            <a:fillRect/>
          </a:stretch>
        </p:blipFill>
        <p:spPr>
          <a:xfrm>
            <a:off x="8430775" y="2171763"/>
            <a:ext cx="1352550" cy="3600450"/>
          </a:xfrm>
          <a:prstGeom prst="rect">
            <a:avLst/>
          </a:prstGeom>
          <a:noFill/>
          <a:ln>
            <a:noFill/>
          </a:ln>
        </p:spPr>
      </p:pic>
      <p:pic>
        <p:nvPicPr>
          <p:cNvPr id="21" name="Google Shape;21;p2"/>
          <p:cNvPicPr preferRelativeResize="0"/>
          <p:nvPr/>
        </p:nvPicPr>
        <p:blipFill>
          <a:blip r:embed="rId8">
            <a:alphaModFix amt="86000"/>
          </a:blip>
          <a:stretch>
            <a:fillRect/>
          </a:stretch>
        </p:blipFill>
        <p:spPr>
          <a:xfrm>
            <a:off x="8064175" y="3911438"/>
            <a:ext cx="733425" cy="1857375"/>
          </a:xfrm>
          <a:prstGeom prst="rect">
            <a:avLst/>
          </a:prstGeom>
          <a:noFill/>
          <a:ln>
            <a:noFill/>
          </a:ln>
        </p:spPr>
      </p:pic>
      <p:pic>
        <p:nvPicPr>
          <p:cNvPr id="22" name="Google Shape;22;p2"/>
          <p:cNvPicPr preferRelativeResize="0"/>
          <p:nvPr/>
        </p:nvPicPr>
        <p:blipFill>
          <a:blip r:embed="rId9">
            <a:alphaModFix amt="86000"/>
          </a:blip>
          <a:stretch>
            <a:fillRect/>
          </a:stretch>
        </p:blipFill>
        <p:spPr>
          <a:xfrm>
            <a:off x="-591700" y="2357175"/>
            <a:ext cx="1304925" cy="2809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pic>
        <p:nvPicPr>
          <p:cNvPr id="24" name="Google Shape;24;p3"/>
          <p:cNvPicPr preferRelativeResize="0"/>
          <p:nvPr/>
        </p:nvPicPr>
        <p:blipFill>
          <a:blip r:embed="rId2">
            <a:alphaModFix/>
          </a:blip>
          <a:stretch>
            <a:fillRect/>
          </a:stretch>
        </p:blipFill>
        <p:spPr>
          <a:xfrm rot="10800000">
            <a:off x="-614900" y="-502500"/>
            <a:ext cx="10673300" cy="5988900"/>
          </a:xfrm>
          <a:prstGeom prst="rect">
            <a:avLst/>
          </a:prstGeom>
          <a:noFill/>
          <a:ln>
            <a:noFill/>
          </a:ln>
        </p:spPr>
      </p:pic>
      <p:sp>
        <p:nvSpPr>
          <p:cNvPr id="25" name="Google Shape;25;p3"/>
          <p:cNvSpPr txBox="1"/>
          <p:nvPr>
            <p:ph type="title"/>
          </p:nvPr>
        </p:nvSpPr>
        <p:spPr>
          <a:xfrm>
            <a:off x="3025500" y="1231850"/>
            <a:ext cx="5067600" cy="6840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6" name="Google Shape;26;p3"/>
          <p:cNvSpPr txBox="1"/>
          <p:nvPr>
            <p:ph hasCustomPrompt="1" idx="2" type="title"/>
          </p:nvPr>
        </p:nvSpPr>
        <p:spPr>
          <a:xfrm>
            <a:off x="1089000" y="1236850"/>
            <a:ext cx="1375500" cy="1112700"/>
          </a:xfrm>
          <a:prstGeom prst="rect">
            <a:avLst/>
          </a:prstGeom>
          <a:solidFill>
            <a:schemeClr val="accent2"/>
          </a:solidFill>
          <a:ln cap="flat" cmpd="sng" w="762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6000"/>
              <a:buNone/>
              <a:defRPr b="1" sz="5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7" name="Google Shape;27;p3"/>
          <p:cNvSpPr txBox="1"/>
          <p:nvPr>
            <p:ph idx="1" type="subTitle"/>
          </p:nvPr>
        </p:nvSpPr>
        <p:spPr>
          <a:xfrm>
            <a:off x="3025500" y="2080750"/>
            <a:ext cx="5067600" cy="306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7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28" name="Google Shape;28;p3"/>
          <p:cNvPicPr preferRelativeResize="0"/>
          <p:nvPr/>
        </p:nvPicPr>
        <p:blipFill>
          <a:blip r:embed="rId3">
            <a:alphaModFix/>
          </a:blip>
          <a:stretch>
            <a:fillRect/>
          </a:stretch>
        </p:blipFill>
        <p:spPr>
          <a:xfrm>
            <a:off x="713100" y="363713"/>
            <a:ext cx="342900" cy="371475"/>
          </a:xfrm>
          <a:prstGeom prst="rect">
            <a:avLst/>
          </a:prstGeom>
          <a:noFill/>
          <a:ln>
            <a:noFill/>
          </a:ln>
        </p:spPr>
      </p:pic>
      <p:pic>
        <p:nvPicPr>
          <p:cNvPr id="29" name="Google Shape;29;p3"/>
          <p:cNvPicPr preferRelativeResize="0"/>
          <p:nvPr/>
        </p:nvPicPr>
        <p:blipFill>
          <a:blip r:embed="rId4">
            <a:alphaModFix/>
          </a:blip>
          <a:stretch>
            <a:fillRect/>
          </a:stretch>
        </p:blipFill>
        <p:spPr>
          <a:xfrm>
            <a:off x="1326238" y="4426638"/>
            <a:ext cx="342900" cy="371475"/>
          </a:xfrm>
          <a:prstGeom prst="rect">
            <a:avLst/>
          </a:prstGeom>
          <a:noFill/>
          <a:ln>
            <a:noFill/>
          </a:ln>
        </p:spPr>
      </p:pic>
      <p:pic>
        <p:nvPicPr>
          <p:cNvPr id="30" name="Google Shape;30;p3"/>
          <p:cNvPicPr preferRelativeResize="0"/>
          <p:nvPr/>
        </p:nvPicPr>
        <p:blipFill>
          <a:blip r:embed="rId5">
            <a:alphaModFix/>
          </a:blip>
          <a:stretch>
            <a:fillRect/>
          </a:stretch>
        </p:blipFill>
        <p:spPr>
          <a:xfrm>
            <a:off x="256025" y="1143363"/>
            <a:ext cx="342900" cy="371475"/>
          </a:xfrm>
          <a:prstGeom prst="rect">
            <a:avLst/>
          </a:prstGeom>
          <a:noFill/>
          <a:ln>
            <a:noFill/>
          </a:ln>
        </p:spPr>
      </p:pic>
      <p:pic>
        <p:nvPicPr>
          <p:cNvPr id="31" name="Google Shape;31;p3"/>
          <p:cNvPicPr preferRelativeResize="0"/>
          <p:nvPr/>
        </p:nvPicPr>
        <p:blipFill>
          <a:blip r:embed="rId6">
            <a:alphaModFix/>
          </a:blip>
          <a:stretch>
            <a:fillRect/>
          </a:stretch>
        </p:blipFill>
        <p:spPr>
          <a:xfrm>
            <a:off x="5730750" y="168025"/>
            <a:ext cx="342900" cy="371475"/>
          </a:xfrm>
          <a:prstGeom prst="rect">
            <a:avLst/>
          </a:prstGeom>
          <a:noFill/>
          <a:ln>
            <a:noFill/>
          </a:ln>
        </p:spPr>
      </p:pic>
      <p:pic>
        <p:nvPicPr>
          <p:cNvPr id="32" name="Google Shape;32;p3"/>
          <p:cNvPicPr preferRelativeResize="0"/>
          <p:nvPr/>
        </p:nvPicPr>
        <p:blipFill>
          <a:blip r:embed="rId3">
            <a:alphaModFix/>
          </a:blip>
          <a:stretch>
            <a:fillRect/>
          </a:stretch>
        </p:blipFill>
        <p:spPr>
          <a:xfrm>
            <a:off x="8615925" y="1436588"/>
            <a:ext cx="342900" cy="371475"/>
          </a:xfrm>
          <a:prstGeom prst="rect">
            <a:avLst/>
          </a:prstGeom>
          <a:noFill/>
          <a:ln>
            <a:noFill/>
          </a:ln>
        </p:spPr>
      </p:pic>
      <p:pic>
        <p:nvPicPr>
          <p:cNvPr id="33" name="Google Shape;33;p3"/>
          <p:cNvPicPr preferRelativeResize="0"/>
          <p:nvPr/>
        </p:nvPicPr>
        <p:blipFill>
          <a:blip r:embed="rId5">
            <a:alphaModFix/>
          </a:blip>
          <a:stretch>
            <a:fillRect/>
          </a:stretch>
        </p:blipFill>
        <p:spPr>
          <a:xfrm flipH="1">
            <a:off x="7921625" y="76188"/>
            <a:ext cx="342900" cy="371475"/>
          </a:xfrm>
          <a:prstGeom prst="rect">
            <a:avLst/>
          </a:prstGeom>
          <a:noFill/>
          <a:ln>
            <a:noFill/>
          </a:ln>
        </p:spPr>
      </p:pic>
      <p:pic>
        <p:nvPicPr>
          <p:cNvPr id="34" name="Google Shape;34;p3"/>
          <p:cNvPicPr preferRelativeResize="0"/>
          <p:nvPr/>
        </p:nvPicPr>
        <p:blipFill>
          <a:blip r:embed="rId4">
            <a:alphaModFix/>
          </a:blip>
          <a:stretch>
            <a:fillRect/>
          </a:stretch>
        </p:blipFill>
        <p:spPr>
          <a:xfrm>
            <a:off x="7493050" y="4498838"/>
            <a:ext cx="342900" cy="3714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 name="Shape 35"/>
        <p:cNvGrpSpPr/>
        <p:nvPr/>
      </p:nvGrpSpPr>
      <p:grpSpPr>
        <a:xfrm>
          <a:off x="0" y="0"/>
          <a:ext cx="0" cy="0"/>
          <a:chOff x="0" y="0"/>
          <a:chExt cx="0" cy="0"/>
        </a:xfrm>
      </p:grpSpPr>
      <p:pic>
        <p:nvPicPr>
          <p:cNvPr id="36" name="Google Shape;36;p4"/>
          <p:cNvPicPr preferRelativeResize="0"/>
          <p:nvPr/>
        </p:nvPicPr>
        <p:blipFill>
          <a:blip r:embed="rId2">
            <a:alphaModFix/>
          </a:blip>
          <a:stretch>
            <a:fillRect/>
          </a:stretch>
        </p:blipFill>
        <p:spPr>
          <a:xfrm rot="10800000">
            <a:off x="-1333501" y="-807300"/>
            <a:ext cx="11468101" cy="6434875"/>
          </a:xfrm>
          <a:prstGeom prst="rect">
            <a:avLst/>
          </a:prstGeom>
          <a:noFill/>
          <a:ln>
            <a:noFill/>
          </a:ln>
        </p:spPr>
      </p:pic>
      <p:sp>
        <p:nvSpPr>
          <p:cNvPr id="37" name="Google Shape;37;p4"/>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 name="Google Shape;38;p4"/>
          <p:cNvSpPr txBox="1"/>
          <p:nvPr>
            <p:ph idx="1" type="body"/>
          </p:nvPr>
        </p:nvSpPr>
        <p:spPr>
          <a:xfrm>
            <a:off x="3943350" y="1171575"/>
            <a:ext cx="4493100" cy="3364500"/>
          </a:xfrm>
          <a:prstGeom prst="rect">
            <a:avLst/>
          </a:prstGeom>
        </p:spPr>
        <p:txBody>
          <a:bodyPr anchorCtr="0" anchor="t" bIns="91425" lIns="91425" spcFirstLastPara="1" rIns="91425" wrap="square" tIns="91425">
            <a:noAutofit/>
          </a:bodyPr>
          <a:lstStyle>
            <a:lvl1pPr indent="-336550" lvl="0" marL="457200">
              <a:lnSpc>
                <a:spcPct val="100000"/>
              </a:lnSpc>
              <a:spcBef>
                <a:spcPts val="0"/>
              </a:spcBef>
              <a:spcAft>
                <a:spcPts val="0"/>
              </a:spcAft>
              <a:buClr>
                <a:schemeClr val="accent2"/>
              </a:buClr>
              <a:buSzPts val="1700"/>
              <a:buFont typeface="Cabin"/>
              <a:buChar char="●"/>
              <a:defRPr sz="1500"/>
            </a:lvl1pPr>
            <a:lvl2pPr indent="-330200" lvl="1" marL="914400">
              <a:spcBef>
                <a:spcPts val="0"/>
              </a:spcBef>
              <a:spcAft>
                <a:spcPts val="0"/>
              </a:spcAft>
              <a:buClr>
                <a:srgbClr val="00004D"/>
              </a:buClr>
              <a:buSzPts val="1600"/>
              <a:buFont typeface="Didact Gothic"/>
              <a:buChar char="○"/>
              <a:defRPr/>
            </a:lvl2pPr>
            <a:lvl3pPr indent="-330200" lvl="2" marL="1371600">
              <a:spcBef>
                <a:spcPts val="0"/>
              </a:spcBef>
              <a:spcAft>
                <a:spcPts val="0"/>
              </a:spcAft>
              <a:buClr>
                <a:srgbClr val="00004D"/>
              </a:buClr>
              <a:buSzPts val="1600"/>
              <a:buFont typeface="Didact Gothic"/>
              <a:buChar char="■"/>
              <a:defRPr/>
            </a:lvl3pPr>
            <a:lvl4pPr indent="-330200" lvl="3" marL="1828800">
              <a:spcBef>
                <a:spcPts val="0"/>
              </a:spcBef>
              <a:spcAft>
                <a:spcPts val="0"/>
              </a:spcAft>
              <a:buClr>
                <a:srgbClr val="00004D"/>
              </a:buClr>
              <a:buSzPts val="1600"/>
              <a:buFont typeface="Didact Gothic"/>
              <a:buChar char="●"/>
              <a:defRPr/>
            </a:lvl4pPr>
            <a:lvl5pPr indent="-330200" lvl="4" marL="2286000">
              <a:spcBef>
                <a:spcPts val="0"/>
              </a:spcBef>
              <a:spcAft>
                <a:spcPts val="0"/>
              </a:spcAft>
              <a:buClr>
                <a:srgbClr val="00004D"/>
              </a:buClr>
              <a:buSzPts val="1600"/>
              <a:buFont typeface="Didact Gothic"/>
              <a:buChar char="○"/>
              <a:defRPr/>
            </a:lvl5pPr>
            <a:lvl6pPr indent="-330200" lvl="5" marL="2743200">
              <a:spcBef>
                <a:spcPts val="0"/>
              </a:spcBef>
              <a:spcAft>
                <a:spcPts val="0"/>
              </a:spcAft>
              <a:buClr>
                <a:srgbClr val="00004D"/>
              </a:buClr>
              <a:buSzPts val="1600"/>
              <a:buFont typeface="Didact Gothic"/>
              <a:buChar char="■"/>
              <a:defRPr/>
            </a:lvl6pPr>
            <a:lvl7pPr indent="-330200" lvl="6" marL="3200400">
              <a:spcBef>
                <a:spcPts val="0"/>
              </a:spcBef>
              <a:spcAft>
                <a:spcPts val="0"/>
              </a:spcAft>
              <a:buClr>
                <a:srgbClr val="00004D"/>
              </a:buClr>
              <a:buSzPts val="1600"/>
              <a:buFont typeface="Didact Gothic"/>
              <a:buChar char="●"/>
              <a:defRPr/>
            </a:lvl7pPr>
            <a:lvl8pPr indent="-330200" lvl="7" marL="3657600">
              <a:spcBef>
                <a:spcPts val="0"/>
              </a:spcBef>
              <a:spcAft>
                <a:spcPts val="0"/>
              </a:spcAft>
              <a:buClr>
                <a:srgbClr val="00004D"/>
              </a:buClr>
              <a:buSzPts val="1600"/>
              <a:buFont typeface="Didact Gothic"/>
              <a:buChar char="○"/>
              <a:defRPr/>
            </a:lvl8pPr>
            <a:lvl9pPr indent="-330200" lvl="8" marL="4114800">
              <a:spcBef>
                <a:spcPts val="0"/>
              </a:spcBef>
              <a:spcAft>
                <a:spcPts val="0"/>
              </a:spcAft>
              <a:buClr>
                <a:srgbClr val="00004D"/>
              </a:buClr>
              <a:buSzPts val="1600"/>
              <a:buFont typeface="Didact Gothic"/>
              <a:buChar char="■"/>
              <a:defRPr/>
            </a:lvl9pPr>
          </a:lstStyle>
          <a:p/>
        </p:txBody>
      </p:sp>
      <p:pic>
        <p:nvPicPr>
          <p:cNvPr id="39" name="Google Shape;39;p4"/>
          <p:cNvPicPr preferRelativeResize="0"/>
          <p:nvPr/>
        </p:nvPicPr>
        <p:blipFill>
          <a:blip r:embed="rId3">
            <a:alphaModFix/>
          </a:blip>
          <a:stretch>
            <a:fillRect/>
          </a:stretch>
        </p:blipFill>
        <p:spPr>
          <a:xfrm flipH="1">
            <a:off x="7974496" y="4612363"/>
            <a:ext cx="342900" cy="371475"/>
          </a:xfrm>
          <a:prstGeom prst="rect">
            <a:avLst/>
          </a:prstGeom>
          <a:noFill/>
          <a:ln>
            <a:noFill/>
          </a:ln>
        </p:spPr>
      </p:pic>
      <p:pic>
        <p:nvPicPr>
          <p:cNvPr id="40" name="Google Shape;40;p4"/>
          <p:cNvPicPr preferRelativeResize="0"/>
          <p:nvPr/>
        </p:nvPicPr>
        <p:blipFill>
          <a:blip r:embed="rId4">
            <a:alphaModFix/>
          </a:blip>
          <a:stretch>
            <a:fillRect/>
          </a:stretch>
        </p:blipFill>
        <p:spPr>
          <a:xfrm flipH="1">
            <a:off x="7788646" y="182738"/>
            <a:ext cx="342900" cy="371475"/>
          </a:xfrm>
          <a:prstGeom prst="rect">
            <a:avLst/>
          </a:prstGeom>
          <a:noFill/>
          <a:ln>
            <a:noFill/>
          </a:ln>
        </p:spPr>
      </p:pic>
      <p:pic>
        <p:nvPicPr>
          <p:cNvPr id="41" name="Google Shape;41;p4"/>
          <p:cNvPicPr preferRelativeResize="0"/>
          <p:nvPr/>
        </p:nvPicPr>
        <p:blipFill>
          <a:blip r:embed="rId4">
            <a:alphaModFix/>
          </a:blip>
          <a:stretch>
            <a:fillRect/>
          </a:stretch>
        </p:blipFill>
        <p:spPr>
          <a:xfrm flipH="1">
            <a:off x="8617321" y="3753200"/>
            <a:ext cx="342900" cy="371475"/>
          </a:xfrm>
          <a:prstGeom prst="rect">
            <a:avLst/>
          </a:prstGeom>
          <a:noFill/>
          <a:ln>
            <a:noFill/>
          </a:ln>
        </p:spPr>
      </p:pic>
      <p:pic>
        <p:nvPicPr>
          <p:cNvPr id="42" name="Google Shape;42;p4"/>
          <p:cNvPicPr preferRelativeResize="0"/>
          <p:nvPr/>
        </p:nvPicPr>
        <p:blipFill>
          <a:blip r:embed="rId5">
            <a:alphaModFix/>
          </a:blip>
          <a:stretch>
            <a:fillRect/>
          </a:stretch>
        </p:blipFill>
        <p:spPr>
          <a:xfrm flipH="1">
            <a:off x="8566796" y="1046063"/>
            <a:ext cx="342900" cy="371475"/>
          </a:xfrm>
          <a:prstGeom prst="rect">
            <a:avLst/>
          </a:prstGeom>
          <a:noFill/>
          <a:ln>
            <a:noFill/>
          </a:ln>
        </p:spPr>
      </p:pic>
      <p:pic>
        <p:nvPicPr>
          <p:cNvPr id="43" name="Google Shape;43;p4"/>
          <p:cNvPicPr preferRelativeResize="0"/>
          <p:nvPr/>
        </p:nvPicPr>
        <p:blipFill>
          <a:blip r:embed="rId3">
            <a:alphaModFix/>
          </a:blip>
          <a:stretch>
            <a:fillRect/>
          </a:stretch>
        </p:blipFill>
        <p:spPr>
          <a:xfrm flipH="1">
            <a:off x="2534646" y="182750"/>
            <a:ext cx="342900" cy="371475"/>
          </a:xfrm>
          <a:prstGeom prst="rect">
            <a:avLst/>
          </a:prstGeom>
          <a:noFill/>
          <a:ln>
            <a:noFill/>
          </a:ln>
        </p:spPr>
      </p:pic>
      <p:pic>
        <p:nvPicPr>
          <p:cNvPr id="44" name="Google Shape;44;p4"/>
          <p:cNvPicPr preferRelativeResize="0"/>
          <p:nvPr/>
        </p:nvPicPr>
        <p:blipFill>
          <a:blip r:embed="rId4">
            <a:alphaModFix/>
          </a:blip>
          <a:stretch>
            <a:fillRect/>
          </a:stretch>
        </p:blipFill>
        <p:spPr>
          <a:xfrm flipH="1">
            <a:off x="255621" y="1112738"/>
            <a:ext cx="342900" cy="371475"/>
          </a:xfrm>
          <a:prstGeom prst="rect">
            <a:avLst/>
          </a:prstGeom>
          <a:noFill/>
          <a:ln>
            <a:noFill/>
          </a:ln>
        </p:spPr>
      </p:pic>
      <p:pic>
        <p:nvPicPr>
          <p:cNvPr id="45" name="Google Shape;45;p4"/>
          <p:cNvPicPr preferRelativeResize="0"/>
          <p:nvPr/>
        </p:nvPicPr>
        <p:blipFill>
          <a:blip r:embed="rId5">
            <a:alphaModFix/>
          </a:blip>
          <a:stretch>
            <a:fillRect/>
          </a:stretch>
        </p:blipFill>
        <p:spPr>
          <a:xfrm>
            <a:off x="826096" y="76188"/>
            <a:ext cx="342900" cy="371475"/>
          </a:xfrm>
          <a:prstGeom prst="rect">
            <a:avLst/>
          </a:prstGeom>
          <a:noFill/>
          <a:ln>
            <a:noFill/>
          </a:ln>
        </p:spPr>
      </p:pic>
      <p:pic>
        <p:nvPicPr>
          <p:cNvPr id="46" name="Google Shape;46;p4"/>
          <p:cNvPicPr preferRelativeResize="0"/>
          <p:nvPr/>
        </p:nvPicPr>
        <p:blipFill>
          <a:blip r:embed="rId6">
            <a:alphaModFix/>
          </a:blip>
          <a:stretch>
            <a:fillRect/>
          </a:stretch>
        </p:blipFill>
        <p:spPr>
          <a:xfrm flipH="1">
            <a:off x="8566809" y="182750"/>
            <a:ext cx="342900" cy="3714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pic>
        <p:nvPicPr>
          <p:cNvPr id="48" name="Google Shape;48;p5"/>
          <p:cNvPicPr preferRelativeResize="0"/>
          <p:nvPr/>
        </p:nvPicPr>
        <p:blipFill>
          <a:blip r:embed="rId2">
            <a:alphaModFix/>
          </a:blip>
          <a:stretch>
            <a:fillRect/>
          </a:stretch>
        </p:blipFill>
        <p:spPr>
          <a:xfrm rot="10800000">
            <a:off x="-1333501" y="-807300"/>
            <a:ext cx="11468101" cy="6434875"/>
          </a:xfrm>
          <a:prstGeom prst="rect">
            <a:avLst/>
          </a:prstGeom>
          <a:noFill/>
          <a:ln>
            <a:noFill/>
          </a:ln>
        </p:spPr>
      </p:pic>
      <p:sp>
        <p:nvSpPr>
          <p:cNvPr id="49" name="Google Shape;49;p5"/>
          <p:cNvSpPr txBox="1"/>
          <p:nvPr>
            <p:ph type="title"/>
          </p:nvPr>
        </p:nvSpPr>
        <p:spPr>
          <a:xfrm>
            <a:off x="1143093" y="2318250"/>
            <a:ext cx="3072300" cy="45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b="0"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5"/>
          <p:cNvSpPr txBox="1"/>
          <p:nvPr>
            <p:ph idx="2" type="title"/>
          </p:nvPr>
        </p:nvSpPr>
        <p:spPr>
          <a:xfrm>
            <a:off x="4928607" y="2318250"/>
            <a:ext cx="3072300" cy="45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b="0"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5"/>
          <p:cNvSpPr txBox="1"/>
          <p:nvPr>
            <p:ph idx="1" type="subTitle"/>
          </p:nvPr>
        </p:nvSpPr>
        <p:spPr>
          <a:xfrm>
            <a:off x="4928607" y="1294900"/>
            <a:ext cx="30723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900"/>
              <a:buNone/>
              <a:defRPr b="0" sz="1500"/>
            </a:lvl1pPr>
            <a:lvl2pPr lvl="1" rtl="0" algn="ctr">
              <a:lnSpc>
                <a:spcPct val="100000"/>
              </a:lnSpc>
              <a:spcBef>
                <a:spcPts val="0"/>
              </a:spcBef>
              <a:spcAft>
                <a:spcPts val="0"/>
              </a:spcAft>
              <a:buSzPts val="2900"/>
              <a:buNone/>
              <a:defRPr sz="2900"/>
            </a:lvl2pPr>
            <a:lvl3pPr lvl="2" rtl="0" algn="ctr">
              <a:lnSpc>
                <a:spcPct val="100000"/>
              </a:lnSpc>
              <a:spcBef>
                <a:spcPts val="0"/>
              </a:spcBef>
              <a:spcAft>
                <a:spcPts val="0"/>
              </a:spcAft>
              <a:buSzPts val="2900"/>
              <a:buNone/>
              <a:defRPr sz="2900"/>
            </a:lvl3pPr>
            <a:lvl4pPr lvl="3" rtl="0" algn="ctr">
              <a:lnSpc>
                <a:spcPct val="100000"/>
              </a:lnSpc>
              <a:spcBef>
                <a:spcPts val="0"/>
              </a:spcBef>
              <a:spcAft>
                <a:spcPts val="0"/>
              </a:spcAft>
              <a:buSzPts val="2900"/>
              <a:buNone/>
              <a:defRPr sz="2900"/>
            </a:lvl4pPr>
            <a:lvl5pPr lvl="4" rtl="0" algn="ctr">
              <a:lnSpc>
                <a:spcPct val="100000"/>
              </a:lnSpc>
              <a:spcBef>
                <a:spcPts val="0"/>
              </a:spcBef>
              <a:spcAft>
                <a:spcPts val="0"/>
              </a:spcAft>
              <a:buSzPts val="2900"/>
              <a:buNone/>
              <a:defRPr sz="2900"/>
            </a:lvl5pPr>
            <a:lvl6pPr lvl="5" rtl="0" algn="ctr">
              <a:lnSpc>
                <a:spcPct val="100000"/>
              </a:lnSpc>
              <a:spcBef>
                <a:spcPts val="0"/>
              </a:spcBef>
              <a:spcAft>
                <a:spcPts val="0"/>
              </a:spcAft>
              <a:buSzPts val="2900"/>
              <a:buNone/>
              <a:defRPr sz="2900"/>
            </a:lvl6pPr>
            <a:lvl7pPr lvl="6" rtl="0" algn="ctr">
              <a:lnSpc>
                <a:spcPct val="100000"/>
              </a:lnSpc>
              <a:spcBef>
                <a:spcPts val="0"/>
              </a:spcBef>
              <a:spcAft>
                <a:spcPts val="0"/>
              </a:spcAft>
              <a:buSzPts val="2900"/>
              <a:buNone/>
              <a:defRPr sz="2900"/>
            </a:lvl7pPr>
            <a:lvl8pPr lvl="7" rtl="0" algn="ctr">
              <a:lnSpc>
                <a:spcPct val="100000"/>
              </a:lnSpc>
              <a:spcBef>
                <a:spcPts val="0"/>
              </a:spcBef>
              <a:spcAft>
                <a:spcPts val="0"/>
              </a:spcAft>
              <a:buSzPts val="2900"/>
              <a:buNone/>
              <a:defRPr sz="2900"/>
            </a:lvl8pPr>
            <a:lvl9pPr lvl="8" rtl="0" algn="ctr">
              <a:lnSpc>
                <a:spcPct val="100000"/>
              </a:lnSpc>
              <a:spcBef>
                <a:spcPts val="0"/>
              </a:spcBef>
              <a:spcAft>
                <a:spcPts val="0"/>
              </a:spcAft>
              <a:buSzPts val="2900"/>
              <a:buNone/>
              <a:defRPr sz="2900"/>
            </a:lvl9pPr>
          </a:lstStyle>
          <a:p/>
        </p:txBody>
      </p:sp>
      <p:sp>
        <p:nvSpPr>
          <p:cNvPr id="52" name="Google Shape;52;p5"/>
          <p:cNvSpPr txBox="1"/>
          <p:nvPr>
            <p:ph idx="3" type="subTitle"/>
          </p:nvPr>
        </p:nvSpPr>
        <p:spPr>
          <a:xfrm>
            <a:off x="1143093" y="1294900"/>
            <a:ext cx="30723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900"/>
              <a:buNone/>
              <a:defRPr b="0" sz="1500"/>
            </a:lvl1pPr>
            <a:lvl2pPr lvl="1" rtl="0" algn="ctr">
              <a:lnSpc>
                <a:spcPct val="100000"/>
              </a:lnSpc>
              <a:spcBef>
                <a:spcPts val="0"/>
              </a:spcBef>
              <a:spcAft>
                <a:spcPts val="0"/>
              </a:spcAft>
              <a:buSzPts val="2900"/>
              <a:buNone/>
              <a:defRPr sz="2900"/>
            </a:lvl2pPr>
            <a:lvl3pPr lvl="2" rtl="0" algn="ctr">
              <a:lnSpc>
                <a:spcPct val="100000"/>
              </a:lnSpc>
              <a:spcBef>
                <a:spcPts val="0"/>
              </a:spcBef>
              <a:spcAft>
                <a:spcPts val="0"/>
              </a:spcAft>
              <a:buSzPts val="2900"/>
              <a:buNone/>
              <a:defRPr sz="2900"/>
            </a:lvl3pPr>
            <a:lvl4pPr lvl="3" rtl="0" algn="ctr">
              <a:lnSpc>
                <a:spcPct val="100000"/>
              </a:lnSpc>
              <a:spcBef>
                <a:spcPts val="0"/>
              </a:spcBef>
              <a:spcAft>
                <a:spcPts val="0"/>
              </a:spcAft>
              <a:buSzPts val="2900"/>
              <a:buNone/>
              <a:defRPr sz="2900"/>
            </a:lvl4pPr>
            <a:lvl5pPr lvl="4" rtl="0" algn="ctr">
              <a:lnSpc>
                <a:spcPct val="100000"/>
              </a:lnSpc>
              <a:spcBef>
                <a:spcPts val="0"/>
              </a:spcBef>
              <a:spcAft>
                <a:spcPts val="0"/>
              </a:spcAft>
              <a:buSzPts val="2900"/>
              <a:buNone/>
              <a:defRPr sz="2900"/>
            </a:lvl5pPr>
            <a:lvl6pPr lvl="5" rtl="0" algn="ctr">
              <a:lnSpc>
                <a:spcPct val="100000"/>
              </a:lnSpc>
              <a:spcBef>
                <a:spcPts val="0"/>
              </a:spcBef>
              <a:spcAft>
                <a:spcPts val="0"/>
              </a:spcAft>
              <a:buSzPts val="2900"/>
              <a:buNone/>
              <a:defRPr sz="2900"/>
            </a:lvl6pPr>
            <a:lvl7pPr lvl="6" rtl="0" algn="ctr">
              <a:lnSpc>
                <a:spcPct val="100000"/>
              </a:lnSpc>
              <a:spcBef>
                <a:spcPts val="0"/>
              </a:spcBef>
              <a:spcAft>
                <a:spcPts val="0"/>
              </a:spcAft>
              <a:buSzPts val="2900"/>
              <a:buNone/>
              <a:defRPr sz="2900"/>
            </a:lvl7pPr>
            <a:lvl8pPr lvl="7" rtl="0" algn="ctr">
              <a:lnSpc>
                <a:spcPct val="100000"/>
              </a:lnSpc>
              <a:spcBef>
                <a:spcPts val="0"/>
              </a:spcBef>
              <a:spcAft>
                <a:spcPts val="0"/>
              </a:spcAft>
              <a:buSzPts val="2900"/>
              <a:buNone/>
              <a:defRPr sz="2900"/>
            </a:lvl8pPr>
            <a:lvl9pPr lvl="8" rtl="0" algn="ctr">
              <a:lnSpc>
                <a:spcPct val="100000"/>
              </a:lnSpc>
              <a:spcBef>
                <a:spcPts val="0"/>
              </a:spcBef>
              <a:spcAft>
                <a:spcPts val="0"/>
              </a:spcAft>
              <a:buSzPts val="2900"/>
              <a:buNone/>
              <a:defRPr sz="2900"/>
            </a:lvl9pPr>
          </a:lstStyle>
          <a:p/>
        </p:txBody>
      </p:sp>
      <p:sp>
        <p:nvSpPr>
          <p:cNvPr id="53" name="Google Shape;53;p5"/>
          <p:cNvSpPr txBox="1"/>
          <p:nvPr>
            <p:ph idx="4"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 name="Google Shape;54;p5"/>
          <p:cNvPicPr preferRelativeResize="0"/>
          <p:nvPr/>
        </p:nvPicPr>
        <p:blipFill>
          <a:blip r:embed="rId3">
            <a:alphaModFix amt="86000"/>
          </a:blip>
          <a:stretch>
            <a:fillRect/>
          </a:stretch>
        </p:blipFill>
        <p:spPr>
          <a:xfrm flipH="1">
            <a:off x="8422613" y="3333738"/>
            <a:ext cx="733425" cy="1857375"/>
          </a:xfrm>
          <a:prstGeom prst="rect">
            <a:avLst/>
          </a:prstGeom>
          <a:noFill/>
          <a:ln>
            <a:noFill/>
          </a:ln>
        </p:spPr>
      </p:pic>
      <p:pic>
        <p:nvPicPr>
          <p:cNvPr id="55" name="Google Shape;55;p5"/>
          <p:cNvPicPr preferRelativeResize="0"/>
          <p:nvPr/>
        </p:nvPicPr>
        <p:blipFill>
          <a:blip r:embed="rId4">
            <a:alphaModFix amt="86000"/>
          </a:blip>
          <a:stretch>
            <a:fillRect/>
          </a:stretch>
        </p:blipFill>
        <p:spPr>
          <a:xfrm rot="-1574202">
            <a:off x="-163075" y="2576250"/>
            <a:ext cx="1304925" cy="2809875"/>
          </a:xfrm>
          <a:prstGeom prst="rect">
            <a:avLst/>
          </a:prstGeom>
          <a:noFill/>
          <a:ln>
            <a:noFill/>
          </a:ln>
        </p:spPr>
      </p:pic>
      <p:pic>
        <p:nvPicPr>
          <p:cNvPr id="56" name="Google Shape;56;p5"/>
          <p:cNvPicPr preferRelativeResize="0"/>
          <p:nvPr/>
        </p:nvPicPr>
        <p:blipFill>
          <a:blip r:embed="rId5">
            <a:alphaModFix/>
          </a:blip>
          <a:stretch>
            <a:fillRect/>
          </a:stretch>
        </p:blipFill>
        <p:spPr>
          <a:xfrm>
            <a:off x="7177400" y="126588"/>
            <a:ext cx="342900" cy="371475"/>
          </a:xfrm>
          <a:prstGeom prst="rect">
            <a:avLst/>
          </a:prstGeom>
          <a:noFill/>
          <a:ln>
            <a:noFill/>
          </a:ln>
        </p:spPr>
      </p:pic>
      <p:pic>
        <p:nvPicPr>
          <p:cNvPr id="57" name="Google Shape;57;p5"/>
          <p:cNvPicPr preferRelativeResize="0"/>
          <p:nvPr/>
        </p:nvPicPr>
        <p:blipFill>
          <a:blip r:embed="rId6">
            <a:alphaModFix/>
          </a:blip>
          <a:stretch>
            <a:fillRect/>
          </a:stretch>
        </p:blipFill>
        <p:spPr>
          <a:xfrm>
            <a:off x="256025" y="1143363"/>
            <a:ext cx="342900" cy="371475"/>
          </a:xfrm>
          <a:prstGeom prst="rect">
            <a:avLst/>
          </a:prstGeom>
          <a:noFill/>
          <a:ln>
            <a:noFill/>
          </a:ln>
        </p:spPr>
      </p:pic>
      <p:pic>
        <p:nvPicPr>
          <p:cNvPr id="58" name="Google Shape;58;p5"/>
          <p:cNvPicPr preferRelativeResize="0"/>
          <p:nvPr/>
        </p:nvPicPr>
        <p:blipFill>
          <a:blip r:embed="rId7">
            <a:alphaModFix/>
          </a:blip>
          <a:stretch>
            <a:fillRect/>
          </a:stretch>
        </p:blipFill>
        <p:spPr>
          <a:xfrm>
            <a:off x="1197200" y="112063"/>
            <a:ext cx="342900" cy="371475"/>
          </a:xfrm>
          <a:prstGeom prst="rect">
            <a:avLst/>
          </a:prstGeom>
          <a:noFill/>
          <a:ln>
            <a:noFill/>
          </a:ln>
        </p:spPr>
      </p:pic>
      <p:pic>
        <p:nvPicPr>
          <p:cNvPr id="59" name="Google Shape;59;p5"/>
          <p:cNvPicPr preferRelativeResize="0"/>
          <p:nvPr/>
        </p:nvPicPr>
        <p:blipFill>
          <a:blip r:embed="rId6">
            <a:alphaModFix/>
          </a:blip>
          <a:stretch>
            <a:fillRect/>
          </a:stretch>
        </p:blipFill>
        <p:spPr>
          <a:xfrm flipH="1">
            <a:off x="8617888" y="259438"/>
            <a:ext cx="342900" cy="371475"/>
          </a:xfrm>
          <a:prstGeom prst="rect">
            <a:avLst/>
          </a:prstGeom>
          <a:noFill/>
          <a:ln>
            <a:noFill/>
          </a:ln>
        </p:spPr>
      </p:pic>
      <p:pic>
        <p:nvPicPr>
          <p:cNvPr id="60" name="Google Shape;60;p5"/>
          <p:cNvPicPr preferRelativeResize="0"/>
          <p:nvPr/>
        </p:nvPicPr>
        <p:blipFill>
          <a:blip r:embed="rId5">
            <a:alphaModFix/>
          </a:blip>
          <a:stretch>
            <a:fillRect/>
          </a:stretch>
        </p:blipFill>
        <p:spPr>
          <a:xfrm>
            <a:off x="8617888" y="2699038"/>
            <a:ext cx="342900" cy="371475"/>
          </a:xfrm>
          <a:prstGeom prst="rect">
            <a:avLst/>
          </a:prstGeom>
          <a:noFill/>
          <a:ln>
            <a:noFill/>
          </a:ln>
        </p:spPr>
      </p:pic>
      <p:pic>
        <p:nvPicPr>
          <p:cNvPr id="61" name="Google Shape;61;p5"/>
          <p:cNvPicPr preferRelativeResize="0"/>
          <p:nvPr/>
        </p:nvPicPr>
        <p:blipFill>
          <a:blip r:embed="rId8">
            <a:alphaModFix/>
          </a:blip>
          <a:stretch>
            <a:fillRect/>
          </a:stretch>
        </p:blipFill>
        <p:spPr>
          <a:xfrm>
            <a:off x="5534650" y="4426625"/>
            <a:ext cx="342900" cy="3714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pic>
        <p:nvPicPr>
          <p:cNvPr id="63" name="Google Shape;63;p6"/>
          <p:cNvPicPr preferRelativeResize="0"/>
          <p:nvPr/>
        </p:nvPicPr>
        <p:blipFill>
          <a:blip r:embed="rId2">
            <a:alphaModFix/>
          </a:blip>
          <a:stretch>
            <a:fillRect/>
          </a:stretch>
        </p:blipFill>
        <p:spPr>
          <a:xfrm rot="10800000">
            <a:off x="-1333501" y="-273900"/>
            <a:ext cx="11468101" cy="6434875"/>
          </a:xfrm>
          <a:prstGeom prst="rect">
            <a:avLst/>
          </a:prstGeom>
          <a:noFill/>
          <a:ln>
            <a:noFill/>
          </a:ln>
        </p:spPr>
      </p:pic>
      <p:sp>
        <p:nvSpPr>
          <p:cNvPr id="64" name="Google Shape;64;p6"/>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 name="Google Shape;65;p6"/>
          <p:cNvPicPr preferRelativeResize="0"/>
          <p:nvPr/>
        </p:nvPicPr>
        <p:blipFill>
          <a:blip r:embed="rId3">
            <a:alphaModFix amt="86000"/>
          </a:blip>
          <a:stretch>
            <a:fillRect/>
          </a:stretch>
        </p:blipFill>
        <p:spPr>
          <a:xfrm flipH="1">
            <a:off x="8430775" y="2357175"/>
            <a:ext cx="1304925" cy="2809875"/>
          </a:xfrm>
          <a:prstGeom prst="rect">
            <a:avLst/>
          </a:prstGeom>
          <a:noFill/>
          <a:ln>
            <a:noFill/>
          </a:ln>
        </p:spPr>
      </p:pic>
      <p:pic>
        <p:nvPicPr>
          <p:cNvPr id="66" name="Google Shape;66;p6"/>
          <p:cNvPicPr preferRelativeResize="0"/>
          <p:nvPr/>
        </p:nvPicPr>
        <p:blipFill>
          <a:blip r:embed="rId4">
            <a:alphaModFix/>
          </a:blip>
          <a:stretch>
            <a:fillRect/>
          </a:stretch>
        </p:blipFill>
        <p:spPr>
          <a:xfrm flipH="1">
            <a:off x="8273025" y="114963"/>
            <a:ext cx="342900" cy="371475"/>
          </a:xfrm>
          <a:prstGeom prst="rect">
            <a:avLst/>
          </a:prstGeom>
          <a:noFill/>
          <a:ln>
            <a:noFill/>
          </a:ln>
        </p:spPr>
      </p:pic>
      <p:pic>
        <p:nvPicPr>
          <p:cNvPr id="67" name="Google Shape;67;p6"/>
          <p:cNvPicPr preferRelativeResize="0"/>
          <p:nvPr/>
        </p:nvPicPr>
        <p:blipFill>
          <a:blip r:embed="rId4">
            <a:alphaModFix/>
          </a:blip>
          <a:stretch>
            <a:fillRect/>
          </a:stretch>
        </p:blipFill>
        <p:spPr>
          <a:xfrm flipH="1">
            <a:off x="8430775" y="3576375"/>
            <a:ext cx="342900" cy="371475"/>
          </a:xfrm>
          <a:prstGeom prst="rect">
            <a:avLst/>
          </a:prstGeom>
          <a:noFill/>
          <a:ln>
            <a:noFill/>
          </a:ln>
        </p:spPr>
      </p:pic>
      <p:pic>
        <p:nvPicPr>
          <p:cNvPr id="68" name="Google Shape;68;p6"/>
          <p:cNvPicPr preferRelativeResize="0"/>
          <p:nvPr/>
        </p:nvPicPr>
        <p:blipFill>
          <a:blip r:embed="rId5">
            <a:alphaModFix/>
          </a:blip>
          <a:stretch>
            <a:fillRect/>
          </a:stretch>
        </p:blipFill>
        <p:spPr>
          <a:xfrm flipH="1">
            <a:off x="8668900" y="1066788"/>
            <a:ext cx="342900" cy="371475"/>
          </a:xfrm>
          <a:prstGeom prst="rect">
            <a:avLst/>
          </a:prstGeom>
          <a:noFill/>
          <a:ln>
            <a:noFill/>
          </a:ln>
        </p:spPr>
      </p:pic>
      <p:pic>
        <p:nvPicPr>
          <p:cNvPr id="69" name="Google Shape;69;p6"/>
          <p:cNvPicPr preferRelativeResize="0"/>
          <p:nvPr/>
        </p:nvPicPr>
        <p:blipFill>
          <a:blip r:embed="rId6">
            <a:alphaModFix/>
          </a:blip>
          <a:stretch>
            <a:fillRect/>
          </a:stretch>
        </p:blipFill>
        <p:spPr>
          <a:xfrm flipH="1">
            <a:off x="3325625" y="76200"/>
            <a:ext cx="342900" cy="371475"/>
          </a:xfrm>
          <a:prstGeom prst="rect">
            <a:avLst/>
          </a:prstGeom>
          <a:noFill/>
          <a:ln>
            <a:noFill/>
          </a:ln>
        </p:spPr>
      </p:pic>
      <p:pic>
        <p:nvPicPr>
          <p:cNvPr id="70" name="Google Shape;70;p6"/>
          <p:cNvPicPr preferRelativeResize="0"/>
          <p:nvPr/>
        </p:nvPicPr>
        <p:blipFill>
          <a:blip r:embed="rId4">
            <a:alphaModFix/>
          </a:blip>
          <a:stretch>
            <a:fillRect/>
          </a:stretch>
        </p:blipFill>
        <p:spPr>
          <a:xfrm flipH="1">
            <a:off x="132200" y="1438263"/>
            <a:ext cx="342900" cy="371475"/>
          </a:xfrm>
          <a:prstGeom prst="rect">
            <a:avLst/>
          </a:prstGeom>
          <a:noFill/>
          <a:ln>
            <a:noFill/>
          </a:ln>
        </p:spPr>
      </p:pic>
      <p:pic>
        <p:nvPicPr>
          <p:cNvPr id="71" name="Google Shape;71;p6"/>
          <p:cNvPicPr preferRelativeResize="0"/>
          <p:nvPr/>
        </p:nvPicPr>
        <p:blipFill>
          <a:blip r:embed="rId5">
            <a:alphaModFix/>
          </a:blip>
          <a:stretch>
            <a:fillRect/>
          </a:stretch>
        </p:blipFill>
        <p:spPr>
          <a:xfrm>
            <a:off x="541775" y="76188"/>
            <a:ext cx="342900" cy="371475"/>
          </a:xfrm>
          <a:prstGeom prst="rect">
            <a:avLst/>
          </a:prstGeom>
          <a:noFill/>
          <a:ln>
            <a:noFill/>
          </a:ln>
        </p:spPr>
      </p:pic>
      <p:pic>
        <p:nvPicPr>
          <p:cNvPr id="72" name="Google Shape;72;p6"/>
          <p:cNvPicPr preferRelativeResize="0"/>
          <p:nvPr/>
        </p:nvPicPr>
        <p:blipFill>
          <a:blip r:embed="rId4">
            <a:alphaModFix/>
          </a:blip>
          <a:stretch>
            <a:fillRect/>
          </a:stretch>
        </p:blipFill>
        <p:spPr>
          <a:xfrm flipH="1">
            <a:off x="3116075" y="4674263"/>
            <a:ext cx="342900" cy="371475"/>
          </a:xfrm>
          <a:prstGeom prst="rect">
            <a:avLst/>
          </a:prstGeom>
          <a:noFill/>
          <a:ln>
            <a:noFill/>
          </a:ln>
        </p:spPr>
      </p:pic>
      <p:pic>
        <p:nvPicPr>
          <p:cNvPr id="73" name="Google Shape;73;p6"/>
          <p:cNvPicPr preferRelativeResize="0"/>
          <p:nvPr/>
        </p:nvPicPr>
        <p:blipFill>
          <a:blip r:embed="rId7">
            <a:alphaModFix amt="86000"/>
          </a:blip>
          <a:stretch>
            <a:fillRect/>
          </a:stretch>
        </p:blipFill>
        <p:spPr>
          <a:xfrm flipH="1">
            <a:off x="-639325" y="2171763"/>
            <a:ext cx="1352550" cy="3600450"/>
          </a:xfrm>
          <a:prstGeom prst="rect">
            <a:avLst/>
          </a:prstGeom>
          <a:noFill/>
          <a:ln>
            <a:noFill/>
          </a:ln>
        </p:spPr>
      </p:pic>
      <p:pic>
        <p:nvPicPr>
          <p:cNvPr id="74" name="Google Shape;74;p6"/>
          <p:cNvPicPr preferRelativeResize="0"/>
          <p:nvPr/>
        </p:nvPicPr>
        <p:blipFill>
          <a:blip r:embed="rId8">
            <a:alphaModFix amt="86000"/>
          </a:blip>
          <a:stretch>
            <a:fillRect/>
          </a:stretch>
        </p:blipFill>
        <p:spPr>
          <a:xfrm flipH="1">
            <a:off x="346400" y="3911438"/>
            <a:ext cx="733425" cy="1857375"/>
          </a:xfrm>
          <a:prstGeom prst="rect">
            <a:avLst/>
          </a:prstGeom>
          <a:noFill/>
          <a:ln>
            <a:noFill/>
          </a:ln>
        </p:spPr>
      </p:pic>
      <p:pic>
        <p:nvPicPr>
          <p:cNvPr id="75" name="Google Shape;75;p6"/>
          <p:cNvPicPr preferRelativeResize="0"/>
          <p:nvPr/>
        </p:nvPicPr>
        <p:blipFill>
          <a:blip r:embed="rId9">
            <a:alphaModFix amt="86000"/>
          </a:blip>
          <a:stretch>
            <a:fillRect/>
          </a:stretch>
        </p:blipFill>
        <p:spPr>
          <a:xfrm flipH="1">
            <a:off x="8145025" y="4094513"/>
            <a:ext cx="914400" cy="17430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pic>
        <p:nvPicPr>
          <p:cNvPr id="77" name="Google Shape;77;p7"/>
          <p:cNvPicPr preferRelativeResize="0"/>
          <p:nvPr/>
        </p:nvPicPr>
        <p:blipFill>
          <a:blip r:embed="rId2">
            <a:alphaModFix/>
          </a:blip>
          <a:stretch>
            <a:fillRect/>
          </a:stretch>
        </p:blipFill>
        <p:spPr>
          <a:xfrm rot="10800000">
            <a:off x="-1181101" y="-1112100"/>
            <a:ext cx="11468101" cy="6434875"/>
          </a:xfrm>
          <a:prstGeom prst="rect">
            <a:avLst/>
          </a:prstGeom>
          <a:noFill/>
          <a:ln>
            <a:noFill/>
          </a:ln>
        </p:spPr>
      </p:pic>
      <p:sp>
        <p:nvSpPr>
          <p:cNvPr id="78" name="Google Shape;78;p7"/>
          <p:cNvSpPr txBox="1"/>
          <p:nvPr>
            <p:ph idx="1" type="body"/>
          </p:nvPr>
        </p:nvSpPr>
        <p:spPr>
          <a:xfrm>
            <a:off x="808350" y="1294350"/>
            <a:ext cx="3782700" cy="30015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accent4"/>
              </a:buClr>
              <a:buSzPts val="1200"/>
              <a:buChar char="●"/>
              <a:defRPr sz="15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9" name="Google Shape;79;p7"/>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0" name="Google Shape;80;p7"/>
          <p:cNvPicPr preferRelativeResize="0"/>
          <p:nvPr/>
        </p:nvPicPr>
        <p:blipFill>
          <a:blip r:embed="rId3">
            <a:alphaModFix/>
          </a:blip>
          <a:stretch>
            <a:fillRect/>
          </a:stretch>
        </p:blipFill>
        <p:spPr>
          <a:xfrm>
            <a:off x="5578200" y="168025"/>
            <a:ext cx="342900" cy="371475"/>
          </a:xfrm>
          <a:prstGeom prst="rect">
            <a:avLst/>
          </a:prstGeom>
          <a:noFill/>
          <a:ln>
            <a:noFill/>
          </a:ln>
        </p:spPr>
      </p:pic>
      <p:pic>
        <p:nvPicPr>
          <p:cNvPr id="81" name="Google Shape;81;p7"/>
          <p:cNvPicPr preferRelativeResize="0"/>
          <p:nvPr/>
        </p:nvPicPr>
        <p:blipFill>
          <a:blip r:embed="rId4">
            <a:alphaModFix/>
          </a:blip>
          <a:stretch>
            <a:fillRect/>
          </a:stretch>
        </p:blipFill>
        <p:spPr>
          <a:xfrm>
            <a:off x="8615925" y="1436588"/>
            <a:ext cx="342900" cy="371475"/>
          </a:xfrm>
          <a:prstGeom prst="rect">
            <a:avLst/>
          </a:prstGeom>
          <a:noFill/>
          <a:ln>
            <a:noFill/>
          </a:ln>
        </p:spPr>
      </p:pic>
      <p:pic>
        <p:nvPicPr>
          <p:cNvPr id="82" name="Google Shape;82;p7"/>
          <p:cNvPicPr preferRelativeResize="0"/>
          <p:nvPr/>
        </p:nvPicPr>
        <p:blipFill>
          <a:blip r:embed="rId5">
            <a:alphaModFix/>
          </a:blip>
          <a:stretch>
            <a:fillRect/>
          </a:stretch>
        </p:blipFill>
        <p:spPr>
          <a:xfrm flipH="1">
            <a:off x="8088000" y="353750"/>
            <a:ext cx="342900" cy="371475"/>
          </a:xfrm>
          <a:prstGeom prst="rect">
            <a:avLst/>
          </a:prstGeom>
          <a:noFill/>
          <a:ln>
            <a:noFill/>
          </a:ln>
        </p:spPr>
      </p:pic>
      <p:pic>
        <p:nvPicPr>
          <p:cNvPr id="83" name="Google Shape;83;p7"/>
          <p:cNvPicPr preferRelativeResize="0"/>
          <p:nvPr/>
        </p:nvPicPr>
        <p:blipFill>
          <a:blip r:embed="rId6">
            <a:alphaModFix/>
          </a:blip>
          <a:stretch>
            <a:fillRect/>
          </a:stretch>
        </p:blipFill>
        <p:spPr>
          <a:xfrm>
            <a:off x="8615925" y="2446788"/>
            <a:ext cx="342900" cy="371475"/>
          </a:xfrm>
          <a:prstGeom prst="rect">
            <a:avLst/>
          </a:prstGeom>
          <a:noFill/>
          <a:ln>
            <a:noFill/>
          </a:ln>
        </p:spPr>
      </p:pic>
      <p:pic>
        <p:nvPicPr>
          <p:cNvPr id="84" name="Google Shape;84;p7"/>
          <p:cNvPicPr preferRelativeResize="0"/>
          <p:nvPr/>
        </p:nvPicPr>
        <p:blipFill>
          <a:blip r:embed="rId5">
            <a:alphaModFix/>
          </a:blip>
          <a:stretch>
            <a:fillRect/>
          </a:stretch>
        </p:blipFill>
        <p:spPr>
          <a:xfrm flipH="1">
            <a:off x="239400" y="3839900"/>
            <a:ext cx="342900" cy="371475"/>
          </a:xfrm>
          <a:prstGeom prst="rect">
            <a:avLst/>
          </a:prstGeom>
          <a:noFill/>
          <a:ln>
            <a:noFill/>
          </a:ln>
        </p:spPr>
      </p:pic>
      <p:pic>
        <p:nvPicPr>
          <p:cNvPr id="85" name="Google Shape;85;p7"/>
          <p:cNvPicPr preferRelativeResize="0"/>
          <p:nvPr/>
        </p:nvPicPr>
        <p:blipFill>
          <a:blip r:embed="rId6">
            <a:alphaModFix/>
          </a:blip>
          <a:stretch>
            <a:fillRect/>
          </a:stretch>
        </p:blipFill>
        <p:spPr>
          <a:xfrm>
            <a:off x="1272775" y="4680938"/>
            <a:ext cx="342900" cy="3714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6" name="Shape 86"/>
        <p:cNvGrpSpPr/>
        <p:nvPr/>
      </p:nvGrpSpPr>
      <p:grpSpPr>
        <a:xfrm>
          <a:off x="0" y="0"/>
          <a:ext cx="0" cy="0"/>
          <a:chOff x="0" y="0"/>
          <a:chExt cx="0" cy="0"/>
        </a:xfrm>
      </p:grpSpPr>
      <p:pic>
        <p:nvPicPr>
          <p:cNvPr id="87" name="Google Shape;87;p8"/>
          <p:cNvPicPr preferRelativeResize="0"/>
          <p:nvPr/>
        </p:nvPicPr>
        <p:blipFill>
          <a:blip r:embed="rId2">
            <a:alphaModFix/>
          </a:blip>
          <a:stretch>
            <a:fillRect/>
          </a:stretch>
        </p:blipFill>
        <p:spPr>
          <a:xfrm rot="10800000">
            <a:off x="-1333501" y="-645687"/>
            <a:ext cx="11468101" cy="6434875"/>
          </a:xfrm>
          <a:prstGeom prst="rect">
            <a:avLst/>
          </a:prstGeom>
          <a:noFill/>
          <a:ln>
            <a:noFill/>
          </a:ln>
        </p:spPr>
      </p:pic>
      <p:pic>
        <p:nvPicPr>
          <p:cNvPr id="88" name="Google Shape;88;p8"/>
          <p:cNvPicPr preferRelativeResize="0"/>
          <p:nvPr/>
        </p:nvPicPr>
        <p:blipFill>
          <a:blip r:embed="rId3">
            <a:alphaModFix/>
          </a:blip>
          <a:stretch>
            <a:fillRect/>
          </a:stretch>
        </p:blipFill>
        <p:spPr>
          <a:xfrm>
            <a:off x="826775" y="4654388"/>
            <a:ext cx="342900" cy="371475"/>
          </a:xfrm>
          <a:prstGeom prst="rect">
            <a:avLst/>
          </a:prstGeom>
          <a:noFill/>
          <a:ln>
            <a:noFill/>
          </a:ln>
        </p:spPr>
      </p:pic>
      <p:pic>
        <p:nvPicPr>
          <p:cNvPr id="89" name="Google Shape;89;p8"/>
          <p:cNvPicPr preferRelativeResize="0"/>
          <p:nvPr/>
        </p:nvPicPr>
        <p:blipFill>
          <a:blip r:embed="rId4">
            <a:alphaModFix/>
          </a:blip>
          <a:stretch>
            <a:fillRect/>
          </a:stretch>
        </p:blipFill>
        <p:spPr>
          <a:xfrm>
            <a:off x="713100" y="363713"/>
            <a:ext cx="342900" cy="371475"/>
          </a:xfrm>
          <a:prstGeom prst="rect">
            <a:avLst/>
          </a:prstGeom>
          <a:noFill/>
          <a:ln>
            <a:noFill/>
          </a:ln>
        </p:spPr>
      </p:pic>
      <p:pic>
        <p:nvPicPr>
          <p:cNvPr id="90" name="Google Shape;90;p8"/>
          <p:cNvPicPr preferRelativeResize="0"/>
          <p:nvPr/>
        </p:nvPicPr>
        <p:blipFill>
          <a:blip r:embed="rId5">
            <a:alphaModFix/>
          </a:blip>
          <a:stretch>
            <a:fillRect/>
          </a:stretch>
        </p:blipFill>
        <p:spPr>
          <a:xfrm>
            <a:off x="256025" y="1143363"/>
            <a:ext cx="342900" cy="371475"/>
          </a:xfrm>
          <a:prstGeom prst="rect">
            <a:avLst/>
          </a:prstGeom>
          <a:noFill/>
          <a:ln>
            <a:noFill/>
          </a:ln>
        </p:spPr>
      </p:pic>
      <p:pic>
        <p:nvPicPr>
          <p:cNvPr id="91" name="Google Shape;91;p8"/>
          <p:cNvPicPr preferRelativeResize="0"/>
          <p:nvPr/>
        </p:nvPicPr>
        <p:blipFill>
          <a:blip r:embed="rId3">
            <a:alphaModFix/>
          </a:blip>
          <a:stretch>
            <a:fillRect/>
          </a:stretch>
        </p:blipFill>
        <p:spPr>
          <a:xfrm>
            <a:off x="4400675" y="353763"/>
            <a:ext cx="342900" cy="371475"/>
          </a:xfrm>
          <a:prstGeom prst="rect">
            <a:avLst/>
          </a:prstGeom>
          <a:noFill/>
          <a:ln>
            <a:noFill/>
          </a:ln>
        </p:spPr>
      </p:pic>
      <p:pic>
        <p:nvPicPr>
          <p:cNvPr id="92" name="Google Shape;92;p8"/>
          <p:cNvPicPr preferRelativeResize="0"/>
          <p:nvPr/>
        </p:nvPicPr>
        <p:blipFill>
          <a:blip r:embed="rId4">
            <a:alphaModFix/>
          </a:blip>
          <a:stretch>
            <a:fillRect/>
          </a:stretch>
        </p:blipFill>
        <p:spPr>
          <a:xfrm>
            <a:off x="8615925" y="1436588"/>
            <a:ext cx="342900" cy="371475"/>
          </a:xfrm>
          <a:prstGeom prst="rect">
            <a:avLst/>
          </a:prstGeom>
          <a:noFill/>
          <a:ln>
            <a:noFill/>
          </a:ln>
        </p:spPr>
      </p:pic>
      <p:pic>
        <p:nvPicPr>
          <p:cNvPr id="93" name="Google Shape;93;p8"/>
          <p:cNvPicPr preferRelativeResize="0"/>
          <p:nvPr/>
        </p:nvPicPr>
        <p:blipFill>
          <a:blip r:embed="rId5">
            <a:alphaModFix/>
          </a:blip>
          <a:stretch>
            <a:fillRect/>
          </a:stretch>
        </p:blipFill>
        <p:spPr>
          <a:xfrm flipH="1">
            <a:off x="7921625" y="76188"/>
            <a:ext cx="342900" cy="371475"/>
          </a:xfrm>
          <a:prstGeom prst="rect">
            <a:avLst/>
          </a:prstGeom>
          <a:noFill/>
          <a:ln>
            <a:noFill/>
          </a:ln>
        </p:spPr>
      </p:pic>
      <p:pic>
        <p:nvPicPr>
          <p:cNvPr id="94" name="Google Shape;94;p8"/>
          <p:cNvPicPr preferRelativeResize="0"/>
          <p:nvPr/>
        </p:nvPicPr>
        <p:blipFill>
          <a:blip r:embed="rId6">
            <a:alphaModFix/>
          </a:blip>
          <a:stretch>
            <a:fillRect/>
          </a:stretch>
        </p:blipFill>
        <p:spPr>
          <a:xfrm>
            <a:off x="7921625" y="4541788"/>
            <a:ext cx="342900" cy="371475"/>
          </a:xfrm>
          <a:prstGeom prst="rect">
            <a:avLst/>
          </a:prstGeom>
          <a:noFill/>
          <a:ln>
            <a:noFill/>
          </a:ln>
        </p:spPr>
      </p:pic>
      <p:pic>
        <p:nvPicPr>
          <p:cNvPr id="95" name="Google Shape;95;p8"/>
          <p:cNvPicPr preferRelativeResize="0"/>
          <p:nvPr/>
        </p:nvPicPr>
        <p:blipFill>
          <a:blip r:embed="rId4">
            <a:alphaModFix/>
          </a:blip>
          <a:stretch>
            <a:fillRect/>
          </a:stretch>
        </p:blipFill>
        <p:spPr>
          <a:xfrm>
            <a:off x="5832075" y="4426613"/>
            <a:ext cx="342900" cy="371475"/>
          </a:xfrm>
          <a:prstGeom prst="rect">
            <a:avLst/>
          </a:prstGeom>
          <a:noFill/>
          <a:ln>
            <a:noFill/>
          </a:ln>
        </p:spPr>
      </p:pic>
      <p:pic>
        <p:nvPicPr>
          <p:cNvPr id="96" name="Google Shape;96;p8"/>
          <p:cNvPicPr preferRelativeResize="0"/>
          <p:nvPr/>
        </p:nvPicPr>
        <p:blipFill>
          <a:blip r:embed="rId7">
            <a:alphaModFix amt="86000"/>
          </a:blip>
          <a:stretch>
            <a:fillRect/>
          </a:stretch>
        </p:blipFill>
        <p:spPr>
          <a:xfrm>
            <a:off x="8430775" y="2171763"/>
            <a:ext cx="1352550" cy="3600450"/>
          </a:xfrm>
          <a:prstGeom prst="rect">
            <a:avLst/>
          </a:prstGeom>
          <a:noFill/>
          <a:ln>
            <a:noFill/>
          </a:ln>
        </p:spPr>
      </p:pic>
      <p:pic>
        <p:nvPicPr>
          <p:cNvPr id="97" name="Google Shape;97;p8"/>
          <p:cNvPicPr preferRelativeResize="0"/>
          <p:nvPr/>
        </p:nvPicPr>
        <p:blipFill>
          <a:blip r:embed="rId8">
            <a:alphaModFix amt="86000"/>
          </a:blip>
          <a:stretch>
            <a:fillRect/>
          </a:stretch>
        </p:blipFill>
        <p:spPr>
          <a:xfrm>
            <a:off x="-591700" y="2357175"/>
            <a:ext cx="1304925" cy="2809875"/>
          </a:xfrm>
          <a:prstGeom prst="rect">
            <a:avLst/>
          </a:prstGeom>
          <a:noFill/>
          <a:ln>
            <a:noFill/>
          </a:ln>
        </p:spPr>
      </p:pic>
      <p:sp>
        <p:nvSpPr>
          <p:cNvPr id="98" name="Google Shape;98;p8"/>
          <p:cNvSpPr txBox="1"/>
          <p:nvPr>
            <p:ph type="title"/>
          </p:nvPr>
        </p:nvSpPr>
        <p:spPr>
          <a:xfrm>
            <a:off x="713225" y="1083300"/>
            <a:ext cx="7717800" cy="297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9" name="Shape 99"/>
        <p:cNvGrpSpPr/>
        <p:nvPr/>
      </p:nvGrpSpPr>
      <p:grpSpPr>
        <a:xfrm>
          <a:off x="0" y="0"/>
          <a:ext cx="0" cy="0"/>
          <a:chOff x="0" y="0"/>
          <a:chExt cx="0" cy="0"/>
        </a:xfrm>
      </p:grpSpPr>
      <p:pic>
        <p:nvPicPr>
          <p:cNvPr id="100" name="Google Shape;100;p9"/>
          <p:cNvPicPr preferRelativeResize="0"/>
          <p:nvPr/>
        </p:nvPicPr>
        <p:blipFill>
          <a:blip r:embed="rId2">
            <a:alphaModFix/>
          </a:blip>
          <a:stretch>
            <a:fillRect/>
          </a:stretch>
        </p:blipFill>
        <p:spPr>
          <a:xfrm rot="10800000">
            <a:off x="-1333501" y="-273900"/>
            <a:ext cx="11468101" cy="6434875"/>
          </a:xfrm>
          <a:prstGeom prst="rect">
            <a:avLst/>
          </a:prstGeom>
          <a:noFill/>
          <a:ln>
            <a:noFill/>
          </a:ln>
        </p:spPr>
      </p:pic>
      <p:pic>
        <p:nvPicPr>
          <p:cNvPr id="101" name="Google Shape;101;p9"/>
          <p:cNvPicPr preferRelativeResize="0"/>
          <p:nvPr/>
        </p:nvPicPr>
        <p:blipFill>
          <a:blip r:embed="rId3">
            <a:alphaModFix amt="86000"/>
          </a:blip>
          <a:stretch>
            <a:fillRect/>
          </a:stretch>
        </p:blipFill>
        <p:spPr>
          <a:xfrm rot="1581527">
            <a:off x="7697475" y="2042313"/>
            <a:ext cx="1352550" cy="3600451"/>
          </a:xfrm>
          <a:prstGeom prst="rect">
            <a:avLst/>
          </a:prstGeom>
          <a:noFill/>
          <a:ln>
            <a:noFill/>
          </a:ln>
        </p:spPr>
      </p:pic>
      <p:pic>
        <p:nvPicPr>
          <p:cNvPr id="102" name="Google Shape;102;p9"/>
          <p:cNvPicPr preferRelativeResize="0"/>
          <p:nvPr/>
        </p:nvPicPr>
        <p:blipFill>
          <a:blip r:embed="rId4">
            <a:alphaModFix/>
          </a:blip>
          <a:stretch>
            <a:fillRect/>
          </a:stretch>
        </p:blipFill>
        <p:spPr>
          <a:xfrm>
            <a:off x="2821100" y="4612363"/>
            <a:ext cx="342900" cy="371475"/>
          </a:xfrm>
          <a:prstGeom prst="rect">
            <a:avLst/>
          </a:prstGeom>
          <a:noFill/>
          <a:ln>
            <a:noFill/>
          </a:ln>
        </p:spPr>
      </p:pic>
      <p:pic>
        <p:nvPicPr>
          <p:cNvPr id="103" name="Google Shape;103;p9"/>
          <p:cNvPicPr preferRelativeResize="0"/>
          <p:nvPr/>
        </p:nvPicPr>
        <p:blipFill>
          <a:blip r:embed="rId5">
            <a:alphaModFix/>
          </a:blip>
          <a:stretch>
            <a:fillRect/>
          </a:stretch>
        </p:blipFill>
        <p:spPr>
          <a:xfrm>
            <a:off x="713100" y="363713"/>
            <a:ext cx="342900" cy="371475"/>
          </a:xfrm>
          <a:prstGeom prst="rect">
            <a:avLst/>
          </a:prstGeom>
          <a:noFill/>
          <a:ln>
            <a:noFill/>
          </a:ln>
        </p:spPr>
      </p:pic>
      <p:pic>
        <p:nvPicPr>
          <p:cNvPr id="104" name="Google Shape;104;p9"/>
          <p:cNvPicPr preferRelativeResize="0"/>
          <p:nvPr/>
        </p:nvPicPr>
        <p:blipFill>
          <a:blip r:embed="rId6">
            <a:alphaModFix/>
          </a:blip>
          <a:stretch>
            <a:fillRect/>
          </a:stretch>
        </p:blipFill>
        <p:spPr>
          <a:xfrm>
            <a:off x="2821100" y="363713"/>
            <a:ext cx="342900" cy="371475"/>
          </a:xfrm>
          <a:prstGeom prst="rect">
            <a:avLst/>
          </a:prstGeom>
          <a:noFill/>
          <a:ln>
            <a:noFill/>
          </a:ln>
        </p:spPr>
      </p:pic>
      <p:pic>
        <p:nvPicPr>
          <p:cNvPr id="105" name="Google Shape;105;p9"/>
          <p:cNvPicPr preferRelativeResize="0"/>
          <p:nvPr/>
        </p:nvPicPr>
        <p:blipFill>
          <a:blip r:embed="rId7">
            <a:alphaModFix/>
          </a:blip>
          <a:stretch>
            <a:fillRect/>
          </a:stretch>
        </p:blipFill>
        <p:spPr>
          <a:xfrm>
            <a:off x="256025" y="1143363"/>
            <a:ext cx="342900" cy="371475"/>
          </a:xfrm>
          <a:prstGeom prst="rect">
            <a:avLst/>
          </a:prstGeom>
          <a:noFill/>
          <a:ln>
            <a:noFill/>
          </a:ln>
        </p:spPr>
      </p:pic>
      <p:pic>
        <p:nvPicPr>
          <p:cNvPr id="106" name="Google Shape;106;p9"/>
          <p:cNvPicPr preferRelativeResize="0"/>
          <p:nvPr/>
        </p:nvPicPr>
        <p:blipFill>
          <a:blip r:embed="rId5">
            <a:alphaModFix/>
          </a:blip>
          <a:stretch>
            <a:fillRect/>
          </a:stretch>
        </p:blipFill>
        <p:spPr>
          <a:xfrm>
            <a:off x="8615925" y="1436588"/>
            <a:ext cx="342900" cy="371475"/>
          </a:xfrm>
          <a:prstGeom prst="rect">
            <a:avLst/>
          </a:prstGeom>
          <a:noFill/>
          <a:ln>
            <a:noFill/>
          </a:ln>
        </p:spPr>
      </p:pic>
      <p:pic>
        <p:nvPicPr>
          <p:cNvPr id="107" name="Google Shape;107;p9"/>
          <p:cNvPicPr preferRelativeResize="0"/>
          <p:nvPr/>
        </p:nvPicPr>
        <p:blipFill>
          <a:blip r:embed="rId7">
            <a:alphaModFix/>
          </a:blip>
          <a:stretch>
            <a:fillRect/>
          </a:stretch>
        </p:blipFill>
        <p:spPr>
          <a:xfrm flipH="1">
            <a:off x="7921625" y="76188"/>
            <a:ext cx="342900" cy="371475"/>
          </a:xfrm>
          <a:prstGeom prst="rect">
            <a:avLst/>
          </a:prstGeom>
          <a:noFill/>
          <a:ln>
            <a:noFill/>
          </a:ln>
        </p:spPr>
      </p:pic>
      <p:pic>
        <p:nvPicPr>
          <p:cNvPr id="108" name="Google Shape;108;p9"/>
          <p:cNvPicPr preferRelativeResize="0"/>
          <p:nvPr/>
        </p:nvPicPr>
        <p:blipFill>
          <a:blip r:embed="rId8">
            <a:alphaModFix/>
          </a:blip>
          <a:stretch>
            <a:fillRect/>
          </a:stretch>
        </p:blipFill>
        <p:spPr>
          <a:xfrm>
            <a:off x="6968500" y="4426613"/>
            <a:ext cx="342900" cy="371475"/>
          </a:xfrm>
          <a:prstGeom prst="rect">
            <a:avLst/>
          </a:prstGeom>
          <a:noFill/>
          <a:ln>
            <a:noFill/>
          </a:ln>
        </p:spPr>
      </p:pic>
      <p:pic>
        <p:nvPicPr>
          <p:cNvPr id="109" name="Google Shape;109;p9"/>
          <p:cNvPicPr preferRelativeResize="0"/>
          <p:nvPr/>
        </p:nvPicPr>
        <p:blipFill>
          <a:blip r:embed="rId5">
            <a:alphaModFix/>
          </a:blip>
          <a:stretch>
            <a:fillRect/>
          </a:stretch>
        </p:blipFill>
        <p:spPr>
          <a:xfrm>
            <a:off x="5927325" y="4612363"/>
            <a:ext cx="342900" cy="371475"/>
          </a:xfrm>
          <a:prstGeom prst="rect">
            <a:avLst/>
          </a:prstGeom>
          <a:noFill/>
          <a:ln>
            <a:noFill/>
          </a:ln>
        </p:spPr>
      </p:pic>
      <p:pic>
        <p:nvPicPr>
          <p:cNvPr id="110" name="Google Shape;110;p9"/>
          <p:cNvPicPr preferRelativeResize="0"/>
          <p:nvPr/>
        </p:nvPicPr>
        <p:blipFill>
          <a:blip r:embed="rId9">
            <a:alphaModFix amt="86000"/>
          </a:blip>
          <a:stretch>
            <a:fillRect/>
          </a:stretch>
        </p:blipFill>
        <p:spPr>
          <a:xfrm rot="-1574202">
            <a:off x="-363100" y="2509575"/>
            <a:ext cx="1304925" cy="2809875"/>
          </a:xfrm>
          <a:prstGeom prst="rect">
            <a:avLst/>
          </a:prstGeom>
          <a:noFill/>
          <a:ln>
            <a:noFill/>
          </a:ln>
        </p:spPr>
      </p:pic>
      <p:sp>
        <p:nvSpPr>
          <p:cNvPr id="111" name="Google Shape;111;p9"/>
          <p:cNvSpPr txBox="1"/>
          <p:nvPr>
            <p:ph type="title"/>
          </p:nvPr>
        </p:nvSpPr>
        <p:spPr>
          <a:xfrm>
            <a:off x="820575" y="1345675"/>
            <a:ext cx="3788700" cy="7482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2" name="Google Shape;112;p9"/>
          <p:cNvSpPr txBox="1"/>
          <p:nvPr>
            <p:ph idx="1" type="subTitle"/>
          </p:nvPr>
        </p:nvSpPr>
        <p:spPr>
          <a:xfrm>
            <a:off x="820622" y="2181425"/>
            <a:ext cx="3788700" cy="161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17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3" name="Google Shape;113;p9"/>
          <p:cNvSpPr/>
          <p:nvPr>
            <p:ph idx="2" type="pic"/>
          </p:nvPr>
        </p:nvSpPr>
        <p:spPr>
          <a:xfrm>
            <a:off x="4996450" y="999000"/>
            <a:ext cx="3145500" cy="3145500"/>
          </a:xfrm>
          <a:prstGeom prst="ellipse">
            <a:avLst/>
          </a:prstGeom>
          <a:noFill/>
          <a:ln cap="flat" cmpd="sng" w="762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4" name="Shape 114"/>
        <p:cNvGrpSpPr/>
        <p:nvPr/>
      </p:nvGrpSpPr>
      <p:grpSpPr>
        <a:xfrm>
          <a:off x="0" y="0"/>
          <a:ext cx="0" cy="0"/>
          <a:chOff x="0" y="0"/>
          <a:chExt cx="0" cy="0"/>
        </a:xfrm>
      </p:grpSpPr>
      <p:sp>
        <p:nvSpPr>
          <p:cNvPr id="115" name="Google Shape;115;p10"/>
          <p:cNvSpPr txBox="1"/>
          <p:nvPr>
            <p:ph type="title"/>
          </p:nvPr>
        </p:nvSpPr>
        <p:spPr>
          <a:xfrm>
            <a:off x="912875" y="2563150"/>
            <a:ext cx="2687700" cy="22254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p:txBody>
      </p:sp>
      <p:pic>
        <p:nvPicPr>
          <p:cNvPr id="116" name="Google Shape;116;p10"/>
          <p:cNvPicPr preferRelativeResize="0"/>
          <p:nvPr/>
        </p:nvPicPr>
        <p:blipFill>
          <a:blip r:embed="rId2">
            <a:alphaModFix amt="86000"/>
          </a:blip>
          <a:stretch>
            <a:fillRect/>
          </a:stretch>
        </p:blipFill>
        <p:spPr>
          <a:xfrm>
            <a:off x="8430775" y="2171763"/>
            <a:ext cx="1352550" cy="3600450"/>
          </a:xfrm>
          <a:prstGeom prst="rect">
            <a:avLst/>
          </a:prstGeom>
          <a:noFill/>
          <a:ln>
            <a:noFill/>
          </a:ln>
        </p:spPr>
      </p:pic>
      <p:pic>
        <p:nvPicPr>
          <p:cNvPr id="117" name="Google Shape;117;p10"/>
          <p:cNvPicPr preferRelativeResize="0"/>
          <p:nvPr/>
        </p:nvPicPr>
        <p:blipFill>
          <a:blip r:embed="rId3">
            <a:alphaModFix amt="86000"/>
          </a:blip>
          <a:stretch>
            <a:fillRect/>
          </a:stretch>
        </p:blipFill>
        <p:spPr>
          <a:xfrm>
            <a:off x="8064175" y="3911438"/>
            <a:ext cx="733425" cy="1857375"/>
          </a:xfrm>
          <a:prstGeom prst="rect">
            <a:avLst/>
          </a:prstGeom>
          <a:noFill/>
          <a:ln>
            <a:noFill/>
          </a:ln>
        </p:spPr>
      </p:pic>
      <p:pic>
        <p:nvPicPr>
          <p:cNvPr id="118" name="Google Shape;118;p10"/>
          <p:cNvPicPr preferRelativeResize="0"/>
          <p:nvPr/>
        </p:nvPicPr>
        <p:blipFill>
          <a:blip r:embed="rId4">
            <a:alphaModFix/>
          </a:blip>
          <a:stretch>
            <a:fillRect/>
          </a:stretch>
        </p:blipFill>
        <p:spPr>
          <a:xfrm>
            <a:off x="7041975" y="168013"/>
            <a:ext cx="342900" cy="371475"/>
          </a:xfrm>
          <a:prstGeom prst="rect">
            <a:avLst/>
          </a:prstGeom>
          <a:noFill/>
          <a:ln>
            <a:noFill/>
          </a:ln>
        </p:spPr>
      </p:pic>
      <p:pic>
        <p:nvPicPr>
          <p:cNvPr id="119" name="Google Shape;119;p10"/>
          <p:cNvPicPr preferRelativeResize="0"/>
          <p:nvPr/>
        </p:nvPicPr>
        <p:blipFill>
          <a:blip r:embed="rId5">
            <a:alphaModFix/>
          </a:blip>
          <a:stretch>
            <a:fillRect/>
          </a:stretch>
        </p:blipFill>
        <p:spPr>
          <a:xfrm>
            <a:off x="3638550" y="15550"/>
            <a:ext cx="342900" cy="371475"/>
          </a:xfrm>
          <a:prstGeom prst="rect">
            <a:avLst/>
          </a:prstGeom>
          <a:noFill/>
          <a:ln>
            <a:noFill/>
          </a:ln>
        </p:spPr>
      </p:pic>
      <p:pic>
        <p:nvPicPr>
          <p:cNvPr id="120" name="Google Shape;120;p10"/>
          <p:cNvPicPr preferRelativeResize="0"/>
          <p:nvPr/>
        </p:nvPicPr>
        <p:blipFill>
          <a:blip r:embed="rId6">
            <a:alphaModFix/>
          </a:blip>
          <a:stretch>
            <a:fillRect/>
          </a:stretch>
        </p:blipFill>
        <p:spPr>
          <a:xfrm flipH="1">
            <a:off x="8797600" y="168013"/>
            <a:ext cx="342900" cy="371475"/>
          </a:xfrm>
          <a:prstGeom prst="rect">
            <a:avLst/>
          </a:prstGeom>
          <a:noFill/>
          <a:ln>
            <a:noFill/>
          </a:ln>
        </p:spPr>
      </p:pic>
      <p:pic>
        <p:nvPicPr>
          <p:cNvPr id="121" name="Google Shape;121;p10"/>
          <p:cNvPicPr preferRelativeResize="0"/>
          <p:nvPr/>
        </p:nvPicPr>
        <p:blipFill>
          <a:blip r:embed="rId7">
            <a:alphaModFix/>
          </a:blip>
          <a:stretch>
            <a:fillRect/>
          </a:stretch>
        </p:blipFill>
        <p:spPr>
          <a:xfrm>
            <a:off x="370325" y="259438"/>
            <a:ext cx="342900" cy="371475"/>
          </a:xfrm>
          <a:prstGeom prst="rect">
            <a:avLst/>
          </a:prstGeom>
          <a:noFill/>
          <a:ln>
            <a:noFill/>
          </a:ln>
        </p:spPr>
      </p:pic>
      <p:pic>
        <p:nvPicPr>
          <p:cNvPr id="122" name="Google Shape;122;p10"/>
          <p:cNvPicPr preferRelativeResize="0"/>
          <p:nvPr/>
        </p:nvPicPr>
        <p:blipFill>
          <a:blip r:embed="rId6">
            <a:alphaModFix/>
          </a:blip>
          <a:stretch>
            <a:fillRect/>
          </a:stretch>
        </p:blipFill>
        <p:spPr>
          <a:xfrm>
            <a:off x="256025" y="1143363"/>
            <a:ext cx="342900" cy="371475"/>
          </a:xfrm>
          <a:prstGeom prst="rect">
            <a:avLst/>
          </a:prstGeom>
          <a:noFill/>
          <a:ln>
            <a:noFill/>
          </a:ln>
        </p:spPr>
      </p:pic>
      <p:pic>
        <p:nvPicPr>
          <p:cNvPr id="123" name="Google Shape;123;p10"/>
          <p:cNvPicPr preferRelativeResize="0"/>
          <p:nvPr/>
        </p:nvPicPr>
        <p:blipFill>
          <a:blip r:embed="rId8">
            <a:alphaModFix/>
          </a:blip>
          <a:stretch>
            <a:fillRect/>
          </a:stretch>
        </p:blipFill>
        <p:spPr>
          <a:xfrm>
            <a:off x="1411275" y="243563"/>
            <a:ext cx="342900" cy="3714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pic>
        <p:nvPicPr>
          <p:cNvPr id="125" name="Google Shape;125;p11"/>
          <p:cNvPicPr preferRelativeResize="0"/>
          <p:nvPr/>
        </p:nvPicPr>
        <p:blipFill>
          <a:blip r:embed="rId2">
            <a:alphaModFix/>
          </a:blip>
          <a:stretch>
            <a:fillRect/>
          </a:stretch>
        </p:blipFill>
        <p:spPr>
          <a:xfrm rot="10800000">
            <a:off x="-919700" y="-502500"/>
            <a:ext cx="10673300" cy="5988900"/>
          </a:xfrm>
          <a:prstGeom prst="rect">
            <a:avLst/>
          </a:prstGeom>
          <a:noFill/>
          <a:ln>
            <a:noFill/>
          </a:ln>
        </p:spPr>
      </p:pic>
      <p:sp>
        <p:nvSpPr>
          <p:cNvPr id="126" name="Google Shape;126;p11"/>
          <p:cNvSpPr txBox="1"/>
          <p:nvPr>
            <p:ph hasCustomPrompt="1" type="title"/>
          </p:nvPr>
        </p:nvSpPr>
        <p:spPr>
          <a:xfrm>
            <a:off x="674400" y="1450900"/>
            <a:ext cx="5783700" cy="1439700"/>
          </a:xfrm>
          <a:prstGeom prst="rect">
            <a:avLst/>
          </a:prstGeom>
        </p:spPr>
        <p:txBody>
          <a:bodyPr anchorCtr="0" anchor="ctr" bIns="91425" lIns="91425" spcFirstLastPara="1" rIns="91425" wrap="square" tIns="91425">
            <a:noAutofit/>
          </a:bodyPr>
          <a:lstStyle>
            <a:lvl1pPr lvl="0" rtl="0">
              <a:spcBef>
                <a:spcPts val="0"/>
              </a:spcBef>
              <a:spcAft>
                <a:spcPts val="0"/>
              </a:spcAft>
              <a:buSzPts val="10000"/>
              <a:buNone/>
              <a:defRPr sz="10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27" name="Google Shape;127;p11"/>
          <p:cNvSpPr txBox="1"/>
          <p:nvPr>
            <p:ph idx="1" type="subTitle"/>
          </p:nvPr>
        </p:nvSpPr>
        <p:spPr>
          <a:xfrm>
            <a:off x="674400" y="2966900"/>
            <a:ext cx="57837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7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128" name="Google Shape;128;p11"/>
          <p:cNvPicPr preferRelativeResize="0"/>
          <p:nvPr/>
        </p:nvPicPr>
        <p:blipFill>
          <a:blip r:embed="rId3">
            <a:alphaModFix amt="86000"/>
          </a:blip>
          <a:stretch>
            <a:fillRect/>
          </a:stretch>
        </p:blipFill>
        <p:spPr>
          <a:xfrm flipH="1">
            <a:off x="1330875" y="4141713"/>
            <a:ext cx="733425" cy="1857375"/>
          </a:xfrm>
          <a:prstGeom prst="rect">
            <a:avLst/>
          </a:prstGeom>
          <a:noFill/>
          <a:ln>
            <a:noFill/>
          </a:ln>
        </p:spPr>
      </p:pic>
      <p:pic>
        <p:nvPicPr>
          <p:cNvPr id="129" name="Google Shape;129;p11"/>
          <p:cNvPicPr preferRelativeResize="0"/>
          <p:nvPr/>
        </p:nvPicPr>
        <p:blipFill>
          <a:blip r:embed="rId4">
            <a:alphaModFix/>
          </a:blip>
          <a:stretch>
            <a:fillRect/>
          </a:stretch>
        </p:blipFill>
        <p:spPr>
          <a:xfrm flipH="1">
            <a:off x="1786950" y="411838"/>
            <a:ext cx="342900" cy="371475"/>
          </a:xfrm>
          <a:prstGeom prst="rect">
            <a:avLst/>
          </a:prstGeom>
          <a:noFill/>
          <a:ln>
            <a:noFill/>
          </a:ln>
        </p:spPr>
      </p:pic>
      <p:pic>
        <p:nvPicPr>
          <p:cNvPr id="130" name="Google Shape;130;p11"/>
          <p:cNvPicPr preferRelativeResize="0"/>
          <p:nvPr/>
        </p:nvPicPr>
        <p:blipFill>
          <a:blip r:embed="rId5">
            <a:alphaModFix/>
          </a:blip>
          <a:stretch>
            <a:fillRect/>
          </a:stretch>
        </p:blipFill>
        <p:spPr>
          <a:xfrm flipH="1">
            <a:off x="8504700" y="363713"/>
            <a:ext cx="342900" cy="371475"/>
          </a:xfrm>
          <a:prstGeom prst="rect">
            <a:avLst/>
          </a:prstGeom>
          <a:noFill/>
          <a:ln>
            <a:noFill/>
          </a:ln>
        </p:spPr>
      </p:pic>
      <p:pic>
        <p:nvPicPr>
          <p:cNvPr id="131" name="Google Shape;131;p11"/>
          <p:cNvPicPr preferRelativeResize="0"/>
          <p:nvPr/>
        </p:nvPicPr>
        <p:blipFill>
          <a:blip r:embed="rId5">
            <a:alphaModFix/>
          </a:blip>
          <a:stretch>
            <a:fillRect/>
          </a:stretch>
        </p:blipFill>
        <p:spPr>
          <a:xfrm flipH="1">
            <a:off x="8707125" y="2637150"/>
            <a:ext cx="342900" cy="371475"/>
          </a:xfrm>
          <a:prstGeom prst="rect">
            <a:avLst/>
          </a:prstGeom>
          <a:noFill/>
          <a:ln>
            <a:noFill/>
          </a:ln>
        </p:spPr>
      </p:pic>
      <p:pic>
        <p:nvPicPr>
          <p:cNvPr id="132" name="Google Shape;132;p11"/>
          <p:cNvPicPr preferRelativeResize="0"/>
          <p:nvPr/>
        </p:nvPicPr>
        <p:blipFill>
          <a:blip r:embed="rId6">
            <a:alphaModFix/>
          </a:blip>
          <a:stretch>
            <a:fillRect/>
          </a:stretch>
        </p:blipFill>
        <p:spPr>
          <a:xfrm flipH="1">
            <a:off x="53600" y="3283613"/>
            <a:ext cx="342900" cy="371475"/>
          </a:xfrm>
          <a:prstGeom prst="rect">
            <a:avLst/>
          </a:prstGeom>
          <a:noFill/>
          <a:ln>
            <a:noFill/>
          </a:ln>
        </p:spPr>
      </p:pic>
      <p:pic>
        <p:nvPicPr>
          <p:cNvPr id="133" name="Google Shape;133;p11"/>
          <p:cNvPicPr preferRelativeResize="0"/>
          <p:nvPr/>
        </p:nvPicPr>
        <p:blipFill>
          <a:blip r:embed="rId4">
            <a:alphaModFix/>
          </a:blip>
          <a:stretch>
            <a:fillRect/>
          </a:stretch>
        </p:blipFill>
        <p:spPr>
          <a:xfrm flipH="1">
            <a:off x="6261125" y="228600"/>
            <a:ext cx="342900" cy="371475"/>
          </a:xfrm>
          <a:prstGeom prst="rect">
            <a:avLst/>
          </a:prstGeom>
          <a:noFill/>
          <a:ln>
            <a:noFill/>
          </a:ln>
        </p:spPr>
      </p:pic>
      <p:pic>
        <p:nvPicPr>
          <p:cNvPr id="134" name="Google Shape;134;p11"/>
          <p:cNvPicPr preferRelativeResize="0"/>
          <p:nvPr/>
        </p:nvPicPr>
        <p:blipFill>
          <a:blip r:embed="rId7">
            <a:alphaModFix/>
          </a:blip>
          <a:stretch>
            <a:fillRect/>
          </a:stretch>
        </p:blipFill>
        <p:spPr>
          <a:xfrm flipH="1">
            <a:off x="8504700" y="1500425"/>
            <a:ext cx="342900" cy="371475"/>
          </a:xfrm>
          <a:prstGeom prst="rect">
            <a:avLst/>
          </a:prstGeom>
          <a:noFill/>
          <a:ln>
            <a:noFill/>
          </a:ln>
        </p:spPr>
      </p:pic>
      <p:pic>
        <p:nvPicPr>
          <p:cNvPr id="135" name="Google Shape;135;p11"/>
          <p:cNvPicPr preferRelativeResize="0"/>
          <p:nvPr/>
        </p:nvPicPr>
        <p:blipFill>
          <a:blip r:embed="rId5">
            <a:alphaModFix/>
          </a:blip>
          <a:stretch>
            <a:fillRect/>
          </a:stretch>
        </p:blipFill>
        <p:spPr>
          <a:xfrm flipH="1">
            <a:off x="144800" y="1588988"/>
            <a:ext cx="342900" cy="371475"/>
          </a:xfrm>
          <a:prstGeom prst="rect">
            <a:avLst/>
          </a:prstGeom>
          <a:noFill/>
          <a:ln>
            <a:noFill/>
          </a:ln>
        </p:spPr>
      </p:pic>
      <p:pic>
        <p:nvPicPr>
          <p:cNvPr id="136" name="Google Shape;136;p11"/>
          <p:cNvPicPr preferRelativeResize="0"/>
          <p:nvPr/>
        </p:nvPicPr>
        <p:blipFill>
          <a:blip r:embed="rId7">
            <a:alphaModFix/>
          </a:blip>
          <a:stretch>
            <a:fillRect/>
          </a:stretch>
        </p:blipFill>
        <p:spPr>
          <a:xfrm>
            <a:off x="839100" y="228588"/>
            <a:ext cx="342900" cy="371475"/>
          </a:xfrm>
          <a:prstGeom prst="rect">
            <a:avLst/>
          </a:prstGeom>
          <a:noFill/>
          <a:ln>
            <a:noFill/>
          </a:ln>
        </p:spPr>
      </p:pic>
      <p:pic>
        <p:nvPicPr>
          <p:cNvPr id="137" name="Google Shape;137;p11"/>
          <p:cNvPicPr preferRelativeResize="0"/>
          <p:nvPr/>
        </p:nvPicPr>
        <p:blipFill>
          <a:blip r:embed="rId8">
            <a:alphaModFix/>
          </a:blip>
          <a:stretch>
            <a:fillRect/>
          </a:stretch>
        </p:blipFill>
        <p:spPr>
          <a:xfrm flipH="1">
            <a:off x="2649025" y="4579025"/>
            <a:ext cx="342900" cy="371475"/>
          </a:xfrm>
          <a:prstGeom prst="rect">
            <a:avLst/>
          </a:prstGeom>
          <a:noFill/>
          <a:ln>
            <a:noFill/>
          </a:ln>
        </p:spPr>
      </p:pic>
      <p:pic>
        <p:nvPicPr>
          <p:cNvPr id="138" name="Google Shape;138;p11"/>
          <p:cNvPicPr preferRelativeResize="0"/>
          <p:nvPr/>
        </p:nvPicPr>
        <p:blipFill>
          <a:blip r:embed="rId6">
            <a:alphaModFix/>
          </a:blip>
          <a:stretch>
            <a:fillRect/>
          </a:stretch>
        </p:blipFill>
        <p:spPr>
          <a:xfrm flipH="1">
            <a:off x="7356288" y="4579025"/>
            <a:ext cx="342900" cy="371475"/>
          </a:xfrm>
          <a:prstGeom prst="rect">
            <a:avLst/>
          </a:prstGeom>
          <a:noFill/>
          <a:ln>
            <a:noFill/>
          </a:ln>
        </p:spPr>
      </p:pic>
      <p:pic>
        <p:nvPicPr>
          <p:cNvPr id="139" name="Google Shape;139;p11"/>
          <p:cNvPicPr preferRelativeResize="0"/>
          <p:nvPr/>
        </p:nvPicPr>
        <p:blipFill>
          <a:blip r:embed="rId9">
            <a:alphaModFix/>
          </a:blip>
          <a:stretch>
            <a:fillRect/>
          </a:stretch>
        </p:blipFill>
        <p:spPr>
          <a:xfrm>
            <a:off x="288525" y="3901925"/>
            <a:ext cx="849400" cy="26445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
    <p:spTree>
      <p:nvGrpSpPr>
        <p:cNvPr id="142" name="Shape 142"/>
        <p:cNvGrpSpPr/>
        <p:nvPr/>
      </p:nvGrpSpPr>
      <p:grpSpPr>
        <a:xfrm>
          <a:off x="0" y="0"/>
          <a:ext cx="0" cy="0"/>
          <a:chOff x="0" y="0"/>
          <a:chExt cx="0" cy="0"/>
        </a:xfrm>
      </p:grpSpPr>
      <p:pic>
        <p:nvPicPr>
          <p:cNvPr id="143" name="Google Shape;143;p13"/>
          <p:cNvPicPr preferRelativeResize="0"/>
          <p:nvPr/>
        </p:nvPicPr>
        <p:blipFill>
          <a:blip r:embed="rId2">
            <a:alphaModFix/>
          </a:blip>
          <a:stretch>
            <a:fillRect/>
          </a:stretch>
        </p:blipFill>
        <p:spPr>
          <a:xfrm>
            <a:off x="-525975" y="-5000"/>
            <a:ext cx="10143124" cy="5691425"/>
          </a:xfrm>
          <a:prstGeom prst="rect">
            <a:avLst/>
          </a:prstGeom>
          <a:noFill/>
          <a:ln>
            <a:noFill/>
          </a:ln>
        </p:spPr>
      </p:pic>
      <p:sp>
        <p:nvSpPr>
          <p:cNvPr id="144" name="Google Shape;144;p13"/>
          <p:cNvSpPr txBox="1"/>
          <p:nvPr>
            <p:ph hasCustomPrompt="1" type="title"/>
          </p:nvPr>
        </p:nvSpPr>
        <p:spPr>
          <a:xfrm>
            <a:off x="2283274" y="1319424"/>
            <a:ext cx="710700" cy="593400"/>
          </a:xfrm>
          <a:prstGeom prst="rect">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3000"/>
              <a:buNone/>
              <a:defRPr b="1" sz="24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45" name="Google Shape;145;p13"/>
          <p:cNvSpPr txBox="1"/>
          <p:nvPr>
            <p:ph idx="1" type="subTitle"/>
          </p:nvPr>
        </p:nvSpPr>
        <p:spPr>
          <a:xfrm>
            <a:off x="1148524" y="2344976"/>
            <a:ext cx="2980200" cy="4848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6" name="Google Shape;146;p13"/>
          <p:cNvSpPr txBox="1"/>
          <p:nvPr>
            <p:ph hasCustomPrompt="1" idx="2" type="title"/>
          </p:nvPr>
        </p:nvSpPr>
        <p:spPr>
          <a:xfrm>
            <a:off x="6142850" y="1319424"/>
            <a:ext cx="710400" cy="5934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3000"/>
              <a:buNone/>
              <a:defRPr b="1" sz="24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47" name="Google Shape;147;p13"/>
          <p:cNvSpPr txBox="1"/>
          <p:nvPr>
            <p:ph idx="3" type="subTitle"/>
          </p:nvPr>
        </p:nvSpPr>
        <p:spPr>
          <a:xfrm>
            <a:off x="5007650" y="2344966"/>
            <a:ext cx="2980800" cy="4848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8" name="Google Shape;148;p13"/>
          <p:cNvSpPr txBox="1"/>
          <p:nvPr>
            <p:ph hasCustomPrompt="1" idx="4" type="title"/>
          </p:nvPr>
        </p:nvSpPr>
        <p:spPr>
          <a:xfrm>
            <a:off x="2283274" y="3118823"/>
            <a:ext cx="710700" cy="593400"/>
          </a:xfrm>
          <a:prstGeom prst="rect">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3000"/>
              <a:buNone/>
              <a:defRPr b="1" sz="24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49" name="Google Shape;149;p13"/>
          <p:cNvSpPr txBox="1"/>
          <p:nvPr>
            <p:ph idx="5" type="subTitle"/>
          </p:nvPr>
        </p:nvSpPr>
        <p:spPr>
          <a:xfrm>
            <a:off x="1148524" y="4142476"/>
            <a:ext cx="2980200" cy="4848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13"/>
          <p:cNvSpPr txBox="1"/>
          <p:nvPr>
            <p:ph hasCustomPrompt="1" idx="6" type="title"/>
          </p:nvPr>
        </p:nvSpPr>
        <p:spPr>
          <a:xfrm>
            <a:off x="6142850" y="3118823"/>
            <a:ext cx="710400" cy="593400"/>
          </a:xfrm>
          <a:prstGeom prst="rect">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3000"/>
              <a:buNone/>
              <a:defRPr b="1" sz="24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51" name="Google Shape;151;p13"/>
          <p:cNvSpPr txBox="1"/>
          <p:nvPr>
            <p:ph idx="7" type="subTitle"/>
          </p:nvPr>
        </p:nvSpPr>
        <p:spPr>
          <a:xfrm>
            <a:off x="5007650" y="4142465"/>
            <a:ext cx="2980800" cy="4848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13"/>
          <p:cNvSpPr txBox="1"/>
          <p:nvPr>
            <p:ph idx="8" type="subTitle"/>
          </p:nvPr>
        </p:nvSpPr>
        <p:spPr>
          <a:xfrm>
            <a:off x="1148524" y="1966934"/>
            <a:ext cx="2980200" cy="401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Artifika"/>
              <a:buNone/>
              <a:defRPr sz="2400">
                <a:latin typeface="Artifika"/>
                <a:ea typeface="Artifika"/>
                <a:cs typeface="Artifika"/>
                <a:sym typeface="Artifika"/>
              </a:defRPr>
            </a:lvl1pPr>
            <a:lvl2pPr lvl="1" rtl="0" algn="ctr">
              <a:lnSpc>
                <a:spcPct val="100000"/>
              </a:lnSpc>
              <a:spcBef>
                <a:spcPts val="0"/>
              </a:spcBef>
              <a:spcAft>
                <a:spcPts val="0"/>
              </a:spcAft>
              <a:buSzPts val="2400"/>
              <a:buFont typeface="Artifika"/>
              <a:buNone/>
              <a:defRPr sz="2400">
                <a:latin typeface="Artifika"/>
                <a:ea typeface="Artifika"/>
                <a:cs typeface="Artifika"/>
                <a:sym typeface="Artifika"/>
              </a:defRPr>
            </a:lvl2pPr>
            <a:lvl3pPr lvl="2" rtl="0" algn="ctr">
              <a:lnSpc>
                <a:spcPct val="100000"/>
              </a:lnSpc>
              <a:spcBef>
                <a:spcPts val="0"/>
              </a:spcBef>
              <a:spcAft>
                <a:spcPts val="0"/>
              </a:spcAft>
              <a:buSzPts val="2400"/>
              <a:buFont typeface="Artifika"/>
              <a:buNone/>
              <a:defRPr sz="2400">
                <a:latin typeface="Artifika"/>
                <a:ea typeface="Artifika"/>
                <a:cs typeface="Artifika"/>
                <a:sym typeface="Artifika"/>
              </a:defRPr>
            </a:lvl3pPr>
            <a:lvl4pPr lvl="3" rtl="0" algn="ctr">
              <a:lnSpc>
                <a:spcPct val="100000"/>
              </a:lnSpc>
              <a:spcBef>
                <a:spcPts val="0"/>
              </a:spcBef>
              <a:spcAft>
                <a:spcPts val="0"/>
              </a:spcAft>
              <a:buSzPts val="2400"/>
              <a:buFont typeface="Artifika"/>
              <a:buNone/>
              <a:defRPr sz="2400">
                <a:latin typeface="Artifika"/>
                <a:ea typeface="Artifika"/>
                <a:cs typeface="Artifika"/>
                <a:sym typeface="Artifika"/>
              </a:defRPr>
            </a:lvl4pPr>
            <a:lvl5pPr lvl="4" rtl="0" algn="ctr">
              <a:lnSpc>
                <a:spcPct val="100000"/>
              </a:lnSpc>
              <a:spcBef>
                <a:spcPts val="0"/>
              </a:spcBef>
              <a:spcAft>
                <a:spcPts val="0"/>
              </a:spcAft>
              <a:buSzPts val="2400"/>
              <a:buFont typeface="Artifika"/>
              <a:buNone/>
              <a:defRPr sz="2400">
                <a:latin typeface="Artifika"/>
                <a:ea typeface="Artifika"/>
                <a:cs typeface="Artifika"/>
                <a:sym typeface="Artifika"/>
              </a:defRPr>
            </a:lvl5pPr>
            <a:lvl6pPr lvl="5" rtl="0" algn="ctr">
              <a:lnSpc>
                <a:spcPct val="100000"/>
              </a:lnSpc>
              <a:spcBef>
                <a:spcPts val="0"/>
              </a:spcBef>
              <a:spcAft>
                <a:spcPts val="0"/>
              </a:spcAft>
              <a:buSzPts val="2400"/>
              <a:buFont typeface="Artifika"/>
              <a:buNone/>
              <a:defRPr sz="2400">
                <a:latin typeface="Artifika"/>
                <a:ea typeface="Artifika"/>
                <a:cs typeface="Artifika"/>
                <a:sym typeface="Artifika"/>
              </a:defRPr>
            </a:lvl6pPr>
            <a:lvl7pPr lvl="6" rtl="0" algn="ctr">
              <a:lnSpc>
                <a:spcPct val="100000"/>
              </a:lnSpc>
              <a:spcBef>
                <a:spcPts val="0"/>
              </a:spcBef>
              <a:spcAft>
                <a:spcPts val="0"/>
              </a:spcAft>
              <a:buSzPts val="2400"/>
              <a:buFont typeface="Artifika"/>
              <a:buNone/>
              <a:defRPr sz="2400">
                <a:latin typeface="Artifika"/>
                <a:ea typeface="Artifika"/>
                <a:cs typeface="Artifika"/>
                <a:sym typeface="Artifika"/>
              </a:defRPr>
            </a:lvl7pPr>
            <a:lvl8pPr lvl="7" rtl="0" algn="ctr">
              <a:lnSpc>
                <a:spcPct val="100000"/>
              </a:lnSpc>
              <a:spcBef>
                <a:spcPts val="0"/>
              </a:spcBef>
              <a:spcAft>
                <a:spcPts val="0"/>
              </a:spcAft>
              <a:buSzPts val="2400"/>
              <a:buFont typeface="Artifika"/>
              <a:buNone/>
              <a:defRPr sz="2400">
                <a:latin typeface="Artifika"/>
                <a:ea typeface="Artifika"/>
                <a:cs typeface="Artifika"/>
                <a:sym typeface="Artifika"/>
              </a:defRPr>
            </a:lvl8pPr>
            <a:lvl9pPr lvl="8" rtl="0" algn="ctr">
              <a:lnSpc>
                <a:spcPct val="100000"/>
              </a:lnSpc>
              <a:spcBef>
                <a:spcPts val="0"/>
              </a:spcBef>
              <a:spcAft>
                <a:spcPts val="0"/>
              </a:spcAft>
              <a:buSzPts val="2400"/>
              <a:buFont typeface="Artifika"/>
              <a:buNone/>
              <a:defRPr sz="2400">
                <a:latin typeface="Artifika"/>
                <a:ea typeface="Artifika"/>
                <a:cs typeface="Artifika"/>
                <a:sym typeface="Artifika"/>
              </a:defRPr>
            </a:lvl9pPr>
          </a:lstStyle>
          <a:p/>
        </p:txBody>
      </p:sp>
      <p:sp>
        <p:nvSpPr>
          <p:cNvPr id="153" name="Google Shape;153;p13"/>
          <p:cNvSpPr txBox="1"/>
          <p:nvPr>
            <p:ph idx="9" type="subTitle"/>
          </p:nvPr>
        </p:nvSpPr>
        <p:spPr>
          <a:xfrm>
            <a:off x="5007650" y="1966925"/>
            <a:ext cx="2980800" cy="401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Artifika"/>
              <a:buNone/>
              <a:defRPr sz="2400">
                <a:latin typeface="Artifika"/>
                <a:ea typeface="Artifika"/>
                <a:cs typeface="Artifika"/>
                <a:sym typeface="Artifika"/>
              </a:defRPr>
            </a:lvl1pPr>
            <a:lvl2pPr lvl="1" rtl="0" algn="ctr">
              <a:lnSpc>
                <a:spcPct val="100000"/>
              </a:lnSpc>
              <a:spcBef>
                <a:spcPts val="0"/>
              </a:spcBef>
              <a:spcAft>
                <a:spcPts val="0"/>
              </a:spcAft>
              <a:buSzPts val="2400"/>
              <a:buFont typeface="Artifika"/>
              <a:buNone/>
              <a:defRPr sz="2400">
                <a:latin typeface="Artifika"/>
                <a:ea typeface="Artifika"/>
                <a:cs typeface="Artifika"/>
                <a:sym typeface="Artifika"/>
              </a:defRPr>
            </a:lvl2pPr>
            <a:lvl3pPr lvl="2" rtl="0" algn="ctr">
              <a:lnSpc>
                <a:spcPct val="100000"/>
              </a:lnSpc>
              <a:spcBef>
                <a:spcPts val="0"/>
              </a:spcBef>
              <a:spcAft>
                <a:spcPts val="0"/>
              </a:spcAft>
              <a:buSzPts val="2400"/>
              <a:buFont typeface="Artifika"/>
              <a:buNone/>
              <a:defRPr sz="2400">
                <a:latin typeface="Artifika"/>
                <a:ea typeface="Artifika"/>
                <a:cs typeface="Artifika"/>
                <a:sym typeface="Artifika"/>
              </a:defRPr>
            </a:lvl3pPr>
            <a:lvl4pPr lvl="3" rtl="0" algn="ctr">
              <a:lnSpc>
                <a:spcPct val="100000"/>
              </a:lnSpc>
              <a:spcBef>
                <a:spcPts val="0"/>
              </a:spcBef>
              <a:spcAft>
                <a:spcPts val="0"/>
              </a:spcAft>
              <a:buSzPts val="2400"/>
              <a:buFont typeface="Artifika"/>
              <a:buNone/>
              <a:defRPr sz="2400">
                <a:latin typeface="Artifika"/>
                <a:ea typeface="Artifika"/>
                <a:cs typeface="Artifika"/>
                <a:sym typeface="Artifika"/>
              </a:defRPr>
            </a:lvl4pPr>
            <a:lvl5pPr lvl="4" rtl="0" algn="ctr">
              <a:lnSpc>
                <a:spcPct val="100000"/>
              </a:lnSpc>
              <a:spcBef>
                <a:spcPts val="0"/>
              </a:spcBef>
              <a:spcAft>
                <a:spcPts val="0"/>
              </a:spcAft>
              <a:buSzPts val="2400"/>
              <a:buFont typeface="Artifika"/>
              <a:buNone/>
              <a:defRPr sz="2400">
                <a:latin typeface="Artifika"/>
                <a:ea typeface="Artifika"/>
                <a:cs typeface="Artifika"/>
                <a:sym typeface="Artifika"/>
              </a:defRPr>
            </a:lvl5pPr>
            <a:lvl6pPr lvl="5" rtl="0" algn="ctr">
              <a:lnSpc>
                <a:spcPct val="100000"/>
              </a:lnSpc>
              <a:spcBef>
                <a:spcPts val="0"/>
              </a:spcBef>
              <a:spcAft>
                <a:spcPts val="0"/>
              </a:spcAft>
              <a:buSzPts val="2400"/>
              <a:buFont typeface="Artifika"/>
              <a:buNone/>
              <a:defRPr sz="2400">
                <a:latin typeface="Artifika"/>
                <a:ea typeface="Artifika"/>
                <a:cs typeface="Artifika"/>
                <a:sym typeface="Artifika"/>
              </a:defRPr>
            </a:lvl6pPr>
            <a:lvl7pPr lvl="6" rtl="0" algn="ctr">
              <a:lnSpc>
                <a:spcPct val="100000"/>
              </a:lnSpc>
              <a:spcBef>
                <a:spcPts val="0"/>
              </a:spcBef>
              <a:spcAft>
                <a:spcPts val="0"/>
              </a:spcAft>
              <a:buSzPts val="2400"/>
              <a:buFont typeface="Artifika"/>
              <a:buNone/>
              <a:defRPr sz="2400">
                <a:latin typeface="Artifika"/>
                <a:ea typeface="Artifika"/>
                <a:cs typeface="Artifika"/>
                <a:sym typeface="Artifika"/>
              </a:defRPr>
            </a:lvl7pPr>
            <a:lvl8pPr lvl="7" rtl="0" algn="ctr">
              <a:lnSpc>
                <a:spcPct val="100000"/>
              </a:lnSpc>
              <a:spcBef>
                <a:spcPts val="0"/>
              </a:spcBef>
              <a:spcAft>
                <a:spcPts val="0"/>
              </a:spcAft>
              <a:buSzPts val="2400"/>
              <a:buFont typeface="Artifika"/>
              <a:buNone/>
              <a:defRPr sz="2400">
                <a:latin typeface="Artifika"/>
                <a:ea typeface="Artifika"/>
                <a:cs typeface="Artifika"/>
                <a:sym typeface="Artifika"/>
              </a:defRPr>
            </a:lvl8pPr>
            <a:lvl9pPr lvl="8" rtl="0" algn="ctr">
              <a:lnSpc>
                <a:spcPct val="100000"/>
              </a:lnSpc>
              <a:spcBef>
                <a:spcPts val="0"/>
              </a:spcBef>
              <a:spcAft>
                <a:spcPts val="0"/>
              </a:spcAft>
              <a:buSzPts val="2400"/>
              <a:buFont typeface="Artifika"/>
              <a:buNone/>
              <a:defRPr sz="2400">
                <a:latin typeface="Artifika"/>
                <a:ea typeface="Artifika"/>
                <a:cs typeface="Artifika"/>
                <a:sym typeface="Artifika"/>
              </a:defRPr>
            </a:lvl9pPr>
          </a:lstStyle>
          <a:p/>
        </p:txBody>
      </p:sp>
      <p:sp>
        <p:nvSpPr>
          <p:cNvPr id="154" name="Google Shape;154;p13"/>
          <p:cNvSpPr txBox="1"/>
          <p:nvPr>
            <p:ph idx="13" type="subTitle"/>
          </p:nvPr>
        </p:nvSpPr>
        <p:spPr>
          <a:xfrm>
            <a:off x="1148524" y="3764135"/>
            <a:ext cx="2980200" cy="401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Artifika"/>
              <a:buNone/>
              <a:defRPr sz="2400">
                <a:latin typeface="Artifika"/>
                <a:ea typeface="Artifika"/>
                <a:cs typeface="Artifika"/>
                <a:sym typeface="Artifika"/>
              </a:defRPr>
            </a:lvl1pPr>
            <a:lvl2pPr lvl="1" rtl="0" algn="ctr">
              <a:lnSpc>
                <a:spcPct val="100000"/>
              </a:lnSpc>
              <a:spcBef>
                <a:spcPts val="0"/>
              </a:spcBef>
              <a:spcAft>
                <a:spcPts val="0"/>
              </a:spcAft>
              <a:buSzPts val="2400"/>
              <a:buFont typeface="Artifika"/>
              <a:buNone/>
              <a:defRPr sz="2400">
                <a:latin typeface="Artifika"/>
                <a:ea typeface="Artifika"/>
                <a:cs typeface="Artifika"/>
                <a:sym typeface="Artifika"/>
              </a:defRPr>
            </a:lvl2pPr>
            <a:lvl3pPr lvl="2" rtl="0" algn="ctr">
              <a:lnSpc>
                <a:spcPct val="100000"/>
              </a:lnSpc>
              <a:spcBef>
                <a:spcPts val="0"/>
              </a:spcBef>
              <a:spcAft>
                <a:spcPts val="0"/>
              </a:spcAft>
              <a:buSzPts val="2400"/>
              <a:buFont typeface="Artifika"/>
              <a:buNone/>
              <a:defRPr sz="2400">
                <a:latin typeface="Artifika"/>
                <a:ea typeface="Artifika"/>
                <a:cs typeface="Artifika"/>
                <a:sym typeface="Artifika"/>
              </a:defRPr>
            </a:lvl3pPr>
            <a:lvl4pPr lvl="3" rtl="0" algn="ctr">
              <a:lnSpc>
                <a:spcPct val="100000"/>
              </a:lnSpc>
              <a:spcBef>
                <a:spcPts val="0"/>
              </a:spcBef>
              <a:spcAft>
                <a:spcPts val="0"/>
              </a:spcAft>
              <a:buSzPts val="2400"/>
              <a:buFont typeface="Artifika"/>
              <a:buNone/>
              <a:defRPr sz="2400">
                <a:latin typeface="Artifika"/>
                <a:ea typeface="Artifika"/>
                <a:cs typeface="Artifika"/>
                <a:sym typeface="Artifika"/>
              </a:defRPr>
            </a:lvl4pPr>
            <a:lvl5pPr lvl="4" rtl="0" algn="ctr">
              <a:lnSpc>
                <a:spcPct val="100000"/>
              </a:lnSpc>
              <a:spcBef>
                <a:spcPts val="0"/>
              </a:spcBef>
              <a:spcAft>
                <a:spcPts val="0"/>
              </a:spcAft>
              <a:buSzPts val="2400"/>
              <a:buFont typeface="Artifika"/>
              <a:buNone/>
              <a:defRPr sz="2400">
                <a:latin typeface="Artifika"/>
                <a:ea typeface="Artifika"/>
                <a:cs typeface="Artifika"/>
                <a:sym typeface="Artifika"/>
              </a:defRPr>
            </a:lvl5pPr>
            <a:lvl6pPr lvl="5" rtl="0" algn="ctr">
              <a:lnSpc>
                <a:spcPct val="100000"/>
              </a:lnSpc>
              <a:spcBef>
                <a:spcPts val="0"/>
              </a:spcBef>
              <a:spcAft>
                <a:spcPts val="0"/>
              </a:spcAft>
              <a:buSzPts val="2400"/>
              <a:buFont typeface="Artifika"/>
              <a:buNone/>
              <a:defRPr sz="2400">
                <a:latin typeface="Artifika"/>
                <a:ea typeface="Artifika"/>
                <a:cs typeface="Artifika"/>
                <a:sym typeface="Artifika"/>
              </a:defRPr>
            </a:lvl6pPr>
            <a:lvl7pPr lvl="6" rtl="0" algn="ctr">
              <a:lnSpc>
                <a:spcPct val="100000"/>
              </a:lnSpc>
              <a:spcBef>
                <a:spcPts val="0"/>
              </a:spcBef>
              <a:spcAft>
                <a:spcPts val="0"/>
              </a:spcAft>
              <a:buSzPts val="2400"/>
              <a:buFont typeface="Artifika"/>
              <a:buNone/>
              <a:defRPr sz="2400">
                <a:latin typeface="Artifika"/>
                <a:ea typeface="Artifika"/>
                <a:cs typeface="Artifika"/>
                <a:sym typeface="Artifika"/>
              </a:defRPr>
            </a:lvl7pPr>
            <a:lvl8pPr lvl="7" rtl="0" algn="ctr">
              <a:lnSpc>
                <a:spcPct val="100000"/>
              </a:lnSpc>
              <a:spcBef>
                <a:spcPts val="0"/>
              </a:spcBef>
              <a:spcAft>
                <a:spcPts val="0"/>
              </a:spcAft>
              <a:buSzPts val="2400"/>
              <a:buFont typeface="Artifika"/>
              <a:buNone/>
              <a:defRPr sz="2400">
                <a:latin typeface="Artifika"/>
                <a:ea typeface="Artifika"/>
                <a:cs typeface="Artifika"/>
                <a:sym typeface="Artifika"/>
              </a:defRPr>
            </a:lvl8pPr>
            <a:lvl9pPr lvl="8" rtl="0" algn="ctr">
              <a:lnSpc>
                <a:spcPct val="100000"/>
              </a:lnSpc>
              <a:spcBef>
                <a:spcPts val="0"/>
              </a:spcBef>
              <a:spcAft>
                <a:spcPts val="0"/>
              </a:spcAft>
              <a:buSzPts val="2400"/>
              <a:buFont typeface="Artifika"/>
              <a:buNone/>
              <a:defRPr sz="2400">
                <a:latin typeface="Artifika"/>
                <a:ea typeface="Artifika"/>
                <a:cs typeface="Artifika"/>
                <a:sym typeface="Artifika"/>
              </a:defRPr>
            </a:lvl9pPr>
          </a:lstStyle>
          <a:p/>
        </p:txBody>
      </p:sp>
      <p:sp>
        <p:nvSpPr>
          <p:cNvPr id="155" name="Google Shape;155;p13"/>
          <p:cNvSpPr txBox="1"/>
          <p:nvPr>
            <p:ph idx="14" type="subTitle"/>
          </p:nvPr>
        </p:nvSpPr>
        <p:spPr>
          <a:xfrm>
            <a:off x="5007650" y="3764126"/>
            <a:ext cx="2980800" cy="401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Artifika"/>
              <a:buNone/>
              <a:defRPr sz="2400">
                <a:latin typeface="Artifika"/>
                <a:ea typeface="Artifika"/>
                <a:cs typeface="Artifika"/>
                <a:sym typeface="Artifika"/>
              </a:defRPr>
            </a:lvl1pPr>
            <a:lvl2pPr lvl="1" rtl="0" algn="ctr">
              <a:lnSpc>
                <a:spcPct val="100000"/>
              </a:lnSpc>
              <a:spcBef>
                <a:spcPts val="0"/>
              </a:spcBef>
              <a:spcAft>
                <a:spcPts val="0"/>
              </a:spcAft>
              <a:buSzPts val="2400"/>
              <a:buFont typeface="Artifika"/>
              <a:buNone/>
              <a:defRPr sz="2400">
                <a:latin typeface="Artifika"/>
                <a:ea typeface="Artifika"/>
                <a:cs typeface="Artifika"/>
                <a:sym typeface="Artifika"/>
              </a:defRPr>
            </a:lvl2pPr>
            <a:lvl3pPr lvl="2" rtl="0" algn="ctr">
              <a:lnSpc>
                <a:spcPct val="100000"/>
              </a:lnSpc>
              <a:spcBef>
                <a:spcPts val="0"/>
              </a:spcBef>
              <a:spcAft>
                <a:spcPts val="0"/>
              </a:spcAft>
              <a:buSzPts val="2400"/>
              <a:buFont typeface="Artifika"/>
              <a:buNone/>
              <a:defRPr sz="2400">
                <a:latin typeface="Artifika"/>
                <a:ea typeface="Artifika"/>
                <a:cs typeface="Artifika"/>
                <a:sym typeface="Artifika"/>
              </a:defRPr>
            </a:lvl3pPr>
            <a:lvl4pPr lvl="3" rtl="0" algn="ctr">
              <a:lnSpc>
                <a:spcPct val="100000"/>
              </a:lnSpc>
              <a:spcBef>
                <a:spcPts val="0"/>
              </a:spcBef>
              <a:spcAft>
                <a:spcPts val="0"/>
              </a:spcAft>
              <a:buSzPts val="2400"/>
              <a:buFont typeface="Artifika"/>
              <a:buNone/>
              <a:defRPr sz="2400">
                <a:latin typeface="Artifika"/>
                <a:ea typeface="Artifika"/>
                <a:cs typeface="Artifika"/>
                <a:sym typeface="Artifika"/>
              </a:defRPr>
            </a:lvl4pPr>
            <a:lvl5pPr lvl="4" rtl="0" algn="ctr">
              <a:lnSpc>
                <a:spcPct val="100000"/>
              </a:lnSpc>
              <a:spcBef>
                <a:spcPts val="0"/>
              </a:spcBef>
              <a:spcAft>
                <a:spcPts val="0"/>
              </a:spcAft>
              <a:buSzPts val="2400"/>
              <a:buFont typeface="Artifika"/>
              <a:buNone/>
              <a:defRPr sz="2400">
                <a:latin typeface="Artifika"/>
                <a:ea typeface="Artifika"/>
                <a:cs typeface="Artifika"/>
                <a:sym typeface="Artifika"/>
              </a:defRPr>
            </a:lvl5pPr>
            <a:lvl6pPr lvl="5" rtl="0" algn="ctr">
              <a:lnSpc>
                <a:spcPct val="100000"/>
              </a:lnSpc>
              <a:spcBef>
                <a:spcPts val="0"/>
              </a:spcBef>
              <a:spcAft>
                <a:spcPts val="0"/>
              </a:spcAft>
              <a:buSzPts val="2400"/>
              <a:buFont typeface="Artifika"/>
              <a:buNone/>
              <a:defRPr sz="2400">
                <a:latin typeface="Artifika"/>
                <a:ea typeface="Artifika"/>
                <a:cs typeface="Artifika"/>
                <a:sym typeface="Artifika"/>
              </a:defRPr>
            </a:lvl6pPr>
            <a:lvl7pPr lvl="6" rtl="0" algn="ctr">
              <a:lnSpc>
                <a:spcPct val="100000"/>
              </a:lnSpc>
              <a:spcBef>
                <a:spcPts val="0"/>
              </a:spcBef>
              <a:spcAft>
                <a:spcPts val="0"/>
              </a:spcAft>
              <a:buSzPts val="2400"/>
              <a:buFont typeface="Artifika"/>
              <a:buNone/>
              <a:defRPr sz="2400">
                <a:latin typeface="Artifika"/>
                <a:ea typeface="Artifika"/>
                <a:cs typeface="Artifika"/>
                <a:sym typeface="Artifika"/>
              </a:defRPr>
            </a:lvl7pPr>
            <a:lvl8pPr lvl="7" rtl="0" algn="ctr">
              <a:lnSpc>
                <a:spcPct val="100000"/>
              </a:lnSpc>
              <a:spcBef>
                <a:spcPts val="0"/>
              </a:spcBef>
              <a:spcAft>
                <a:spcPts val="0"/>
              </a:spcAft>
              <a:buSzPts val="2400"/>
              <a:buFont typeface="Artifika"/>
              <a:buNone/>
              <a:defRPr sz="2400">
                <a:latin typeface="Artifika"/>
                <a:ea typeface="Artifika"/>
                <a:cs typeface="Artifika"/>
                <a:sym typeface="Artifika"/>
              </a:defRPr>
            </a:lvl8pPr>
            <a:lvl9pPr lvl="8" rtl="0" algn="ctr">
              <a:lnSpc>
                <a:spcPct val="100000"/>
              </a:lnSpc>
              <a:spcBef>
                <a:spcPts val="0"/>
              </a:spcBef>
              <a:spcAft>
                <a:spcPts val="0"/>
              </a:spcAft>
              <a:buSzPts val="2400"/>
              <a:buFont typeface="Artifika"/>
              <a:buNone/>
              <a:defRPr sz="2400">
                <a:latin typeface="Artifika"/>
                <a:ea typeface="Artifika"/>
                <a:cs typeface="Artifika"/>
                <a:sym typeface="Artifika"/>
              </a:defRPr>
            </a:lvl9pPr>
          </a:lstStyle>
          <a:p/>
        </p:txBody>
      </p:sp>
      <p:sp>
        <p:nvSpPr>
          <p:cNvPr id="156" name="Google Shape;156;p13"/>
          <p:cNvSpPr txBox="1"/>
          <p:nvPr>
            <p:ph idx="15"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7" name="Google Shape;157;p13"/>
          <p:cNvPicPr preferRelativeResize="0"/>
          <p:nvPr/>
        </p:nvPicPr>
        <p:blipFill>
          <a:blip r:embed="rId3">
            <a:alphaModFix amt="86000"/>
          </a:blip>
          <a:stretch>
            <a:fillRect/>
          </a:stretch>
        </p:blipFill>
        <p:spPr>
          <a:xfrm>
            <a:off x="-176775" y="2897390"/>
            <a:ext cx="923225" cy="2338037"/>
          </a:xfrm>
          <a:prstGeom prst="rect">
            <a:avLst/>
          </a:prstGeom>
          <a:noFill/>
          <a:ln>
            <a:noFill/>
          </a:ln>
        </p:spPr>
      </p:pic>
      <p:pic>
        <p:nvPicPr>
          <p:cNvPr id="158" name="Google Shape;158;p13"/>
          <p:cNvPicPr preferRelativeResize="0"/>
          <p:nvPr/>
        </p:nvPicPr>
        <p:blipFill>
          <a:blip r:embed="rId4">
            <a:alphaModFix/>
          </a:blip>
          <a:stretch>
            <a:fillRect/>
          </a:stretch>
        </p:blipFill>
        <p:spPr>
          <a:xfrm flipH="1">
            <a:off x="302275" y="701413"/>
            <a:ext cx="342900" cy="371475"/>
          </a:xfrm>
          <a:prstGeom prst="rect">
            <a:avLst/>
          </a:prstGeom>
          <a:noFill/>
          <a:ln>
            <a:noFill/>
          </a:ln>
        </p:spPr>
      </p:pic>
      <p:pic>
        <p:nvPicPr>
          <p:cNvPr id="159" name="Google Shape;159;p13"/>
          <p:cNvPicPr preferRelativeResize="0"/>
          <p:nvPr/>
        </p:nvPicPr>
        <p:blipFill>
          <a:blip r:embed="rId5">
            <a:alphaModFix/>
          </a:blip>
          <a:stretch>
            <a:fillRect/>
          </a:stretch>
        </p:blipFill>
        <p:spPr>
          <a:xfrm flipH="1">
            <a:off x="8592700" y="259438"/>
            <a:ext cx="342900" cy="371475"/>
          </a:xfrm>
          <a:prstGeom prst="rect">
            <a:avLst/>
          </a:prstGeom>
          <a:noFill/>
          <a:ln>
            <a:noFill/>
          </a:ln>
        </p:spPr>
      </p:pic>
      <p:pic>
        <p:nvPicPr>
          <p:cNvPr id="160" name="Google Shape;160;p13"/>
          <p:cNvPicPr preferRelativeResize="0"/>
          <p:nvPr/>
        </p:nvPicPr>
        <p:blipFill>
          <a:blip r:embed="rId5">
            <a:alphaModFix/>
          </a:blip>
          <a:stretch>
            <a:fillRect/>
          </a:stretch>
        </p:blipFill>
        <p:spPr>
          <a:xfrm flipH="1">
            <a:off x="7727725" y="4654400"/>
            <a:ext cx="342900" cy="371475"/>
          </a:xfrm>
          <a:prstGeom prst="rect">
            <a:avLst/>
          </a:prstGeom>
          <a:noFill/>
          <a:ln>
            <a:noFill/>
          </a:ln>
        </p:spPr>
      </p:pic>
      <p:pic>
        <p:nvPicPr>
          <p:cNvPr id="161" name="Google Shape;161;p13"/>
          <p:cNvPicPr preferRelativeResize="0"/>
          <p:nvPr/>
        </p:nvPicPr>
        <p:blipFill>
          <a:blip r:embed="rId6">
            <a:alphaModFix/>
          </a:blip>
          <a:stretch>
            <a:fillRect/>
          </a:stretch>
        </p:blipFill>
        <p:spPr>
          <a:xfrm flipH="1">
            <a:off x="113388" y="2131063"/>
            <a:ext cx="342900" cy="371475"/>
          </a:xfrm>
          <a:prstGeom prst="rect">
            <a:avLst/>
          </a:prstGeom>
          <a:noFill/>
          <a:ln>
            <a:noFill/>
          </a:ln>
        </p:spPr>
      </p:pic>
      <p:pic>
        <p:nvPicPr>
          <p:cNvPr id="162" name="Google Shape;162;p13"/>
          <p:cNvPicPr preferRelativeResize="0"/>
          <p:nvPr/>
        </p:nvPicPr>
        <p:blipFill>
          <a:blip r:embed="rId7">
            <a:alphaModFix/>
          </a:blip>
          <a:stretch>
            <a:fillRect/>
          </a:stretch>
        </p:blipFill>
        <p:spPr>
          <a:xfrm flipH="1">
            <a:off x="8675875" y="1638663"/>
            <a:ext cx="342900" cy="371475"/>
          </a:xfrm>
          <a:prstGeom prst="rect">
            <a:avLst/>
          </a:prstGeom>
          <a:noFill/>
          <a:ln>
            <a:noFill/>
          </a:ln>
        </p:spPr>
      </p:pic>
      <p:pic>
        <p:nvPicPr>
          <p:cNvPr id="163" name="Google Shape;163;p13"/>
          <p:cNvPicPr preferRelativeResize="0"/>
          <p:nvPr/>
        </p:nvPicPr>
        <p:blipFill>
          <a:blip r:embed="rId8">
            <a:alphaModFix/>
          </a:blip>
          <a:stretch>
            <a:fillRect/>
          </a:stretch>
        </p:blipFill>
        <p:spPr>
          <a:xfrm flipH="1">
            <a:off x="1587900" y="167400"/>
            <a:ext cx="342900" cy="371475"/>
          </a:xfrm>
          <a:prstGeom prst="rect">
            <a:avLst/>
          </a:prstGeom>
          <a:noFill/>
          <a:ln>
            <a:noFill/>
          </a:ln>
        </p:spPr>
      </p:pic>
      <p:pic>
        <p:nvPicPr>
          <p:cNvPr id="164" name="Google Shape;164;p13"/>
          <p:cNvPicPr preferRelativeResize="0"/>
          <p:nvPr/>
        </p:nvPicPr>
        <p:blipFill>
          <a:blip r:embed="rId6">
            <a:alphaModFix/>
          </a:blip>
          <a:stretch>
            <a:fillRect/>
          </a:stretch>
        </p:blipFill>
        <p:spPr>
          <a:xfrm flipH="1">
            <a:off x="6470425" y="126088"/>
            <a:ext cx="342900" cy="371475"/>
          </a:xfrm>
          <a:prstGeom prst="rect">
            <a:avLst/>
          </a:prstGeom>
          <a:noFill/>
          <a:ln>
            <a:noFill/>
          </a:ln>
        </p:spPr>
      </p:pic>
      <p:pic>
        <p:nvPicPr>
          <p:cNvPr id="165" name="Google Shape;165;p13"/>
          <p:cNvPicPr preferRelativeResize="0"/>
          <p:nvPr/>
        </p:nvPicPr>
        <p:blipFill>
          <a:blip r:embed="rId9">
            <a:alphaModFix/>
          </a:blip>
          <a:stretch>
            <a:fillRect/>
          </a:stretch>
        </p:blipFill>
        <p:spPr>
          <a:xfrm flipH="1">
            <a:off x="8241650" y="2961500"/>
            <a:ext cx="849400" cy="26445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4">
    <p:spTree>
      <p:nvGrpSpPr>
        <p:cNvPr id="166" name="Shape 166"/>
        <p:cNvGrpSpPr/>
        <p:nvPr/>
      </p:nvGrpSpPr>
      <p:grpSpPr>
        <a:xfrm>
          <a:off x="0" y="0"/>
          <a:ext cx="0" cy="0"/>
          <a:chOff x="0" y="0"/>
          <a:chExt cx="0" cy="0"/>
        </a:xfrm>
      </p:grpSpPr>
      <p:pic>
        <p:nvPicPr>
          <p:cNvPr id="167" name="Google Shape;167;p14"/>
          <p:cNvPicPr preferRelativeResize="0"/>
          <p:nvPr/>
        </p:nvPicPr>
        <p:blipFill>
          <a:blip r:embed="rId2">
            <a:alphaModFix/>
          </a:blip>
          <a:stretch>
            <a:fillRect/>
          </a:stretch>
        </p:blipFill>
        <p:spPr>
          <a:xfrm flipH="1" rot="10800000">
            <a:off x="-1104901" y="-1188300"/>
            <a:ext cx="11468101" cy="6434875"/>
          </a:xfrm>
          <a:prstGeom prst="rect">
            <a:avLst/>
          </a:prstGeom>
          <a:noFill/>
          <a:ln>
            <a:noFill/>
          </a:ln>
        </p:spPr>
      </p:pic>
      <p:sp>
        <p:nvSpPr>
          <p:cNvPr id="168" name="Google Shape;168;p14"/>
          <p:cNvSpPr txBox="1"/>
          <p:nvPr>
            <p:ph hasCustomPrompt="1" type="title"/>
          </p:nvPr>
        </p:nvSpPr>
        <p:spPr>
          <a:xfrm>
            <a:off x="6146975" y="1592838"/>
            <a:ext cx="1985400" cy="902700"/>
          </a:xfrm>
          <a:prstGeom prst="rect">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2400"/>
              <a:buNone/>
              <a:defRPr b="1">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69" name="Google Shape;169;p14"/>
          <p:cNvSpPr txBox="1"/>
          <p:nvPr>
            <p:ph idx="1" type="subTitle"/>
          </p:nvPr>
        </p:nvSpPr>
        <p:spPr>
          <a:xfrm>
            <a:off x="6146973" y="3196523"/>
            <a:ext cx="1985400" cy="107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sp>
        <p:nvSpPr>
          <p:cNvPr id="170" name="Google Shape;170;p14"/>
          <p:cNvSpPr txBox="1"/>
          <p:nvPr>
            <p:ph idx="2" type="subTitle"/>
          </p:nvPr>
        </p:nvSpPr>
        <p:spPr>
          <a:xfrm>
            <a:off x="6146975" y="2748327"/>
            <a:ext cx="1985400" cy="448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Artifika"/>
              <a:buNone/>
              <a:defRPr sz="2400">
                <a:latin typeface="Artifika"/>
                <a:ea typeface="Artifika"/>
                <a:cs typeface="Artifika"/>
                <a:sym typeface="Artifika"/>
              </a:defRPr>
            </a:lvl1pPr>
            <a:lvl2pPr lvl="1" rtl="0" algn="ctr">
              <a:spcBef>
                <a:spcPts val="0"/>
              </a:spcBef>
              <a:spcAft>
                <a:spcPts val="0"/>
              </a:spcAft>
              <a:buSzPts val="2400"/>
              <a:buFont typeface="Artifika"/>
              <a:buNone/>
              <a:defRPr sz="2400">
                <a:latin typeface="Artifika"/>
                <a:ea typeface="Artifika"/>
                <a:cs typeface="Artifika"/>
                <a:sym typeface="Artifika"/>
              </a:defRPr>
            </a:lvl2pPr>
            <a:lvl3pPr lvl="2" rtl="0" algn="ctr">
              <a:spcBef>
                <a:spcPts val="0"/>
              </a:spcBef>
              <a:spcAft>
                <a:spcPts val="0"/>
              </a:spcAft>
              <a:buSzPts val="2400"/>
              <a:buFont typeface="Artifika"/>
              <a:buNone/>
              <a:defRPr sz="2400">
                <a:latin typeface="Artifika"/>
                <a:ea typeface="Artifika"/>
                <a:cs typeface="Artifika"/>
                <a:sym typeface="Artifika"/>
              </a:defRPr>
            </a:lvl3pPr>
            <a:lvl4pPr lvl="3" rtl="0" algn="ctr">
              <a:spcBef>
                <a:spcPts val="0"/>
              </a:spcBef>
              <a:spcAft>
                <a:spcPts val="0"/>
              </a:spcAft>
              <a:buSzPts val="2400"/>
              <a:buFont typeface="Artifika"/>
              <a:buNone/>
              <a:defRPr sz="2400">
                <a:latin typeface="Artifika"/>
                <a:ea typeface="Artifika"/>
                <a:cs typeface="Artifika"/>
                <a:sym typeface="Artifika"/>
              </a:defRPr>
            </a:lvl4pPr>
            <a:lvl5pPr lvl="4" rtl="0" algn="ctr">
              <a:spcBef>
                <a:spcPts val="0"/>
              </a:spcBef>
              <a:spcAft>
                <a:spcPts val="0"/>
              </a:spcAft>
              <a:buSzPts val="2400"/>
              <a:buFont typeface="Artifika"/>
              <a:buNone/>
              <a:defRPr sz="2400">
                <a:latin typeface="Artifika"/>
                <a:ea typeface="Artifika"/>
                <a:cs typeface="Artifika"/>
                <a:sym typeface="Artifika"/>
              </a:defRPr>
            </a:lvl5pPr>
            <a:lvl6pPr lvl="5" rtl="0" algn="ctr">
              <a:spcBef>
                <a:spcPts val="0"/>
              </a:spcBef>
              <a:spcAft>
                <a:spcPts val="0"/>
              </a:spcAft>
              <a:buSzPts val="2400"/>
              <a:buFont typeface="Artifika"/>
              <a:buNone/>
              <a:defRPr sz="2400">
                <a:latin typeface="Artifika"/>
                <a:ea typeface="Artifika"/>
                <a:cs typeface="Artifika"/>
                <a:sym typeface="Artifika"/>
              </a:defRPr>
            </a:lvl6pPr>
            <a:lvl7pPr lvl="6" rtl="0" algn="ctr">
              <a:spcBef>
                <a:spcPts val="0"/>
              </a:spcBef>
              <a:spcAft>
                <a:spcPts val="0"/>
              </a:spcAft>
              <a:buSzPts val="2400"/>
              <a:buFont typeface="Artifika"/>
              <a:buNone/>
              <a:defRPr sz="2400">
                <a:latin typeface="Artifika"/>
                <a:ea typeface="Artifika"/>
                <a:cs typeface="Artifika"/>
                <a:sym typeface="Artifika"/>
              </a:defRPr>
            </a:lvl7pPr>
            <a:lvl8pPr lvl="7" rtl="0" algn="ctr">
              <a:spcBef>
                <a:spcPts val="0"/>
              </a:spcBef>
              <a:spcAft>
                <a:spcPts val="0"/>
              </a:spcAft>
              <a:buSzPts val="2400"/>
              <a:buFont typeface="Artifika"/>
              <a:buNone/>
              <a:defRPr sz="2400">
                <a:latin typeface="Artifika"/>
                <a:ea typeface="Artifika"/>
                <a:cs typeface="Artifika"/>
                <a:sym typeface="Artifika"/>
              </a:defRPr>
            </a:lvl8pPr>
            <a:lvl9pPr lvl="8" rtl="0" algn="ctr">
              <a:spcBef>
                <a:spcPts val="0"/>
              </a:spcBef>
              <a:spcAft>
                <a:spcPts val="0"/>
              </a:spcAft>
              <a:buSzPts val="2400"/>
              <a:buFont typeface="Artifika"/>
              <a:buNone/>
              <a:defRPr sz="2400">
                <a:latin typeface="Artifika"/>
                <a:ea typeface="Artifika"/>
                <a:cs typeface="Artifika"/>
                <a:sym typeface="Artifika"/>
              </a:defRPr>
            </a:lvl9pPr>
          </a:lstStyle>
          <a:p/>
        </p:txBody>
      </p:sp>
      <p:sp>
        <p:nvSpPr>
          <p:cNvPr id="171" name="Google Shape;171;p14"/>
          <p:cNvSpPr txBox="1"/>
          <p:nvPr>
            <p:ph hasCustomPrompt="1" idx="3" type="title"/>
          </p:nvPr>
        </p:nvSpPr>
        <p:spPr>
          <a:xfrm>
            <a:off x="3579303" y="1592838"/>
            <a:ext cx="1985400" cy="902700"/>
          </a:xfrm>
          <a:prstGeom prst="rect">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2400"/>
              <a:buNone/>
              <a:defRPr b="1">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72" name="Google Shape;172;p14"/>
          <p:cNvSpPr txBox="1"/>
          <p:nvPr>
            <p:ph idx="4" type="subTitle"/>
          </p:nvPr>
        </p:nvSpPr>
        <p:spPr>
          <a:xfrm>
            <a:off x="3579299" y="3196523"/>
            <a:ext cx="1985400" cy="107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sp>
        <p:nvSpPr>
          <p:cNvPr id="173" name="Google Shape;173;p14"/>
          <p:cNvSpPr txBox="1"/>
          <p:nvPr>
            <p:ph idx="5" type="subTitle"/>
          </p:nvPr>
        </p:nvSpPr>
        <p:spPr>
          <a:xfrm>
            <a:off x="3579306" y="2748327"/>
            <a:ext cx="1985400" cy="448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Artifika"/>
              <a:buNone/>
              <a:defRPr sz="2400">
                <a:latin typeface="Artifika"/>
                <a:ea typeface="Artifika"/>
                <a:cs typeface="Artifika"/>
                <a:sym typeface="Artifika"/>
              </a:defRPr>
            </a:lvl1pPr>
            <a:lvl2pPr lvl="1" rtl="0" algn="ctr">
              <a:spcBef>
                <a:spcPts val="0"/>
              </a:spcBef>
              <a:spcAft>
                <a:spcPts val="0"/>
              </a:spcAft>
              <a:buSzPts val="2400"/>
              <a:buFont typeface="Artifika"/>
              <a:buNone/>
              <a:defRPr sz="2400">
                <a:latin typeface="Artifika"/>
                <a:ea typeface="Artifika"/>
                <a:cs typeface="Artifika"/>
                <a:sym typeface="Artifika"/>
              </a:defRPr>
            </a:lvl2pPr>
            <a:lvl3pPr lvl="2" rtl="0" algn="ctr">
              <a:spcBef>
                <a:spcPts val="0"/>
              </a:spcBef>
              <a:spcAft>
                <a:spcPts val="0"/>
              </a:spcAft>
              <a:buSzPts val="2400"/>
              <a:buFont typeface="Artifika"/>
              <a:buNone/>
              <a:defRPr sz="2400">
                <a:latin typeface="Artifika"/>
                <a:ea typeface="Artifika"/>
                <a:cs typeface="Artifika"/>
                <a:sym typeface="Artifika"/>
              </a:defRPr>
            </a:lvl3pPr>
            <a:lvl4pPr lvl="3" rtl="0" algn="ctr">
              <a:spcBef>
                <a:spcPts val="0"/>
              </a:spcBef>
              <a:spcAft>
                <a:spcPts val="0"/>
              </a:spcAft>
              <a:buSzPts val="2400"/>
              <a:buFont typeface="Artifika"/>
              <a:buNone/>
              <a:defRPr sz="2400">
                <a:latin typeface="Artifika"/>
                <a:ea typeface="Artifika"/>
                <a:cs typeface="Artifika"/>
                <a:sym typeface="Artifika"/>
              </a:defRPr>
            </a:lvl4pPr>
            <a:lvl5pPr lvl="4" rtl="0" algn="ctr">
              <a:spcBef>
                <a:spcPts val="0"/>
              </a:spcBef>
              <a:spcAft>
                <a:spcPts val="0"/>
              </a:spcAft>
              <a:buSzPts val="2400"/>
              <a:buFont typeface="Artifika"/>
              <a:buNone/>
              <a:defRPr sz="2400">
                <a:latin typeface="Artifika"/>
                <a:ea typeface="Artifika"/>
                <a:cs typeface="Artifika"/>
                <a:sym typeface="Artifika"/>
              </a:defRPr>
            </a:lvl5pPr>
            <a:lvl6pPr lvl="5" rtl="0" algn="ctr">
              <a:spcBef>
                <a:spcPts val="0"/>
              </a:spcBef>
              <a:spcAft>
                <a:spcPts val="0"/>
              </a:spcAft>
              <a:buSzPts val="2400"/>
              <a:buFont typeface="Artifika"/>
              <a:buNone/>
              <a:defRPr sz="2400">
                <a:latin typeface="Artifika"/>
                <a:ea typeface="Artifika"/>
                <a:cs typeface="Artifika"/>
                <a:sym typeface="Artifika"/>
              </a:defRPr>
            </a:lvl6pPr>
            <a:lvl7pPr lvl="6" rtl="0" algn="ctr">
              <a:spcBef>
                <a:spcPts val="0"/>
              </a:spcBef>
              <a:spcAft>
                <a:spcPts val="0"/>
              </a:spcAft>
              <a:buSzPts val="2400"/>
              <a:buFont typeface="Artifika"/>
              <a:buNone/>
              <a:defRPr sz="2400">
                <a:latin typeface="Artifika"/>
                <a:ea typeface="Artifika"/>
                <a:cs typeface="Artifika"/>
                <a:sym typeface="Artifika"/>
              </a:defRPr>
            </a:lvl7pPr>
            <a:lvl8pPr lvl="7" rtl="0" algn="ctr">
              <a:spcBef>
                <a:spcPts val="0"/>
              </a:spcBef>
              <a:spcAft>
                <a:spcPts val="0"/>
              </a:spcAft>
              <a:buSzPts val="2400"/>
              <a:buFont typeface="Artifika"/>
              <a:buNone/>
              <a:defRPr sz="2400">
                <a:latin typeface="Artifika"/>
                <a:ea typeface="Artifika"/>
                <a:cs typeface="Artifika"/>
                <a:sym typeface="Artifika"/>
              </a:defRPr>
            </a:lvl8pPr>
            <a:lvl9pPr lvl="8" rtl="0" algn="ctr">
              <a:spcBef>
                <a:spcPts val="0"/>
              </a:spcBef>
              <a:spcAft>
                <a:spcPts val="0"/>
              </a:spcAft>
              <a:buSzPts val="2400"/>
              <a:buFont typeface="Artifika"/>
              <a:buNone/>
              <a:defRPr sz="2400">
                <a:latin typeface="Artifika"/>
                <a:ea typeface="Artifika"/>
                <a:cs typeface="Artifika"/>
                <a:sym typeface="Artifika"/>
              </a:defRPr>
            </a:lvl9pPr>
          </a:lstStyle>
          <a:p/>
        </p:txBody>
      </p:sp>
      <p:sp>
        <p:nvSpPr>
          <p:cNvPr id="174" name="Google Shape;174;p14"/>
          <p:cNvSpPr txBox="1"/>
          <p:nvPr>
            <p:ph hasCustomPrompt="1" idx="6" type="title"/>
          </p:nvPr>
        </p:nvSpPr>
        <p:spPr>
          <a:xfrm>
            <a:off x="1011625" y="1592838"/>
            <a:ext cx="1985400" cy="902700"/>
          </a:xfrm>
          <a:prstGeom prst="rect">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lvl1pPr lvl="0" rtl="0" algn="ctr">
              <a:spcBef>
                <a:spcPts val="0"/>
              </a:spcBef>
              <a:spcAft>
                <a:spcPts val="0"/>
              </a:spcAft>
              <a:buSzPts val="2400"/>
              <a:buNone/>
              <a:defRPr b="1">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75" name="Google Shape;175;p14"/>
          <p:cNvSpPr txBox="1"/>
          <p:nvPr>
            <p:ph idx="7" type="subTitle"/>
          </p:nvPr>
        </p:nvSpPr>
        <p:spPr>
          <a:xfrm>
            <a:off x="1011625" y="3196523"/>
            <a:ext cx="1985400" cy="107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sp>
        <p:nvSpPr>
          <p:cNvPr id="176" name="Google Shape;176;p14"/>
          <p:cNvSpPr txBox="1"/>
          <p:nvPr>
            <p:ph idx="8" type="subTitle"/>
          </p:nvPr>
        </p:nvSpPr>
        <p:spPr>
          <a:xfrm>
            <a:off x="1011631" y="2748327"/>
            <a:ext cx="1985400" cy="448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Artifika"/>
              <a:buNone/>
              <a:defRPr sz="2400">
                <a:latin typeface="Artifika"/>
                <a:ea typeface="Artifika"/>
                <a:cs typeface="Artifika"/>
                <a:sym typeface="Artifika"/>
              </a:defRPr>
            </a:lvl1pPr>
            <a:lvl2pPr lvl="1" rtl="0" algn="ctr">
              <a:spcBef>
                <a:spcPts val="0"/>
              </a:spcBef>
              <a:spcAft>
                <a:spcPts val="0"/>
              </a:spcAft>
              <a:buSzPts val="2400"/>
              <a:buFont typeface="Artifika"/>
              <a:buNone/>
              <a:defRPr sz="2400">
                <a:latin typeface="Artifika"/>
                <a:ea typeface="Artifika"/>
                <a:cs typeface="Artifika"/>
                <a:sym typeface="Artifika"/>
              </a:defRPr>
            </a:lvl2pPr>
            <a:lvl3pPr lvl="2" rtl="0" algn="ctr">
              <a:spcBef>
                <a:spcPts val="0"/>
              </a:spcBef>
              <a:spcAft>
                <a:spcPts val="0"/>
              </a:spcAft>
              <a:buSzPts val="2400"/>
              <a:buFont typeface="Artifika"/>
              <a:buNone/>
              <a:defRPr sz="2400">
                <a:latin typeface="Artifika"/>
                <a:ea typeface="Artifika"/>
                <a:cs typeface="Artifika"/>
                <a:sym typeface="Artifika"/>
              </a:defRPr>
            </a:lvl3pPr>
            <a:lvl4pPr lvl="3" rtl="0" algn="ctr">
              <a:spcBef>
                <a:spcPts val="0"/>
              </a:spcBef>
              <a:spcAft>
                <a:spcPts val="0"/>
              </a:spcAft>
              <a:buSzPts val="2400"/>
              <a:buFont typeface="Artifika"/>
              <a:buNone/>
              <a:defRPr sz="2400">
                <a:latin typeface="Artifika"/>
                <a:ea typeface="Artifika"/>
                <a:cs typeface="Artifika"/>
                <a:sym typeface="Artifika"/>
              </a:defRPr>
            </a:lvl4pPr>
            <a:lvl5pPr lvl="4" rtl="0" algn="ctr">
              <a:spcBef>
                <a:spcPts val="0"/>
              </a:spcBef>
              <a:spcAft>
                <a:spcPts val="0"/>
              </a:spcAft>
              <a:buSzPts val="2400"/>
              <a:buFont typeface="Artifika"/>
              <a:buNone/>
              <a:defRPr sz="2400">
                <a:latin typeface="Artifika"/>
                <a:ea typeface="Artifika"/>
                <a:cs typeface="Artifika"/>
                <a:sym typeface="Artifika"/>
              </a:defRPr>
            </a:lvl5pPr>
            <a:lvl6pPr lvl="5" rtl="0" algn="ctr">
              <a:spcBef>
                <a:spcPts val="0"/>
              </a:spcBef>
              <a:spcAft>
                <a:spcPts val="0"/>
              </a:spcAft>
              <a:buSzPts val="2400"/>
              <a:buFont typeface="Artifika"/>
              <a:buNone/>
              <a:defRPr sz="2400">
                <a:latin typeface="Artifika"/>
                <a:ea typeface="Artifika"/>
                <a:cs typeface="Artifika"/>
                <a:sym typeface="Artifika"/>
              </a:defRPr>
            </a:lvl6pPr>
            <a:lvl7pPr lvl="6" rtl="0" algn="ctr">
              <a:spcBef>
                <a:spcPts val="0"/>
              </a:spcBef>
              <a:spcAft>
                <a:spcPts val="0"/>
              </a:spcAft>
              <a:buSzPts val="2400"/>
              <a:buFont typeface="Artifika"/>
              <a:buNone/>
              <a:defRPr sz="2400">
                <a:latin typeface="Artifika"/>
                <a:ea typeface="Artifika"/>
                <a:cs typeface="Artifika"/>
                <a:sym typeface="Artifika"/>
              </a:defRPr>
            </a:lvl7pPr>
            <a:lvl8pPr lvl="7" rtl="0" algn="ctr">
              <a:spcBef>
                <a:spcPts val="0"/>
              </a:spcBef>
              <a:spcAft>
                <a:spcPts val="0"/>
              </a:spcAft>
              <a:buSzPts val="2400"/>
              <a:buFont typeface="Artifika"/>
              <a:buNone/>
              <a:defRPr sz="2400">
                <a:latin typeface="Artifika"/>
                <a:ea typeface="Artifika"/>
                <a:cs typeface="Artifika"/>
                <a:sym typeface="Artifika"/>
              </a:defRPr>
            </a:lvl8pPr>
            <a:lvl9pPr lvl="8" rtl="0" algn="ctr">
              <a:spcBef>
                <a:spcPts val="0"/>
              </a:spcBef>
              <a:spcAft>
                <a:spcPts val="0"/>
              </a:spcAft>
              <a:buSzPts val="2400"/>
              <a:buFont typeface="Artifika"/>
              <a:buNone/>
              <a:defRPr sz="2400">
                <a:latin typeface="Artifika"/>
                <a:ea typeface="Artifika"/>
                <a:cs typeface="Artifika"/>
                <a:sym typeface="Artifika"/>
              </a:defRPr>
            </a:lvl9pPr>
          </a:lstStyle>
          <a:p/>
        </p:txBody>
      </p:sp>
      <p:sp>
        <p:nvSpPr>
          <p:cNvPr id="177" name="Google Shape;177;p14"/>
          <p:cNvSpPr txBox="1"/>
          <p:nvPr>
            <p:ph idx="9"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8" name="Google Shape;178;p14"/>
          <p:cNvPicPr preferRelativeResize="0"/>
          <p:nvPr/>
        </p:nvPicPr>
        <p:blipFill>
          <a:blip r:embed="rId3">
            <a:alphaModFix amt="86000"/>
          </a:blip>
          <a:stretch>
            <a:fillRect/>
          </a:stretch>
        </p:blipFill>
        <p:spPr>
          <a:xfrm>
            <a:off x="-183551" y="3590913"/>
            <a:ext cx="733425" cy="1857375"/>
          </a:xfrm>
          <a:prstGeom prst="rect">
            <a:avLst/>
          </a:prstGeom>
          <a:noFill/>
          <a:ln>
            <a:noFill/>
          </a:ln>
        </p:spPr>
      </p:pic>
      <p:pic>
        <p:nvPicPr>
          <p:cNvPr id="179" name="Google Shape;179;p14"/>
          <p:cNvPicPr preferRelativeResize="0"/>
          <p:nvPr/>
        </p:nvPicPr>
        <p:blipFill>
          <a:blip r:embed="rId4">
            <a:alphaModFix amt="86000"/>
          </a:blip>
          <a:stretch>
            <a:fillRect/>
          </a:stretch>
        </p:blipFill>
        <p:spPr>
          <a:xfrm flipH="1" rot="1574202">
            <a:off x="8059237" y="2833425"/>
            <a:ext cx="1304925" cy="2809875"/>
          </a:xfrm>
          <a:prstGeom prst="rect">
            <a:avLst/>
          </a:prstGeom>
          <a:noFill/>
          <a:ln>
            <a:noFill/>
          </a:ln>
        </p:spPr>
      </p:pic>
      <p:pic>
        <p:nvPicPr>
          <p:cNvPr id="180" name="Google Shape;180;p14"/>
          <p:cNvPicPr preferRelativeResize="0"/>
          <p:nvPr/>
        </p:nvPicPr>
        <p:blipFill>
          <a:blip r:embed="rId5">
            <a:alphaModFix/>
          </a:blip>
          <a:stretch>
            <a:fillRect/>
          </a:stretch>
        </p:blipFill>
        <p:spPr>
          <a:xfrm flipH="1">
            <a:off x="5927437" y="4512350"/>
            <a:ext cx="342900" cy="371475"/>
          </a:xfrm>
          <a:prstGeom prst="rect">
            <a:avLst/>
          </a:prstGeom>
          <a:noFill/>
          <a:ln>
            <a:noFill/>
          </a:ln>
        </p:spPr>
      </p:pic>
      <p:pic>
        <p:nvPicPr>
          <p:cNvPr id="181" name="Google Shape;181;p14"/>
          <p:cNvPicPr preferRelativeResize="0"/>
          <p:nvPr/>
        </p:nvPicPr>
        <p:blipFill>
          <a:blip r:embed="rId6">
            <a:alphaModFix/>
          </a:blip>
          <a:stretch>
            <a:fillRect/>
          </a:stretch>
        </p:blipFill>
        <p:spPr>
          <a:xfrm flipH="1">
            <a:off x="8545012" y="1257663"/>
            <a:ext cx="342900" cy="371475"/>
          </a:xfrm>
          <a:prstGeom prst="rect">
            <a:avLst/>
          </a:prstGeom>
          <a:noFill/>
          <a:ln>
            <a:noFill/>
          </a:ln>
        </p:spPr>
      </p:pic>
      <p:pic>
        <p:nvPicPr>
          <p:cNvPr id="182" name="Google Shape;182;p14"/>
          <p:cNvPicPr preferRelativeResize="0"/>
          <p:nvPr/>
        </p:nvPicPr>
        <p:blipFill>
          <a:blip r:embed="rId7">
            <a:alphaModFix/>
          </a:blip>
          <a:stretch>
            <a:fillRect/>
          </a:stretch>
        </p:blipFill>
        <p:spPr>
          <a:xfrm flipH="1">
            <a:off x="7489537" y="207313"/>
            <a:ext cx="342900" cy="371475"/>
          </a:xfrm>
          <a:prstGeom prst="rect">
            <a:avLst/>
          </a:prstGeom>
          <a:noFill/>
          <a:ln>
            <a:noFill/>
          </a:ln>
        </p:spPr>
      </p:pic>
      <p:pic>
        <p:nvPicPr>
          <p:cNvPr id="183" name="Google Shape;183;p14"/>
          <p:cNvPicPr preferRelativeResize="0"/>
          <p:nvPr/>
        </p:nvPicPr>
        <p:blipFill>
          <a:blip r:embed="rId6">
            <a:alphaModFix/>
          </a:blip>
          <a:stretch>
            <a:fillRect/>
          </a:stretch>
        </p:blipFill>
        <p:spPr>
          <a:xfrm>
            <a:off x="249849" y="168013"/>
            <a:ext cx="342900" cy="371475"/>
          </a:xfrm>
          <a:prstGeom prst="rect">
            <a:avLst/>
          </a:prstGeom>
          <a:noFill/>
          <a:ln>
            <a:noFill/>
          </a:ln>
        </p:spPr>
      </p:pic>
      <p:pic>
        <p:nvPicPr>
          <p:cNvPr id="184" name="Google Shape;184;p14"/>
          <p:cNvPicPr preferRelativeResize="0"/>
          <p:nvPr/>
        </p:nvPicPr>
        <p:blipFill>
          <a:blip r:embed="rId8">
            <a:alphaModFix/>
          </a:blip>
          <a:stretch>
            <a:fillRect/>
          </a:stretch>
        </p:blipFill>
        <p:spPr>
          <a:xfrm flipH="1">
            <a:off x="249862" y="1085850"/>
            <a:ext cx="342900" cy="371475"/>
          </a:xfrm>
          <a:prstGeom prst="rect">
            <a:avLst/>
          </a:prstGeom>
          <a:noFill/>
          <a:ln>
            <a:noFill/>
          </a:ln>
        </p:spPr>
      </p:pic>
      <p:pic>
        <p:nvPicPr>
          <p:cNvPr id="185" name="Google Shape;185;p14"/>
          <p:cNvPicPr preferRelativeResize="0"/>
          <p:nvPr/>
        </p:nvPicPr>
        <p:blipFill>
          <a:blip r:embed="rId7">
            <a:alphaModFix/>
          </a:blip>
          <a:stretch>
            <a:fillRect/>
          </a:stretch>
        </p:blipFill>
        <p:spPr>
          <a:xfrm flipH="1">
            <a:off x="4268412" y="4683800"/>
            <a:ext cx="342900" cy="3714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5">
    <p:spTree>
      <p:nvGrpSpPr>
        <p:cNvPr id="186" name="Shape 186"/>
        <p:cNvGrpSpPr/>
        <p:nvPr/>
      </p:nvGrpSpPr>
      <p:grpSpPr>
        <a:xfrm>
          <a:off x="0" y="0"/>
          <a:ext cx="0" cy="0"/>
          <a:chOff x="0" y="0"/>
          <a:chExt cx="0" cy="0"/>
        </a:xfrm>
      </p:grpSpPr>
      <p:pic>
        <p:nvPicPr>
          <p:cNvPr id="187" name="Google Shape;187;p15"/>
          <p:cNvPicPr preferRelativeResize="0"/>
          <p:nvPr/>
        </p:nvPicPr>
        <p:blipFill>
          <a:blip r:embed="rId2">
            <a:alphaModFix/>
          </a:blip>
          <a:stretch>
            <a:fillRect/>
          </a:stretch>
        </p:blipFill>
        <p:spPr>
          <a:xfrm flipH="1" rot="10800000">
            <a:off x="-614900" y="-502500"/>
            <a:ext cx="10673300" cy="5988900"/>
          </a:xfrm>
          <a:prstGeom prst="rect">
            <a:avLst/>
          </a:prstGeom>
          <a:noFill/>
          <a:ln>
            <a:noFill/>
          </a:ln>
        </p:spPr>
      </p:pic>
      <p:sp>
        <p:nvSpPr>
          <p:cNvPr id="188" name="Google Shape;188;p15"/>
          <p:cNvSpPr txBox="1"/>
          <p:nvPr>
            <p:ph type="title"/>
          </p:nvPr>
        </p:nvSpPr>
        <p:spPr>
          <a:xfrm>
            <a:off x="3836250" y="2443063"/>
            <a:ext cx="43602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89" name="Google Shape;189;p15"/>
          <p:cNvSpPr txBox="1"/>
          <p:nvPr>
            <p:ph idx="1" type="subTitle"/>
          </p:nvPr>
        </p:nvSpPr>
        <p:spPr>
          <a:xfrm>
            <a:off x="1480950" y="666750"/>
            <a:ext cx="6715500" cy="1818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pic>
        <p:nvPicPr>
          <p:cNvPr id="190" name="Google Shape;190;p15"/>
          <p:cNvPicPr preferRelativeResize="0"/>
          <p:nvPr/>
        </p:nvPicPr>
        <p:blipFill>
          <a:blip r:embed="rId3">
            <a:alphaModFix/>
          </a:blip>
          <a:stretch>
            <a:fillRect/>
          </a:stretch>
        </p:blipFill>
        <p:spPr>
          <a:xfrm>
            <a:off x="6973775" y="259438"/>
            <a:ext cx="342900" cy="371475"/>
          </a:xfrm>
          <a:prstGeom prst="rect">
            <a:avLst/>
          </a:prstGeom>
          <a:noFill/>
          <a:ln>
            <a:noFill/>
          </a:ln>
        </p:spPr>
      </p:pic>
      <p:pic>
        <p:nvPicPr>
          <p:cNvPr id="191" name="Google Shape;191;p15"/>
          <p:cNvPicPr preferRelativeResize="0"/>
          <p:nvPr/>
        </p:nvPicPr>
        <p:blipFill>
          <a:blip r:embed="rId4">
            <a:alphaModFix/>
          </a:blip>
          <a:stretch>
            <a:fillRect/>
          </a:stretch>
        </p:blipFill>
        <p:spPr>
          <a:xfrm>
            <a:off x="256025" y="211313"/>
            <a:ext cx="342900" cy="371475"/>
          </a:xfrm>
          <a:prstGeom prst="rect">
            <a:avLst/>
          </a:prstGeom>
          <a:noFill/>
          <a:ln>
            <a:noFill/>
          </a:ln>
        </p:spPr>
      </p:pic>
      <p:pic>
        <p:nvPicPr>
          <p:cNvPr id="192" name="Google Shape;192;p15"/>
          <p:cNvPicPr preferRelativeResize="0"/>
          <p:nvPr/>
        </p:nvPicPr>
        <p:blipFill>
          <a:blip r:embed="rId4">
            <a:alphaModFix/>
          </a:blip>
          <a:stretch>
            <a:fillRect/>
          </a:stretch>
        </p:blipFill>
        <p:spPr>
          <a:xfrm>
            <a:off x="53600" y="2484750"/>
            <a:ext cx="342900" cy="371475"/>
          </a:xfrm>
          <a:prstGeom prst="rect">
            <a:avLst/>
          </a:prstGeom>
          <a:noFill/>
          <a:ln>
            <a:noFill/>
          </a:ln>
        </p:spPr>
      </p:pic>
      <p:pic>
        <p:nvPicPr>
          <p:cNvPr id="193" name="Google Shape;193;p15"/>
          <p:cNvPicPr preferRelativeResize="0"/>
          <p:nvPr/>
        </p:nvPicPr>
        <p:blipFill>
          <a:blip r:embed="rId5">
            <a:alphaModFix/>
          </a:blip>
          <a:stretch>
            <a:fillRect/>
          </a:stretch>
        </p:blipFill>
        <p:spPr>
          <a:xfrm>
            <a:off x="8707125" y="3131213"/>
            <a:ext cx="342900" cy="371475"/>
          </a:xfrm>
          <a:prstGeom prst="rect">
            <a:avLst/>
          </a:prstGeom>
          <a:noFill/>
          <a:ln>
            <a:noFill/>
          </a:ln>
        </p:spPr>
      </p:pic>
      <p:pic>
        <p:nvPicPr>
          <p:cNvPr id="194" name="Google Shape;194;p15"/>
          <p:cNvPicPr preferRelativeResize="0"/>
          <p:nvPr/>
        </p:nvPicPr>
        <p:blipFill>
          <a:blip r:embed="rId3">
            <a:alphaModFix/>
          </a:blip>
          <a:stretch>
            <a:fillRect/>
          </a:stretch>
        </p:blipFill>
        <p:spPr>
          <a:xfrm>
            <a:off x="1944925" y="108350"/>
            <a:ext cx="342900" cy="371475"/>
          </a:xfrm>
          <a:prstGeom prst="rect">
            <a:avLst/>
          </a:prstGeom>
          <a:noFill/>
          <a:ln>
            <a:noFill/>
          </a:ln>
        </p:spPr>
      </p:pic>
      <p:pic>
        <p:nvPicPr>
          <p:cNvPr id="195" name="Google Shape;195;p15"/>
          <p:cNvPicPr preferRelativeResize="0"/>
          <p:nvPr/>
        </p:nvPicPr>
        <p:blipFill>
          <a:blip r:embed="rId6">
            <a:alphaModFix/>
          </a:blip>
          <a:stretch>
            <a:fillRect/>
          </a:stretch>
        </p:blipFill>
        <p:spPr>
          <a:xfrm>
            <a:off x="5270100" y="259450"/>
            <a:ext cx="342900" cy="371475"/>
          </a:xfrm>
          <a:prstGeom prst="rect">
            <a:avLst/>
          </a:prstGeom>
          <a:noFill/>
          <a:ln>
            <a:noFill/>
          </a:ln>
        </p:spPr>
      </p:pic>
      <p:pic>
        <p:nvPicPr>
          <p:cNvPr id="196" name="Google Shape;196;p15"/>
          <p:cNvPicPr preferRelativeResize="0"/>
          <p:nvPr/>
        </p:nvPicPr>
        <p:blipFill>
          <a:blip r:embed="rId4">
            <a:alphaModFix/>
          </a:blip>
          <a:stretch>
            <a:fillRect/>
          </a:stretch>
        </p:blipFill>
        <p:spPr>
          <a:xfrm>
            <a:off x="8615925" y="1436588"/>
            <a:ext cx="342900" cy="371475"/>
          </a:xfrm>
          <a:prstGeom prst="rect">
            <a:avLst/>
          </a:prstGeom>
          <a:noFill/>
          <a:ln>
            <a:noFill/>
          </a:ln>
        </p:spPr>
      </p:pic>
      <p:pic>
        <p:nvPicPr>
          <p:cNvPr id="197" name="Google Shape;197;p15"/>
          <p:cNvPicPr preferRelativeResize="0"/>
          <p:nvPr/>
        </p:nvPicPr>
        <p:blipFill>
          <a:blip r:embed="rId7">
            <a:alphaModFix/>
          </a:blip>
          <a:stretch>
            <a:fillRect/>
          </a:stretch>
        </p:blipFill>
        <p:spPr>
          <a:xfrm flipH="1">
            <a:off x="7921625" y="76188"/>
            <a:ext cx="342900" cy="371475"/>
          </a:xfrm>
          <a:prstGeom prst="rect">
            <a:avLst/>
          </a:prstGeom>
          <a:noFill/>
          <a:ln>
            <a:noFill/>
          </a:ln>
        </p:spPr>
      </p:pic>
      <p:pic>
        <p:nvPicPr>
          <p:cNvPr id="198" name="Google Shape;198;p15"/>
          <p:cNvPicPr preferRelativeResize="0"/>
          <p:nvPr/>
        </p:nvPicPr>
        <p:blipFill>
          <a:blip r:embed="rId5">
            <a:alphaModFix/>
          </a:blip>
          <a:stretch>
            <a:fillRect/>
          </a:stretch>
        </p:blipFill>
        <p:spPr>
          <a:xfrm>
            <a:off x="3502688" y="4426625"/>
            <a:ext cx="342900" cy="3714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199" name="Shape 199"/>
        <p:cNvGrpSpPr/>
        <p:nvPr/>
      </p:nvGrpSpPr>
      <p:grpSpPr>
        <a:xfrm>
          <a:off x="0" y="0"/>
          <a:ext cx="0" cy="0"/>
          <a:chOff x="0" y="0"/>
          <a:chExt cx="0" cy="0"/>
        </a:xfrm>
      </p:grpSpPr>
      <p:pic>
        <p:nvPicPr>
          <p:cNvPr id="200" name="Google Shape;200;p16"/>
          <p:cNvPicPr preferRelativeResize="0"/>
          <p:nvPr/>
        </p:nvPicPr>
        <p:blipFill>
          <a:blip r:embed="rId2">
            <a:alphaModFix/>
          </a:blip>
          <a:stretch>
            <a:fillRect/>
          </a:stretch>
        </p:blipFill>
        <p:spPr>
          <a:xfrm flipH="1" rot="10800000">
            <a:off x="-1333501" y="-273900"/>
            <a:ext cx="11468101" cy="6434875"/>
          </a:xfrm>
          <a:prstGeom prst="rect">
            <a:avLst/>
          </a:prstGeom>
          <a:noFill/>
          <a:ln>
            <a:noFill/>
          </a:ln>
        </p:spPr>
      </p:pic>
      <p:sp>
        <p:nvSpPr>
          <p:cNvPr id="201" name="Google Shape;201;p16"/>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2" name="Google Shape;202;p16"/>
          <p:cNvPicPr preferRelativeResize="0"/>
          <p:nvPr/>
        </p:nvPicPr>
        <p:blipFill>
          <a:blip r:embed="rId3">
            <a:alphaModFix amt="86000"/>
          </a:blip>
          <a:stretch>
            <a:fillRect/>
          </a:stretch>
        </p:blipFill>
        <p:spPr>
          <a:xfrm flipH="1">
            <a:off x="8383150" y="2545213"/>
            <a:ext cx="1304925" cy="2809875"/>
          </a:xfrm>
          <a:prstGeom prst="rect">
            <a:avLst/>
          </a:prstGeom>
          <a:noFill/>
          <a:ln>
            <a:noFill/>
          </a:ln>
        </p:spPr>
      </p:pic>
      <p:pic>
        <p:nvPicPr>
          <p:cNvPr id="203" name="Google Shape;203;p16"/>
          <p:cNvPicPr preferRelativeResize="0"/>
          <p:nvPr/>
        </p:nvPicPr>
        <p:blipFill>
          <a:blip r:embed="rId4">
            <a:alphaModFix/>
          </a:blip>
          <a:stretch>
            <a:fillRect/>
          </a:stretch>
        </p:blipFill>
        <p:spPr>
          <a:xfrm flipH="1">
            <a:off x="198875" y="2793863"/>
            <a:ext cx="342900" cy="371475"/>
          </a:xfrm>
          <a:prstGeom prst="rect">
            <a:avLst/>
          </a:prstGeom>
          <a:noFill/>
          <a:ln>
            <a:noFill/>
          </a:ln>
        </p:spPr>
      </p:pic>
      <p:pic>
        <p:nvPicPr>
          <p:cNvPr id="204" name="Google Shape;204;p16"/>
          <p:cNvPicPr preferRelativeResize="0"/>
          <p:nvPr/>
        </p:nvPicPr>
        <p:blipFill>
          <a:blip r:embed="rId5">
            <a:alphaModFix/>
          </a:blip>
          <a:stretch>
            <a:fillRect/>
          </a:stretch>
        </p:blipFill>
        <p:spPr>
          <a:xfrm flipH="1">
            <a:off x="8273025" y="114963"/>
            <a:ext cx="342900" cy="371475"/>
          </a:xfrm>
          <a:prstGeom prst="rect">
            <a:avLst/>
          </a:prstGeom>
          <a:noFill/>
          <a:ln>
            <a:noFill/>
          </a:ln>
        </p:spPr>
      </p:pic>
      <p:pic>
        <p:nvPicPr>
          <p:cNvPr id="205" name="Google Shape;205;p16"/>
          <p:cNvPicPr preferRelativeResize="0"/>
          <p:nvPr/>
        </p:nvPicPr>
        <p:blipFill>
          <a:blip r:embed="rId5">
            <a:alphaModFix/>
          </a:blip>
          <a:stretch>
            <a:fillRect/>
          </a:stretch>
        </p:blipFill>
        <p:spPr>
          <a:xfrm flipH="1">
            <a:off x="6230500" y="114963"/>
            <a:ext cx="342900" cy="371475"/>
          </a:xfrm>
          <a:prstGeom prst="rect">
            <a:avLst/>
          </a:prstGeom>
          <a:noFill/>
          <a:ln>
            <a:noFill/>
          </a:ln>
        </p:spPr>
      </p:pic>
      <p:pic>
        <p:nvPicPr>
          <p:cNvPr id="206" name="Google Shape;206;p16"/>
          <p:cNvPicPr preferRelativeResize="0"/>
          <p:nvPr/>
        </p:nvPicPr>
        <p:blipFill>
          <a:blip r:embed="rId6">
            <a:alphaModFix/>
          </a:blip>
          <a:stretch>
            <a:fillRect/>
          </a:stretch>
        </p:blipFill>
        <p:spPr>
          <a:xfrm flipH="1">
            <a:off x="8668900" y="1066788"/>
            <a:ext cx="342900" cy="371475"/>
          </a:xfrm>
          <a:prstGeom prst="rect">
            <a:avLst/>
          </a:prstGeom>
          <a:noFill/>
          <a:ln>
            <a:noFill/>
          </a:ln>
        </p:spPr>
      </p:pic>
      <p:pic>
        <p:nvPicPr>
          <p:cNvPr id="207" name="Google Shape;207;p16"/>
          <p:cNvPicPr preferRelativeResize="0"/>
          <p:nvPr/>
        </p:nvPicPr>
        <p:blipFill>
          <a:blip r:embed="rId4">
            <a:alphaModFix/>
          </a:blip>
          <a:stretch>
            <a:fillRect/>
          </a:stretch>
        </p:blipFill>
        <p:spPr>
          <a:xfrm flipH="1">
            <a:off x="3325625" y="76200"/>
            <a:ext cx="342900" cy="371475"/>
          </a:xfrm>
          <a:prstGeom prst="rect">
            <a:avLst/>
          </a:prstGeom>
          <a:noFill/>
          <a:ln>
            <a:noFill/>
          </a:ln>
        </p:spPr>
      </p:pic>
      <p:pic>
        <p:nvPicPr>
          <p:cNvPr id="208" name="Google Shape;208;p16"/>
          <p:cNvPicPr preferRelativeResize="0"/>
          <p:nvPr/>
        </p:nvPicPr>
        <p:blipFill>
          <a:blip r:embed="rId5">
            <a:alphaModFix/>
          </a:blip>
          <a:stretch>
            <a:fillRect/>
          </a:stretch>
        </p:blipFill>
        <p:spPr>
          <a:xfrm flipH="1">
            <a:off x="132200" y="1438263"/>
            <a:ext cx="342900" cy="371475"/>
          </a:xfrm>
          <a:prstGeom prst="rect">
            <a:avLst/>
          </a:prstGeom>
          <a:noFill/>
          <a:ln>
            <a:noFill/>
          </a:ln>
        </p:spPr>
      </p:pic>
      <p:pic>
        <p:nvPicPr>
          <p:cNvPr id="209" name="Google Shape;209;p16"/>
          <p:cNvPicPr preferRelativeResize="0"/>
          <p:nvPr/>
        </p:nvPicPr>
        <p:blipFill>
          <a:blip r:embed="rId6">
            <a:alphaModFix/>
          </a:blip>
          <a:stretch>
            <a:fillRect/>
          </a:stretch>
        </p:blipFill>
        <p:spPr>
          <a:xfrm>
            <a:off x="541775" y="76188"/>
            <a:ext cx="342900" cy="371475"/>
          </a:xfrm>
          <a:prstGeom prst="rect">
            <a:avLst/>
          </a:prstGeom>
          <a:noFill/>
          <a:ln>
            <a:noFill/>
          </a:ln>
        </p:spPr>
      </p:pic>
      <p:pic>
        <p:nvPicPr>
          <p:cNvPr id="210" name="Google Shape;210;p16"/>
          <p:cNvPicPr preferRelativeResize="0"/>
          <p:nvPr/>
        </p:nvPicPr>
        <p:blipFill>
          <a:blip r:embed="rId5">
            <a:alphaModFix/>
          </a:blip>
          <a:stretch>
            <a:fillRect/>
          </a:stretch>
        </p:blipFill>
        <p:spPr>
          <a:xfrm flipH="1">
            <a:off x="3116075" y="4674263"/>
            <a:ext cx="342900" cy="371475"/>
          </a:xfrm>
          <a:prstGeom prst="rect">
            <a:avLst/>
          </a:prstGeom>
          <a:noFill/>
          <a:ln>
            <a:noFill/>
          </a:ln>
        </p:spPr>
      </p:pic>
      <p:pic>
        <p:nvPicPr>
          <p:cNvPr id="211" name="Google Shape;211;p16"/>
          <p:cNvPicPr preferRelativeResize="0"/>
          <p:nvPr/>
        </p:nvPicPr>
        <p:blipFill>
          <a:blip r:embed="rId7">
            <a:alphaModFix/>
          </a:blip>
          <a:stretch>
            <a:fillRect/>
          </a:stretch>
        </p:blipFill>
        <p:spPr>
          <a:xfrm flipH="1">
            <a:off x="6282425" y="4674275"/>
            <a:ext cx="342900" cy="371475"/>
          </a:xfrm>
          <a:prstGeom prst="rect">
            <a:avLst/>
          </a:prstGeom>
          <a:noFill/>
          <a:ln>
            <a:noFill/>
          </a:ln>
        </p:spPr>
      </p:pic>
      <p:pic>
        <p:nvPicPr>
          <p:cNvPr id="212" name="Google Shape;212;p16"/>
          <p:cNvPicPr preferRelativeResize="0"/>
          <p:nvPr/>
        </p:nvPicPr>
        <p:blipFill>
          <a:blip r:embed="rId8">
            <a:alphaModFix amt="86000"/>
          </a:blip>
          <a:stretch>
            <a:fillRect/>
          </a:stretch>
        </p:blipFill>
        <p:spPr>
          <a:xfrm flipH="1">
            <a:off x="7206875" y="4433338"/>
            <a:ext cx="1352550" cy="3600450"/>
          </a:xfrm>
          <a:prstGeom prst="rect">
            <a:avLst/>
          </a:prstGeom>
          <a:noFill/>
          <a:ln>
            <a:noFill/>
          </a:ln>
        </p:spPr>
      </p:pic>
      <p:pic>
        <p:nvPicPr>
          <p:cNvPr id="213" name="Google Shape;213;p16"/>
          <p:cNvPicPr preferRelativeResize="0"/>
          <p:nvPr/>
        </p:nvPicPr>
        <p:blipFill>
          <a:blip r:embed="rId9">
            <a:alphaModFix amt="86000"/>
          </a:blip>
          <a:stretch>
            <a:fillRect/>
          </a:stretch>
        </p:blipFill>
        <p:spPr>
          <a:xfrm>
            <a:off x="125475" y="3683675"/>
            <a:ext cx="733425" cy="18573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6">
    <p:spTree>
      <p:nvGrpSpPr>
        <p:cNvPr id="214" name="Shape 214"/>
        <p:cNvGrpSpPr/>
        <p:nvPr/>
      </p:nvGrpSpPr>
      <p:grpSpPr>
        <a:xfrm>
          <a:off x="0" y="0"/>
          <a:ext cx="0" cy="0"/>
          <a:chOff x="0" y="0"/>
          <a:chExt cx="0" cy="0"/>
        </a:xfrm>
      </p:grpSpPr>
      <p:pic>
        <p:nvPicPr>
          <p:cNvPr id="215" name="Google Shape;215;p17"/>
          <p:cNvPicPr preferRelativeResize="0"/>
          <p:nvPr/>
        </p:nvPicPr>
        <p:blipFill>
          <a:blip r:embed="rId2">
            <a:alphaModFix/>
          </a:blip>
          <a:stretch>
            <a:fillRect/>
          </a:stretch>
        </p:blipFill>
        <p:spPr>
          <a:xfrm rot="10800000">
            <a:off x="-180975" y="-178650"/>
            <a:ext cx="9603850" cy="5388825"/>
          </a:xfrm>
          <a:prstGeom prst="rect">
            <a:avLst/>
          </a:prstGeom>
          <a:noFill/>
          <a:ln>
            <a:noFill/>
          </a:ln>
        </p:spPr>
      </p:pic>
      <p:sp>
        <p:nvSpPr>
          <p:cNvPr id="216" name="Google Shape;216;p17"/>
          <p:cNvSpPr txBox="1"/>
          <p:nvPr>
            <p:ph idx="1" type="subTitle"/>
          </p:nvPr>
        </p:nvSpPr>
        <p:spPr>
          <a:xfrm>
            <a:off x="1057505" y="2680350"/>
            <a:ext cx="2793900" cy="1062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7" name="Google Shape;217;p17"/>
          <p:cNvSpPr txBox="1"/>
          <p:nvPr>
            <p:ph type="title"/>
          </p:nvPr>
        </p:nvSpPr>
        <p:spPr>
          <a:xfrm>
            <a:off x="1057505" y="1417350"/>
            <a:ext cx="2793900" cy="1186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17"/>
          <p:cNvPicPr preferRelativeResize="0"/>
          <p:nvPr/>
        </p:nvPicPr>
        <p:blipFill>
          <a:blip r:embed="rId3">
            <a:alphaModFix/>
          </a:blip>
          <a:stretch>
            <a:fillRect/>
          </a:stretch>
        </p:blipFill>
        <p:spPr>
          <a:xfrm>
            <a:off x="713100" y="363713"/>
            <a:ext cx="342900" cy="371475"/>
          </a:xfrm>
          <a:prstGeom prst="rect">
            <a:avLst/>
          </a:prstGeom>
          <a:noFill/>
          <a:ln>
            <a:noFill/>
          </a:ln>
        </p:spPr>
      </p:pic>
      <p:pic>
        <p:nvPicPr>
          <p:cNvPr id="219" name="Google Shape;219;p17"/>
          <p:cNvPicPr preferRelativeResize="0"/>
          <p:nvPr/>
        </p:nvPicPr>
        <p:blipFill>
          <a:blip r:embed="rId4">
            <a:alphaModFix/>
          </a:blip>
          <a:stretch>
            <a:fillRect/>
          </a:stretch>
        </p:blipFill>
        <p:spPr>
          <a:xfrm>
            <a:off x="256025" y="1143363"/>
            <a:ext cx="342900" cy="371475"/>
          </a:xfrm>
          <a:prstGeom prst="rect">
            <a:avLst/>
          </a:prstGeom>
          <a:noFill/>
          <a:ln>
            <a:noFill/>
          </a:ln>
        </p:spPr>
      </p:pic>
      <p:pic>
        <p:nvPicPr>
          <p:cNvPr id="220" name="Google Shape;220;p17"/>
          <p:cNvPicPr preferRelativeResize="0"/>
          <p:nvPr/>
        </p:nvPicPr>
        <p:blipFill>
          <a:blip r:embed="rId5">
            <a:alphaModFix/>
          </a:blip>
          <a:stretch>
            <a:fillRect/>
          </a:stretch>
        </p:blipFill>
        <p:spPr>
          <a:xfrm>
            <a:off x="4400550" y="259450"/>
            <a:ext cx="342900" cy="371475"/>
          </a:xfrm>
          <a:prstGeom prst="rect">
            <a:avLst/>
          </a:prstGeom>
          <a:noFill/>
          <a:ln>
            <a:noFill/>
          </a:ln>
        </p:spPr>
      </p:pic>
      <p:pic>
        <p:nvPicPr>
          <p:cNvPr id="221" name="Google Shape;221;p17"/>
          <p:cNvPicPr preferRelativeResize="0"/>
          <p:nvPr/>
        </p:nvPicPr>
        <p:blipFill>
          <a:blip r:embed="rId3">
            <a:alphaModFix/>
          </a:blip>
          <a:stretch>
            <a:fillRect/>
          </a:stretch>
        </p:blipFill>
        <p:spPr>
          <a:xfrm>
            <a:off x="8615925" y="1436588"/>
            <a:ext cx="342900" cy="371475"/>
          </a:xfrm>
          <a:prstGeom prst="rect">
            <a:avLst/>
          </a:prstGeom>
          <a:noFill/>
          <a:ln>
            <a:noFill/>
          </a:ln>
        </p:spPr>
      </p:pic>
      <p:pic>
        <p:nvPicPr>
          <p:cNvPr id="222" name="Google Shape;222;p17"/>
          <p:cNvPicPr preferRelativeResize="0"/>
          <p:nvPr/>
        </p:nvPicPr>
        <p:blipFill>
          <a:blip r:embed="rId4">
            <a:alphaModFix/>
          </a:blip>
          <a:stretch>
            <a:fillRect/>
          </a:stretch>
        </p:blipFill>
        <p:spPr>
          <a:xfrm flipH="1">
            <a:off x="7921625" y="76188"/>
            <a:ext cx="342900" cy="371475"/>
          </a:xfrm>
          <a:prstGeom prst="rect">
            <a:avLst/>
          </a:prstGeom>
          <a:noFill/>
          <a:ln>
            <a:noFill/>
          </a:ln>
        </p:spPr>
      </p:pic>
      <p:pic>
        <p:nvPicPr>
          <p:cNvPr id="223" name="Google Shape;223;p17"/>
          <p:cNvPicPr preferRelativeResize="0"/>
          <p:nvPr/>
        </p:nvPicPr>
        <p:blipFill>
          <a:blip r:embed="rId6">
            <a:alphaModFix/>
          </a:blip>
          <a:stretch>
            <a:fillRect/>
          </a:stretch>
        </p:blipFill>
        <p:spPr>
          <a:xfrm>
            <a:off x="2646675" y="4426625"/>
            <a:ext cx="342900" cy="371475"/>
          </a:xfrm>
          <a:prstGeom prst="rect">
            <a:avLst/>
          </a:prstGeom>
          <a:noFill/>
          <a:ln>
            <a:noFill/>
          </a:ln>
        </p:spPr>
      </p:pic>
      <p:pic>
        <p:nvPicPr>
          <p:cNvPr id="224" name="Google Shape;224;p17"/>
          <p:cNvPicPr preferRelativeResize="0"/>
          <p:nvPr/>
        </p:nvPicPr>
        <p:blipFill>
          <a:blip r:embed="rId7">
            <a:alphaModFix amt="86000"/>
          </a:blip>
          <a:stretch>
            <a:fillRect/>
          </a:stretch>
        </p:blipFill>
        <p:spPr>
          <a:xfrm>
            <a:off x="8178475" y="2194713"/>
            <a:ext cx="1352550" cy="3600450"/>
          </a:xfrm>
          <a:prstGeom prst="rect">
            <a:avLst/>
          </a:prstGeom>
          <a:noFill/>
          <a:ln>
            <a:noFill/>
          </a:ln>
        </p:spPr>
      </p:pic>
      <p:pic>
        <p:nvPicPr>
          <p:cNvPr id="225" name="Google Shape;225;p17"/>
          <p:cNvPicPr preferRelativeResize="0"/>
          <p:nvPr/>
        </p:nvPicPr>
        <p:blipFill>
          <a:blip r:embed="rId8">
            <a:alphaModFix amt="86000"/>
          </a:blip>
          <a:stretch>
            <a:fillRect/>
          </a:stretch>
        </p:blipFill>
        <p:spPr>
          <a:xfrm>
            <a:off x="-591700" y="2357175"/>
            <a:ext cx="1304925" cy="28098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6_1">
    <p:spTree>
      <p:nvGrpSpPr>
        <p:cNvPr id="226" name="Shape 226"/>
        <p:cNvGrpSpPr/>
        <p:nvPr/>
      </p:nvGrpSpPr>
      <p:grpSpPr>
        <a:xfrm>
          <a:off x="0" y="0"/>
          <a:ext cx="0" cy="0"/>
          <a:chOff x="0" y="0"/>
          <a:chExt cx="0" cy="0"/>
        </a:xfrm>
      </p:grpSpPr>
      <p:pic>
        <p:nvPicPr>
          <p:cNvPr id="227" name="Google Shape;227;p18"/>
          <p:cNvPicPr preferRelativeResize="0"/>
          <p:nvPr/>
        </p:nvPicPr>
        <p:blipFill>
          <a:blip r:embed="rId2">
            <a:alphaModFix/>
          </a:blip>
          <a:stretch>
            <a:fillRect/>
          </a:stretch>
        </p:blipFill>
        <p:spPr>
          <a:xfrm flipH="1" rot="10800000">
            <a:off x="-1333501" y="-273900"/>
            <a:ext cx="11468101" cy="6434875"/>
          </a:xfrm>
          <a:prstGeom prst="rect">
            <a:avLst/>
          </a:prstGeom>
          <a:noFill/>
          <a:ln>
            <a:noFill/>
          </a:ln>
        </p:spPr>
      </p:pic>
      <p:sp>
        <p:nvSpPr>
          <p:cNvPr id="228" name="Google Shape;228;p18"/>
          <p:cNvSpPr txBox="1"/>
          <p:nvPr>
            <p:ph idx="1" type="subTitle"/>
          </p:nvPr>
        </p:nvSpPr>
        <p:spPr>
          <a:xfrm>
            <a:off x="5077475" y="1799050"/>
            <a:ext cx="3103500" cy="221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9" name="Google Shape;229;p18"/>
          <p:cNvSpPr txBox="1"/>
          <p:nvPr>
            <p:ph type="title"/>
          </p:nvPr>
        </p:nvSpPr>
        <p:spPr>
          <a:xfrm>
            <a:off x="5077475" y="1145650"/>
            <a:ext cx="3103500" cy="6288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0" name="Google Shape;230;p18"/>
          <p:cNvSpPr/>
          <p:nvPr>
            <p:ph idx="2" type="pic"/>
          </p:nvPr>
        </p:nvSpPr>
        <p:spPr>
          <a:xfrm>
            <a:off x="991300" y="998550"/>
            <a:ext cx="3146100" cy="3146400"/>
          </a:xfrm>
          <a:prstGeom prst="ellipse">
            <a:avLst/>
          </a:prstGeom>
          <a:noFill/>
          <a:ln cap="flat" cmpd="sng" w="762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sp>
      <p:pic>
        <p:nvPicPr>
          <p:cNvPr id="231" name="Google Shape;231;p18"/>
          <p:cNvPicPr preferRelativeResize="0"/>
          <p:nvPr/>
        </p:nvPicPr>
        <p:blipFill>
          <a:blip r:embed="rId3">
            <a:alphaModFix amt="86000"/>
          </a:blip>
          <a:stretch>
            <a:fillRect/>
          </a:stretch>
        </p:blipFill>
        <p:spPr>
          <a:xfrm flipH="1" rot="-1581527">
            <a:off x="40596" y="2042313"/>
            <a:ext cx="1352550" cy="3600451"/>
          </a:xfrm>
          <a:prstGeom prst="rect">
            <a:avLst/>
          </a:prstGeom>
          <a:noFill/>
          <a:ln>
            <a:noFill/>
          </a:ln>
        </p:spPr>
      </p:pic>
      <p:pic>
        <p:nvPicPr>
          <p:cNvPr id="232" name="Google Shape;232;p18"/>
          <p:cNvPicPr preferRelativeResize="0"/>
          <p:nvPr/>
        </p:nvPicPr>
        <p:blipFill>
          <a:blip r:embed="rId4">
            <a:alphaModFix/>
          </a:blip>
          <a:stretch>
            <a:fillRect/>
          </a:stretch>
        </p:blipFill>
        <p:spPr>
          <a:xfrm flipH="1">
            <a:off x="5926621" y="4612363"/>
            <a:ext cx="342900" cy="371475"/>
          </a:xfrm>
          <a:prstGeom prst="rect">
            <a:avLst/>
          </a:prstGeom>
          <a:noFill/>
          <a:ln>
            <a:noFill/>
          </a:ln>
        </p:spPr>
      </p:pic>
      <p:pic>
        <p:nvPicPr>
          <p:cNvPr id="233" name="Google Shape;233;p18"/>
          <p:cNvPicPr preferRelativeResize="0"/>
          <p:nvPr/>
        </p:nvPicPr>
        <p:blipFill>
          <a:blip r:embed="rId5">
            <a:alphaModFix/>
          </a:blip>
          <a:stretch>
            <a:fillRect/>
          </a:stretch>
        </p:blipFill>
        <p:spPr>
          <a:xfrm flipH="1">
            <a:off x="7788646" y="182738"/>
            <a:ext cx="342900" cy="371475"/>
          </a:xfrm>
          <a:prstGeom prst="rect">
            <a:avLst/>
          </a:prstGeom>
          <a:noFill/>
          <a:ln>
            <a:noFill/>
          </a:ln>
        </p:spPr>
      </p:pic>
      <p:pic>
        <p:nvPicPr>
          <p:cNvPr id="234" name="Google Shape;234;p18"/>
          <p:cNvPicPr preferRelativeResize="0"/>
          <p:nvPr/>
        </p:nvPicPr>
        <p:blipFill>
          <a:blip r:embed="rId6">
            <a:alphaModFix/>
          </a:blip>
          <a:stretch>
            <a:fillRect/>
          </a:stretch>
        </p:blipFill>
        <p:spPr>
          <a:xfrm flipH="1">
            <a:off x="8501221" y="725213"/>
            <a:ext cx="342900" cy="371475"/>
          </a:xfrm>
          <a:prstGeom prst="rect">
            <a:avLst/>
          </a:prstGeom>
          <a:noFill/>
          <a:ln>
            <a:noFill/>
          </a:ln>
        </p:spPr>
      </p:pic>
      <p:pic>
        <p:nvPicPr>
          <p:cNvPr id="235" name="Google Shape;235;p18"/>
          <p:cNvPicPr preferRelativeResize="0"/>
          <p:nvPr/>
        </p:nvPicPr>
        <p:blipFill>
          <a:blip r:embed="rId4">
            <a:alphaModFix/>
          </a:blip>
          <a:stretch>
            <a:fillRect/>
          </a:stretch>
        </p:blipFill>
        <p:spPr>
          <a:xfrm flipH="1">
            <a:off x="3258546" y="353750"/>
            <a:ext cx="342900" cy="371475"/>
          </a:xfrm>
          <a:prstGeom prst="rect">
            <a:avLst/>
          </a:prstGeom>
          <a:noFill/>
          <a:ln>
            <a:noFill/>
          </a:ln>
        </p:spPr>
      </p:pic>
      <p:pic>
        <p:nvPicPr>
          <p:cNvPr id="236" name="Google Shape;236;p18"/>
          <p:cNvPicPr preferRelativeResize="0"/>
          <p:nvPr/>
        </p:nvPicPr>
        <p:blipFill>
          <a:blip r:embed="rId6">
            <a:alphaModFix/>
          </a:blip>
          <a:stretch>
            <a:fillRect/>
          </a:stretch>
        </p:blipFill>
        <p:spPr>
          <a:xfrm>
            <a:off x="826096" y="76188"/>
            <a:ext cx="342900" cy="371475"/>
          </a:xfrm>
          <a:prstGeom prst="rect">
            <a:avLst/>
          </a:prstGeom>
          <a:noFill/>
          <a:ln>
            <a:noFill/>
          </a:ln>
        </p:spPr>
      </p:pic>
      <p:pic>
        <p:nvPicPr>
          <p:cNvPr id="237" name="Google Shape;237;p18"/>
          <p:cNvPicPr preferRelativeResize="0"/>
          <p:nvPr/>
        </p:nvPicPr>
        <p:blipFill>
          <a:blip r:embed="rId5">
            <a:alphaModFix/>
          </a:blip>
          <a:stretch>
            <a:fillRect/>
          </a:stretch>
        </p:blipFill>
        <p:spPr>
          <a:xfrm flipH="1">
            <a:off x="2820396" y="4612363"/>
            <a:ext cx="342900" cy="371475"/>
          </a:xfrm>
          <a:prstGeom prst="rect">
            <a:avLst/>
          </a:prstGeom>
          <a:noFill/>
          <a:ln>
            <a:noFill/>
          </a:ln>
        </p:spPr>
      </p:pic>
      <p:pic>
        <p:nvPicPr>
          <p:cNvPr id="238" name="Google Shape;238;p18"/>
          <p:cNvPicPr preferRelativeResize="0"/>
          <p:nvPr/>
        </p:nvPicPr>
        <p:blipFill>
          <a:blip r:embed="rId7">
            <a:alphaModFix amt="86000"/>
          </a:blip>
          <a:stretch>
            <a:fillRect/>
          </a:stretch>
        </p:blipFill>
        <p:spPr>
          <a:xfrm flipH="1" rot="1574202">
            <a:off x="8148796" y="2509575"/>
            <a:ext cx="1304925" cy="28098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239" name="Shape 239"/>
        <p:cNvGrpSpPr/>
        <p:nvPr/>
      </p:nvGrpSpPr>
      <p:grpSpPr>
        <a:xfrm>
          <a:off x="0" y="0"/>
          <a:ext cx="0" cy="0"/>
          <a:chOff x="0" y="0"/>
          <a:chExt cx="0" cy="0"/>
        </a:xfrm>
      </p:grpSpPr>
      <p:pic>
        <p:nvPicPr>
          <p:cNvPr id="240" name="Google Shape;240;p19"/>
          <p:cNvPicPr preferRelativeResize="0"/>
          <p:nvPr/>
        </p:nvPicPr>
        <p:blipFill>
          <a:blip r:embed="rId2">
            <a:alphaModFix/>
          </a:blip>
          <a:stretch>
            <a:fillRect/>
          </a:stretch>
        </p:blipFill>
        <p:spPr>
          <a:xfrm>
            <a:off x="-1333501" y="-273900"/>
            <a:ext cx="11468101" cy="6434875"/>
          </a:xfrm>
          <a:prstGeom prst="rect">
            <a:avLst/>
          </a:prstGeom>
          <a:noFill/>
          <a:ln>
            <a:noFill/>
          </a:ln>
        </p:spPr>
      </p:pic>
      <p:sp>
        <p:nvSpPr>
          <p:cNvPr id="241" name="Google Shape;241;p19"/>
          <p:cNvSpPr txBox="1"/>
          <p:nvPr>
            <p:ph type="title"/>
          </p:nvPr>
        </p:nvSpPr>
        <p:spPr>
          <a:xfrm>
            <a:off x="937700" y="2657475"/>
            <a:ext cx="2175300" cy="41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2" name="Google Shape;242;p19"/>
          <p:cNvSpPr txBox="1"/>
          <p:nvPr>
            <p:ph idx="1" type="subTitle"/>
          </p:nvPr>
        </p:nvSpPr>
        <p:spPr>
          <a:xfrm>
            <a:off x="937700" y="3208475"/>
            <a:ext cx="2175300" cy="8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sp>
        <p:nvSpPr>
          <p:cNvPr id="243" name="Google Shape;243;p19"/>
          <p:cNvSpPr txBox="1"/>
          <p:nvPr>
            <p:ph idx="2" type="title"/>
          </p:nvPr>
        </p:nvSpPr>
        <p:spPr>
          <a:xfrm>
            <a:off x="3484421" y="2657475"/>
            <a:ext cx="2175300" cy="41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 name="Google Shape;244;p19"/>
          <p:cNvSpPr txBox="1"/>
          <p:nvPr>
            <p:ph idx="3" type="subTitle"/>
          </p:nvPr>
        </p:nvSpPr>
        <p:spPr>
          <a:xfrm>
            <a:off x="3484421" y="3208475"/>
            <a:ext cx="2175300" cy="8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sp>
        <p:nvSpPr>
          <p:cNvPr id="245" name="Google Shape;245;p19"/>
          <p:cNvSpPr txBox="1"/>
          <p:nvPr>
            <p:ph idx="4" type="title"/>
          </p:nvPr>
        </p:nvSpPr>
        <p:spPr>
          <a:xfrm>
            <a:off x="6031149" y="2657475"/>
            <a:ext cx="2175300" cy="41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6" name="Google Shape;246;p19"/>
          <p:cNvSpPr txBox="1"/>
          <p:nvPr>
            <p:ph idx="5" type="subTitle"/>
          </p:nvPr>
        </p:nvSpPr>
        <p:spPr>
          <a:xfrm>
            <a:off x="6031149" y="3208475"/>
            <a:ext cx="2175300" cy="8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sp>
        <p:nvSpPr>
          <p:cNvPr id="247" name="Google Shape;247;p19"/>
          <p:cNvSpPr txBox="1"/>
          <p:nvPr>
            <p:ph idx="6"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48" name="Google Shape;248;p19"/>
          <p:cNvPicPr preferRelativeResize="0"/>
          <p:nvPr/>
        </p:nvPicPr>
        <p:blipFill>
          <a:blip r:embed="rId3">
            <a:alphaModFix amt="86000"/>
          </a:blip>
          <a:stretch>
            <a:fillRect/>
          </a:stretch>
        </p:blipFill>
        <p:spPr>
          <a:xfrm rot="1581527">
            <a:off x="-654050" y="1948775"/>
            <a:ext cx="1352550" cy="3600451"/>
          </a:xfrm>
          <a:prstGeom prst="rect">
            <a:avLst/>
          </a:prstGeom>
          <a:noFill/>
          <a:ln>
            <a:noFill/>
          </a:ln>
        </p:spPr>
      </p:pic>
      <p:pic>
        <p:nvPicPr>
          <p:cNvPr id="249" name="Google Shape;249;p19"/>
          <p:cNvPicPr preferRelativeResize="0"/>
          <p:nvPr/>
        </p:nvPicPr>
        <p:blipFill>
          <a:blip r:embed="rId4">
            <a:alphaModFix amt="86000"/>
          </a:blip>
          <a:stretch>
            <a:fillRect/>
          </a:stretch>
        </p:blipFill>
        <p:spPr>
          <a:xfrm>
            <a:off x="8420650" y="3383163"/>
            <a:ext cx="733425" cy="1857375"/>
          </a:xfrm>
          <a:prstGeom prst="rect">
            <a:avLst/>
          </a:prstGeom>
          <a:noFill/>
          <a:ln>
            <a:noFill/>
          </a:ln>
        </p:spPr>
      </p:pic>
      <p:pic>
        <p:nvPicPr>
          <p:cNvPr id="250" name="Google Shape;250;p19"/>
          <p:cNvPicPr preferRelativeResize="0"/>
          <p:nvPr/>
        </p:nvPicPr>
        <p:blipFill>
          <a:blip r:embed="rId5">
            <a:alphaModFix/>
          </a:blip>
          <a:stretch>
            <a:fillRect/>
          </a:stretch>
        </p:blipFill>
        <p:spPr>
          <a:xfrm>
            <a:off x="3335450" y="4612363"/>
            <a:ext cx="342900" cy="371475"/>
          </a:xfrm>
          <a:prstGeom prst="rect">
            <a:avLst/>
          </a:prstGeom>
          <a:noFill/>
          <a:ln>
            <a:noFill/>
          </a:ln>
        </p:spPr>
      </p:pic>
      <p:pic>
        <p:nvPicPr>
          <p:cNvPr id="251" name="Google Shape;251;p19"/>
          <p:cNvPicPr preferRelativeResize="0"/>
          <p:nvPr/>
        </p:nvPicPr>
        <p:blipFill>
          <a:blip r:embed="rId6">
            <a:alphaModFix/>
          </a:blip>
          <a:stretch>
            <a:fillRect/>
          </a:stretch>
        </p:blipFill>
        <p:spPr>
          <a:xfrm>
            <a:off x="325550" y="239888"/>
            <a:ext cx="342900" cy="371475"/>
          </a:xfrm>
          <a:prstGeom prst="rect">
            <a:avLst/>
          </a:prstGeom>
          <a:noFill/>
          <a:ln>
            <a:noFill/>
          </a:ln>
        </p:spPr>
      </p:pic>
      <p:pic>
        <p:nvPicPr>
          <p:cNvPr id="252" name="Google Shape;252;p19"/>
          <p:cNvPicPr preferRelativeResize="0"/>
          <p:nvPr/>
        </p:nvPicPr>
        <p:blipFill>
          <a:blip r:embed="rId7">
            <a:alphaModFix/>
          </a:blip>
          <a:stretch>
            <a:fillRect/>
          </a:stretch>
        </p:blipFill>
        <p:spPr>
          <a:xfrm>
            <a:off x="256025" y="1143363"/>
            <a:ext cx="342900" cy="371475"/>
          </a:xfrm>
          <a:prstGeom prst="rect">
            <a:avLst/>
          </a:prstGeom>
          <a:noFill/>
          <a:ln>
            <a:noFill/>
          </a:ln>
        </p:spPr>
      </p:pic>
      <p:pic>
        <p:nvPicPr>
          <p:cNvPr id="253" name="Google Shape;253;p19"/>
          <p:cNvPicPr preferRelativeResize="0"/>
          <p:nvPr/>
        </p:nvPicPr>
        <p:blipFill>
          <a:blip r:embed="rId8">
            <a:alphaModFix/>
          </a:blip>
          <a:stretch>
            <a:fillRect/>
          </a:stretch>
        </p:blipFill>
        <p:spPr>
          <a:xfrm>
            <a:off x="8682600" y="693638"/>
            <a:ext cx="342900" cy="371475"/>
          </a:xfrm>
          <a:prstGeom prst="rect">
            <a:avLst/>
          </a:prstGeom>
          <a:noFill/>
          <a:ln>
            <a:noFill/>
          </a:ln>
        </p:spPr>
      </p:pic>
      <p:pic>
        <p:nvPicPr>
          <p:cNvPr id="254" name="Google Shape;254;p19"/>
          <p:cNvPicPr preferRelativeResize="0"/>
          <p:nvPr/>
        </p:nvPicPr>
        <p:blipFill>
          <a:blip r:embed="rId7">
            <a:alphaModFix/>
          </a:blip>
          <a:stretch>
            <a:fillRect/>
          </a:stretch>
        </p:blipFill>
        <p:spPr>
          <a:xfrm flipH="1">
            <a:off x="7007225" y="168013"/>
            <a:ext cx="342900" cy="3714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_1">
    <p:spTree>
      <p:nvGrpSpPr>
        <p:cNvPr id="255" name="Shape 255"/>
        <p:cNvGrpSpPr/>
        <p:nvPr/>
      </p:nvGrpSpPr>
      <p:grpSpPr>
        <a:xfrm>
          <a:off x="0" y="0"/>
          <a:ext cx="0" cy="0"/>
          <a:chOff x="0" y="0"/>
          <a:chExt cx="0" cy="0"/>
        </a:xfrm>
      </p:grpSpPr>
      <p:pic>
        <p:nvPicPr>
          <p:cNvPr id="256" name="Google Shape;256;p20"/>
          <p:cNvPicPr preferRelativeResize="0"/>
          <p:nvPr/>
        </p:nvPicPr>
        <p:blipFill>
          <a:blip r:embed="rId2">
            <a:alphaModFix/>
          </a:blip>
          <a:stretch>
            <a:fillRect/>
          </a:stretch>
        </p:blipFill>
        <p:spPr>
          <a:xfrm flipH="1" rot="10800000">
            <a:off x="-1181101" y="-1112100"/>
            <a:ext cx="11468101" cy="6434875"/>
          </a:xfrm>
          <a:prstGeom prst="rect">
            <a:avLst/>
          </a:prstGeom>
          <a:noFill/>
          <a:ln>
            <a:noFill/>
          </a:ln>
        </p:spPr>
      </p:pic>
      <p:sp>
        <p:nvSpPr>
          <p:cNvPr id="257" name="Google Shape;257;p20"/>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8" name="Google Shape;258;p20"/>
          <p:cNvSpPr txBox="1"/>
          <p:nvPr>
            <p:ph idx="2" type="title"/>
          </p:nvPr>
        </p:nvSpPr>
        <p:spPr>
          <a:xfrm>
            <a:off x="2029623" y="1514475"/>
            <a:ext cx="2231400" cy="4125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259" name="Google Shape;259;p20"/>
          <p:cNvSpPr txBox="1"/>
          <p:nvPr>
            <p:ph idx="1" type="subTitle"/>
          </p:nvPr>
        </p:nvSpPr>
        <p:spPr>
          <a:xfrm>
            <a:off x="2029623" y="1942425"/>
            <a:ext cx="2231400" cy="527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500"/>
              <a:buNone/>
              <a:defRPr sz="1500"/>
            </a:lvl1pPr>
            <a:lvl2pPr lvl="1" rtl="0">
              <a:lnSpc>
                <a:spcPct val="100000"/>
              </a:lnSpc>
              <a:spcBef>
                <a:spcPts val="0"/>
              </a:spcBef>
              <a:spcAft>
                <a:spcPts val="0"/>
              </a:spcAft>
              <a:buSzPts val="1500"/>
              <a:buNone/>
              <a:defRPr sz="1500"/>
            </a:lvl2pPr>
            <a:lvl3pPr lvl="2" rtl="0">
              <a:lnSpc>
                <a:spcPct val="100000"/>
              </a:lnSpc>
              <a:spcBef>
                <a:spcPts val="0"/>
              </a:spcBef>
              <a:spcAft>
                <a:spcPts val="0"/>
              </a:spcAft>
              <a:buSzPts val="1500"/>
              <a:buNone/>
              <a:defRPr sz="1500"/>
            </a:lvl3pPr>
            <a:lvl4pPr lvl="3" rtl="0">
              <a:lnSpc>
                <a:spcPct val="100000"/>
              </a:lnSpc>
              <a:spcBef>
                <a:spcPts val="0"/>
              </a:spcBef>
              <a:spcAft>
                <a:spcPts val="0"/>
              </a:spcAft>
              <a:buSzPts val="1500"/>
              <a:buNone/>
              <a:defRPr sz="1500"/>
            </a:lvl4pPr>
            <a:lvl5pPr lvl="4" rtl="0">
              <a:lnSpc>
                <a:spcPct val="100000"/>
              </a:lnSpc>
              <a:spcBef>
                <a:spcPts val="0"/>
              </a:spcBef>
              <a:spcAft>
                <a:spcPts val="0"/>
              </a:spcAft>
              <a:buSzPts val="1500"/>
              <a:buNone/>
              <a:defRPr sz="1500"/>
            </a:lvl5pPr>
            <a:lvl6pPr lvl="5" rtl="0">
              <a:lnSpc>
                <a:spcPct val="100000"/>
              </a:lnSpc>
              <a:spcBef>
                <a:spcPts val="0"/>
              </a:spcBef>
              <a:spcAft>
                <a:spcPts val="0"/>
              </a:spcAft>
              <a:buSzPts val="1500"/>
              <a:buNone/>
              <a:defRPr sz="1500"/>
            </a:lvl6pPr>
            <a:lvl7pPr lvl="6" rtl="0">
              <a:lnSpc>
                <a:spcPct val="100000"/>
              </a:lnSpc>
              <a:spcBef>
                <a:spcPts val="0"/>
              </a:spcBef>
              <a:spcAft>
                <a:spcPts val="0"/>
              </a:spcAft>
              <a:buSzPts val="1500"/>
              <a:buNone/>
              <a:defRPr sz="1500"/>
            </a:lvl7pPr>
            <a:lvl8pPr lvl="7" rtl="0">
              <a:lnSpc>
                <a:spcPct val="100000"/>
              </a:lnSpc>
              <a:spcBef>
                <a:spcPts val="0"/>
              </a:spcBef>
              <a:spcAft>
                <a:spcPts val="0"/>
              </a:spcAft>
              <a:buSzPts val="1500"/>
              <a:buNone/>
              <a:defRPr sz="1500"/>
            </a:lvl8pPr>
            <a:lvl9pPr lvl="8" rtl="0">
              <a:lnSpc>
                <a:spcPct val="100000"/>
              </a:lnSpc>
              <a:spcBef>
                <a:spcPts val="0"/>
              </a:spcBef>
              <a:spcAft>
                <a:spcPts val="0"/>
              </a:spcAft>
              <a:buSzPts val="1500"/>
              <a:buNone/>
              <a:defRPr sz="1500"/>
            </a:lvl9pPr>
          </a:lstStyle>
          <a:p/>
        </p:txBody>
      </p:sp>
      <p:sp>
        <p:nvSpPr>
          <p:cNvPr id="260" name="Google Shape;260;p20"/>
          <p:cNvSpPr txBox="1"/>
          <p:nvPr>
            <p:ph idx="3" type="title"/>
          </p:nvPr>
        </p:nvSpPr>
        <p:spPr>
          <a:xfrm>
            <a:off x="5818076" y="1514475"/>
            <a:ext cx="2231400" cy="4125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1" name="Google Shape;261;p20"/>
          <p:cNvSpPr txBox="1"/>
          <p:nvPr>
            <p:ph idx="4" type="subTitle"/>
          </p:nvPr>
        </p:nvSpPr>
        <p:spPr>
          <a:xfrm>
            <a:off x="5818073" y="1942425"/>
            <a:ext cx="2231400" cy="527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sp>
        <p:nvSpPr>
          <p:cNvPr id="262" name="Google Shape;262;p20"/>
          <p:cNvSpPr txBox="1"/>
          <p:nvPr>
            <p:ph idx="5" type="title"/>
          </p:nvPr>
        </p:nvSpPr>
        <p:spPr>
          <a:xfrm>
            <a:off x="2029623" y="3062075"/>
            <a:ext cx="2231400" cy="4125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263" name="Google Shape;263;p20"/>
          <p:cNvSpPr txBox="1"/>
          <p:nvPr>
            <p:ph idx="6" type="subTitle"/>
          </p:nvPr>
        </p:nvSpPr>
        <p:spPr>
          <a:xfrm>
            <a:off x="2029623" y="3490125"/>
            <a:ext cx="2231400" cy="527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500"/>
              <a:buNone/>
              <a:defRPr sz="1500"/>
            </a:lvl1pPr>
            <a:lvl2pPr lvl="1" rtl="0">
              <a:lnSpc>
                <a:spcPct val="100000"/>
              </a:lnSpc>
              <a:spcBef>
                <a:spcPts val="0"/>
              </a:spcBef>
              <a:spcAft>
                <a:spcPts val="0"/>
              </a:spcAft>
              <a:buSzPts val="1500"/>
              <a:buNone/>
              <a:defRPr sz="1500"/>
            </a:lvl2pPr>
            <a:lvl3pPr lvl="2" rtl="0">
              <a:lnSpc>
                <a:spcPct val="100000"/>
              </a:lnSpc>
              <a:spcBef>
                <a:spcPts val="0"/>
              </a:spcBef>
              <a:spcAft>
                <a:spcPts val="0"/>
              </a:spcAft>
              <a:buSzPts val="1500"/>
              <a:buNone/>
              <a:defRPr sz="1500"/>
            </a:lvl3pPr>
            <a:lvl4pPr lvl="3" rtl="0">
              <a:lnSpc>
                <a:spcPct val="100000"/>
              </a:lnSpc>
              <a:spcBef>
                <a:spcPts val="0"/>
              </a:spcBef>
              <a:spcAft>
                <a:spcPts val="0"/>
              </a:spcAft>
              <a:buSzPts val="1500"/>
              <a:buNone/>
              <a:defRPr sz="1500"/>
            </a:lvl4pPr>
            <a:lvl5pPr lvl="4" rtl="0">
              <a:lnSpc>
                <a:spcPct val="100000"/>
              </a:lnSpc>
              <a:spcBef>
                <a:spcPts val="0"/>
              </a:spcBef>
              <a:spcAft>
                <a:spcPts val="0"/>
              </a:spcAft>
              <a:buSzPts val="1500"/>
              <a:buNone/>
              <a:defRPr sz="1500"/>
            </a:lvl5pPr>
            <a:lvl6pPr lvl="5" rtl="0">
              <a:lnSpc>
                <a:spcPct val="100000"/>
              </a:lnSpc>
              <a:spcBef>
                <a:spcPts val="0"/>
              </a:spcBef>
              <a:spcAft>
                <a:spcPts val="0"/>
              </a:spcAft>
              <a:buSzPts val="1500"/>
              <a:buNone/>
              <a:defRPr sz="1500"/>
            </a:lvl6pPr>
            <a:lvl7pPr lvl="6" rtl="0">
              <a:lnSpc>
                <a:spcPct val="100000"/>
              </a:lnSpc>
              <a:spcBef>
                <a:spcPts val="0"/>
              </a:spcBef>
              <a:spcAft>
                <a:spcPts val="0"/>
              </a:spcAft>
              <a:buSzPts val="1500"/>
              <a:buNone/>
              <a:defRPr sz="1500"/>
            </a:lvl7pPr>
            <a:lvl8pPr lvl="7" rtl="0">
              <a:lnSpc>
                <a:spcPct val="100000"/>
              </a:lnSpc>
              <a:spcBef>
                <a:spcPts val="0"/>
              </a:spcBef>
              <a:spcAft>
                <a:spcPts val="0"/>
              </a:spcAft>
              <a:buSzPts val="1500"/>
              <a:buNone/>
              <a:defRPr sz="1500"/>
            </a:lvl8pPr>
            <a:lvl9pPr lvl="8" rtl="0">
              <a:lnSpc>
                <a:spcPct val="100000"/>
              </a:lnSpc>
              <a:spcBef>
                <a:spcPts val="0"/>
              </a:spcBef>
              <a:spcAft>
                <a:spcPts val="0"/>
              </a:spcAft>
              <a:buSzPts val="1500"/>
              <a:buNone/>
              <a:defRPr sz="1500"/>
            </a:lvl9pPr>
          </a:lstStyle>
          <a:p/>
        </p:txBody>
      </p:sp>
      <p:sp>
        <p:nvSpPr>
          <p:cNvPr id="264" name="Google Shape;264;p20"/>
          <p:cNvSpPr txBox="1"/>
          <p:nvPr>
            <p:ph idx="7" type="title"/>
          </p:nvPr>
        </p:nvSpPr>
        <p:spPr>
          <a:xfrm>
            <a:off x="5818076" y="3062075"/>
            <a:ext cx="2231400" cy="4125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5" name="Google Shape;265;p20"/>
          <p:cNvSpPr txBox="1"/>
          <p:nvPr>
            <p:ph idx="8" type="subTitle"/>
          </p:nvPr>
        </p:nvSpPr>
        <p:spPr>
          <a:xfrm>
            <a:off x="5818073" y="3490125"/>
            <a:ext cx="2231400" cy="527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500"/>
              <a:buNone/>
              <a:defRPr sz="1500"/>
            </a:lvl1pPr>
            <a:lvl2pPr lvl="1" rtl="0" algn="ctr">
              <a:lnSpc>
                <a:spcPct val="100000"/>
              </a:lnSpc>
              <a:spcBef>
                <a:spcPts val="0"/>
              </a:spcBef>
              <a:spcAft>
                <a:spcPts val="0"/>
              </a:spcAft>
              <a:buSzPts val="1500"/>
              <a:buNone/>
              <a:defRPr sz="1500"/>
            </a:lvl2pPr>
            <a:lvl3pPr lvl="2" rtl="0" algn="ctr">
              <a:lnSpc>
                <a:spcPct val="100000"/>
              </a:lnSpc>
              <a:spcBef>
                <a:spcPts val="0"/>
              </a:spcBef>
              <a:spcAft>
                <a:spcPts val="0"/>
              </a:spcAft>
              <a:buSzPts val="1500"/>
              <a:buNone/>
              <a:defRPr sz="1500"/>
            </a:lvl3pPr>
            <a:lvl4pPr lvl="3" rtl="0" algn="ctr">
              <a:lnSpc>
                <a:spcPct val="100000"/>
              </a:lnSpc>
              <a:spcBef>
                <a:spcPts val="0"/>
              </a:spcBef>
              <a:spcAft>
                <a:spcPts val="0"/>
              </a:spcAft>
              <a:buSzPts val="1500"/>
              <a:buNone/>
              <a:defRPr sz="1500"/>
            </a:lvl4pPr>
            <a:lvl5pPr lvl="4" rtl="0" algn="ctr">
              <a:lnSpc>
                <a:spcPct val="100000"/>
              </a:lnSpc>
              <a:spcBef>
                <a:spcPts val="0"/>
              </a:spcBef>
              <a:spcAft>
                <a:spcPts val="0"/>
              </a:spcAft>
              <a:buSzPts val="1500"/>
              <a:buNone/>
              <a:defRPr sz="1500"/>
            </a:lvl5pPr>
            <a:lvl6pPr lvl="5" rtl="0" algn="ctr">
              <a:lnSpc>
                <a:spcPct val="100000"/>
              </a:lnSpc>
              <a:spcBef>
                <a:spcPts val="0"/>
              </a:spcBef>
              <a:spcAft>
                <a:spcPts val="0"/>
              </a:spcAft>
              <a:buSzPts val="1500"/>
              <a:buNone/>
              <a:defRPr sz="1500"/>
            </a:lvl6pPr>
            <a:lvl7pPr lvl="6" rtl="0" algn="ctr">
              <a:lnSpc>
                <a:spcPct val="100000"/>
              </a:lnSpc>
              <a:spcBef>
                <a:spcPts val="0"/>
              </a:spcBef>
              <a:spcAft>
                <a:spcPts val="0"/>
              </a:spcAft>
              <a:buSzPts val="1500"/>
              <a:buNone/>
              <a:defRPr sz="1500"/>
            </a:lvl7pPr>
            <a:lvl8pPr lvl="7" rtl="0" algn="ctr">
              <a:lnSpc>
                <a:spcPct val="100000"/>
              </a:lnSpc>
              <a:spcBef>
                <a:spcPts val="0"/>
              </a:spcBef>
              <a:spcAft>
                <a:spcPts val="0"/>
              </a:spcAft>
              <a:buSzPts val="1500"/>
              <a:buNone/>
              <a:defRPr sz="1500"/>
            </a:lvl8pPr>
            <a:lvl9pPr lvl="8" rtl="0" algn="ctr">
              <a:lnSpc>
                <a:spcPct val="100000"/>
              </a:lnSpc>
              <a:spcBef>
                <a:spcPts val="0"/>
              </a:spcBef>
              <a:spcAft>
                <a:spcPts val="0"/>
              </a:spcAft>
              <a:buSzPts val="1500"/>
              <a:buNone/>
              <a:defRPr sz="1500"/>
            </a:lvl9pPr>
          </a:lstStyle>
          <a:p/>
        </p:txBody>
      </p:sp>
      <p:pic>
        <p:nvPicPr>
          <p:cNvPr id="266" name="Google Shape;266;p20"/>
          <p:cNvPicPr preferRelativeResize="0"/>
          <p:nvPr/>
        </p:nvPicPr>
        <p:blipFill>
          <a:blip r:embed="rId3">
            <a:alphaModFix amt="86000"/>
          </a:blip>
          <a:stretch>
            <a:fillRect/>
          </a:stretch>
        </p:blipFill>
        <p:spPr>
          <a:xfrm flipH="1">
            <a:off x="954600" y="4274988"/>
            <a:ext cx="733425" cy="1857375"/>
          </a:xfrm>
          <a:prstGeom prst="rect">
            <a:avLst/>
          </a:prstGeom>
          <a:noFill/>
          <a:ln>
            <a:noFill/>
          </a:ln>
        </p:spPr>
      </p:pic>
      <p:pic>
        <p:nvPicPr>
          <p:cNvPr id="267" name="Google Shape;267;p20"/>
          <p:cNvPicPr preferRelativeResize="0"/>
          <p:nvPr/>
        </p:nvPicPr>
        <p:blipFill>
          <a:blip r:embed="rId4">
            <a:alphaModFix/>
          </a:blip>
          <a:stretch>
            <a:fillRect/>
          </a:stretch>
        </p:blipFill>
        <p:spPr>
          <a:xfrm flipH="1">
            <a:off x="8440038" y="3203550"/>
            <a:ext cx="849400" cy="2644525"/>
          </a:xfrm>
          <a:prstGeom prst="rect">
            <a:avLst/>
          </a:prstGeom>
          <a:noFill/>
          <a:ln>
            <a:noFill/>
          </a:ln>
        </p:spPr>
      </p:pic>
      <p:pic>
        <p:nvPicPr>
          <p:cNvPr id="268" name="Google Shape;268;p20"/>
          <p:cNvPicPr preferRelativeResize="0"/>
          <p:nvPr/>
        </p:nvPicPr>
        <p:blipFill>
          <a:blip r:embed="rId5">
            <a:alphaModFix/>
          </a:blip>
          <a:stretch>
            <a:fillRect/>
          </a:stretch>
        </p:blipFill>
        <p:spPr>
          <a:xfrm>
            <a:off x="6973775" y="259438"/>
            <a:ext cx="342900" cy="371475"/>
          </a:xfrm>
          <a:prstGeom prst="rect">
            <a:avLst/>
          </a:prstGeom>
          <a:noFill/>
          <a:ln>
            <a:noFill/>
          </a:ln>
        </p:spPr>
      </p:pic>
      <p:pic>
        <p:nvPicPr>
          <p:cNvPr id="269" name="Google Shape;269;p20"/>
          <p:cNvPicPr preferRelativeResize="0"/>
          <p:nvPr/>
        </p:nvPicPr>
        <p:blipFill>
          <a:blip r:embed="rId6">
            <a:alphaModFix/>
          </a:blip>
          <a:stretch>
            <a:fillRect/>
          </a:stretch>
        </p:blipFill>
        <p:spPr>
          <a:xfrm>
            <a:off x="256025" y="211313"/>
            <a:ext cx="342900" cy="371475"/>
          </a:xfrm>
          <a:prstGeom prst="rect">
            <a:avLst/>
          </a:prstGeom>
          <a:noFill/>
          <a:ln>
            <a:noFill/>
          </a:ln>
        </p:spPr>
      </p:pic>
      <p:pic>
        <p:nvPicPr>
          <p:cNvPr id="270" name="Google Shape;270;p20"/>
          <p:cNvPicPr preferRelativeResize="0"/>
          <p:nvPr/>
        </p:nvPicPr>
        <p:blipFill>
          <a:blip r:embed="rId6">
            <a:alphaModFix/>
          </a:blip>
          <a:stretch>
            <a:fillRect/>
          </a:stretch>
        </p:blipFill>
        <p:spPr>
          <a:xfrm>
            <a:off x="53600" y="2484750"/>
            <a:ext cx="342900" cy="371475"/>
          </a:xfrm>
          <a:prstGeom prst="rect">
            <a:avLst/>
          </a:prstGeom>
          <a:noFill/>
          <a:ln>
            <a:noFill/>
          </a:ln>
        </p:spPr>
      </p:pic>
      <p:pic>
        <p:nvPicPr>
          <p:cNvPr id="271" name="Google Shape;271;p20"/>
          <p:cNvPicPr preferRelativeResize="0"/>
          <p:nvPr/>
        </p:nvPicPr>
        <p:blipFill>
          <a:blip r:embed="rId7">
            <a:alphaModFix/>
          </a:blip>
          <a:stretch>
            <a:fillRect/>
          </a:stretch>
        </p:blipFill>
        <p:spPr>
          <a:xfrm>
            <a:off x="8693300" y="2543163"/>
            <a:ext cx="342900" cy="371475"/>
          </a:xfrm>
          <a:prstGeom prst="rect">
            <a:avLst/>
          </a:prstGeom>
          <a:noFill/>
          <a:ln>
            <a:noFill/>
          </a:ln>
        </p:spPr>
      </p:pic>
      <p:pic>
        <p:nvPicPr>
          <p:cNvPr id="272" name="Google Shape;272;p20"/>
          <p:cNvPicPr preferRelativeResize="0"/>
          <p:nvPr/>
        </p:nvPicPr>
        <p:blipFill>
          <a:blip r:embed="rId5">
            <a:alphaModFix/>
          </a:blip>
          <a:stretch>
            <a:fillRect/>
          </a:stretch>
        </p:blipFill>
        <p:spPr>
          <a:xfrm>
            <a:off x="1944925" y="108350"/>
            <a:ext cx="342900" cy="371475"/>
          </a:xfrm>
          <a:prstGeom prst="rect">
            <a:avLst/>
          </a:prstGeom>
          <a:noFill/>
          <a:ln>
            <a:noFill/>
          </a:ln>
        </p:spPr>
      </p:pic>
      <p:pic>
        <p:nvPicPr>
          <p:cNvPr id="273" name="Google Shape;273;p20"/>
          <p:cNvPicPr preferRelativeResize="0"/>
          <p:nvPr/>
        </p:nvPicPr>
        <p:blipFill>
          <a:blip r:embed="rId8">
            <a:alphaModFix/>
          </a:blip>
          <a:stretch>
            <a:fillRect/>
          </a:stretch>
        </p:blipFill>
        <p:spPr>
          <a:xfrm>
            <a:off x="541775" y="1317213"/>
            <a:ext cx="342900" cy="371475"/>
          </a:xfrm>
          <a:prstGeom prst="rect">
            <a:avLst/>
          </a:prstGeom>
          <a:noFill/>
          <a:ln>
            <a:noFill/>
          </a:ln>
        </p:spPr>
      </p:pic>
      <p:pic>
        <p:nvPicPr>
          <p:cNvPr id="274" name="Google Shape;274;p20"/>
          <p:cNvPicPr preferRelativeResize="0"/>
          <p:nvPr/>
        </p:nvPicPr>
        <p:blipFill>
          <a:blip r:embed="rId6">
            <a:alphaModFix/>
          </a:blip>
          <a:stretch>
            <a:fillRect/>
          </a:stretch>
        </p:blipFill>
        <p:spPr>
          <a:xfrm>
            <a:off x="8615925" y="1436588"/>
            <a:ext cx="342900" cy="371475"/>
          </a:xfrm>
          <a:prstGeom prst="rect">
            <a:avLst/>
          </a:prstGeom>
          <a:noFill/>
          <a:ln>
            <a:noFill/>
          </a:ln>
        </p:spPr>
      </p:pic>
      <p:pic>
        <p:nvPicPr>
          <p:cNvPr id="275" name="Google Shape;275;p20"/>
          <p:cNvPicPr preferRelativeResize="0"/>
          <p:nvPr/>
        </p:nvPicPr>
        <p:blipFill>
          <a:blip r:embed="rId8">
            <a:alphaModFix/>
          </a:blip>
          <a:stretch>
            <a:fillRect/>
          </a:stretch>
        </p:blipFill>
        <p:spPr>
          <a:xfrm flipH="1">
            <a:off x="7921625" y="76188"/>
            <a:ext cx="342900" cy="371475"/>
          </a:xfrm>
          <a:prstGeom prst="rect">
            <a:avLst/>
          </a:prstGeom>
          <a:noFill/>
          <a:ln>
            <a:noFill/>
          </a:ln>
        </p:spPr>
      </p:pic>
      <p:pic>
        <p:nvPicPr>
          <p:cNvPr id="276" name="Google Shape;276;p20"/>
          <p:cNvPicPr preferRelativeResize="0"/>
          <p:nvPr/>
        </p:nvPicPr>
        <p:blipFill>
          <a:blip r:embed="rId9">
            <a:alphaModFix/>
          </a:blip>
          <a:stretch>
            <a:fillRect/>
          </a:stretch>
        </p:blipFill>
        <p:spPr>
          <a:xfrm>
            <a:off x="5165600" y="4509450"/>
            <a:ext cx="342900" cy="371475"/>
          </a:xfrm>
          <a:prstGeom prst="rect">
            <a:avLst/>
          </a:prstGeom>
          <a:noFill/>
          <a:ln>
            <a:noFill/>
          </a:ln>
        </p:spPr>
      </p:pic>
      <p:pic>
        <p:nvPicPr>
          <p:cNvPr id="277" name="Google Shape;277;p20"/>
          <p:cNvPicPr preferRelativeResize="0"/>
          <p:nvPr/>
        </p:nvPicPr>
        <p:blipFill>
          <a:blip r:embed="rId5">
            <a:alphaModFix/>
          </a:blip>
          <a:stretch>
            <a:fillRect/>
          </a:stretch>
        </p:blipFill>
        <p:spPr>
          <a:xfrm>
            <a:off x="6973775" y="4559138"/>
            <a:ext cx="342900" cy="371475"/>
          </a:xfrm>
          <a:prstGeom prst="rect">
            <a:avLst/>
          </a:prstGeom>
          <a:noFill/>
          <a:ln>
            <a:noFill/>
          </a:ln>
        </p:spPr>
      </p:pic>
      <p:pic>
        <p:nvPicPr>
          <p:cNvPr id="278" name="Google Shape;278;p20"/>
          <p:cNvPicPr preferRelativeResize="0"/>
          <p:nvPr/>
        </p:nvPicPr>
        <p:blipFill>
          <a:blip r:embed="rId7">
            <a:alphaModFix/>
          </a:blip>
          <a:stretch>
            <a:fillRect/>
          </a:stretch>
        </p:blipFill>
        <p:spPr>
          <a:xfrm>
            <a:off x="2989563" y="4426638"/>
            <a:ext cx="342900" cy="3714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
    <p:spTree>
      <p:nvGrpSpPr>
        <p:cNvPr id="279" name="Shape 279"/>
        <p:cNvGrpSpPr/>
        <p:nvPr/>
      </p:nvGrpSpPr>
      <p:grpSpPr>
        <a:xfrm>
          <a:off x="0" y="0"/>
          <a:ext cx="0" cy="0"/>
          <a:chOff x="0" y="0"/>
          <a:chExt cx="0" cy="0"/>
        </a:xfrm>
      </p:grpSpPr>
      <p:pic>
        <p:nvPicPr>
          <p:cNvPr id="280" name="Google Shape;280;p21"/>
          <p:cNvPicPr preferRelativeResize="0"/>
          <p:nvPr/>
        </p:nvPicPr>
        <p:blipFill>
          <a:blip r:embed="rId2">
            <a:alphaModFix/>
          </a:blip>
          <a:stretch>
            <a:fillRect/>
          </a:stretch>
        </p:blipFill>
        <p:spPr>
          <a:xfrm flipH="1">
            <a:off x="-1333501" y="-273900"/>
            <a:ext cx="11468101" cy="6434875"/>
          </a:xfrm>
          <a:prstGeom prst="rect">
            <a:avLst/>
          </a:prstGeom>
          <a:noFill/>
          <a:ln>
            <a:noFill/>
          </a:ln>
        </p:spPr>
      </p:pic>
      <p:pic>
        <p:nvPicPr>
          <p:cNvPr id="281" name="Google Shape;281;p21"/>
          <p:cNvPicPr preferRelativeResize="0"/>
          <p:nvPr/>
        </p:nvPicPr>
        <p:blipFill>
          <a:blip r:embed="rId3">
            <a:alphaModFix amt="86000"/>
          </a:blip>
          <a:stretch>
            <a:fillRect/>
          </a:stretch>
        </p:blipFill>
        <p:spPr>
          <a:xfrm>
            <a:off x="101825" y="3432413"/>
            <a:ext cx="733425" cy="1857375"/>
          </a:xfrm>
          <a:prstGeom prst="rect">
            <a:avLst/>
          </a:prstGeom>
          <a:noFill/>
          <a:ln>
            <a:noFill/>
          </a:ln>
        </p:spPr>
      </p:pic>
      <p:pic>
        <p:nvPicPr>
          <p:cNvPr id="282" name="Google Shape;282;p21"/>
          <p:cNvPicPr preferRelativeResize="0"/>
          <p:nvPr/>
        </p:nvPicPr>
        <p:blipFill>
          <a:blip r:embed="rId4">
            <a:alphaModFix/>
          </a:blip>
          <a:stretch>
            <a:fillRect/>
          </a:stretch>
        </p:blipFill>
        <p:spPr>
          <a:xfrm flipH="1">
            <a:off x="8149900" y="2727575"/>
            <a:ext cx="923925" cy="2876550"/>
          </a:xfrm>
          <a:prstGeom prst="rect">
            <a:avLst/>
          </a:prstGeom>
          <a:noFill/>
          <a:ln>
            <a:noFill/>
          </a:ln>
        </p:spPr>
      </p:pic>
      <p:pic>
        <p:nvPicPr>
          <p:cNvPr id="283" name="Google Shape;283;p21"/>
          <p:cNvPicPr preferRelativeResize="0"/>
          <p:nvPr/>
        </p:nvPicPr>
        <p:blipFill>
          <a:blip r:embed="rId5">
            <a:alphaModFix/>
          </a:blip>
          <a:stretch>
            <a:fillRect/>
          </a:stretch>
        </p:blipFill>
        <p:spPr>
          <a:xfrm>
            <a:off x="7091625" y="353738"/>
            <a:ext cx="342900" cy="371475"/>
          </a:xfrm>
          <a:prstGeom prst="rect">
            <a:avLst/>
          </a:prstGeom>
          <a:noFill/>
          <a:ln>
            <a:noFill/>
          </a:ln>
        </p:spPr>
      </p:pic>
      <p:pic>
        <p:nvPicPr>
          <p:cNvPr id="284" name="Google Shape;284;p21"/>
          <p:cNvPicPr preferRelativeResize="0"/>
          <p:nvPr/>
        </p:nvPicPr>
        <p:blipFill>
          <a:blip r:embed="rId6">
            <a:alphaModFix/>
          </a:blip>
          <a:stretch>
            <a:fillRect/>
          </a:stretch>
        </p:blipFill>
        <p:spPr>
          <a:xfrm>
            <a:off x="370325" y="259438"/>
            <a:ext cx="342900" cy="371475"/>
          </a:xfrm>
          <a:prstGeom prst="rect">
            <a:avLst/>
          </a:prstGeom>
          <a:noFill/>
          <a:ln>
            <a:noFill/>
          </a:ln>
        </p:spPr>
      </p:pic>
      <p:pic>
        <p:nvPicPr>
          <p:cNvPr id="285" name="Google Shape;285;p21"/>
          <p:cNvPicPr preferRelativeResize="0"/>
          <p:nvPr/>
        </p:nvPicPr>
        <p:blipFill>
          <a:blip r:embed="rId7">
            <a:alphaModFix/>
          </a:blip>
          <a:stretch>
            <a:fillRect/>
          </a:stretch>
        </p:blipFill>
        <p:spPr>
          <a:xfrm>
            <a:off x="256025" y="1143363"/>
            <a:ext cx="342900" cy="371475"/>
          </a:xfrm>
          <a:prstGeom prst="rect">
            <a:avLst/>
          </a:prstGeom>
          <a:noFill/>
          <a:ln>
            <a:noFill/>
          </a:ln>
        </p:spPr>
      </p:pic>
      <p:pic>
        <p:nvPicPr>
          <p:cNvPr id="286" name="Google Shape;286;p21"/>
          <p:cNvPicPr preferRelativeResize="0"/>
          <p:nvPr/>
        </p:nvPicPr>
        <p:blipFill>
          <a:blip r:embed="rId8">
            <a:alphaModFix/>
          </a:blip>
          <a:stretch>
            <a:fillRect/>
          </a:stretch>
        </p:blipFill>
        <p:spPr>
          <a:xfrm>
            <a:off x="4827675" y="76200"/>
            <a:ext cx="342900" cy="371475"/>
          </a:xfrm>
          <a:prstGeom prst="rect">
            <a:avLst/>
          </a:prstGeom>
          <a:noFill/>
          <a:ln>
            <a:noFill/>
          </a:ln>
        </p:spPr>
      </p:pic>
      <p:pic>
        <p:nvPicPr>
          <p:cNvPr id="287" name="Google Shape;287;p21"/>
          <p:cNvPicPr preferRelativeResize="0"/>
          <p:nvPr/>
        </p:nvPicPr>
        <p:blipFill>
          <a:blip r:embed="rId6">
            <a:alphaModFix/>
          </a:blip>
          <a:stretch>
            <a:fillRect/>
          </a:stretch>
        </p:blipFill>
        <p:spPr>
          <a:xfrm>
            <a:off x="8615925" y="1436588"/>
            <a:ext cx="342900" cy="371475"/>
          </a:xfrm>
          <a:prstGeom prst="rect">
            <a:avLst/>
          </a:prstGeom>
          <a:noFill/>
          <a:ln>
            <a:noFill/>
          </a:ln>
        </p:spPr>
      </p:pic>
      <p:pic>
        <p:nvPicPr>
          <p:cNvPr id="288" name="Google Shape;288;p21"/>
          <p:cNvPicPr preferRelativeResize="0"/>
          <p:nvPr/>
        </p:nvPicPr>
        <p:blipFill>
          <a:blip r:embed="rId9">
            <a:alphaModFix/>
          </a:blip>
          <a:stretch>
            <a:fillRect/>
          </a:stretch>
        </p:blipFill>
        <p:spPr>
          <a:xfrm>
            <a:off x="1411275" y="243563"/>
            <a:ext cx="342900" cy="371475"/>
          </a:xfrm>
          <a:prstGeom prst="rect">
            <a:avLst/>
          </a:prstGeom>
          <a:noFill/>
          <a:ln>
            <a:noFill/>
          </a:ln>
        </p:spPr>
      </p:pic>
      <p:pic>
        <p:nvPicPr>
          <p:cNvPr id="289" name="Google Shape;289;p21"/>
          <p:cNvPicPr preferRelativeResize="0"/>
          <p:nvPr/>
        </p:nvPicPr>
        <p:blipFill>
          <a:blip r:embed="rId7">
            <a:alphaModFix/>
          </a:blip>
          <a:stretch>
            <a:fillRect/>
          </a:stretch>
        </p:blipFill>
        <p:spPr>
          <a:xfrm flipH="1">
            <a:off x="7921625" y="76188"/>
            <a:ext cx="342900" cy="371475"/>
          </a:xfrm>
          <a:prstGeom prst="rect">
            <a:avLst/>
          </a:prstGeom>
          <a:noFill/>
          <a:ln>
            <a:noFill/>
          </a:ln>
        </p:spPr>
      </p:pic>
      <p:pic>
        <p:nvPicPr>
          <p:cNvPr id="290" name="Google Shape;290;p21"/>
          <p:cNvPicPr preferRelativeResize="0"/>
          <p:nvPr/>
        </p:nvPicPr>
        <p:blipFill>
          <a:blip r:embed="rId5">
            <a:alphaModFix/>
          </a:blip>
          <a:stretch>
            <a:fillRect/>
          </a:stretch>
        </p:blipFill>
        <p:spPr>
          <a:xfrm>
            <a:off x="101813" y="2200275"/>
            <a:ext cx="342900" cy="371475"/>
          </a:xfrm>
          <a:prstGeom prst="rect">
            <a:avLst/>
          </a:prstGeom>
          <a:noFill/>
          <a:ln>
            <a:noFill/>
          </a:ln>
        </p:spPr>
      </p:pic>
      <p:sp>
        <p:nvSpPr>
          <p:cNvPr id="291" name="Google Shape;291;p21"/>
          <p:cNvSpPr txBox="1"/>
          <p:nvPr>
            <p:ph type="title"/>
          </p:nvPr>
        </p:nvSpPr>
        <p:spPr>
          <a:xfrm>
            <a:off x="1101225" y="1946950"/>
            <a:ext cx="1986000" cy="368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2" name="Google Shape;292;p21"/>
          <p:cNvSpPr txBox="1"/>
          <p:nvPr>
            <p:ph idx="1" type="subTitle"/>
          </p:nvPr>
        </p:nvSpPr>
        <p:spPr>
          <a:xfrm>
            <a:off x="1101225" y="2317000"/>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1"/>
          <p:cNvSpPr txBox="1"/>
          <p:nvPr>
            <p:ph idx="2" type="title"/>
          </p:nvPr>
        </p:nvSpPr>
        <p:spPr>
          <a:xfrm>
            <a:off x="3579000" y="1946950"/>
            <a:ext cx="1986000" cy="368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4" name="Google Shape;294;p21"/>
          <p:cNvSpPr txBox="1"/>
          <p:nvPr>
            <p:ph idx="3" type="subTitle"/>
          </p:nvPr>
        </p:nvSpPr>
        <p:spPr>
          <a:xfrm>
            <a:off x="3579000" y="2317000"/>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1"/>
          <p:cNvSpPr txBox="1"/>
          <p:nvPr>
            <p:ph idx="4" type="title"/>
          </p:nvPr>
        </p:nvSpPr>
        <p:spPr>
          <a:xfrm>
            <a:off x="1101225" y="3647250"/>
            <a:ext cx="1986000" cy="368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6" name="Google Shape;296;p21"/>
          <p:cNvSpPr txBox="1"/>
          <p:nvPr>
            <p:ph idx="5" type="subTitle"/>
          </p:nvPr>
        </p:nvSpPr>
        <p:spPr>
          <a:xfrm>
            <a:off x="1101225" y="4017100"/>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7" name="Google Shape;297;p21"/>
          <p:cNvSpPr txBox="1"/>
          <p:nvPr>
            <p:ph idx="6" type="title"/>
          </p:nvPr>
        </p:nvSpPr>
        <p:spPr>
          <a:xfrm>
            <a:off x="3579000" y="3647250"/>
            <a:ext cx="1986000" cy="368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8" name="Google Shape;298;p21"/>
          <p:cNvSpPr txBox="1"/>
          <p:nvPr>
            <p:ph idx="7" type="subTitle"/>
          </p:nvPr>
        </p:nvSpPr>
        <p:spPr>
          <a:xfrm>
            <a:off x="3579000" y="4017100"/>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9" name="Google Shape;299;p21"/>
          <p:cNvSpPr txBox="1"/>
          <p:nvPr>
            <p:ph idx="8" type="title"/>
          </p:nvPr>
        </p:nvSpPr>
        <p:spPr>
          <a:xfrm>
            <a:off x="6056775" y="1946950"/>
            <a:ext cx="1986000" cy="368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00" name="Google Shape;300;p21"/>
          <p:cNvSpPr txBox="1"/>
          <p:nvPr>
            <p:ph idx="9" type="subTitle"/>
          </p:nvPr>
        </p:nvSpPr>
        <p:spPr>
          <a:xfrm>
            <a:off x="6056775" y="2317000"/>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1" name="Google Shape;301;p21"/>
          <p:cNvSpPr txBox="1"/>
          <p:nvPr>
            <p:ph idx="13" type="title"/>
          </p:nvPr>
        </p:nvSpPr>
        <p:spPr>
          <a:xfrm>
            <a:off x="6056775" y="3647250"/>
            <a:ext cx="1986000" cy="368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02" name="Google Shape;302;p21"/>
          <p:cNvSpPr txBox="1"/>
          <p:nvPr>
            <p:ph idx="14" type="subTitle"/>
          </p:nvPr>
        </p:nvSpPr>
        <p:spPr>
          <a:xfrm>
            <a:off x="6056775" y="4017100"/>
            <a:ext cx="19860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3" name="Google Shape;303;p21"/>
          <p:cNvSpPr txBox="1"/>
          <p:nvPr>
            <p:ph idx="15" type="title"/>
          </p:nvPr>
        </p:nvSpPr>
        <p:spPr>
          <a:xfrm>
            <a:off x="713225" y="387875"/>
            <a:ext cx="770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
    <p:spTree>
      <p:nvGrpSpPr>
        <p:cNvPr id="304" name="Shape 304"/>
        <p:cNvGrpSpPr/>
        <p:nvPr/>
      </p:nvGrpSpPr>
      <p:grpSpPr>
        <a:xfrm>
          <a:off x="0" y="0"/>
          <a:ext cx="0" cy="0"/>
          <a:chOff x="0" y="0"/>
          <a:chExt cx="0" cy="0"/>
        </a:xfrm>
      </p:grpSpPr>
      <p:pic>
        <p:nvPicPr>
          <p:cNvPr id="305" name="Google Shape;305;p22"/>
          <p:cNvPicPr preferRelativeResize="0"/>
          <p:nvPr/>
        </p:nvPicPr>
        <p:blipFill>
          <a:blip r:embed="rId2">
            <a:alphaModFix/>
          </a:blip>
          <a:stretch>
            <a:fillRect/>
          </a:stretch>
        </p:blipFill>
        <p:spPr>
          <a:xfrm>
            <a:off x="-1466850" y="-342900"/>
            <a:ext cx="11227874" cy="6300075"/>
          </a:xfrm>
          <a:prstGeom prst="rect">
            <a:avLst/>
          </a:prstGeom>
          <a:noFill/>
          <a:ln>
            <a:noFill/>
          </a:ln>
        </p:spPr>
      </p:pic>
      <p:sp>
        <p:nvSpPr>
          <p:cNvPr id="306" name="Google Shape;306;p22"/>
          <p:cNvSpPr txBox="1"/>
          <p:nvPr>
            <p:ph type="ctrTitle"/>
          </p:nvPr>
        </p:nvSpPr>
        <p:spPr>
          <a:xfrm>
            <a:off x="966188" y="606175"/>
            <a:ext cx="3858900" cy="10065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4500">
                <a:latin typeface="Artifika"/>
                <a:ea typeface="Artifika"/>
                <a:cs typeface="Artifika"/>
                <a:sym typeface="Artifika"/>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07" name="Google Shape;307;p22"/>
          <p:cNvSpPr txBox="1"/>
          <p:nvPr>
            <p:ph idx="1" type="subTitle"/>
          </p:nvPr>
        </p:nvSpPr>
        <p:spPr>
          <a:xfrm>
            <a:off x="966125" y="1709250"/>
            <a:ext cx="3858900" cy="143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700">
                <a:solidFill>
                  <a:schemeClr val="dk1"/>
                </a:solidFill>
                <a:latin typeface="Gantari"/>
                <a:ea typeface="Gantari"/>
                <a:cs typeface="Gantari"/>
                <a:sym typeface="Gantari"/>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8" name="Google Shape;308;p22"/>
          <p:cNvSpPr txBox="1"/>
          <p:nvPr/>
        </p:nvSpPr>
        <p:spPr>
          <a:xfrm>
            <a:off x="966125" y="3237225"/>
            <a:ext cx="3858900" cy="61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Gantari"/>
                <a:ea typeface="Gantari"/>
                <a:cs typeface="Gantari"/>
                <a:sym typeface="Gantari"/>
              </a:rPr>
              <a:t>CREDITS: This presentation template was created by </a:t>
            </a:r>
            <a:r>
              <a:rPr b="1" lang="en" sz="1200">
                <a:solidFill>
                  <a:schemeClr val="dk1"/>
                </a:solidFill>
                <a:uFill>
                  <a:noFill/>
                </a:uFill>
                <a:latin typeface="Gantari"/>
                <a:ea typeface="Gantari"/>
                <a:cs typeface="Gantari"/>
                <a:sym typeface="Gantari"/>
                <a:hlinkClick r:id="rId3">
                  <a:extLst>
                    <a:ext uri="{A12FA001-AC4F-418D-AE19-62706E023703}">
                      <ahyp:hlinkClr val="tx"/>
                    </a:ext>
                  </a:extLst>
                </a:hlinkClick>
              </a:rPr>
              <a:t>Slidesgo</a:t>
            </a:r>
            <a:r>
              <a:rPr lang="en" sz="1200">
                <a:solidFill>
                  <a:schemeClr val="dk1"/>
                </a:solidFill>
                <a:latin typeface="Gantari"/>
                <a:ea typeface="Gantari"/>
                <a:cs typeface="Gantari"/>
                <a:sym typeface="Gantari"/>
              </a:rPr>
              <a:t>, including icons by </a:t>
            </a:r>
            <a:r>
              <a:rPr b="1" lang="en" sz="1200">
                <a:solidFill>
                  <a:schemeClr val="dk1"/>
                </a:solidFill>
                <a:uFill>
                  <a:noFill/>
                </a:uFill>
                <a:latin typeface="Gantari"/>
                <a:ea typeface="Gantari"/>
                <a:cs typeface="Gantari"/>
                <a:sym typeface="Gantari"/>
                <a:hlinkClick r:id="rId4">
                  <a:extLst>
                    <a:ext uri="{A12FA001-AC4F-418D-AE19-62706E023703}">
                      <ahyp:hlinkClr val="tx"/>
                    </a:ext>
                  </a:extLst>
                </a:hlinkClick>
              </a:rPr>
              <a:t>Flaticon</a:t>
            </a:r>
            <a:r>
              <a:rPr b="1" lang="en" sz="1200">
                <a:solidFill>
                  <a:schemeClr val="dk1"/>
                </a:solidFill>
                <a:latin typeface="Gantari"/>
                <a:ea typeface="Gantari"/>
                <a:cs typeface="Gantari"/>
                <a:sym typeface="Gantari"/>
              </a:rPr>
              <a:t> </a:t>
            </a:r>
            <a:r>
              <a:rPr lang="en" sz="1200">
                <a:solidFill>
                  <a:schemeClr val="dk1"/>
                </a:solidFill>
                <a:latin typeface="Gantari"/>
                <a:ea typeface="Gantari"/>
                <a:cs typeface="Gantari"/>
                <a:sym typeface="Gantari"/>
              </a:rPr>
              <a:t>and infographics &amp; images by </a:t>
            </a:r>
            <a:r>
              <a:rPr b="1" lang="en" sz="1200">
                <a:solidFill>
                  <a:schemeClr val="dk1"/>
                </a:solidFill>
                <a:uFill>
                  <a:noFill/>
                </a:uFill>
                <a:latin typeface="Gantari"/>
                <a:ea typeface="Gantari"/>
                <a:cs typeface="Gantari"/>
                <a:sym typeface="Gantari"/>
                <a:hlinkClick r:id="rId5">
                  <a:extLst>
                    <a:ext uri="{A12FA001-AC4F-418D-AE19-62706E023703}">
                      <ahyp:hlinkClr val="tx"/>
                    </a:ext>
                  </a:extLst>
                </a:hlinkClick>
              </a:rPr>
              <a:t>Freepik</a:t>
            </a:r>
            <a:endParaRPr b="1" sz="1200">
              <a:solidFill>
                <a:schemeClr val="dk1"/>
              </a:solidFill>
              <a:latin typeface="Gantari"/>
              <a:ea typeface="Gantari"/>
              <a:cs typeface="Gantari"/>
              <a:sym typeface="Gantari"/>
            </a:endParaRPr>
          </a:p>
        </p:txBody>
      </p:sp>
      <p:pic>
        <p:nvPicPr>
          <p:cNvPr id="309" name="Google Shape;309;p22"/>
          <p:cNvPicPr preferRelativeResize="0"/>
          <p:nvPr/>
        </p:nvPicPr>
        <p:blipFill>
          <a:blip r:embed="rId6">
            <a:alphaModFix amt="86000"/>
          </a:blip>
          <a:stretch>
            <a:fillRect/>
          </a:stretch>
        </p:blipFill>
        <p:spPr>
          <a:xfrm>
            <a:off x="8430775" y="2171763"/>
            <a:ext cx="1352550" cy="3600450"/>
          </a:xfrm>
          <a:prstGeom prst="rect">
            <a:avLst/>
          </a:prstGeom>
          <a:noFill/>
          <a:ln>
            <a:noFill/>
          </a:ln>
        </p:spPr>
      </p:pic>
      <p:pic>
        <p:nvPicPr>
          <p:cNvPr id="310" name="Google Shape;310;p22"/>
          <p:cNvPicPr preferRelativeResize="0"/>
          <p:nvPr/>
        </p:nvPicPr>
        <p:blipFill>
          <a:blip r:embed="rId7">
            <a:alphaModFix/>
          </a:blip>
          <a:stretch>
            <a:fillRect/>
          </a:stretch>
        </p:blipFill>
        <p:spPr>
          <a:xfrm>
            <a:off x="405300" y="353750"/>
            <a:ext cx="342900" cy="371475"/>
          </a:xfrm>
          <a:prstGeom prst="rect">
            <a:avLst/>
          </a:prstGeom>
          <a:noFill/>
          <a:ln>
            <a:noFill/>
          </a:ln>
        </p:spPr>
      </p:pic>
      <p:pic>
        <p:nvPicPr>
          <p:cNvPr id="311" name="Google Shape;311;p22"/>
          <p:cNvPicPr preferRelativeResize="0"/>
          <p:nvPr/>
        </p:nvPicPr>
        <p:blipFill>
          <a:blip r:embed="rId8">
            <a:alphaModFix/>
          </a:blip>
          <a:stretch>
            <a:fillRect/>
          </a:stretch>
        </p:blipFill>
        <p:spPr>
          <a:xfrm>
            <a:off x="405300" y="4426625"/>
            <a:ext cx="342900" cy="371475"/>
          </a:xfrm>
          <a:prstGeom prst="rect">
            <a:avLst/>
          </a:prstGeom>
          <a:noFill/>
          <a:ln>
            <a:noFill/>
          </a:ln>
        </p:spPr>
      </p:pic>
      <p:pic>
        <p:nvPicPr>
          <p:cNvPr id="312" name="Google Shape;312;p22"/>
          <p:cNvPicPr preferRelativeResize="0"/>
          <p:nvPr/>
        </p:nvPicPr>
        <p:blipFill>
          <a:blip r:embed="rId9">
            <a:alphaModFix/>
          </a:blip>
          <a:stretch>
            <a:fillRect/>
          </a:stretch>
        </p:blipFill>
        <p:spPr>
          <a:xfrm>
            <a:off x="256025" y="1612663"/>
            <a:ext cx="342900" cy="371475"/>
          </a:xfrm>
          <a:prstGeom prst="rect">
            <a:avLst/>
          </a:prstGeom>
          <a:noFill/>
          <a:ln>
            <a:noFill/>
          </a:ln>
        </p:spPr>
      </p:pic>
      <p:pic>
        <p:nvPicPr>
          <p:cNvPr id="313" name="Google Shape;313;p22"/>
          <p:cNvPicPr preferRelativeResize="0"/>
          <p:nvPr/>
        </p:nvPicPr>
        <p:blipFill>
          <a:blip r:embed="rId10">
            <a:alphaModFix/>
          </a:blip>
          <a:stretch>
            <a:fillRect/>
          </a:stretch>
        </p:blipFill>
        <p:spPr>
          <a:xfrm>
            <a:off x="6990400" y="184875"/>
            <a:ext cx="342900" cy="371475"/>
          </a:xfrm>
          <a:prstGeom prst="rect">
            <a:avLst/>
          </a:prstGeom>
          <a:noFill/>
          <a:ln>
            <a:noFill/>
          </a:ln>
        </p:spPr>
      </p:pic>
      <p:pic>
        <p:nvPicPr>
          <p:cNvPr id="314" name="Google Shape;314;p22"/>
          <p:cNvPicPr preferRelativeResize="0"/>
          <p:nvPr/>
        </p:nvPicPr>
        <p:blipFill>
          <a:blip r:embed="rId7">
            <a:alphaModFix/>
          </a:blip>
          <a:stretch>
            <a:fillRect/>
          </a:stretch>
        </p:blipFill>
        <p:spPr>
          <a:xfrm>
            <a:off x="8615925" y="1436588"/>
            <a:ext cx="342900" cy="371475"/>
          </a:xfrm>
          <a:prstGeom prst="rect">
            <a:avLst/>
          </a:prstGeom>
          <a:noFill/>
          <a:ln>
            <a:noFill/>
          </a:ln>
        </p:spPr>
      </p:pic>
      <p:pic>
        <p:nvPicPr>
          <p:cNvPr id="315" name="Google Shape;315;p22"/>
          <p:cNvPicPr preferRelativeResize="0"/>
          <p:nvPr/>
        </p:nvPicPr>
        <p:blipFill>
          <a:blip r:embed="rId11">
            <a:alphaModFix/>
          </a:blip>
          <a:stretch>
            <a:fillRect/>
          </a:stretch>
        </p:blipFill>
        <p:spPr>
          <a:xfrm>
            <a:off x="1644875" y="353750"/>
            <a:ext cx="342900" cy="371475"/>
          </a:xfrm>
          <a:prstGeom prst="rect">
            <a:avLst/>
          </a:prstGeom>
          <a:noFill/>
          <a:ln>
            <a:noFill/>
          </a:ln>
        </p:spPr>
      </p:pic>
      <p:pic>
        <p:nvPicPr>
          <p:cNvPr id="316" name="Google Shape;316;p22"/>
          <p:cNvPicPr preferRelativeResize="0"/>
          <p:nvPr/>
        </p:nvPicPr>
        <p:blipFill>
          <a:blip r:embed="rId9">
            <a:alphaModFix/>
          </a:blip>
          <a:stretch>
            <a:fillRect/>
          </a:stretch>
        </p:blipFill>
        <p:spPr>
          <a:xfrm flipH="1">
            <a:off x="8430763" y="353750"/>
            <a:ext cx="342900" cy="371475"/>
          </a:xfrm>
          <a:prstGeom prst="rect">
            <a:avLst/>
          </a:prstGeom>
          <a:noFill/>
          <a:ln>
            <a:noFill/>
          </a:ln>
        </p:spPr>
      </p:pic>
      <p:pic>
        <p:nvPicPr>
          <p:cNvPr id="317" name="Google Shape;317;p22"/>
          <p:cNvPicPr preferRelativeResize="0"/>
          <p:nvPr/>
        </p:nvPicPr>
        <p:blipFill>
          <a:blip r:embed="rId7">
            <a:alphaModFix/>
          </a:blip>
          <a:stretch>
            <a:fillRect/>
          </a:stretch>
        </p:blipFill>
        <p:spPr>
          <a:xfrm>
            <a:off x="3167500" y="197763"/>
            <a:ext cx="342900" cy="3714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318" name="Shape 318"/>
        <p:cNvGrpSpPr/>
        <p:nvPr/>
      </p:nvGrpSpPr>
      <p:grpSpPr>
        <a:xfrm>
          <a:off x="0" y="0"/>
          <a:ext cx="0" cy="0"/>
          <a:chOff x="0" y="0"/>
          <a:chExt cx="0" cy="0"/>
        </a:xfrm>
      </p:grpSpPr>
      <p:pic>
        <p:nvPicPr>
          <p:cNvPr id="319" name="Google Shape;319;p23"/>
          <p:cNvPicPr preferRelativeResize="0"/>
          <p:nvPr/>
        </p:nvPicPr>
        <p:blipFill>
          <a:blip r:embed="rId2">
            <a:alphaModFix/>
          </a:blip>
          <a:stretch>
            <a:fillRect/>
          </a:stretch>
        </p:blipFill>
        <p:spPr>
          <a:xfrm rot="10800000">
            <a:off x="-7817" y="-5000"/>
            <a:ext cx="9166642" cy="5143500"/>
          </a:xfrm>
          <a:prstGeom prst="rect">
            <a:avLst/>
          </a:prstGeom>
          <a:noFill/>
          <a:ln>
            <a:noFill/>
          </a:ln>
        </p:spPr>
      </p:pic>
      <p:pic>
        <p:nvPicPr>
          <p:cNvPr id="320" name="Google Shape;320;p23"/>
          <p:cNvPicPr preferRelativeResize="0"/>
          <p:nvPr/>
        </p:nvPicPr>
        <p:blipFill>
          <a:blip r:embed="rId3">
            <a:alphaModFix/>
          </a:blip>
          <a:stretch>
            <a:fillRect/>
          </a:stretch>
        </p:blipFill>
        <p:spPr>
          <a:xfrm>
            <a:off x="713100" y="363713"/>
            <a:ext cx="342900" cy="371475"/>
          </a:xfrm>
          <a:prstGeom prst="rect">
            <a:avLst/>
          </a:prstGeom>
          <a:noFill/>
          <a:ln>
            <a:noFill/>
          </a:ln>
        </p:spPr>
      </p:pic>
      <p:pic>
        <p:nvPicPr>
          <p:cNvPr id="321" name="Google Shape;321;p23"/>
          <p:cNvPicPr preferRelativeResize="0"/>
          <p:nvPr/>
        </p:nvPicPr>
        <p:blipFill>
          <a:blip r:embed="rId4">
            <a:alphaModFix/>
          </a:blip>
          <a:stretch>
            <a:fillRect/>
          </a:stretch>
        </p:blipFill>
        <p:spPr>
          <a:xfrm>
            <a:off x="256025" y="1143363"/>
            <a:ext cx="342900" cy="371475"/>
          </a:xfrm>
          <a:prstGeom prst="rect">
            <a:avLst/>
          </a:prstGeom>
          <a:noFill/>
          <a:ln>
            <a:noFill/>
          </a:ln>
        </p:spPr>
      </p:pic>
      <p:pic>
        <p:nvPicPr>
          <p:cNvPr id="322" name="Google Shape;322;p23"/>
          <p:cNvPicPr preferRelativeResize="0"/>
          <p:nvPr/>
        </p:nvPicPr>
        <p:blipFill>
          <a:blip r:embed="rId3">
            <a:alphaModFix/>
          </a:blip>
          <a:stretch>
            <a:fillRect/>
          </a:stretch>
        </p:blipFill>
        <p:spPr>
          <a:xfrm>
            <a:off x="8615925" y="1436588"/>
            <a:ext cx="342900" cy="371475"/>
          </a:xfrm>
          <a:prstGeom prst="rect">
            <a:avLst/>
          </a:prstGeom>
          <a:noFill/>
          <a:ln>
            <a:noFill/>
          </a:ln>
        </p:spPr>
      </p:pic>
      <p:pic>
        <p:nvPicPr>
          <p:cNvPr id="323" name="Google Shape;323;p23"/>
          <p:cNvPicPr preferRelativeResize="0"/>
          <p:nvPr/>
        </p:nvPicPr>
        <p:blipFill>
          <a:blip r:embed="rId4">
            <a:alphaModFix/>
          </a:blip>
          <a:stretch>
            <a:fillRect/>
          </a:stretch>
        </p:blipFill>
        <p:spPr>
          <a:xfrm flipH="1">
            <a:off x="7921625" y="76188"/>
            <a:ext cx="342900" cy="371475"/>
          </a:xfrm>
          <a:prstGeom prst="rect">
            <a:avLst/>
          </a:prstGeom>
          <a:noFill/>
          <a:ln>
            <a:noFill/>
          </a:ln>
        </p:spPr>
      </p:pic>
      <p:pic>
        <p:nvPicPr>
          <p:cNvPr id="324" name="Google Shape;324;p23"/>
          <p:cNvPicPr preferRelativeResize="0"/>
          <p:nvPr/>
        </p:nvPicPr>
        <p:blipFill>
          <a:blip r:embed="rId5">
            <a:alphaModFix/>
          </a:blip>
          <a:stretch>
            <a:fillRect/>
          </a:stretch>
        </p:blipFill>
        <p:spPr>
          <a:xfrm>
            <a:off x="6782575" y="4767013"/>
            <a:ext cx="342900" cy="371475"/>
          </a:xfrm>
          <a:prstGeom prst="rect">
            <a:avLst/>
          </a:prstGeom>
          <a:noFill/>
          <a:ln>
            <a:noFill/>
          </a:ln>
        </p:spPr>
      </p:pic>
      <p:pic>
        <p:nvPicPr>
          <p:cNvPr id="325" name="Google Shape;325;p23"/>
          <p:cNvPicPr preferRelativeResize="0"/>
          <p:nvPr/>
        </p:nvPicPr>
        <p:blipFill>
          <a:blip r:embed="rId3">
            <a:alphaModFix/>
          </a:blip>
          <a:stretch>
            <a:fillRect/>
          </a:stretch>
        </p:blipFill>
        <p:spPr>
          <a:xfrm>
            <a:off x="4400550" y="4498838"/>
            <a:ext cx="342900" cy="371475"/>
          </a:xfrm>
          <a:prstGeom prst="rect">
            <a:avLst/>
          </a:prstGeom>
          <a:noFill/>
          <a:ln>
            <a:noFill/>
          </a:ln>
        </p:spPr>
      </p:pic>
      <p:pic>
        <p:nvPicPr>
          <p:cNvPr id="326" name="Google Shape;326;p23"/>
          <p:cNvPicPr preferRelativeResize="0"/>
          <p:nvPr/>
        </p:nvPicPr>
        <p:blipFill>
          <a:blip r:embed="rId6">
            <a:alphaModFix/>
          </a:blip>
          <a:stretch>
            <a:fillRect/>
          </a:stretch>
        </p:blipFill>
        <p:spPr>
          <a:xfrm>
            <a:off x="2483850" y="4654400"/>
            <a:ext cx="342900" cy="371475"/>
          </a:xfrm>
          <a:prstGeom prst="rect">
            <a:avLst/>
          </a:prstGeom>
          <a:noFill/>
          <a:ln>
            <a:noFill/>
          </a:ln>
        </p:spPr>
      </p:pic>
      <p:pic>
        <p:nvPicPr>
          <p:cNvPr id="327" name="Google Shape;327;p23"/>
          <p:cNvPicPr preferRelativeResize="0"/>
          <p:nvPr/>
        </p:nvPicPr>
        <p:blipFill>
          <a:blip r:embed="rId7">
            <a:alphaModFix amt="86000"/>
          </a:blip>
          <a:stretch>
            <a:fillRect/>
          </a:stretch>
        </p:blipFill>
        <p:spPr>
          <a:xfrm>
            <a:off x="8049775" y="2171763"/>
            <a:ext cx="1352550" cy="3600450"/>
          </a:xfrm>
          <a:prstGeom prst="rect">
            <a:avLst/>
          </a:prstGeom>
          <a:noFill/>
          <a:ln>
            <a:noFill/>
          </a:ln>
        </p:spPr>
      </p:pic>
      <p:pic>
        <p:nvPicPr>
          <p:cNvPr id="328" name="Google Shape;328;p23"/>
          <p:cNvPicPr preferRelativeResize="0"/>
          <p:nvPr/>
        </p:nvPicPr>
        <p:blipFill>
          <a:blip r:embed="rId8">
            <a:alphaModFix amt="86000"/>
          </a:blip>
          <a:stretch>
            <a:fillRect/>
          </a:stretch>
        </p:blipFill>
        <p:spPr>
          <a:xfrm>
            <a:off x="7683175" y="3911438"/>
            <a:ext cx="733425" cy="1857375"/>
          </a:xfrm>
          <a:prstGeom prst="rect">
            <a:avLst/>
          </a:prstGeom>
          <a:noFill/>
          <a:ln>
            <a:noFill/>
          </a:ln>
        </p:spPr>
      </p:pic>
      <p:pic>
        <p:nvPicPr>
          <p:cNvPr id="329" name="Google Shape;329;p23"/>
          <p:cNvPicPr preferRelativeResize="0"/>
          <p:nvPr/>
        </p:nvPicPr>
        <p:blipFill>
          <a:blip r:embed="rId9">
            <a:alphaModFix amt="86000"/>
          </a:blip>
          <a:stretch>
            <a:fillRect/>
          </a:stretch>
        </p:blipFill>
        <p:spPr>
          <a:xfrm>
            <a:off x="-591700" y="2357175"/>
            <a:ext cx="1304925" cy="2809875"/>
          </a:xfrm>
          <a:prstGeom prst="rect">
            <a:avLst/>
          </a:prstGeom>
          <a:noFill/>
          <a:ln>
            <a:noFill/>
          </a:ln>
        </p:spPr>
      </p:pic>
      <p:pic>
        <p:nvPicPr>
          <p:cNvPr id="330" name="Google Shape;330;p23"/>
          <p:cNvPicPr preferRelativeResize="0"/>
          <p:nvPr/>
        </p:nvPicPr>
        <p:blipFill>
          <a:blip r:embed="rId10">
            <a:alphaModFix amt="86000"/>
          </a:blip>
          <a:stretch>
            <a:fillRect/>
          </a:stretch>
        </p:blipFill>
        <p:spPr>
          <a:xfrm rot="-1379977">
            <a:off x="583263" y="3419162"/>
            <a:ext cx="942975" cy="18669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331" name="Shape 331"/>
        <p:cNvGrpSpPr/>
        <p:nvPr/>
      </p:nvGrpSpPr>
      <p:grpSpPr>
        <a:xfrm>
          <a:off x="0" y="0"/>
          <a:ext cx="0" cy="0"/>
          <a:chOff x="0" y="0"/>
          <a:chExt cx="0" cy="0"/>
        </a:xfrm>
      </p:grpSpPr>
      <p:pic>
        <p:nvPicPr>
          <p:cNvPr id="332" name="Google Shape;332;p24"/>
          <p:cNvPicPr preferRelativeResize="0"/>
          <p:nvPr/>
        </p:nvPicPr>
        <p:blipFill>
          <a:blip r:embed="rId2">
            <a:alphaModFix/>
          </a:blip>
          <a:stretch>
            <a:fillRect/>
          </a:stretch>
        </p:blipFill>
        <p:spPr>
          <a:xfrm rot="10800000">
            <a:off x="-1142000" y="-744725"/>
            <a:ext cx="11435575" cy="6416625"/>
          </a:xfrm>
          <a:prstGeom prst="rect">
            <a:avLst/>
          </a:prstGeom>
          <a:noFill/>
          <a:ln>
            <a:noFill/>
          </a:ln>
        </p:spPr>
      </p:pic>
      <p:pic>
        <p:nvPicPr>
          <p:cNvPr id="333" name="Google Shape;333;p24"/>
          <p:cNvPicPr preferRelativeResize="0"/>
          <p:nvPr/>
        </p:nvPicPr>
        <p:blipFill>
          <a:blip r:embed="rId3">
            <a:alphaModFix amt="86000"/>
          </a:blip>
          <a:stretch>
            <a:fillRect/>
          </a:stretch>
        </p:blipFill>
        <p:spPr>
          <a:xfrm>
            <a:off x="8216575" y="3911438"/>
            <a:ext cx="733425" cy="1857375"/>
          </a:xfrm>
          <a:prstGeom prst="rect">
            <a:avLst/>
          </a:prstGeom>
          <a:noFill/>
          <a:ln>
            <a:noFill/>
          </a:ln>
        </p:spPr>
      </p:pic>
      <p:pic>
        <p:nvPicPr>
          <p:cNvPr id="334" name="Google Shape;334;p24"/>
          <p:cNvPicPr preferRelativeResize="0"/>
          <p:nvPr/>
        </p:nvPicPr>
        <p:blipFill>
          <a:blip r:embed="rId4">
            <a:alphaModFix amt="86000"/>
          </a:blip>
          <a:stretch>
            <a:fillRect/>
          </a:stretch>
        </p:blipFill>
        <p:spPr>
          <a:xfrm rot="-1379977">
            <a:off x="49313" y="3864662"/>
            <a:ext cx="942975" cy="1866900"/>
          </a:xfrm>
          <a:prstGeom prst="rect">
            <a:avLst/>
          </a:prstGeom>
          <a:noFill/>
          <a:ln>
            <a:noFill/>
          </a:ln>
        </p:spPr>
      </p:pic>
      <p:pic>
        <p:nvPicPr>
          <p:cNvPr id="335" name="Google Shape;335;p24"/>
          <p:cNvPicPr preferRelativeResize="0"/>
          <p:nvPr/>
        </p:nvPicPr>
        <p:blipFill>
          <a:blip r:embed="rId5">
            <a:alphaModFix/>
          </a:blip>
          <a:stretch>
            <a:fillRect/>
          </a:stretch>
        </p:blipFill>
        <p:spPr>
          <a:xfrm flipH="1">
            <a:off x="5926621" y="4612363"/>
            <a:ext cx="342900" cy="371475"/>
          </a:xfrm>
          <a:prstGeom prst="rect">
            <a:avLst/>
          </a:prstGeom>
          <a:noFill/>
          <a:ln>
            <a:noFill/>
          </a:ln>
        </p:spPr>
      </p:pic>
      <p:pic>
        <p:nvPicPr>
          <p:cNvPr id="336" name="Google Shape;336;p24"/>
          <p:cNvPicPr preferRelativeResize="0"/>
          <p:nvPr/>
        </p:nvPicPr>
        <p:blipFill>
          <a:blip r:embed="rId6">
            <a:alphaModFix/>
          </a:blip>
          <a:stretch>
            <a:fillRect/>
          </a:stretch>
        </p:blipFill>
        <p:spPr>
          <a:xfrm flipH="1">
            <a:off x="7788646" y="182738"/>
            <a:ext cx="342900" cy="371475"/>
          </a:xfrm>
          <a:prstGeom prst="rect">
            <a:avLst/>
          </a:prstGeom>
          <a:noFill/>
          <a:ln>
            <a:noFill/>
          </a:ln>
        </p:spPr>
      </p:pic>
      <p:pic>
        <p:nvPicPr>
          <p:cNvPr id="337" name="Google Shape;337;p24"/>
          <p:cNvPicPr preferRelativeResize="0"/>
          <p:nvPr/>
        </p:nvPicPr>
        <p:blipFill>
          <a:blip r:embed="rId7">
            <a:alphaModFix/>
          </a:blip>
          <a:stretch>
            <a:fillRect/>
          </a:stretch>
        </p:blipFill>
        <p:spPr>
          <a:xfrm flipH="1">
            <a:off x="8501221" y="725213"/>
            <a:ext cx="342900" cy="371475"/>
          </a:xfrm>
          <a:prstGeom prst="rect">
            <a:avLst/>
          </a:prstGeom>
          <a:noFill/>
          <a:ln>
            <a:noFill/>
          </a:ln>
        </p:spPr>
      </p:pic>
      <p:pic>
        <p:nvPicPr>
          <p:cNvPr id="338" name="Google Shape;338;p24"/>
          <p:cNvPicPr preferRelativeResize="0"/>
          <p:nvPr/>
        </p:nvPicPr>
        <p:blipFill>
          <a:blip r:embed="rId5">
            <a:alphaModFix/>
          </a:blip>
          <a:stretch>
            <a:fillRect/>
          </a:stretch>
        </p:blipFill>
        <p:spPr>
          <a:xfrm flipH="1">
            <a:off x="3258546" y="353750"/>
            <a:ext cx="342900" cy="371475"/>
          </a:xfrm>
          <a:prstGeom prst="rect">
            <a:avLst/>
          </a:prstGeom>
          <a:noFill/>
          <a:ln>
            <a:noFill/>
          </a:ln>
        </p:spPr>
      </p:pic>
      <p:pic>
        <p:nvPicPr>
          <p:cNvPr id="339" name="Google Shape;339;p24"/>
          <p:cNvPicPr preferRelativeResize="0"/>
          <p:nvPr/>
        </p:nvPicPr>
        <p:blipFill>
          <a:blip r:embed="rId7">
            <a:alphaModFix/>
          </a:blip>
          <a:stretch>
            <a:fillRect/>
          </a:stretch>
        </p:blipFill>
        <p:spPr>
          <a:xfrm>
            <a:off x="826096" y="76188"/>
            <a:ext cx="342900" cy="371475"/>
          </a:xfrm>
          <a:prstGeom prst="rect">
            <a:avLst/>
          </a:prstGeom>
          <a:noFill/>
          <a:ln>
            <a:noFill/>
          </a:ln>
        </p:spPr>
      </p:pic>
      <p:pic>
        <p:nvPicPr>
          <p:cNvPr id="340" name="Google Shape;340;p24"/>
          <p:cNvPicPr preferRelativeResize="0"/>
          <p:nvPr/>
        </p:nvPicPr>
        <p:blipFill>
          <a:blip r:embed="rId6">
            <a:alphaModFix/>
          </a:blip>
          <a:stretch>
            <a:fillRect/>
          </a:stretch>
        </p:blipFill>
        <p:spPr>
          <a:xfrm flipH="1">
            <a:off x="2820396" y="4612363"/>
            <a:ext cx="342900" cy="371475"/>
          </a:xfrm>
          <a:prstGeom prst="rect">
            <a:avLst/>
          </a:prstGeom>
          <a:noFill/>
          <a:ln>
            <a:noFill/>
          </a:ln>
        </p:spPr>
      </p:pic>
      <p:pic>
        <p:nvPicPr>
          <p:cNvPr id="341" name="Google Shape;341;p24"/>
          <p:cNvPicPr preferRelativeResize="0"/>
          <p:nvPr/>
        </p:nvPicPr>
        <p:blipFill>
          <a:blip r:embed="rId8">
            <a:alphaModFix amt="86000"/>
          </a:blip>
          <a:stretch>
            <a:fillRect/>
          </a:stretch>
        </p:blipFill>
        <p:spPr>
          <a:xfrm>
            <a:off x="989500" y="3533488"/>
            <a:ext cx="1352550" cy="3600450"/>
          </a:xfrm>
          <a:prstGeom prst="rect">
            <a:avLst/>
          </a:prstGeom>
          <a:noFill/>
          <a:ln>
            <a:noFill/>
          </a:ln>
        </p:spPr>
      </p:pic>
      <p:pic>
        <p:nvPicPr>
          <p:cNvPr id="342" name="Google Shape;342;p24"/>
          <p:cNvPicPr preferRelativeResize="0"/>
          <p:nvPr/>
        </p:nvPicPr>
        <p:blipFill>
          <a:blip r:embed="rId9">
            <a:alphaModFix amt="86000"/>
          </a:blip>
          <a:stretch>
            <a:fillRect/>
          </a:stretch>
        </p:blipFill>
        <p:spPr>
          <a:xfrm>
            <a:off x="7017125" y="3644800"/>
            <a:ext cx="1304925" cy="28098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8_1_1">
    <p:spTree>
      <p:nvGrpSpPr>
        <p:cNvPr id="343" name="Shape 343"/>
        <p:cNvGrpSpPr/>
        <p:nvPr/>
      </p:nvGrpSpPr>
      <p:grpSpPr>
        <a:xfrm>
          <a:off x="0" y="0"/>
          <a:ext cx="0" cy="0"/>
          <a:chOff x="0" y="0"/>
          <a:chExt cx="0" cy="0"/>
        </a:xfrm>
      </p:grpSpPr>
      <p:pic>
        <p:nvPicPr>
          <p:cNvPr id="344" name="Google Shape;344;p25"/>
          <p:cNvPicPr preferRelativeResize="0"/>
          <p:nvPr/>
        </p:nvPicPr>
        <p:blipFill>
          <a:blip r:embed="rId2">
            <a:alphaModFix/>
          </a:blip>
          <a:stretch>
            <a:fillRect/>
          </a:stretch>
        </p:blipFill>
        <p:spPr>
          <a:xfrm flipH="1" rot="10800000">
            <a:off x="-1142000" y="-744725"/>
            <a:ext cx="11435575" cy="6416625"/>
          </a:xfrm>
          <a:prstGeom prst="rect">
            <a:avLst/>
          </a:prstGeom>
          <a:noFill/>
          <a:ln>
            <a:noFill/>
          </a:ln>
        </p:spPr>
      </p:pic>
      <p:pic>
        <p:nvPicPr>
          <p:cNvPr id="345" name="Google Shape;345;p25"/>
          <p:cNvPicPr preferRelativeResize="0"/>
          <p:nvPr/>
        </p:nvPicPr>
        <p:blipFill>
          <a:blip r:embed="rId3">
            <a:alphaModFix amt="86000"/>
          </a:blip>
          <a:stretch>
            <a:fillRect/>
          </a:stretch>
        </p:blipFill>
        <p:spPr>
          <a:xfrm rot="-1379977">
            <a:off x="1040338" y="3778625"/>
            <a:ext cx="942975" cy="1866900"/>
          </a:xfrm>
          <a:prstGeom prst="rect">
            <a:avLst/>
          </a:prstGeom>
          <a:noFill/>
          <a:ln>
            <a:noFill/>
          </a:ln>
        </p:spPr>
      </p:pic>
      <p:pic>
        <p:nvPicPr>
          <p:cNvPr id="346" name="Google Shape;346;p25"/>
          <p:cNvPicPr preferRelativeResize="0"/>
          <p:nvPr/>
        </p:nvPicPr>
        <p:blipFill>
          <a:blip r:embed="rId4">
            <a:alphaModFix amt="86000"/>
          </a:blip>
          <a:stretch>
            <a:fillRect/>
          </a:stretch>
        </p:blipFill>
        <p:spPr>
          <a:xfrm flipH="1">
            <a:off x="0" y="2997888"/>
            <a:ext cx="1352550" cy="3600450"/>
          </a:xfrm>
          <a:prstGeom prst="rect">
            <a:avLst/>
          </a:prstGeom>
          <a:noFill/>
          <a:ln>
            <a:noFill/>
          </a:ln>
        </p:spPr>
      </p:pic>
      <p:pic>
        <p:nvPicPr>
          <p:cNvPr id="347" name="Google Shape;347;p25"/>
          <p:cNvPicPr preferRelativeResize="0"/>
          <p:nvPr/>
        </p:nvPicPr>
        <p:blipFill>
          <a:blip r:embed="rId5">
            <a:alphaModFix amt="86000"/>
          </a:blip>
          <a:stretch>
            <a:fillRect/>
          </a:stretch>
        </p:blipFill>
        <p:spPr>
          <a:xfrm rot="914355">
            <a:off x="-795662" y="1860750"/>
            <a:ext cx="1304925" cy="2809875"/>
          </a:xfrm>
          <a:prstGeom prst="rect">
            <a:avLst/>
          </a:prstGeom>
          <a:noFill/>
          <a:ln>
            <a:noFill/>
          </a:ln>
        </p:spPr>
      </p:pic>
      <p:pic>
        <p:nvPicPr>
          <p:cNvPr id="348" name="Google Shape;348;p25"/>
          <p:cNvPicPr preferRelativeResize="0"/>
          <p:nvPr/>
        </p:nvPicPr>
        <p:blipFill>
          <a:blip r:embed="rId6">
            <a:alphaModFix/>
          </a:blip>
          <a:stretch>
            <a:fillRect/>
          </a:stretch>
        </p:blipFill>
        <p:spPr>
          <a:xfrm>
            <a:off x="6973775" y="259438"/>
            <a:ext cx="342900" cy="371475"/>
          </a:xfrm>
          <a:prstGeom prst="rect">
            <a:avLst/>
          </a:prstGeom>
          <a:noFill/>
          <a:ln>
            <a:noFill/>
          </a:ln>
        </p:spPr>
      </p:pic>
      <p:pic>
        <p:nvPicPr>
          <p:cNvPr id="349" name="Google Shape;349;p25"/>
          <p:cNvPicPr preferRelativeResize="0"/>
          <p:nvPr/>
        </p:nvPicPr>
        <p:blipFill>
          <a:blip r:embed="rId7">
            <a:alphaModFix/>
          </a:blip>
          <a:stretch>
            <a:fillRect/>
          </a:stretch>
        </p:blipFill>
        <p:spPr>
          <a:xfrm>
            <a:off x="8707125" y="3131213"/>
            <a:ext cx="342900" cy="371475"/>
          </a:xfrm>
          <a:prstGeom prst="rect">
            <a:avLst/>
          </a:prstGeom>
          <a:noFill/>
          <a:ln>
            <a:noFill/>
          </a:ln>
        </p:spPr>
      </p:pic>
      <p:pic>
        <p:nvPicPr>
          <p:cNvPr id="350" name="Google Shape;350;p25"/>
          <p:cNvPicPr preferRelativeResize="0"/>
          <p:nvPr/>
        </p:nvPicPr>
        <p:blipFill>
          <a:blip r:embed="rId8">
            <a:alphaModFix/>
          </a:blip>
          <a:stretch>
            <a:fillRect/>
          </a:stretch>
        </p:blipFill>
        <p:spPr>
          <a:xfrm>
            <a:off x="5270100" y="259450"/>
            <a:ext cx="342900" cy="371475"/>
          </a:xfrm>
          <a:prstGeom prst="rect">
            <a:avLst/>
          </a:prstGeom>
          <a:noFill/>
          <a:ln>
            <a:noFill/>
          </a:ln>
        </p:spPr>
      </p:pic>
      <p:pic>
        <p:nvPicPr>
          <p:cNvPr id="351" name="Google Shape;351;p25"/>
          <p:cNvPicPr preferRelativeResize="0"/>
          <p:nvPr/>
        </p:nvPicPr>
        <p:blipFill>
          <a:blip r:embed="rId9">
            <a:alphaModFix/>
          </a:blip>
          <a:stretch>
            <a:fillRect/>
          </a:stretch>
        </p:blipFill>
        <p:spPr>
          <a:xfrm>
            <a:off x="8615925" y="1436588"/>
            <a:ext cx="342900" cy="371475"/>
          </a:xfrm>
          <a:prstGeom prst="rect">
            <a:avLst/>
          </a:prstGeom>
          <a:noFill/>
          <a:ln>
            <a:noFill/>
          </a:ln>
        </p:spPr>
      </p:pic>
      <p:pic>
        <p:nvPicPr>
          <p:cNvPr id="352" name="Google Shape;352;p25"/>
          <p:cNvPicPr preferRelativeResize="0"/>
          <p:nvPr/>
        </p:nvPicPr>
        <p:blipFill>
          <a:blip r:embed="rId10">
            <a:alphaModFix/>
          </a:blip>
          <a:stretch>
            <a:fillRect/>
          </a:stretch>
        </p:blipFill>
        <p:spPr>
          <a:xfrm flipH="1">
            <a:off x="7921625" y="76188"/>
            <a:ext cx="342900" cy="371475"/>
          </a:xfrm>
          <a:prstGeom prst="rect">
            <a:avLst/>
          </a:prstGeom>
          <a:noFill/>
          <a:ln>
            <a:noFill/>
          </a:ln>
        </p:spPr>
      </p:pic>
      <p:pic>
        <p:nvPicPr>
          <p:cNvPr id="353" name="Google Shape;353;p25"/>
          <p:cNvPicPr preferRelativeResize="0"/>
          <p:nvPr/>
        </p:nvPicPr>
        <p:blipFill>
          <a:blip r:embed="rId9">
            <a:alphaModFix/>
          </a:blip>
          <a:stretch>
            <a:fillRect/>
          </a:stretch>
        </p:blipFill>
        <p:spPr>
          <a:xfrm>
            <a:off x="713100" y="363713"/>
            <a:ext cx="342900" cy="371475"/>
          </a:xfrm>
          <a:prstGeom prst="rect">
            <a:avLst/>
          </a:prstGeom>
          <a:noFill/>
          <a:ln>
            <a:noFill/>
          </a:ln>
        </p:spPr>
      </p:pic>
      <p:pic>
        <p:nvPicPr>
          <p:cNvPr id="354" name="Google Shape;354;p25"/>
          <p:cNvPicPr preferRelativeResize="0"/>
          <p:nvPr/>
        </p:nvPicPr>
        <p:blipFill>
          <a:blip r:embed="rId10">
            <a:alphaModFix/>
          </a:blip>
          <a:stretch>
            <a:fillRect/>
          </a:stretch>
        </p:blipFill>
        <p:spPr>
          <a:xfrm>
            <a:off x="256025" y="1143363"/>
            <a:ext cx="342900" cy="371475"/>
          </a:xfrm>
          <a:prstGeom prst="rect">
            <a:avLst/>
          </a:prstGeom>
          <a:noFill/>
          <a:ln>
            <a:noFill/>
          </a:ln>
        </p:spPr>
      </p:pic>
      <p:pic>
        <p:nvPicPr>
          <p:cNvPr id="355" name="Google Shape;355;p25"/>
          <p:cNvPicPr preferRelativeResize="0"/>
          <p:nvPr/>
        </p:nvPicPr>
        <p:blipFill>
          <a:blip r:embed="rId6">
            <a:alphaModFix/>
          </a:blip>
          <a:stretch>
            <a:fillRect/>
          </a:stretch>
        </p:blipFill>
        <p:spPr>
          <a:xfrm>
            <a:off x="8499550" y="4612363"/>
            <a:ext cx="342900" cy="371475"/>
          </a:xfrm>
          <a:prstGeom prst="rect">
            <a:avLst/>
          </a:prstGeom>
          <a:noFill/>
          <a:ln>
            <a:noFill/>
          </a:ln>
        </p:spPr>
      </p:pic>
      <p:pic>
        <p:nvPicPr>
          <p:cNvPr id="356" name="Google Shape;356;p25"/>
          <p:cNvPicPr preferRelativeResize="0"/>
          <p:nvPr/>
        </p:nvPicPr>
        <p:blipFill>
          <a:blip r:embed="rId9">
            <a:alphaModFix/>
          </a:blip>
          <a:stretch>
            <a:fillRect/>
          </a:stretch>
        </p:blipFill>
        <p:spPr>
          <a:xfrm>
            <a:off x="5935700" y="4612363"/>
            <a:ext cx="342900" cy="3714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J">
  <p:cSld name="TITLE_AND_BODY_2_1_1_1_1_1_2">
    <p:spTree>
      <p:nvGrpSpPr>
        <p:cNvPr id="357" name="Shape 357"/>
        <p:cNvGrpSpPr/>
        <p:nvPr/>
      </p:nvGrpSpPr>
      <p:grpSpPr>
        <a:xfrm>
          <a:off x="0" y="0"/>
          <a:ext cx="0" cy="0"/>
          <a:chOff x="0" y="0"/>
          <a:chExt cx="0" cy="0"/>
        </a:xfrm>
      </p:grpSpPr>
      <p:sp>
        <p:nvSpPr>
          <p:cNvPr id="358" name="Google Shape;358;p26"/>
          <p:cNvSpPr/>
          <p:nvPr>
            <p:ph idx="2" type="pic"/>
          </p:nvPr>
        </p:nvSpPr>
        <p:spPr>
          <a:xfrm>
            <a:off x="457200" y="1519300"/>
            <a:ext cx="3090600" cy="3090600"/>
          </a:xfrm>
          <a:prstGeom prst="roundRect">
            <a:avLst>
              <a:gd fmla="val 50000" name="adj"/>
            </a:avLst>
          </a:prstGeom>
          <a:noFill/>
          <a:ln>
            <a:noFill/>
          </a:ln>
        </p:spPr>
      </p:sp>
      <p:sp>
        <p:nvSpPr>
          <p:cNvPr id="359" name="Google Shape;359;p26"/>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0" name="Google Shape;360;p26"/>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400"/>
              <a:buFont typeface="Artifika"/>
              <a:buNone/>
              <a:defRPr sz="3400">
                <a:solidFill>
                  <a:schemeClr val="dk1"/>
                </a:solidFill>
                <a:latin typeface="Artifika"/>
                <a:ea typeface="Artifika"/>
                <a:cs typeface="Artifika"/>
                <a:sym typeface="Artifika"/>
              </a:defRPr>
            </a:lvl1pPr>
            <a:lvl2pPr lvl="1">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2pPr>
            <a:lvl3pPr lvl="2">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3pPr>
            <a:lvl4pPr lvl="3">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4pPr>
            <a:lvl5pPr lvl="4">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5pPr>
            <a:lvl6pPr lvl="5">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6pPr>
            <a:lvl7pPr lvl="6">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7pPr>
            <a:lvl8pPr lvl="7">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8pPr>
            <a:lvl9pPr lvl="8">
              <a:spcBef>
                <a:spcPts val="0"/>
              </a:spcBef>
              <a:spcAft>
                <a:spcPts val="0"/>
              </a:spcAft>
              <a:buClr>
                <a:schemeClr val="dk1"/>
              </a:buClr>
              <a:buSzPts val="2800"/>
              <a:buFont typeface="Artifika"/>
              <a:buNone/>
              <a:defRPr sz="2800">
                <a:solidFill>
                  <a:schemeClr val="dk1"/>
                </a:solidFill>
                <a:latin typeface="Artifika"/>
                <a:ea typeface="Artifika"/>
                <a:cs typeface="Artifika"/>
                <a:sym typeface="Artifik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Gantari"/>
              <a:buChar char="●"/>
              <a:defRPr sz="1800">
                <a:solidFill>
                  <a:schemeClr val="dk1"/>
                </a:solidFill>
                <a:latin typeface="Gantari"/>
                <a:ea typeface="Gantari"/>
                <a:cs typeface="Gantari"/>
                <a:sym typeface="Gantari"/>
              </a:defRPr>
            </a:lvl1pPr>
            <a:lvl2pPr indent="-317500" lvl="1" marL="9144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2pPr>
            <a:lvl3pPr indent="-317500" lvl="2" marL="13716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3pPr>
            <a:lvl4pPr indent="-317500" lvl="3" marL="18288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4pPr>
            <a:lvl5pPr indent="-317500" lvl="4" marL="22860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5pPr>
            <a:lvl6pPr indent="-317500" lvl="5" marL="27432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6pPr>
            <a:lvl7pPr indent="-317500" lvl="6" marL="32004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7pPr>
            <a:lvl8pPr indent="-317500" lvl="7" marL="36576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8pPr>
            <a:lvl9pPr indent="-317500" lvl="8" marL="4114800">
              <a:lnSpc>
                <a:spcPct val="115000"/>
              </a:lnSpc>
              <a:spcBef>
                <a:spcPts val="0"/>
              </a:spcBef>
              <a:spcAft>
                <a:spcPts val="0"/>
              </a:spcAft>
              <a:buClr>
                <a:schemeClr val="dk1"/>
              </a:buClr>
              <a:buSzPts val="1400"/>
              <a:buFont typeface="Gantari"/>
              <a:buChar char="■"/>
              <a:defRPr>
                <a:solidFill>
                  <a:schemeClr val="dk1"/>
                </a:solidFill>
                <a:latin typeface="Gantari"/>
                <a:ea typeface="Gantari"/>
                <a:cs typeface="Gantari"/>
                <a:sym typeface="Gantari"/>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5.png"/><Relationship Id="rId4" Type="http://schemas.openxmlformats.org/officeDocument/2006/relationships/image" Target="../media/image1.png"/><Relationship Id="rId9" Type="http://schemas.openxmlformats.org/officeDocument/2006/relationships/hyperlink" Target="https://youtu.be/R6nPjoIamCg" TargetMode="External"/><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7.png"/><Relationship Id="rId8" Type="http://schemas.openxmlformats.org/officeDocument/2006/relationships/hyperlink" Target="https://github.com/pohyeewpy/CSCI323-Assignment.git" TargetMode="External"/><Relationship Id="rId10"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3.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10.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4.jp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3.png"/><Relationship Id="rId5" Type="http://schemas.openxmlformats.org/officeDocument/2006/relationships/image" Target="../media/image6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7.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9.png"/><Relationship Id="rId4" Type="http://schemas.openxmlformats.org/officeDocument/2006/relationships/image" Target="../media/image22.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29.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7.png"/><Relationship Id="rId5" Type="http://schemas.openxmlformats.org/officeDocument/2006/relationships/image" Target="../media/image8.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9.png"/><Relationship Id="rId10"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comments" Target="../comments/comment2.xml"/><Relationship Id="rId4" Type="http://schemas.openxmlformats.org/officeDocument/2006/relationships/image" Target="../media/image3.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70.png"/><Relationship Id="rId6"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5.png"/><Relationship Id="rId5" Type="http://schemas.openxmlformats.org/officeDocument/2006/relationships/image" Target="../media/image47.png"/><Relationship Id="rId6" Type="http://schemas.openxmlformats.org/officeDocument/2006/relationships/image" Target="../media/image5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33.png"/><Relationship Id="rId6" Type="http://schemas.openxmlformats.org/officeDocument/2006/relationships/image" Target="../media/image4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66.png"/><Relationship Id="rId4" Type="http://schemas.openxmlformats.org/officeDocument/2006/relationships/image" Target="../media/image46.png"/><Relationship Id="rId5"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5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54.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58.png"/><Relationship Id="rId8"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image" Target="../media/image24.jpg"/><Relationship Id="rId5"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8.png"/><Relationship Id="rId7" Type="http://schemas.openxmlformats.org/officeDocument/2006/relationships/image" Target="../media/image44.png"/><Relationship Id="rId8" Type="http://schemas.openxmlformats.org/officeDocument/2006/relationships/image" Target="../media/image42.png"/><Relationship Id="rId11" Type="http://schemas.openxmlformats.org/officeDocument/2006/relationships/image" Target="../media/image5.png"/><Relationship Id="rId10"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png"/><Relationship Id="rId14"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1.xml"/><Relationship Id="rId3" Type="http://schemas.openxmlformats.org/officeDocument/2006/relationships/image" Target="../media/image40.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2.xml"/><Relationship Id="rId3" Type="http://schemas.openxmlformats.org/officeDocument/2006/relationships/image" Target="../media/image7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69.png"/><Relationship Id="rId6" Type="http://schemas.openxmlformats.org/officeDocument/2006/relationships/image" Target="../media/image75.png"/><Relationship Id="rId7" Type="http://schemas.openxmlformats.org/officeDocument/2006/relationships/image" Target="../media/image7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9.png"/><Relationship Id="rId6" Type="http://schemas.openxmlformats.org/officeDocument/2006/relationships/image" Target="../media/image5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comments" Target="../comments/comment3.xml"/><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6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60.png"/><Relationship Id="rId6" Type="http://schemas.openxmlformats.org/officeDocument/2006/relationships/image" Target="../media/image6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7.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72.jpg"/><Relationship Id="rId4" Type="http://schemas.openxmlformats.org/officeDocument/2006/relationships/image" Target="../media/image74.jpg"/><Relationship Id="rId9"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8.png"/><Relationship Id="rId7" Type="http://schemas.openxmlformats.org/officeDocument/2006/relationships/image" Target="../media/image6.png"/><Relationship Id="rId8" Type="http://schemas.openxmlformats.org/officeDocument/2006/relationships/image" Target="../media/image3.png"/><Relationship Id="rId10"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8.png"/><Relationship Id="rId11" Type="http://schemas.openxmlformats.org/officeDocument/2006/relationships/image" Target="../media/image53.png"/><Relationship Id="rId10"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71.jpg"/><Relationship Id="rId4" Type="http://schemas.openxmlformats.org/officeDocument/2006/relationships/image" Target="../media/image18.png"/><Relationship Id="rId9"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62.png"/><Relationship Id="rId7" Type="http://schemas.openxmlformats.org/officeDocument/2006/relationships/image" Target="../media/image3.png"/><Relationship Id="rId8"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1.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63.png"/><Relationship Id="rId4" Type="http://schemas.openxmlformats.org/officeDocument/2006/relationships/image" Target="../media/image14.png"/><Relationship Id="rId9" Type="http://schemas.openxmlformats.org/officeDocument/2006/relationships/image" Target="../media/image18.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4.png"/><Relationship Id="rId10"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 Id="rId3" Type="http://schemas.openxmlformats.org/officeDocument/2006/relationships/hyperlink" Target="https://docs.google.com/spreadsheets/d/1DNfw8ldLVQQ0kw05fxofMtZnNaAI8k6OBCtFCLvDods/copy" TargetMode="External"/><Relationship Id="rId4" Type="http://schemas.openxmlformats.org/officeDocument/2006/relationships/image" Target="../media/image61.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0.xml"/><Relationship Id="rId3" Type="http://schemas.openxmlformats.org/officeDocument/2006/relationships/image" Target="../media/image65.png"/><Relationship Id="rId4" Type="http://schemas.openxmlformats.org/officeDocument/2006/relationships/image" Target="../media/image28.png"/><Relationship Id="rId9"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8.png"/><Relationship Id="rId8" Type="http://schemas.openxmlformats.org/officeDocument/2006/relationships/image" Target="../media/image4.png"/><Relationship Id="rId11" Type="http://schemas.openxmlformats.org/officeDocument/2006/relationships/image" Target="../media/image6.png"/><Relationship Id="rId10"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18.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2.xml"/><Relationship Id="rId3" Type="http://schemas.openxmlformats.org/officeDocument/2006/relationships/image" Target="../media/image64.jpg"/><Relationship Id="rId4" Type="http://schemas.openxmlformats.org/officeDocument/2006/relationships/image" Target="../media/image3.png"/><Relationship Id="rId9" Type="http://schemas.openxmlformats.org/officeDocument/2006/relationships/image" Target="../media/image18.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11.png"/><Relationship Id="rId10" Type="http://schemas.openxmlformats.org/officeDocument/2006/relationships/image" Target="../media/image1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77.jpg"/><Relationship Id="rId4" Type="http://schemas.openxmlformats.org/officeDocument/2006/relationships/image" Target="../media/image9.png"/><Relationship Id="rId9"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4.xml"/><Relationship Id="rId3"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41.png"/><Relationship Id="rId7" Type="http://schemas.openxmlformats.org/officeDocument/2006/relationships/image" Target="../media/image3.png"/><Relationship Id="rId8"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 Id="rId3" Type="http://schemas.openxmlformats.org/officeDocument/2006/relationships/hyperlink" Target="https://medium.com/@abhishekjainindore24/n-grams-in-nlp-a7c05c1aff12" TargetMode="External"/><Relationship Id="rId4" Type="http://schemas.openxmlformats.org/officeDocument/2006/relationships/hyperlink" Target="https://medium.com/@gunkurnia/choosing-the-optimal-data-split-for-machine-learning-80-20-vs-70-30-0fd266710236" TargetMode="External"/><Relationship Id="rId5" Type="http://schemas.openxmlformats.org/officeDocument/2006/relationships/hyperlink" Target="https://www.evidentlyai.com/classification-metrics/accuracy-precision-recall" TargetMode="External"/><Relationship Id="rId6" Type="http://schemas.openxmlformats.org/officeDocument/2006/relationships/hyperlink" Target="https://www.geeksforgeeks.org/machine-learning/confusion-matrix-machine-learning/" TargetMode="External"/><Relationship Id="rId7" Type="http://schemas.openxmlformats.org/officeDocument/2006/relationships/hyperlink" Target="https://www.geeksforgeeks.org/machine-learning/f1-score-in-machine-learning/"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https://www.freepik.com/free-vector/watercolor-national-doctor-s-day-background-with-medica_27831625.htm/?utm_source=slidesgo_template&amp;utm_medium=referral-link&amp;utm_campaign=sg_resources&amp;utm_content=freepik" TargetMode="External"/><Relationship Id="rId4" Type="http://schemas.openxmlformats.org/officeDocument/2006/relationships/hyperlink" Target="https://www.freepik.com/free-vector/collection-watercolor-colored-emoticons_1000921.htm/?utm_source=slidesgo_template&amp;utm_medium=referral-link&amp;utm_campaign=sg_resources&amp;utm_content=freepik" TargetMode="External"/><Relationship Id="rId9" Type="http://schemas.openxmlformats.org/officeDocument/2006/relationships/hyperlink" Target="https://www.freepik.com/free-photo/long-shot-patient-psychologist_8623669.htm/?utm_source=slidesgo_template&amp;utm_medium=referral-link&amp;utm_campaign=sg_resources&amp;utm_content=freepik" TargetMode="External"/><Relationship Id="rId5" Type="http://schemas.openxmlformats.org/officeDocument/2006/relationships/hyperlink" Target="https://www.freepik.com/free-vector/set-watercolor-colorful-emoticons_1000915.htm/?utm_source=slidesgo_template&amp;utm_medium=referral-link&amp;utm_campaign=sg_resources&amp;utm_content=freepik" TargetMode="External"/><Relationship Id="rId6" Type="http://schemas.openxmlformats.org/officeDocument/2006/relationships/hyperlink" Target="https://www.freepik.com/free-photo/woman-with-problems_3411845.htm/?utm_source=slidesgo_template&amp;utm_medium=referral-link&amp;utm_campaign=sg_resources&amp;utm_content=freepik" TargetMode="External"/><Relationship Id="rId7" Type="http://schemas.openxmlformats.org/officeDocument/2006/relationships/hyperlink" Target="https://www.freepik.com/free-photo/portrait-smiling-beautiful-female-psychologist-holding-black-eyeglasses-hand_3724866.htm/?utm_source=slidesgo_template&amp;utm_medium=referral-link&amp;utm_campaign=sg_resources&amp;utm_content=freepik" TargetMode="External"/><Relationship Id="rId8" Type="http://schemas.openxmlformats.org/officeDocument/2006/relationships/hyperlink" Target="https://www.freepik.com/free-photo/military-man-suffering-from-ptsd-having-psychologist-session_23440223.htm/?utm_source=slidesgo_template&amp;utm_medium=referral-link&amp;utm_campaign=sg_resources&amp;utm_content=freepik" TargetMode="External"/><Relationship Id="rId11" Type="http://schemas.openxmlformats.org/officeDocument/2006/relationships/hyperlink" Target="https://www.flaticon.com/packs/mental-health-47/?utm_source=slidesgo_template&amp;utm_medium=referral-link&amp;utm_campaign=sg_resources&amp;utm_content=flaticon" TargetMode="External"/><Relationship Id="rId10" Type="http://schemas.openxmlformats.org/officeDocument/2006/relationships/hyperlink" Target="https://www.freepik.com/free-photo/smiling-doctor-consoling-lovely-couple_6414914.htm/?utm_source=slidesgo_template&amp;utm_medium=referral-link&amp;utm_campaign=sg_resources&amp;utm_content=freepik" TargetMode="External"/><Relationship Id="rId13" Type="http://schemas.openxmlformats.org/officeDocument/2006/relationships/image" Target="../media/image2.png"/><Relationship Id="rId12" Type="http://schemas.openxmlformats.org/officeDocument/2006/relationships/image" Target="../media/image63.png"/><Relationship Id="rId15" Type="http://schemas.openxmlformats.org/officeDocument/2006/relationships/image" Target="../media/image8.png"/><Relationship Id="rId14" Type="http://schemas.openxmlformats.org/officeDocument/2006/relationships/image" Target="../media/image9.png"/><Relationship Id="rId17" Type="http://schemas.openxmlformats.org/officeDocument/2006/relationships/image" Target="../media/image1.png"/><Relationship Id="rId16" Type="http://schemas.openxmlformats.org/officeDocument/2006/relationships/image" Target="../media/image18.png"/><Relationship Id="rId19" Type="http://schemas.openxmlformats.org/officeDocument/2006/relationships/image" Target="../media/image6.png"/><Relationship Id="rId1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4" name="Shape 364"/>
        <p:cNvGrpSpPr/>
        <p:nvPr/>
      </p:nvGrpSpPr>
      <p:grpSpPr>
        <a:xfrm>
          <a:off x="0" y="0"/>
          <a:ext cx="0" cy="0"/>
          <a:chOff x="0" y="0"/>
          <a:chExt cx="0" cy="0"/>
        </a:xfrm>
      </p:grpSpPr>
      <p:pic>
        <p:nvPicPr>
          <p:cNvPr id="365" name="Google Shape;365;p27"/>
          <p:cNvPicPr preferRelativeResize="0"/>
          <p:nvPr/>
        </p:nvPicPr>
        <p:blipFill>
          <a:blip r:embed="rId4">
            <a:alphaModFix/>
          </a:blip>
          <a:stretch>
            <a:fillRect/>
          </a:stretch>
        </p:blipFill>
        <p:spPr>
          <a:xfrm>
            <a:off x="1378175" y="630913"/>
            <a:ext cx="342900" cy="371475"/>
          </a:xfrm>
          <a:prstGeom prst="rect">
            <a:avLst/>
          </a:prstGeom>
          <a:noFill/>
          <a:ln>
            <a:noFill/>
          </a:ln>
        </p:spPr>
      </p:pic>
      <p:sp>
        <p:nvSpPr>
          <p:cNvPr id="366" name="Google Shape;366;p27"/>
          <p:cNvSpPr txBox="1"/>
          <p:nvPr>
            <p:ph type="ctrTitle"/>
          </p:nvPr>
        </p:nvSpPr>
        <p:spPr>
          <a:xfrm>
            <a:off x="713225" y="-165002"/>
            <a:ext cx="77178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Sentimental Analysis with Naive Bayes</a:t>
            </a:r>
            <a:endParaRPr/>
          </a:p>
        </p:txBody>
      </p:sp>
      <p:sp>
        <p:nvSpPr>
          <p:cNvPr id="367" name="Google Shape;367;p27"/>
          <p:cNvSpPr txBox="1"/>
          <p:nvPr>
            <p:ph idx="1" type="subTitle"/>
          </p:nvPr>
        </p:nvSpPr>
        <p:spPr>
          <a:xfrm>
            <a:off x="713100" y="1849592"/>
            <a:ext cx="7717800" cy="162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Presented by Group FT26 (T03):</a:t>
            </a:r>
            <a:endParaRPr b="1"/>
          </a:p>
          <a:p>
            <a:pPr indent="0" lvl="0" marL="0" rtl="0" algn="ctr">
              <a:spcBef>
                <a:spcPts val="0"/>
              </a:spcBef>
              <a:spcAft>
                <a:spcPts val="0"/>
              </a:spcAft>
              <a:buNone/>
            </a:pPr>
            <a:r>
              <a:rPr lang="en" sz="1500">
                <a:solidFill>
                  <a:srgbClr val="000000"/>
                </a:solidFill>
                <a:latin typeface="Calibri"/>
                <a:ea typeface="Calibri"/>
                <a:cs typeface="Calibri"/>
                <a:sym typeface="Calibri"/>
              </a:rPr>
              <a:t>Ngoc Minh Khanh Tran (8577158)</a:t>
            </a:r>
            <a:br>
              <a:rPr lang="en" sz="1500">
                <a:solidFill>
                  <a:srgbClr val="000000"/>
                </a:solidFill>
                <a:latin typeface="Calibri"/>
                <a:ea typeface="Calibri"/>
                <a:cs typeface="Calibri"/>
                <a:sym typeface="Calibri"/>
              </a:rPr>
            </a:br>
            <a:r>
              <a:rPr lang="en" sz="1500">
                <a:solidFill>
                  <a:srgbClr val="000000"/>
                </a:solidFill>
                <a:latin typeface="Calibri"/>
                <a:ea typeface="Calibri"/>
                <a:cs typeface="Calibri"/>
                <a:sym typeface="Calibri"/>
              </a:rPr>
              <a:t>Vania Graciella Kwee (8577201)</a:t>
            </a:r>
            <a:endParaRPr sz="1500">
              <a:solidFill>
                <a:srgbClr val="000000"/>
              </a:solidFill>
              <a:latin typeface="Calibri"/>
              <a:ea typeface="Calibri"/>
              <a:cs typeface="Calibri"/>
              <a:sym typeface="Calibri"/>
            </a:endParaRPr>
          </a:p>
          <a:p>
            <a:pPr indent="0" lvl="0" marL="0" rtl="0" algn="ctr">
              <a:spcBef>
                <a:spcPts val="0"/>
              </a:spcBef>
              <a:spcAft>
                <a:spcPts val="0"/>
              </a:spcAft>
              <a:buNone/>
            </a:pPr>
            <a:r>
              <a:rPr lang="en" sz="1500">
                <a:solidFill>
                  <a:srgbClr val="000000"/>
                </a:solidFill>
                <a:latin typeface="Calibri"/>
                <a:ea typeface="Calibri"/>
                <a:cs typeface="Calibri"/>
                <a:sym typeface="Calibri"/>
              </a:rPr>
              <a:t>Wong Poh Yee (8561588)</a:t>
            </a:r>
            <a:endParaRPr sz="1500">
              <a:solidFill>
                <a:srgbClr val="000000"/>
              </a:solidFill>
              <a:latin typeface="Calibri"/>
              <a:ea typeface="Calibri"/>
              <a:cs typeface="Calibri"/>
              <a:sym typeface="Calibri"/>
            </a:endParaRPr>
          </a:p>
          <a:p>
            <a:pPr indent="0" lvl="0" marL="0" rtl="0" algn="ctr">
              <a:spcBef>
                <a:spcPts val="0"/>
              </a:spcBef>
              <a:spcAft>
                <a:spcPts val="0"/>
              </a:spcAft>
              <a:buNone/>
            </a:pPr>
            <a:r>
              <a:rPr lang="en" sz="1500">
                <a:solidFill>
                  <a:srgbClr val="000000"/>
                </a:solidFill>
                <a:latin typeface="Calibri"/>
                <a:ea typeface="Calibri"/>
                <a:cs typeface="Calibri"/>
                <a:sym typeface="Calibri"/>
              </a:rPr>
              <a:t>Joshe Chantiramugan (8451242)</a:t>
            </a:r>
            <a:endParaRPr sz="1500">
              <a:solidFill>
                <a:srgbClr val="000000"/>
              </a:solidFill>
              <a:latin typeface="Calibri"/>
              <a:ea typeface="Calibri"/>
              <a:cs typeface="Calibri"/>
              <a:sym typeface="Calibri"/>
            </a:endParaRPr>
          </a:p>
          <a:p>
            <a:pPr indent="0" lvl="0" marL="0" rtl="0" algn="ctr">
              <a:spcBef>
                <a:spcPts val="0"/>
              </a:spcBef>
              <a:spcAft>
                <a:spcPts val="0"/>
              </a:spcAft>
              <a:buNone/>
            </a:pPr>
            <a:r>
              <a:rPr lang="en" sz="1500">
                <a:solidFill>
                  <a:srgbClr val="000000"/>
                </a:solidFill>
                <a:latin typeface="Calibri"/>
                <a:ea typeface="Calibri"/>
                <a:cs typeface="Calibri"/>
                <a:sym typeface="Calibri"/>
              </a:rPr>
              <a:t>Niruba Annriea Kichor Sagayaradje (8560249)</a:t>
            </a:r>
            <a:endParaRPr sz="1500">
              <a:solidFill>
                <a:srgbClr val="000000"/>
              </a:solidFill>
              <a:latin typeface="Calibri"/>
              <a:ea typeface="Calibri"/>
              <a:cs typeface="Calibri"/>
              <a:sym typeface="Calibri"/>
            </a:endParaRPr>
          </a:p>
          <a:p>
            <a:pPr indent="0" lvl="0" marL="0" rtl="0" algn="ctr">
              <a:spcBef>
                <a:spcPts val="0"/>
              </a:spcBef>
              <a:spcAft>
                <a:spcPts val="0"/>
              </a:spcAft>
              <a:buNone/>
            </a:pPr>
            <a:r>
              <a:rPr lang="en" sz="1500">
                <a:solidFill>
                  <a:srgbClr val="000000"/>
                </a:solidFill>
                <a:latin typeface="Calibri"/>
                <a:ea typeface="Calibri"/>
                <a:cs typeface="Calibri"/>
                <a:sym typeface="Calibri"/>
              </a:rPr>
              <a:t>Angeles Micah Josephine Flores (8575289)</a:t>
            </a:r>
            <a:endParaRPr sz="1500">
              <a:solidFill>
                <a:srgbClr val="000000"/>
              </a:solidFill>
              <a:latin typeface="Calibri"/>
              <a:ea typeface="Calibri"/>
              <a:cs typeface="Calibri"/>
              <a:sym typeface="Calibri"/>
            </a:endParaRPr>
          </a:p>
          <a:p>
            <a:pPr indent="0" lvl="0" marL="0" rtl="0" algn="ctr">
              <a:spcBef>
                <a:spcPts val="0"/>
              </a:spcBef>
              <a:spcAft>
                <a:spcPts val="0"/>
              </a:spcAft>
              <a:buNone/>
            </a:pPr>
            <a:r>
              <a:t/>
            </a:r>
            <a:endParaRPr sz="1500">
              <a:solidFill>
                <a:srgbClr val="000000"/>
              </a:solidFill>
              <a:latin typeface="Calibri"/>
              <a:ea typeface="Calibri"/>
              <a:cs typeface="Calibri"/>
              <a:sym typeface="Calibri"/>
            </a:endParaRPr>
          </a:p>
          <a:p>
            <a:pPr indent="0" lvl="0" marL="0" rtl="0" algn="ctr">
              <a:spcBef>
                <a:spcPts val="0"/>
              </a:spcBef>
              <a:spcAft>
                <a:spcPts val="0"/>
              </a:spcAft>
              <a:buNone/>
            </a:pPr>
            <a:r>
              <a:t/>
            </a:r>
            <a:endParaRPr sz="1200">
              <a:solidFill>
                <a:srgbClr val="000000"/>
              </a:solidFill>
              <a:latin typeface="Calibri"/>
              <a:ea typeface="Calibri"/>
              <a:cs typeface="Calibri"/>
              <a:sym typeface="Calibri"/>
            </a:endParaRPr>
          </a:p>
          <a:p>
            <a:pPr indent="0" lvl="0" marL="0" rtl="0" algn="ctr">
              <a:spcBef>
                <a:spcPts val="0"/>
              </a:spcBef>
              <a:spcAft>
                <a:spcPts val="0"/>
              </a:spcAft>
              <a:buNone/>
            </a:pPr>
            <a:r>
              <a:t/>
            </a:r>
            <a:endParaRPr sz="1200">
              <a:solidFill>
                <a:srgbClr val="000000"/>
              </a:solidFill>
              <a:latin typeface="Calibri"/>
              <a:ea typeface="Calibri"/>
              <a:cs typeface="Calibri"/>
              <a:sym typeface="Calibri"/>
            </a:endParaRPr>
          </a:p>
          <a:p>
            <a:pPr indent="0" lvl="0" marL="0" rtl="0" algn="ctr">
              <a:spcBef>
                <a:spcPts val="0"/>
              </a:spcBef>
              <a:spcAft>
                <a:spcPts val="0"/>
              </a:spcAft>
              <a:buNone/>
            </a:pPr>
            <a:r>
              <a:rPr lang="en"/>
              <a:t> </a:t>
            </a:r>
            <a:br>
              <a:rPr lang="en"/>
            </a:br>
            <a:endParaRPr/>
          </a:p>
        </p:txBody>
      </p:sp>
      <p:pic>
        <p:nvPicPr>
          <p:cNvPr id="368" name="Google Shape;368;p27"/>
          <p:cNvPicPr preferRelativeResize="0"/>
          <p:nvPr/>
        </p:nvPicPr>
        <p:blipFill>
          <a:blip r:embed="rId5">
            <a:alphaModFix/>
          </a:blip>
          <a:stretch>
            <a:fillRect/>
          </a:stretch>
        </p:blipFill>
        <p:spPr>
          <a:xfrm>
            <a:off x="4871850" y="535763"/>
            <a:ext cx="342900" cy="371475"/>
          </a:xfrm>
          <a:prstGeom prst="rect">
            <a:avLst/>
          </a:prstGeom>
          <a:noFill/>
          <a:ln>
            <a:noFill/>
          </a:ln>
        </p:spPr>
      </p:pic>
      <p:pic>
        <p:nvPicPr>
          <p:cNvPr id="369" name="Google Shape;369;p27"/>
          <p:cNvPicPr preferRelativeResize="0"/>
          <p:nvPr/>
        </p:nvPicPr>
        <p:blipFill>
          <a:blip r:embed="rId6">
            <a:alphaModFix/>
          </a:blip>
          <a:stretch>
            <a:fillRect/>
          </a:stretch>
        </p:blipFill>
        <p:spPr>
          <a:xfrm>
            <a:off x="1301975" y="4240900"/>
            <a:ext cx="342900" cy="371475"/>
          </a:xfrm>
          <a:prstGeom prst="rect">
            <a:avLst/>
          </a:prstGeom>
          <a:noFill/>
          <a:ln>
            <a:noFill/>
          </a:ln>
        </p:spPr>
      </p:pic>
      <p:grpSp>
        <p:nvGrpSpPr>
          <p:cNvPr id="370" name="Google Shape;370;p27"/>
          <p:cNvGrpSpPr/>
          <p:nvPr/>
        </p:nvGrpSpPr>
        <p:grpSpPr>
          <a:xfrm rot="-980646">
            <a:off x="1150685" y="2208954"/>
            <a:ext cx="1055935" cy="1031655"/>
            <a:chOff x="11873470" y="-24098"/>
            <a:chExt cx="1107513" cy="1082047"/>
          </a:xfrm>
        </p:grpSpPr>
        <p:sp>
          <p:nvSpPr>
            <p:cNvPr id="371" name="Google Shape;371;p27"/>
            <p:cNvSpPr/>
            <p:nvPr/>
          </p:nvSpPr>
          <p:spPr>
            <a:xfrm>
              <a:off x="11873470" y="-24098"/>
              <a:ext cx="1097315" cy="1072212"/>
            </a:xfrm>
            <a:custGeom>
              <a:rect b="b" l="l" r="r" t="t"/>
              <a:pathLst>
                <a:path extrusionOk="0" h="30924" w="31648">
                  <a:moveTo>
                    <a:pt x="31605" y="16527"/>
                  </a:moveTo>
                  <a:cubicBezTo>
                    <a:pt x="31619" y="16427"/>
                    <a:pt x="31633" y="16328"/>
                    <a:pt x="31648" y="16228"/>
                  </a:cubicBezTo>
                  <a:cubicBezTo>
                    <a:pt x="31591" y="16186"/>
                    <a:pt x="31534" y="16129"/>
                    <a:pt x="31562" y="16058"/>
                  </a:cubicBezTo>
                  <a:cubicBezTo>
                    <a:pt x="31619" y="15831"/>
                    <a:pt x="31619" y="15590"/>
                    <a:pt x="31562" y="15362"/>
                  </a:cubicBezTo>
                  <a:cubicBezTo>
                    <a:pt x="31520" y="15107"/>
                    <a:pt x="31449" y="14809"/>
                    <a:pt x="31633" y="14567"/>
                  </a:cubicBezTo>
                  <a:cubicBezTo>
                    <a:pt x="31548" y="14383"/>
                    <a:pt x="31520" y="14170"/>
                    <a:pt x="31534" y="13971"/>
                  </a:cubicBezTo>
                  <a:cubicBezTo>
                    <a:pt x="31534" y="13843"/>
                    <a:pt x="31548" y="13730"/>
                    <a:pt x="31435" y="13644"/>
                  </a:cubicBezTo>
                  <a:cubicBezTo>
                    <a:pt x="31435" y="13190"/>
                    <a:pt x="31392" y="12750"/>
                    <a:pt x="31321" y="12310"/>
                  </a:cubicBezTo>
                  <a:cubicBezTo>
                    <a:pt x="31335" y="12296"/>
                    <a:pt x="31364" y="12281"/>
                    <a:pt x="31378" y="12267"/>
                  </a:cubicBezTo>
                  <a:cubicBezTo>
                    <a:pt x="31463" y="12040"/>
                    <a:pt x="31335" y="11855"/>
                    <a:pt x="31236" y="11671"/>
                  </a:cubicBezTo>
                  <a:lnTo>
                    <a:pt x="31236" y="11358"/>
                  </a:lnTo>
                  <a:cubicBezTo>
                    <a:pt x="31193" y="11245"/>
                    <a:pt x="31179" y="11117"/>
                    <a:pt x="31179" y="11004"/>
                  </a:cubicBezTo>
                  <a:cubicBezTo>
                    <a:pt x="31151" y="10791"/>
                    <a:pt x="31136" y="10563"/>
                    <a:pt x="30923" y="10421"/>
                  </a:cubicBezTo>
                  <a:cubicBezTo>
                    <a:pt x="30867" y="10365"/>
                    <a:pt x="30881" y="10265"/>
                    <a:pt x="30824" y="10208"/>
                  </a:cubicBezTo>
                  <a:lnTo>
                    <a:pt x="30824" y="10010"/>
                  </a:lnTo>
                  <a:cubicBezTo>
                    <a:pt x="30753" y="9953"/>
                    <a:pt x="30781" y="9854"/>
                    <a:pt x="30725" y="9797"/>
                  </a:cubicBezTo>
                  <a:lnTo>
                    <a:pt x="30725" y="9697"/>
                  </a:lnTo>
                  <a:cubicBezTo>
                    <a:pt x="30696" y="9669"/>
                    <a:pt x="30654" y="9626"/>
                    <a:pt x="30625" y="9598"/>
                  </a:cubicBezTo>
                  <a:lnTo>
                    <a:pt x="30526" y="9484"/>
                  </a:lnTo>
                  <a:cubicBezTo>
                    <a:pt x="30441" y="9442"/>
                    <a:pt x="30455" y="9357"/>
                    <a:pt x="30412" y="9286"/>
                  </a:cubicBezTo>
                  <a:lnTo>
                    <a:pt x="30412" y="9286"/>
                  </a:lnTo>
                  <a:cubicBezTo>
                    <a:pt x="30356" y="9158"/>
                    <a:pt x="30299" y="9002"/>
                    <a:pt x="30157" y="9002"/>
                  </a:cubicBezTo>
                  <a:cubicBezTo>
                    <a:pt x="30242" y="8959"/>
                    <a:pt x="30299" y="8916"/>
                    <a:pt x="30214" y="8760"/>
                  </a:cubicBezTo>
                  <a:lnTo>
                    <a:pt x="30114" y="8760"/>
                  </a:lnTo>
                  <a:cubicBezTo>
                    <a:pt x="30114" y="8760"/>
                    <a:pt x="30086" y="8760"/>
                    <a:pt x="30086" y="8732"/>
                  </a:cubicBezTo>
                  <a:cubicBezTo>
                    <a:pt x="30072" y="8718"/>
                    <a:pt x="30086" y="8689"/>
                    <a:pt x="30100" y="8661"/>
                  </a:cubicBezTo>
                  <a:lnTo>
                    <a:pt x="30100" y="8561"/>
                  </a:lnTo>
                  <a:cubicBezTo>
                    <a:pt x="30072" y="8533"/>
                    <a:pt x="30043" y="8490"/>
                    <a:pt x="30001" y="8462"/>
                  </a:cubicBezTo>
                  <a:lnTo>
                    <a:pt x="30001" y="8363"/>
                  </a:lnTo>
                  <a:cubicBezTo>
                    <a:pt x="29972" y="8320"/>
                    <a:pt x="29944" y="8292"/>
                    <a:pt x="29901" y="8249"/>
                  </a:cubicBezTo>
                  <a:lnTo>
                    <a:pt x="29901" y="8150"/>
                  </a:lnTo>
                  <a:cubicBezTo>
                    <a:pt x="29859" y="7994"/>
                    <a:pt x="29660" y="8278"/>
                    <a:pt x="29631" y="8065"/>
                  </a:cubicBezTo>
                  <a:cubicBezTo>
                    <a:pt x="29433" y="8022"/>
                    <a:pt x="29603" y="7823"/>
                    <a:pt x="29489" y="7738"/>
                  </a:cubicBezTo>
                  <a:lnTo>
                    <a:pt x="29489" y="7738"/>
                  </a:lnTo>
                  <a:lnTo>
                    <a:pt x="29390" y="7639"/>
                  </a:lnTo>
                  <a:lnTo>
                    <a:pt x="29390" y="7525"/>
                  </a:lnTo>
                  <a:cubicBezTo>
                    <a:pt x="29333" y="7497"/>
                    <a:pt x="29262" y="7511"/>
                    <a:pt x="29220" y="7568"/>
                  </a:cubicBezTo>
                  <a:cubicBezTo>
                    <a:pt x="29248" y="7482"/>
                    <a:pt x="29234" y="7397"/>
                    <a:pt x="29177" y="7326"/>
                  </a:cubicBezTo>
                  <a:lnTo>
                    <a:pt x="29177" y="7326"/>
                  </a:lnTo>
                  <a:cubicBezTo>
                    <a:pt x="29163" y="7241"/>
                    <a:pt x="28851" y="7312"/>
                    <a:pt x="29078" y="7113"/>
                  </a:cubicBezTo>
                  <a:lnTo>
                    <a:pt x="28765" y="7099"/>
                  </a:lnTo>
                  <a:cubicBezTo>
                    <a:pt x="28737" y="7085"/>
                    <a:pt x="28694" y="7085"/>
                    <a:pt x="28666" y="7099"/>
                  </a:cubicBezTo>
                  <a:cubicBezTo>
                    <a:pt x="28666" y="7042"/>
                    <a:pt x="28652" y="6985"/>
                    <a:pt x="28609" y="6943"/>
                  </a:cubicBezTo>
                  <a:cubicBezTo>
                    <a:pt x="28623" y="6929"/>
                    <a:pt x="28623" y="6915"/>
                    <a:pt x="28623" y="6900"/>
                  </a:cubicBezTo>
                  <a:cubicBezTo>
                    <a:pt x="28638" y="6829"/>
                    <a:pt x="28609" y="6744"/>
                    <a:pt x="28552" y="6702"/>
                  </a:cubicBezTo>
                  <a:cubicBezTo>
                    <a:pt x="28496" y="6645"/>
                    <a:pt x="28425" y="6616"/>
                    <a:pt x="28354" y="6616"/>
                  </a:cubicBezTo>
                  <a:cubicBezTo>
                    <a:pt x="28311" y="6645"/>
                    <a:pt x="28254" y="6645"/>
                    <a:pt x="28268" y="6574"/>
                  </a:cubicBezTo>
                  <a:cubicBezTo>
                    <a:pt x="28212" y="6460"/>
                    <a:pt x="28098" y="6389"/>
                    <a:pt x="28041" y="6276"/>
                  </a:cubicBezTo>
                  <a:cubicBezTo>
                    <a:pt x="27885" y="6162"/>
                    <a:pt x="27743" y="6020"/>
                    <a:pt x="27615" y="5864"/>
                  </a:cubicBezTo>
                  <a:lnTo>
                    <a:pt x="27615" y="5864"/>
                  </a:lnTo>
                  <a:cubicBezTo>
                    <a:pt x="27473" y="5665"/>
                    <a:pt x="27289" y="5481"/>
                    <a:pt x="27090" y="5339"/>
                  </a:cubicBezTo>
                  <a:cubicBezTo>
                    <a:pt x="27090" y="5310"/>
                    <a:pt x="27090" y="5282"/>
                    <a:pt x="27090" y="5253"/>
                  </a:cubicBezTo>
                  <a:cubicBezTo>
                    <a:pt x="26877" y="5012"/>
                    <a:pt x="26579" y="4827"/>
                    <a:pt x="26266" y="4742"/>
                  </a:cubicBezTo>
                  <a:lnTo>
                    <a:pt x="26266" y="4728"/>
                  </a:lnTo>
                  <a:lnTo>
                    <a:pt x="26068" y="4728"/>
                  </a:lnTo>
                  <a:cubicBezTo>
                    <a:pt x="25912" y="4657"/>
                    <a:pt x="25727" y="4614"/>
                    <a:pt x="25727" y="4387"/>
                  </a:cubicBezTo>
                  <a:cubicBezTo>
                    <a:pt x="25727" y="4316"/>
                    <a:pt x="25684" y="4259"/>
                    <a:pt x="25656" y="4203"/>
                  </a:cubicBezTo>
                  <a:lnTo>
                    <a:pt x="25585" y="4203"/>
                  </a:lnTo>
                  <a:cubicBezTo>
                    <a:pt x="25613" y="4132"/>
                    <a:pt x="25599" y="4061"/>
                    <a:pt x="25542" y="4004"/>
                  </a:cubicBezTo>
                  <a:cubicBezTo>
                    <a:pt x="25415" y="3919"/>
                    <a:pt x="25230" y="3933"/>
                    <a:pt x="25131" y="3791"/>
                  </a:cubicBezTo>
                  <a:lnTo>
                    <a:pt x="25131" y="3791"/>
                  </a:lnTo>
                  <a:cubicBezTo>
                    <a:pt x="25102" y="3748"/>
                    <a:pt x="25060" y="3720"/>
                    <a:pt x="25031" y="3692"/>
                  </a:cubicBezTo>
                  <a:cubicBezTo>
                    <a:pt x="24989" y="3692"/>
                    <a:pt x="24960" y="3692"/>
                    <a:pt x="24932" y="3692"/>
                  </a:cubicBezTo>
                  <a:cubicBezTo>
                    <a:pt x="24875" y="3635"/>
                    <a:pt x="24790" y="3635"/>
                    <a:pt x="24733" y="3649"/>
                  </a:cubicBezTo>
                  <a:cubicBezTo>
                    <a:pt x="24733" y="3663"/>
                    <a:pt x="24733" y="3677"/>
                    <a:pt x="24719" y="3692"/>
                  </a:cubicBezTo>
                  <a:cubicBezTo>
                    <a:pt x="24691" y="3692"/>
                    <a:pt x="24648" y="3692"/>
                    <a:pt x="24620" y="3692"/>
                  </a:cubicBezTo>
                  <a:cubicBezTo>
                    <a:pt x="24620" y="3621"/>
                    <a:pt x="24620" y="3550"/>
                    <a:pt x="24620" y="3493"/>
                  </a:cubicBezTo>
                  <a:lnTo>
                    <a:pt x="24407" y="3493"/>
                  </a:lnTo>
                  <a:lnTo>
                    <a:pt x="24407" y="3393"/>
                  </a:lnTo>
                  <a:cubicBezTo>
                    <a:pt x="24094" y="3393"/>
                    <a:pt x="23810" y="3308"/>
                    <a:pt x="23682" y="2982"/>
                  </a:cubicBezTo>
                  <a:cubicBezTo>
                    <a:pt x="23597" y="2939"/>
                    <a:pt x="23498" y="2896"/>
                    <a:pt x="23398" y="2868"/>
                  </a:cubicBezTo>
                  <a:cubicBezTo>
                    <a:pt x="23271" y="2825"/>
                    <a:pt x="23171" y="2712"/>
                    <a:pt x="23171" y="2570"/>
                  </a:cubicBezTo>
                  <a:cubicBezTo>
                    <a:pt x="22958" y="2641"/>
                    <a:pt x="22717" y="2584"/>
                    <a:pt x="22575" y="2428"/>
                  </a:cubicBezTo>
                  <a:cubicBezTo>
                    <a:pt x="22405" y="2243"/>
                    <a:pt x="22177" y="2144"/>
                    <a:pt x="21950" y="2144"/>
                  </a:cubicBezTo>
                  <a:cubicBezTo>
                    <a:pt x="21808" y="2144"/>
                    <a:pt x="21681" y="2073"/>
                    <a:pt x="21610" y="1945"/>
                  </a:cubicBezTo>
                  <a:cubicBezTo>
                    <a:pt x="21581" y="1945"/>
                    <a:pt x="21539" y="1945"/>
                    <a:pt x="21524" y="1917"/>
                  </a:cubicBezTo>
                  <a:cubicBezTo>
                    <a:pt x="21382" y="1732"/>
                    <a:pt x="21198" y="1775"/>
                    <a:pt x="21013" y="1832"/>
                  </a:cubicBezTo>
                  <a:lnTo>
                    <a:pt x="21013" y="1832"/>
                  </a:lnTo>
                  <a:cubicBezTo>
                    <a:pt x="20999" y="1647"/>
                    <a:pt x="20857" y="1619"/>
                    <a:pt x="20729" y="1590"/>
                  </a:cubicBezTo>
                  <a:cubicBezTo>
                    <a:pt x="20417" y="1533"/>
                    <a:pt x="20119" y="1406"/>
                    <a:pt x="19863" y="1221"/>
                  </a:cubicBezTo>
                  <a:lnTo>
                    <a:pt x="19622" y="1278"/>
                  </a:lnTo>
                  <a:cubicBezTo>
                    <a:pt x="19551" y="1108"/>
                    <a:pt x="19380" y="1079"/>
                    <a:pt x="19238" y="1008"/>
                  </a:cubicBezTo>
                  <a:lnTo>
                    <a:pt x="19238" y="1008"/>
                  </a:lnTo>
                  <a:cubicBezTo>
                    <a:pt x="18600" y="880"/>
                    <a:pt x="17975" y="710"/>
                    <a:pt x="17364" y="497"/>
                  </a:cubicBezTo>
                  <a:cubicBezTo>
                    <a:pt x="17336" y="497"/>
                    <a:pt x="17293" y="497"/>
                    <a:pt x="17265" y="497"/>
                  </a:cubicBezTo>
                  <a:cubicBezTo>
                    <a:pt x="16811" y="469"/>
                    <a:pt x="16356" y="398"/>
                    <a:pt x="15916" y="284"/>
                  </a:cubicBezTo>
                  <a:lnTo>
                    <a:pt x="15916" y="284"/>
                  </a:lnTo>
                  <a:cubicBezTo>
                    <a:pt x="15817" y="256"/>
                    <a:pt x="15717" y="256"/>
                    <a:pt x="15604" y="284"/>
                  </a:cubicBezTo>
                  <a:lnTo>
                    <a:pt x="15306" y="284"/>
                  </a:lnTo>
                  <a:cubicBezTo>
                    <a:pt x="15277" y="241"/>
                    <a:pt x="15220" y="241"/>
                    <a:pt x="15192" y="284"/>
                  </a:cubicBezTo>
                  <a:lnTo>
                    <a:pt x="15192" y="284"/>
                  </a:lnTo>
                  <a:cubicBezTo>
                    <a:pt x="15178" y="298"/>
                    <a:pt x="15164" y="341"/>
                    <a:pt x="15164" y="369"/>
                  </a:cubicBezTo>
                  <a:cubicBezTo>
                    <a:pt x="14766" y="312"/>
                    <a:pt x="14397" y="0"/>
                    <a:pt x="13957" y="170"/>
                  </a:cubicBezTo>
                  <a:cubicBezTo>
                    <a:pt x="13801" y="284"/>
                    <a:pt x="13588" y="284"/>
                    <a:pt x="13431" y="170"/>
                  </a:cubicBezTo>
                  <a:cubicBezTo>
                    <a:pt x="13275" y="71"/>
                    <a:pt x="13076" y="85"/>
                    <a:pt x="12920" y="185"/>
                  </a:cubicBezTo>
                  <a:cubicBezTo>
                    <a:pt x="12878" y="241"/>
                    <a:pt x="12849" y="227"/>
                    <a:pt x="12807" y="185"/>
                  </a:cubicBezTo>
                  <a:cubicBezTo>
                    <a:pt x="12764" y="128"/>
                    <a:pt x="12750" y="142"/>
                    <a:pt x="12707" y="185"/>
                  </a:cubicBezTo>
                  <a:lnTo>
                    <a:pt x="12707" y="185"/>
                  </a:lnTo>
                  <a:cubicBezTo>
                    <a:pt x="12622" y="270"/>
                    <a:pt x="12480" y="185"/>
                    <a:pt x="12395" y="284"/>
                  </a:cubicBezTo>
                  <a:lnTo>
                    <a:pt x="12395" y="284"/>
                  </a:lnTo>
                  <a:cubicBezTo>
                    <a:pt x="12324" y="355"/>
                    <a:pt x="12210" y="327"/>
                    <a:pt x="12139" y="355"/>
                  </a:cubicBezTo>
                  <a:lnTo>
                    <a:pt x="12012" y="383"/>
                  </a:lnTo>
                  <a:cubicBezTo>
                    <a:pt x="11827" y="398"/>
                    <a:pt x="11657" y="483"/>
                    <a:pt x="11458" y="483"/>
                  </a:cubicBezTo>
                  <a:lnTo>
                    <a:pt x="11444" y="497"/>
                  </a:lnTo>
                  <a:lnTo>
                    <a:pt x="11444" y="454"/>
                  </a:lnTo>
                  <a:cubicBezTo>
                    <a:pt x="11387" y="426"/>
                    <a:pt x="11302" y="426"/>
                    <a:pt x="11245" y="483"/>
                  </a:cubicBezTo>
                  <a:cubicBezTo>
                    <a:pt x="11217" y="483"/>
                    <a:pt x="11188" y="483"/>
                    <a:pt x="11160" y="483"/>
                  </a:cubicBezTo>
                  <a:cubicBezTo>
                    <a:pt x="10947" y="568"/>
                    <a:pt x="10705" y="540"/>
                    <a:pt x="10521" y="696"/>
                  </a:cubicBezTo>
                  <a:lnTo>
                    <a:pt x="10521" y="696"/>
                  </a:lnTo>
                  <a:cubicBezTo>
                    <a:pt x="10052" y="937"/>
                    <a:pt x="9555" y="1108"/>
                    <a:pt x="9073" y="1320"/>
                  </a:cubicBezTo>
                  <a:lnTo>
                    <a:pt x="9073" y="1320"/>
                  </a:lnTo>
                  <a:cubicBezTo>
                    <a:pt x="8803" y="1420"/>
                    <a:pt x="8618" y="1647"/>
                    <a:pt x="8349" y="1732"/>
                  </a:cubicBezTo>
                  <a:cubicBezTo>
                    <a:pt x="8292" y="1746"/>
                    <a:pt x="8263" y="1789"/>
                    <a:pt x="8235" y="1832"/>
                  </a:cubicBezTo>
                  <a:lnTo>
                    <a:pt x="8235" y="1832"/>
                  </a:lnTo>
                  <a:cubicBezTo>
                    <a:pt x="8178" y="1874"/>
                    <a:pt x="8107" y="1903"/>
                    <a:pt x="8065" y="1959"/>
                  </a:cubicBezTo>
                  <a:cubicBezTo>
                    <a:pt x="8036" y="1974"/>
                    <a:pt x="8008" y="2002"/>
                    <a:pt x="7994" y="2030"/>
                  </a:cubicBezTo>
                  <a:lnTo>
                    <a:pt x="7937" y="2130"/>
                  </a:lnTo>
                  <a:cubicBezTo>
                    <a:pt x="7724" y="2329"/>
                    <a:pt x="7468" y="2485"/>
                    <a:pt x="7199" y="2598"/>
                  </a:cubicBezTo>
                  <a:cubicBezTo>
                    <a:pt x="7128" y="2641"/>
                    <a:pt x="7057" y="2683"/>
                    <a:pt x="6986" y="2740"/>
                  </a:cubicBezTo>
                  <a:cubicBezTo>
                    <a:pt x="6929" y="2797"/>
                    <a:pt x="6886" y="2882"/>
                    <a:pt x="6886" y="2967"/>
                  </a:cubicBezTo>
                  <a:cubicBezTo>
                    <a:pt x="6730" y="2967"/>
                    <a:pt x="6645" y="3081"/>
                    <a:pt x="6531" y="3166"/>
                  </a:cubicBezTo>
                  <a:cubicBezTo>
                    <a:pt x="6418" y="3266"/>
                    <a:pt x="6332" y="3408"/>
                    <a:pt x="6219" y="3422"/>
                  </a:cubicBezTo>
                  <a:cubicBezTo>
                    <a:pt x="6034" y="3450"/>
                    <a:pt x="6020" y="3663"/>
                    <a:pt x="5864" y="3677"/>
                  </a:cubicBezTo>
                  <a:cubicBezTo>
                    <a:pt x="5679" y="3706"/>
                    <a:pt x="5566" y="3848"/>
                    <a:pt x="5438" y="3947"/>
                  </a:cubicBezTo>
                  <a:cubicBezTo>
                    <a:pt x="5367" y="3976"/>
                    <a:pt x="5310" y="3990"/>
                    <a:pt x="5239" y="4004"/>
                  </a:cubicBezTo>
                  <a:lnTo>
                    <a:pt x="5126" y="4203"/>
                  </a:lnTo>
                  <a:lnTo>
                    <a:pt x="5026" y="4203"/>
                  </a:lnTo>
                  <a:lnTo>
                    <a:pt x="4927" y="4316"/>
                  </a:lnTo>
                  <a:lnTo>
                    <a:pt x="4827" y="4416"/>
                  </a:lnTo>
                  <a:cubicBezTo>
                    <a:pt x="4771" y="4501"/>
                    <a:pt x="4728" y="4614"/>
                    <a:pt x="4714" y="4714"/>
                  </a:cubicBezTo>
                  <a:lnTo>
                    <a:pt x="4714" y="4714"/>
                  </a:lnTo>
                  <a:cubicBezTo>
                    <a:pt x="4572" y="4771"/>
                    <a:pt x="4487" y="4941"/>
                    <a:pt x="4316" y="4927"/>
                  </a:cubicBezTo>
                  <a:cubicBezTo>
                    <a:pt x="4345" y="4998"/>
                    <a:pt x="4373" y="5069"/>
                    <a:pt x="4416" y="5140"/>
                  </a:cubicBezTo>
                  <a:lnTo>
                    <a:pt x="4416" y="5140"/>
                  </a:lnTo>
                  <a:lnTo>
                    <a:pt x="4416" y="5154"/>
                  </a:lnTo>
                  <a:lnTo>
                    <a:pt x="4416" y="5154"/>
                  </a:lnTo>
                  <a:cubicBezTo>
                    <a:pt x="4401" y="5126"/>
                    <a:pt x="4387" y="5111"/>
                    <a:pt x="4387" y="5111"/>
                  </a:cubicBezTo>
                  <a:cubicBezTo>
                    <a:pt x="4288" y="5055"/>
                    <a:pt x="4174" y="5069"/>
                    <a:pt x="4103" y="5140"/>
                  </a:cubicBezTo>
                  <a:cubicBezTo>
                    <a:pt x="4047" y="5197"/>
                    <a:pt x="4061" y="5282"/>
                    <a:pt x="4004" y="5339"/>
                  </a:cubicBezTo>
                  <a:cubicBezTo>
                    <a:pt x="3961" y="5339"/>
                    <a:pt x="3933" y="5339"/>
                    <a:pt x="3905" y="5339"/>
                  </a:cubicBezTo>
                  <a:cubicBezTo>
                    <a:pt x="3862" y="5410"/>
                    <a:pt x="3876" y="5495"/>
                    <a:pt x="3791" y="5551"/>
                  </a:cubicBezTo>
                  <a:cubicBezTo>
                    <a:pt x="3706" y="5594"/>
                    <a:pt x="3649" y="5679"/>
                    <a:pt x="3592" y="5750"/>
                  </a:cubicBezTo>
                  <a:cubicBezTo>
                    <a:pt x="3550" y="5821"/>
                    <a:pt x="3564" y="5921"/>
                    <a:pt x="3479" y="5963"/>
                  </a:cubicBezTo>
                  <a:lnTo>
                    <a:pt x="3479" y="5963"/>
                  </a:lnTo>
                  <a:cubicBezTo>
                    <a:pt x="3379" y="6034"/>
                    <a:pt x="3450" y="6176"/>
                    <a:pt x="3379" y="6276"/>
                  </a:cubicBezTo>
                  <a:lnTo>
                    <a:pt x="3379" y="6276"/>
                  </a:lnTo>
                  <a:cubicBezTo>
                    <a:pt x="3223" y="6375"/>
                    <a:pt x="3124" y="6517"/>
                    <a:pt x="3067" y="6687"/>
                  </a:cubicBezTo>
                  <a:lnTo>
                    <a:pt x="3067" y="6687"/>
                  </a:lnTo>
                  <a:cubicBezTo>
                    <a:pt x="2982" y="6744"/>
                    <a:pt x="2882" y="6815"/>
                    <a:pt x="2925" y="6915"/>
                  </a:cubicBezTo>
                  <a:cubicBezTo>
                    <a:pt x="2826" y="6971"/>
                    <a:pt x="2740" y="7042"/>
                    <a:pt x="2655" y="7113"/>
                  </a:cubicBezTo>
                  <a:cubicBezTo>
                    <a:pt x="2655" y="7142"/>
                    <a:pt x="2655" y="7170"/>
                    <a:pt x="2655" y="7198"/>
                  </a:cubicBezTo>
                  <a:cubicBezTo>
                    <a:pt x="2613" y="7241"/>
                    <a:pt x="2584" y="7284"/>
                    <a:pt x="2556" y="7312"/>
                  </a:cubicBezTo>
                  <a:cubicBezTo>
                    <a:pt x="2556" y="7355"/>
                    <a:pt x="2556" y="7383"/>
                    <a:pt x="2542" y="7411"/>
                  </a:cubicBezTo>
                  <a:cubicBezTo>
                    <a:pt x="2513" y="7454"/>
                    <a:pt x="2485" y="7482"/>
                    <a:pt x="2456" y="7525"/>
                  </a:cubicBezTo>
                  <a:cubicBezTo>
                    <a:pt x="2456" y="7553"/>
                    <a:pt x="2456" y="7582"/>
                    <a:pt x="2456" y="7624"/>
                  </a:cubicBezTo>
                  <a:cubicBezTo>
                    <a:pt x="2414" y="7653"/>
                    <a:pt x="2385" y="7681"/>
                    <a:pt x="2357" y="7724"/>
                  </a:cubicBezTo>
                  <a:lnTo>
                    <a:pt x="2357" y="7724"/>
                  </a:lnTo>
                  <a:cubicBezTo>
                    <a:pt x="2286" y="7781"/>
                    <a:pt x="2300" y="7880"/>
                    <a:pt x="2258" y="7937"/>
                  </a:cubicBezTo>
                  <a:lnTo>
                    <a:pt x="2258" y="7937"/>
                  </a:lnTo>
                  <a:lnTo>
                    <a:pt x="2258" y="7937"/>
                  </a:lnTo>
                  <a:lnTo>
                    <a:pt x="2258" y="7937"/>
                  </a:lnTo>
                  <a:cubicBezTo>
                    <a:pt x="2187" y="7994"/>
                    <a:pt x="2201" y="8079"/>
                    <a:pt x="2144" y="8150"/>
                  </a:cubicBezTo>
                  <a:lnTo>
                    <a:pt x="2144" y="8150"/>
                  </a:lnTo>
                  <a:cubicBezTo>
                    <a:pt x="2144" y="8150"/>
                    <a:pt x="2130" y="8150"/>
                    <a:pt x="2130" y="8178"/>
                  </a:cubicBezTo>
                  <a:cubicBezTo>
                    <a:pt x="2116" y="8192"/>
                    <a:pt x="2130" y="8221"/>
                    <a:pt x="2144" y="8235"/>
                  </a:cubicBezTo>
                  <a:lnTo>
                    <a:pt x="2144" y="8235"/>
                  </a:lnTo>
                  <a:cubicBezTo>
                    <a:pt x="2158" y="8263"/>
                    <a:pt x="2187" y="8278"/>
                    <a:pt x="2201" y="8292"/>
                  </a:cubicBezTo>
                  <a:cubicBezTo>
                    <a:pt x="2187" y="8306"/>
                    <a:pt x="2158" y="8320"/>
                    <a:pt x="2144" y="8349"/>
                  </a:cubicBezTo>
                  <a:lnTo>
                    <a:pt x="2144" y="8349"/>
                  </a:lnTo>
                  <a:cubicBezTo>
                    <a:pt x="2101" y="8391"/>
                    <a:pt x="2073" y="8420"/>
                    <a:pt x="2045" y="8462"/>
                  </a:cubicBezTo>
                  <a:lnTo>
                    <a:pt x="2045" y="8462"/>
                  </a:lnTo>
                  <a:cubicBezTo>
                    <a:pt x="2002" y="8490"/>
                    <a:pt x="1959" y="8533"/>
                    <a:pt x="1931" y="8561"/>
                  </a:cubicBezTo>
                  <a:lnTo>
                    <a:pt x="1931" y="8561"/>
                  </a:lnTo>
                  <a:cubicBezTo>
                    <a:pt x="1860" y="8661"/>
                    <a:pt x="1789" y="8774"/>
                    <a:pt x="1718" y="8874"/>
                  </a:cubicBezTo>
                  <a:lnTo>
                    <a:pt x="1718" y="8874"/>
                  </a:lnTo>
                  <a:lnTo>
                    <a:pt x="1718" y="8874"/>
                  </a:lnTo>
                  <a:cubicBezTo>
                    <a:pt x="1661" y="8931"/>
                    <a:pt x="1675" y="9030"/>
                    <a:pt x="1619" y="9087"/>
                  </a:cubicBezTo>
                  <a:lnTo>
                    <a:pt x="1619" y="9087"/>
                  </a:lnTo>
                  <a:cubicBezTo>
                    <a:pt x="1562" y="9144"/>
                    <a:pt x="1562" y="9215"/>
                    <a:pt x="1548" y="9286"/>
                  </a:cubicBezTo>
                  <a:lnTo>
                    <a:pt x="1548" y="9286"/>
                  </a:lnTo>
                  <a:lnTo>
                    <a:pt x="1505" y="9286"/>
                  </a:lnTo>
                  <a:cubicBezTo>
                    <a:pt x="1519" y="9371"/>
                    <a:pt x="1477" y="9442"/>
                    <a:pt x="1420" y="9499"/>
                  </a:cubicBezTo>
                  <a:cubicBezTo>
                    <a:pt x="1377" y="9697"/>
                    <a:pt x="1335" y="9896"/>
                    <a:pt x="1292" y="10095"/>
                  </a:cubicBezTo>
                  <a:cubicBezTo>
                    <a:pt x="1264" y="10194"/>
                    <a:pt x="1193" y="10279"/>
                    <a:pt x="1093" y="10322"/>
                  </a:cubicBezTo>
                  <a:cubicBezTo>
                    <a:pt x="1108" y="10407"/>
                    <a:pt x="1065" y="10478"/>
                    <a:pt x="994" y="10521"/>
                  </a:cubicBezTo>
                  <a:cubicBezTo>
                    <a:pt x="1008" y="10606"/>
                    <a:pt x="966" y="10691"/>
                    <a:pt x="895" y="10734"/>
                  </a:cubicBezTo>
                  <a:cubicBezTo>
                    <a:pt x="895" y="10819"/>
                    <a:pt x="852" y="10890"/>
                    <a:pt x="781" y="10933"/>
                  </a:cubicBezTo>
                  <a:lnTo>
                    <a:pt x="781" y="11103"/>
                  </a:lnTo>
                  <a:cubicBezTo>
                    <a:pt x="753" y="11146"/>
                    <a:pt x="724" y="11202"/>
                    <a:pt x="696" y="11259"/>
                  </a:cubicBezTo>
                  <a:lnTo>
                    <a:pt x="696" y="11259"/>
                  </a:lnTo>
                  <a:cubicBezTo>
                    <a:pt x="582" y="11330"/>
                    <a:pt x="682" y="11486"/>
                    <a:pt x="582" y="11571"/>
                  </a:cubicBezTo>
                  <a:cubicBezTo>
                    <a:pt x="483" y="11642"/>
                    <a:pt x="568" y="11799"/>
                    <a:pt x="483" y="11898"/>
                  </a:cubicBezTo>
                  <a:cubicBezTo>
                    <a:pt x="483" y="11926"/>
                    <a:pt x="483" y="11955"/>
                    <a:pt x="483" y="11983"/>
                  </a:cubicBezTo>
                  <a:cubicBezTo>
                    <a:pt x="355" y="12139"/>
                    <a:pt x="511" y="12338"/>
                    <a:pt x="383" y="12494"/>
                  </a:cubicBezTo>
                  <a:lnTo>
                    <a:pt x="383" y="12494"/>
                  </a:lnTo>
                  <a:cubicBezTo>
                    <a:pt x="284" y="12580"/>
                    <a:pt x="369" y="12722"/>
                    <a:pt x="270" y="12807"/>
                  </a:cubicBezTo>
                  <a:lnTo>
                    <a:pt x="270" y="12807"/>
                  </a:lnTo>
                  <a:cubicBezTo>
                    <a:pt x="170" y="12963"/>
                    <a:pt x="256" y="13133"/>
                    <a:pt x="199" y="13289"/>
                  </a:cubicBezTo>
                  <a:cubicBezTo>
                    <a:pt x="199" y="13318"/>
                    <a:pt x="213" y="13346"/>
                    <a:pt x="227" y="13389"/>
                  </a:cubicBezTo>
                  <a:cubicBezTo>
                    <a:pt x="142" y="13517"/>
                    <a:pt x="185" y="13673"/>
                    <a:pt x="170" y="13815"/>
                  </a:cubicBezTo>
                  <a:cubicBezTo>
                    <a:pt x="128" y="13815"/>
                    <a:pt x="85" y="13829"/>
                    <a:pt x="71" y="13857"/>
                  </a:cubicBezTo>
                  <a:lnTo>
                    <a:pt x="71" y="13857"/>
                  </a:lnTo>
                  <a:cubicBezTo>
                    <a:pt x="71" y="13857"/>
                    <a:pt x="57" y="13872"/>
                    <a:pt x="43" y="13886"/>
                  </a:cubicBezTo>
                  <a:cubicBezTo>
                    <a:pt x="28" y="13914"/>
                    <a:pt x="43" y="13928"/>
                    <a:pt x="71" y="13957"/>
                  </a:cubicBezTo>
                  <a:cubicBezTo>
                    <a:pt x="71" y="13985"/>
                    <a:pt x="71" y="14028"/>
                    <a:pt x="71" y="14056"/>
                  </a:cubicBezTo>
                  <a:cubicBezTo>
                    <a:pt x="71" y="14056"/>
                    <a:pt x="43" y="14070"/>
                    <a:pt x="43" y="14085"/>
                  </a:cubicBezTo>
                  <a:cubicBezTo>
                    <a:pt x="28" y="14113"/>
                    <a:pt x="43" y="14141"/>
                    <a:pt x="71" y="14156"/>
                  </a:cubicBezTo>
                  <a:lnTo>
                    <a:pt x="71" y="14156"/>
                  </a:lnTo>
                  <a:cubicBezTo>
                    <a:pt x="142" y="14297"/>
                    <a:pt x="142" y="14454"/>
                    <a:pt x="71" y="14581"/>
                  </a:cubicBezTo>
                  <a:cubicBezTo>
                    <a:pt x="71" y="14610"/>
                    <a:pt x="71" y="14638"/>
                    <a:pt x="71" y="14667"/>
                  </a:cubicBezTo>
                  <a:cubicBezTo>
                    <a:pt x="0" y="15050"/>
                    <a:pt x="0" y="15433"/>
                    <a:pt x="71" y="15817"/>
                  </a:cubicBezTo>
                  <a:cubicBezTo>
                    <a:pt x="85" y="15845"/>
                    <a:pt x="128" y="15859"/>
                    <a:pt x="156" y="15859"/>
                  </a:cubicBezTo>
                  <a:cubicBezTo>
                    <a:pt x="156" y="16299"/>
                    <a:pt x="170" y="16725"/>
                    <a:pt x="170" y="17166"/>
                  </a:cubicBezTo>
                  <a:lnTo>
                    <a:pt x="170" y="17677"/>
                  </a:lnTo>
                  <a:cubicBezTo>
                    <a:pt x="256" y="17762"/>
                    <a:pt x="298" y="17890"/>
                    <a:pt x="284" y="18003"/>
                  </a:cubicBezTo>
                  <a:cubicBezTo>
                    <a:pt x="284" y="18202"/>
                    <a:pt x="298" y="18401"/>
                    <a:pt x="298" y="18600"/>
                  </a:cubicBezTo>
                  <a:cubicBezTo>
                    <a:pt x="426" y="18827"/>
                    <a:pt x="497" y="19082"/>
                    <a:pt x="483" y="19338"/>
                  </a:cubicBezTo>
                  <a:cubicBezTo>
                    <a:pt x="454" y="19494"/>
                    <a:pt x="525" y="19636"/>
                    <a:pt x="667" y="19693"/>
                  </a:cubicBezTo>
                  <a:cubicBezTo>
                    <a:pt x="710" y="19721"/>
                    <a:pt x="738" y="19792"/>
                    <a:pt x="781" y="19849"/>
                  </a:cubicBezTo>
                  <a:lnTo>
                    <a:pt x="781" y="19849"/>
                  </a:lnTo>
                  <a:cubicBezTo>
                    <a:pt x="667" y="19977"/>
                    <a:pt x="639" y="20175"/>
                    <a:pt x="724" y="20332"/>
                  </a:cubicBezTo>
                  <a:cubicBezTo>
                    <a:pt x="781" y="20474"/>
                    <a:pt x="795" y="20630"/>
                    <a:pt x="795" y="20772"/>
                  </a:cubicBezTo>
                  <a:cubicBezTo>
                    <a:pt x="809" y="20772"/>
                    <a:pt x="824" y="20772"/>
                    <a:pt x="852" y="20772"/>
                  </a:cubicBezTo>
                  <a:cubicBezTo>
                    <a:pt x="1037" y="20857"/>
                    <a:pt x="1037" y="20857"/>
                    <a:pt x="937" y="21042"/>
                  </a:cubicBezTo>
                  <a:cubicBezTo>
                    <a:pt x="923" y="21084"/>
                    <a:pt x="909" y="21141"/>
                    <a:pt x="909" y="21184"/>
                  </a:cubicBezTo>
                  <a:lnTo>
                    <a:pt x="994" y="21297"/>
                  </a:lnTo>
                  <a:cubicBezTo>
                    <a:pt x="1051" y="21340"/>
                    <a:pt x="1093" y="21397"/>
                    <a:pt x="1108" y="21468"/>
                  </a:cubicBezTo>
                  <a:cubicBezTo>
                    <a:pt x="1136" y="21638"/>
                    <a:pt x="1207" y="21794"/>
                    <a:pt x="1306" y="21922"/>
                  </a:cubicBezTo>
                  <a:lnTo>
                    <a:pt x="1306" y="21922"/>
                  </a:lnTo>
                  <a:lnTo>
                    <a:pt x="1306" y="21922"/>
                  </a:lnTo>
                  <a:lnTo>
                    <a:pt x="1306" y="21922"/>
                  </a:lnTo>
                  <a:cubicBezTo>
                    <a:pt x="1306" y="22021"/>
                    <a:pt x="1306" y="22121"/>
                    <a:pt x="1321" y="22220"/>
                  </a:cubicBezTo>
                  <a:cubicBezTo>
                    <a:pt x="1491" y="22305"/>
                    <a:pt x="1590" y="22547"/>
                    <a:pt x="1817" y="22561"/>
                  </a:cubicBezTo>
                  <a:lnTo>
                    <a:pt x="1832" y="22547"/>
                  </a:lnTo>
                  <a:lnTo>
                    <a:pt x="1832" y="22547"/>
                  </a:lnTo>
                  <a:lnTo>
                    <a:pt x="1817" y="22561"/>
                  </a:lnTo>
                  <a:cubicBezTo>
                    <a:pt x="1761" y="22717"/>
                    <a:pt x="1775" y="22902"/>
                    <a:pt x="1832" y="23058"/>
                  </a:cubicBezTo>
                  <a:cubicBezTo>
                    <a:pt x="1945" y="23157"/>
                    <a:pt x="2016" y="23313"/>
                    <a:pt x="2030" y="23469"/>
                  </a:cubicBezTo>
                  <a:cubicBezTo>
                    <a:pt x="2116" y="23512"/>
                    <a:pt x="2187" y="23583"/>
                    <a:pt x="2229" y="23682"/>
                  </a:cubicBezTo>
                  <a:cubicBezTo>
                    <a:pt x="2272" y="23796"/>
                    <a:pt x="2343" y="23895"/>
                    <a:pt x="2428" y="23981"/>
                  </a:cubicBezTo>
                  <a:cubicBezTo>
                    <a:pt x="2414" y="23981"/>
                    <a:pt x="2414" y="23981"/>
                    <a:pt x="2414" y="23995"/>
                  </a:cubicBezTo>
                  <a:cubicBezTo>
                    <a:pt x="2428" y="24165"/>
                    <a:pt x="2513" y="24307"/>
                    <a:pt x="2641" y="24407"/>
                  </a:cubicBezTo>
                  <a:cubicBezTo>
                    <a:pt x="2655" y="24435"/>
                    <a:pt x="2655" y="24477"/>
                    <a:pt x="2655" y="24506"/>
                  </a:cubicBezTo>
                  <a:cubicBezTo>
                    <a:pt x="2769" y="24690"/>
                    <a:pt x="2911" y="24875"/>
                    <a:pt x="3067" y="25031"/>
                  </a:cubicBezTo>
                  <a:lnTo>
                    <a:pt x="3067" y="25031"/>
                  </a:lnTo>
                  <a:cubicBezTo>
                    <a:pt x="3095" y="25060"/>
                    <a:pt x="3138" y="25102"/>
                    <a:pt x="3180" y="25131"/>
                  </a:cubicBezTo>
                  <a:cubicBezTo>
                    <a:pt x="3209" y="25131"/>
                    <a:pt x="3251" y="25131"/>
                    <a:pt x="3280" y="25145"/>
                  </a:cubicBezTo>
                  <a:cubicBezTo>
                    <a:pt x="3308" y="25145"/>
                    <a:pt x="3337" y="25145"/>
                    <a:pt x="3379" y="25145"/>
                  </a:cubicBezTo>
                  <a:lnTo>
                    <a:pt x="3379" y="25230"/>
                  </a:lnTo>
                  <a:lnTo>
                    <a:pt x="3479" y="25230"/>
                  </a:lnTo>
                  <a:cubicBezTo>
                    <a:pt x="3535" y="25372"/>
                    <a:pt x="3663" y="25486"/>
                    <a:pt x="3805" y="25528"/>
                  </a:cubicBezTo>
                  <a:cubicBezTo>
                    <a:pt x="3848" y="25542"/>
                    <a:pt x="3933" y="25557"/>
                    <a:pt x="3905" y="25599"/>
                  </a:cubicBezTo>
                  <a:cubicBezTo>
                    <a:pt x="3805" y="25741"/>
                    <a:pt x="3947" y="25770"/>
                    <a:pt x="3990" y="25841"/>
                  </a:cubicBezTo>
                  <a:cubicBezTo>
                    <a:pt x="4047" y="25940"/>
                    <a:pt x="4189" y="25869"/>
                    <a:pt x="4260" y="25954"/>
                  </a:cubicBezTo>
                  <a:cubicBezTo>
                    <a:pt x="4330" y="26039"/>
                    <a:pt x="4416" y="25982"/>
                    <a:pt x="4487" y="26011"/>
                  </a:cubicBezTo>
                  <a:cubicBezTo>
                    <a:pt x="4558" y="26053"/>
                    <a:pt x="4572" y="26110"/>
                    <a:pt x="4614" y="26153"/>
                  </a:cubicBezTo>
                  <a:cubicBezTo>
                    <a:pt x="4842" y="26238"/>
                    <a:pt x="4927" y="26494"/>
                    <a:pt x="5140" y="26579"/>
                  </a:cubicBezTo>
                  <a:lnTo>
                    <a:pt x="5140" y="26579"/>
                  </a:lnTo>
                  <a:cubicBezTo>
                    <a:pt x="5140" y="26721"/>
                    <a:pt x="5168" y="26863"/>
                    <a:pt x="5253" y="26976"/>
                  </a:cubicBezTo>
                  <a:lnTo>
                    <a:pt x="5353" y="27090"/>
                  </a:lnTo>
                  <a:cubicBezTo>
                    <a:pt x="5466" y="27090"/>
                    <a:pt x="5552" y="27161"/>
                    <a:pt x="5651" y="27204"/>
                  </a:cubicBezTo>
                  <a:lnTo>
                    <a:pt x="5651" y="27204"/>
                  </a:lnTo>
                  <a:cubicBezTo>
                    <a:pt x="5651" y="27303"/>
                    <a:pt x="5694" y="27360"/>
                    <a:pt x="5807" y="27331"/>
                  </a:cubicBezTo>
                  <a:cubicBezTo>
                    <a:pt x="5835" y="27317"/>
                    <a:pt x="5864" y="27317"/>
                    <a:pt x="5892" y="27303"/>
                  </a:cubicBezTo>
                  <a:cubicBezTo>
                    <a:pt x="5906" y="27587"/>
                    <a:pt x="6119" y="27686"/>
                    <a:pt x="6332" y="27800"/>
                  </a:cubicBezTo>
                  <a:cubicBezTo>
                    <a:pt x="6375" y="27842"/>
                    <a:pt x="6432" y="27771"/>
                    <a:pt x="6460" y="27828"/>
                  </a:cubicBezTo>
                  <a:lnTo>
                    <a:pt x="6460" y="27885"/>
                  </a:lnTo>
                  <a:lnTo>
                    <a:pt x="6503" y="27913"/>
                  </a:lnTo>
                  <a:lnTo>
                    <a:pt x="6503" y="27913"/>
                  </a:lnTo>
                  <a:cubicBezTo>
                    <a:pt x="6560" y="27970"/>
                    <a:pt x="6659" y="27956"/>
                    <a:pt x="6730" y="28013"/>
                  </a:cubicBezTo>
                  <a:lnTo>
                    <a:pt x="6773" y="28013"/>
                  </a:lnTo>
                  <a:lnTo>
                    <a:pt x="6801" y="28013"/>
                  </a:lnTo>
                  <a:cubicBezTo>
                    <a:pt x="7014" y="28197"/>
                    <a:pt x="7312" y="28254"/>
                    <a:pt x="7539" y="28439"/>
                  </a:cubicBezTo>
                  <a:lnTo>
                    <a:pt x="7539" y="28439"/>
                  </a:lnTo>
                  <a:cubicBezTo>
                    <a:pt x="7596" y="28567"/>
                    <a:pt x="7738" y="28567"/>
                    <a:pt x="7852" y="28638"/>
                  </a:cubicBezTo>
                  <a:lnTo>
                    <a:pt x="7852" y="28638"/>
                  </a:lnTo>
                  <a:cubicBezTo>
                    <a:pt x="7979" y="28794"/>
                    <a:pt x="8221" y="28694"/>
                    <a:pt x="8363" y="28850"/>
                  </a:cubicBezTo>
                  <a:lnTo>
                    <a:pt x="8363" y="28850"/>
                  </a:lnTo>
                  <a:cubicBezTo>
                    <a:pt x="8420" y="28921"/>
                    <a:pt x="8519" y="28893"/>
                    <a:pt x="8576" y="28936"/>
                  </a:cubicBezTo>
                  <a:lnTo>
                    <a:pt x="8576" y="28936"/>
                  </a:lnTo>
                  <a:cubicBezTo>
                    <a:pt x="8675" y="29049"/>
                    <a:pt x="8803" y="29106"/>
                    <a:pt x="8945" y="29106"/>
                  </a:cubicBezTo>
                  <a:cubicBezTo>
                    <a:pt x="8945" y="29120"/>
                    <a:pt x="8959" y="29149"/>
                    <a:pt x="8987" y="29149"/>
                  </a:cubicBezTo>
                  <a:cubicBezTo>
                    <a:pt x="8987" y="29191"/>
                    <a:pt x="8987" y="29220"/>
                    <a:pt x="8987" y="29248"/>
                  </a:cubicBezTo>
                  <a:cubicBezTo>
                    <a:pt x="9044" y="29305"/>
                    <a:pt x="9030" y="29404"/>
                    <a:pt x="9087" y="29461"/>
                  </a:cubicBezTo>
                  <a:cubicBezTo>
                    <a:pt x="9215" y="29532"/>
                    <a:pt x="9371" y="29532"/>
                    <a:pt x="9499" y="29461"/>
                  </a:cubicBezTo>
                  <a:lnTo>
                    <a:pt x="9499" y="29461"/>
                  </a:lnTo>
                  <a:cubicBezTo>
                    <a:pt x="9541" y="29418"/>
                    <a:pt x="9612" y="29404"/>
                    <a:pt x="9669" y="29404"/>
                  </a:cubicBezTo>
                  <a:lnTo>
                    <a:pt x="9669" y="29404"/>
                  </a:lnTo>
                  <a:cubicBezTo>
                    <a:pt x="9669" y="29418"/>
                    <a:pt x="9669" y="29447"/>
                    <a:pt x="9712" y="29461"/>
                  </a:cubicBezTo>
                  <a:lnTo>
                    <a:pt x="9712" y="29461"/>
                  </a:lnTo>
                  <a:cubicBezTo>
                    <a:pt x="9726" y="29461"/>
                    <a:pt x="9726" y="29475"/>
                    <a:pt x="9740" y="29489"/>
                  </a:cubicBezTo>
                  <a:cubicBezTo>
                    <a:pt x="9740" y="29518"/>
                    <a:pt x="9740" y="29546"/>
                    <a:pt x="9712" y="29560"/>
                  </a:cubicBezTo>
                  <a:lnTo>
                    <a:pt x="9712" y="29660"/>
                  </a:lnTo>
                  <a:cubicBezTo>
                    <a:pt x="9740" y="29702"/>
                    <a:pt x="9783" y="29731"/>
                    <a:pt x="9811" y="29773"/>
                  </a:cubicBezTo>
                  <a:lnTo>
                    <a:pt x="10024" y="29773"/>
                  </a:lnTo>
                  <a:cubicBezTo>
                    <a:pt x="10038" y="29731"/>
                    <a:pt x="10095" y="29731"/>
                    <a:pt x="10123" y="29773"/>
                  </a:cubicBezTo>
                  <a:lnTo>
                    <a:pt x="10123" y="29773"/>
                  </a:lnTo>
                  <a:cubicBezTo>
                    <a:pt x="10166" y="29802"/>
                    <a:pt x="10194" y="29830"/>
                    <a:pt x="10223" y="29873"/>
                  </a:cubicBezTo>
                  <a:lnTo>
                    <a:pt x="10336" y="29773"/>
                  </a:lnTo>
                  <a:cubicBezTo>
                    <a:pt x="10336" y="29773"/>
                    <a:pt x="10350" y="29759"/>
                    <a:pt x="10365" y="29731"/>
                  </a:cubicBezTo>
                  <a:cubicBezTo>
                    <a:pt x="10365" y="29731"/>
                    <a:pt x="10365" y="29717"/>
                    <a:pt x="10365" y="29702"/>
                  </a:cubicBezTo>
                  <a:lnTo>
                    <a:pt x="10393" y="29702"/>
                  </a:lnTo>
                  <a:cubicBezTo>
                    <a:pt x="10393" y="29731"/>
                    <a:pt x="10407" y="29759"/>
                    <a:pt x="10436" y="29759"/>
                  </a:cubicBezTo>
                  <a:lnTo>
                    <a:pt x="10436" y="29759"/>
                  </a:lnTo>
                  <a:cubicBezTo>
                    <a:pt x="10478" y="29830"/>
                    <a:pt x="10535" y="29901"/>
                    <a:pt x="10592" y="29958"/>
                  </a:cubicBezTo>
                  <a:lnTo>
                    <a:pt x="10592" y="29958"/>
                  </a:lnTo>
                  <a:lnTo>
                    <a:pt x="10521" y="29958"/>
                  </a:lnTo>
                  <a:lnTo>
                    <a:pt x="10634" y="30072"/>
                  </a:lnTo>
                  <a:cubicBezTo>
                    <a:pt x="10634" y="30072"/>
                    <a:pt x="10649" y="30057"/>
                    <a:pt x="10649" y="30029"/>
                  </a:cubicBezTo>
                  <a:cubicBezTo>
                    <a:pt x="10649" y="30029"/>
                    <a:pt x="10649" y="30015"/>
                    <a:pt x="10649" y="30015"/>
                  </a:cubicBezTo>
                  <a:cubicBezTo>
                    <a:pt x="10677" y="30029"/>
                    <a:pt x="10705" y="30043"/>
                    <a:pt x="10734" y="30072"/>
                  </a:cubicBezTo>
                  <a:lnTo>
                    <a:pt x="10833" y="30072"/>
                  </a:lnTo>
                  <a:cubicBezTo>
                    <a:pt x="10876" y="30057"/>
                    <a:pt x="10904" y="29958"/>
                    <a:pt x="10947" y="30072"/>
                  </a:cubicBezTo>
                  <a:lnTo>
                    <a:pt x="10947" y="30171"/>
                  </a:lnTo>
                  <a:cubicBezTo>
                    <a:pt x="11032" y="30242"/>
                    <a:pt x="11160" y="30242"/>
                    <a:pt x="11259" y="30171"/>
                  </a:cubicBezTo>
                  <a:lnTo>
                    <a:pt x="11259" y="30171"/>
                  </a:lnTo>
                  <a:cubicBezTo>
                    <a:pt x="11316" y="30100"/>
                    <a:pt x="11415" y="30100"/>
                    <a:pt x="11472" y="30171"/>
                  </a:cubicBezTo>
                  <a:lnTo>
                    <a:pt x="11572" y="30171"/>
                  </a:lnTo>
                  <a:cubicBezTo>
                    <a:pt x="11600" y="30199"/>
                    <a:pt x="11657" y="30199"/>
                    <a:pt x="11685" y="30171"/>
                  </a:cubicBezTo>
                  <a:lnTo>
                    <a:pt x="11685" y="30157"/>
                  </a:lnTo>
                  <a:cubicBezTo>
                    <a:pt x="11799" y="30171"/>
                    <a:pt x="11912" y="30157"/>
                    <a:pt x="11983" y="30256"/>
                  </a:cubicBezTo>
                  <a:cubicBezTo>
                    <a:pt x="12125" y="30370"/>
                    <a:pt x="12338" y="30398"/>
                    <a:pt x="12509" y="30313"/>
                  </a:cubicBezTo>
                  <a:cubicBezTo>
                    <a:pt x="12580" y="30285"/>
                    <a:pt x="12636" y="30270"/>
                    <a:pt x="12707" y="30270"/>
                  </a:cubicBezTo>
                  <a:lnTo>
                    <a:pt x="12849" y="30270"/>
                  </a:lnTo>
                  <a:lnTo>
                    <a:pt x="12849" y="30285"/>
                  </a:lnTo>
                  <a:cubicBezTo>
                    <a:pt x="12835" y="30497"/>
                    <a:pt x="13020" y="30497"/>
                    <a:pt x="13133" y="30554"/>
                  </a:cubicBezTo>
                  <a:lnTo>
                    <a:pt x="13133" y="30554"/>
                  </a:lnTo>
                  <a:cubicBezTo>
                    <a:pt x="13346" y="30739"/>
                    <a:pt x="13673" y="30483"/>
                    <a:pt x="13857" y="30767"/>
                  </a:cubicBezTo>
                  <a:cubicBezTo>
                    <a:pt x="13914" y="30838"/>
                    <a:pt x="13999" y="30838"/>
                    <a:pt x="14056" y="30767"/>
                  </a:cubicBezTo>
                  <a:lnTo>
                    <a:pt x="14056" y="30767"/>
                  </a:lnTo>
                  <a:cubicBezTo>
                    <a:pt x="14099" y="30739"/>
                    <a:pt x="14127" y="30696"/>
                    <a:pt x="14170" y="30668"/>
                  </a:cubicBezTo>
                  <a:lnTo>
                    <a:pt x="14170" y="30668"/>
                  </a:lnTo>
                  <a:cubicBezTo>
                    <a:pt x="14241" y="30611"/>
                    <a:pt x="14298" y="30597"/>
                    <a:pt x="14369" y="30668"/>
                  </a:cubicBezTo>
                  <a:cubicBezTo>
                    <a:pt x="14383" y="30696"/>
                    <a:pt x="14383" y="30725"/>
                    <a:pt x="14383" y="30753"/>
                  </a:cubicBezTo>
                  <a:cubicBezTo>
                    <a:pt x="14496" y="30838"/>
                    <a:pt x="14667" y="30852"/>
                    <a:pt x="14794" y="30767"/>
                  </a:cubicBezTo>
                  <a:lnTo>
                    <a:pt x="14894" y="30767"/>
                  </a:lnTo>
                  <a:cubicBezTo>
                    <a:pt x="14936" y="30796"/>
                    <a:pt x="14965" y="30838"/>
                    <a:pt x="14993" y="30867"/>
                  </a:cubicBezTo>
                  <a:lnTo>
                    <a:pt x="14993" y="30867"/>
                  </a:lnTo>
                  <a:cubicBezTo>
                    <a:pt x="15050" y="30923"/>
                    <a:pt x="15149" y="30923"/>
                    <a:pt x="15206" y="30867"/>
                  </a:cubicBezTo>
                  <a:lnTo>
                    <a:pt x="15206" y="30867"/>
                  </a:lnTo>
                  <a:cubicBezTo>
                    <a:pt x="15235" y="30838"/>
                    <a:pt x="15263" y="30796"/>
                    <a:pt x="15306" y="30767"/>
                  </a:cubicBezTo>
                  <a:lnTo>
                    <a:pt x="15419" y="30767"/>
                  </a:lnTo>
                  <a:cubicBezTo>
                    <a:pt x="15646" y="30852"/>
                    <a:pt x="15902" y="30838"/>
                    <a:pt x="16129" y="30725"/>
                  </a:cubicBezTo>
                  <a:cubicBezTo>
                    <a:pt x="16143" y="30710"/>
                    <a:pt x="16157" y="30710"/>
                    <a:pt x="16172" y="30696"/>
                  </a:cubicBezTo>
                  <a:cubicBezTo>
                    <a:pt x="16186" y="30725"/>
                    <a:pt x="16214" y="30739"/>
                    <a:pt x="16243" y="30753"/>
                  </a:cubicBezTo>
                  <a:cubicBezTo>
                    <a:pt x="16271" y="30796"/>
                    <a:pt x="16314" y="30824"/>
                    <a:pt x="16342" y="30867"/>
                  </a:cubicBezTo>
                  <a:lnTo>
                    <a:pt x="16456" y="30867"/>
                  </a:lnTo>
                  <a:cubicBezTo>
                    <a:pt x="16512" y="30923"/>
                    <a:pt x="16598" y="30923"/>
                    <a:pt x="16654" y="30867"/>
                  </a:cubicBezTo>
                  <a:lnTo>
                    <a:pt x="16654" y="30867"/>
                  </a:lnTo>
                  <a:cubicBezTo>
                    <a:pt x="16711" y="30824"/>
                    <a:pt x="16768" y="30810"/>
                    <a:pt x="16825" y="30767"/>
                  </a:cubicBezTo>
                  <a:lnTo>
                    <a:pt x="16953" y="30767"/>
                  </a:lnTo>
                  <a:lnTo>
                    <a:pt x="16967" y="30796"/>
                  </a:lnTo>
                  <a:cubicBezTo>
                    <a:pt x="17038" y="30824"/>
                    <a:pt x="17123" y="30810"/>
                    <a:pt x="17180" y="30767"/>
                  </a:cubicBezTo>
                  <a:lnTo>
                    <a:pt x="17180" y="30767"/>
                  </a:lnTo>
                  <a:cubicBezTo>
                    <a:pt x="17237" y="30710"/>
                    <a:pt x="17322" y="30710"/>
                    <a:pt x="17379" y="30767"/>
                  </a:cubicBezTo>
                  <a:lnTo>
                    <a:pt x="17478" y="30767"/>
                  </a:lnTo>
                  <a:cubicBezTo>
                    <a:pt x="17535" y="30710"/>
                    <a:pt x="17563" y="30597"/>
                    <a:pt x="17691" y="30668"/>
                  </a:cubicBezTo>
                  <a:cubicBezTo>
                    <a:pt x="17776" y="30654"/>
                    <a:pt x="17861" y="30696"/>
                    <a:pt x="17904" y="30767"/>
                  </a:cubicBezTo>
                  <a:cubicBezTo>
                    <a:pt x="17946" y="30824"/>
                    <a:pt x="18046" y="30824"/>
                    <a:pt x="18103" y="30781"/>
                  </a:cubicBezTo>
                  <a:lnTo>
                    <a:pt x="18103" y="30781"/>
                  </a:lnTo>
                  <a:cubicBezTo>
                    <a:pt x="18131" y="30739"/>
                    <a:pt x="18174" y="30710"/>
                    <a:pt x="18202" y="30668"/>
                  </a:cubicBezTo>
                  <a:lnTo>
                    <a:pt x="18202" y="30668"/>
                  </a:lnTo>
                  <a:cubicBezTo>
                    <a:pt x="18230" y="30639"/>
                    <a:pt x="18287" y="30639"/>
                    <a:pt x="18301" y="30668"/>
                  </a:cubicBezTo>
                  <a:cubicBezTo>
                    <a:pt x="18358" y="30725"/>
                    <a:pt x="18458" y="30725"/>
                    <a:pt x="18514" y="30668"/>
                  </a:cubicBezTo>
                  <a:lnTo>
                    <a:pt x="18514" y="30668"/>
                  </a:lnTo>
                  <a:cubicBezTo>
                    <a:pt x="18543" y="30639"/>
                    <a:pt x="18585" y="30639"/>
                    <a:pt x="18614" y="30668"/>
                  </a:cubicBezTo>
                  <a:lnTo>
                    <a:pt x="18614" y="30668"/>
                  </a:lnTo>
                  <a:cubicBezTo>
                    <a:pt x="18642" y="30710"/>
                    <a:pt x="18685" y="30739"/>
                    <a:pt x="18713" y="30781"/>
                  </a:cubicBezTo>
                  <a:lnTo>
                    <a:pt x="18813" y="30781"/>
                  </a:lnTo>
                  <a:cubicBezTo>
                    <a:pt x="18912" y="30739"/>
                    <a:pt x="18798" y="30483"/>
                    <a:pt x="19025" y="30568"/>
                  </a:cubicBezTo>
                  <a:lnTo>
                    <a:pt x="19025" y="30568"/>
                  </a:lnTo>
                  <a:cubicBezTo>
                    <a:pt x="19054" y="30597"/>
                    <a:pt x="19096" y="30597"/>
                    <a:pt x="19125" y="30568"/>
                  </a:cubicBezTo>
                  <a:cubicBezTo>
                    <a:pt x="19167" y="30540"/>
                    <a:pt x="19196" y="30497"/>
                    <a:pt x="19238" y="30469"/>
                  </a:cubicBezTo>
                  <a:cubicBezTo>
                    <a:pt x="19295" y="30398"/>
                    <a:pt x="19380" y="30426"/>
                    <a:pt x="19437" y="30370"/>
                  </a:cubicBezTo>
                  <a:lnTo>
                    <a:pt x="19551" y="30370"/>
                  </a:lnTo>
                  <a:cubicBezTo>
                    <a:pt x="19579" y="30398"/>
                    <a:pt x="19622" y="30426"/>
                    <a:pt x="19650" y="30455"/>
                  </a:cubicBezTo>
                  <a:lnTo>
                    <a:pt x="19650" y="30455"/>
                  </a:lnTo>
                  <a:cubicBezTo>
                    <a:pt x="19778" y="30540"/>
                    <a:pt x="19934" y="30540"/>
                    <a:pt x="20062" y="30455"/>
                  </a:cubicBezTo>
                  <a:lnTo>
                    <a:pt x="20062" y="30355"/>
                  </a:lnTo>
                  <a:cubicBezTo>
                    <a:pt x="20147" y="30285"/>
                    <a:pt x="20275" y="30285"/>
                    <a:pt x="20374" y="30355"/>
                  </a:cubicBezTo>
                  <a:lnTo>
                    <a:pt x="20573" y="30355"/>
                  </a:lnTo>
                  <a:cubicBezTo>
                    <a:pt x="20601" y="30327"/>
                    <a:pt x="20644" y="30299"/>
                    <a:pt x="20672" y="30256"/>
                  </a:cubicBezTo>
                  <a:lnTo>
                    <a:pt x="20985" y="30143"/>
                  </a:lnTo>
                  <a:cubicBezTo>
                    <a:pt x="21042" y="30086"/>
                    <a:pt x="21141" y="30086"/>
                    <a:pt x="21198" y="30143"/>
                  </a:cubicBezTo>
                  <a:lnTo>
                    <a:pt x="21297" y="30143"/>
                  </a:lnTo>
                  <a:cubicBezTo>
                    <a:pt x="21326" y="30114"/>
                    <a:pt x="21368" y="30086"/>
                    <a:pt x="21397" y="30043"/>
                  </a:cubicBezTo>
                  <a:cubicBezTo>
                    <a:pt x="21439" y="29986"/>
                    <a:pt x="21482" y="29930"/>
                    <a:pt x="21510" y="29859"/>
                  </a:cubicBezTo>
                  <a:cubicBezTo>
                    <a:pt x="21539" y="29887"/>
                    <a:pt x="21581" y="29915"/>
                    <a:pt x="21610" y="29944"/>
                  </a:cubicBezTo>
                  <a:lnTo>
                    <a:pt x="21610" y="29944"/>
                  </a:lnTo>
                  <a:cubicBezTo>
                    <a:pt x="21666" y="30001"/>
                    <a:pt x="21752" y="30001"/>
                    <a:pt x="21808" y="29944"/>
                  </a:cubicBezTo>
                  <a:lnTo>
                    <a:pt x="21808" y="29944"/>
                  </a:lnTo>
                  <a:cubicBezTo>
                    <a:pt x="21865" y="29887"/>
                    <a:pt x="21964" y="29901"/>
                    <a:pt x="22021" y="29844"/>
                  </a:cubicBezTo>
                  <a:lnTo>
                    <a:pt x="22021" y="29844"/>
                  </a:lnTo>
                  <a:cubicBezTo>
                    <a:pt x="22106" y="29745"/>
                    <a:pt x="22248" y="29830"/>
                    <a:pt x="22334" y="29745"/>
                  </a:cubicBezTo>
                  <a:cubicBezTo>
                    <a:pt x="22362" y="29702"/>
                    <a:pt x="22390" y="29674"/>
                    <a:pt x="22433" y="29631"/>
                  </a:cubicBezTo>
                  <a:lnTo>
                    <a:pt x="22433" y="29631"/>
                  </a:lnTo>
                  <a:cubicBezTo>
                    <a:pt x="22490" y="29575"/>
                    <a:pt x="22589" y="29589"/>
                    <a:pt x="22646" y="29532"/>
                  </a:cubicBezTo>
                  <a:lnTo>
                    <a:pt x="22646" y="29433"/>
                  </a:lnTo>
                  <a:cubicBezTo>
                    <a:pt x="22674" y="29390"/>
                    <a:pt x="22703" y="29362"/>
                    <a:pt x="22745" y="29333"/>
                  </a:cubicBezTo>
                  <a:lnTo>
                    <a:pt x="22745" y="29333"/>
                  </a:lnTo>
                  <a:cubicBezTo>
                    <a:pt x="22859" y="29205"/>
                    <a:pt x="23029" y="29333"/>
                    <a:pt x="23143" y="29234"/>
                  </a:cubicBezTo>
                  <a:lnTo>
                    <a:pt x="23242" y="29234"/>
                  </a:lnTo>
                  <a:cubicBezTo>
                    <a:pt x="23285" y="29191"/>
                    <a:pt x="23327" y="29163"/>
                    <a:pt x="23356" y="29120"/>
                  </a:cubicBezTo>
                  <a:lnTo>
                    <a:pt x="23356" y="29120"/>
                  </a:lnTo>
                  <a:cubicBezTo>
                    <a:pt x="23384" y="29092"/>
                    <a:pt x="23427" y="29063"/>
                    <a:pt x="23455" y="29021"/>
                  </a:cubicBezTo>
                  <a:lnTo>
                    <a:pt x="23512" y="29021"/>
                  </a:lnTo>
                  <a:lnTo>
                    <a:pt x="23555" y="29021"/>
                  </a:lnTo>
                  <a:cubicBezTo>
                    <a:pt x="23597" y="28694"/>
                    <a:pt x="23895" y="28794"/>
                    <a:pt x="24094" y="28723"/>
                  </a:cubicBezTo>
                  <a:lnTo>
                    <a:pt x="24094" y="28723"/>
                  </a:lnTo>
                  <a:cubicBezTo>
                    <a:pt x="24123" y="28680"/>
                    <a:pt x="24165" y="28652"/>
                    <a:pt x="24194" y="28609"/>
                  </a:cubicBezTo>
                  <a:lnTo>
                    <a:pt x="24194" y="28609"/>
                  </a:lnTo>
                  <a:cubicBezTo>
                    <a:pt x="24250" y="28552"/>
                    <a:pt x="24350" y="28567"/>
                    <a:pt x="24407" y="28510"/>
                  </a:cubicBezTo>
                  <a:lnTo>
                    <a:pt x="24506" y="28410"/>
                  </a:lnTo>
                  <a:lnTo>
                    <a:pt x="24506" y="28410"/>
                  </a:lnTo>
                  <a:cubicBezTo>
                    <a:pt x="24534" y="28368"/>
                    <a:pt x="24577" y="28339"/>
                    <a:pt x="24605" y="28297"/>
                  </a:cubicBezTo>
                  <a:lnTo>
                    <a:pt x="24605" y="28297"/>
                  </a:lnTo>
                  <a:cubicBezTo>
                    <a:pt x="24662" y="28155"/>
                    <a:pt x="24818" y="28155"/>
                    <a:pt x="24918" y="28084"/>
                  </a:cubicBezTo>
                  <a:lnTo>
                    <a:pt x="24918" y="28084"/>
                  </a:lnTo>
                  <a:lnTo>
                    <a:pt x="25031" y="27984"/>
                  </a:lnTo>
                  <a:lnTo>
                    <a:pt x="25031" y="27984"/>
                  </a:lnTo>
                  <a:cubicBezTo>
                    <a:pt x="25074" y="27942"/>
                    <a:pt x="25088" y="27871"/>
                    <a:pt x="25074" y="27814"/>
                  </a:cubicBezTo>
                  <a:cubicBezTo>
                    <a:pt x="25031" y="27800"/>
                    <a:pt x="25017" y="27771"/>
                    <a:pt x="25045" y="27757"/>
                  </a:cubicBezTo>
                  <a:cubicBezTo>
                    <a:pt x="25045" y="27786"/>
                    <a:pt x="25074" y="27814"/>
                    <a:pt x="25102" y="27800"/>
                  </a:cubicBezTo>
                  <a:cubicBezTo>
                    <a:pt x="25173" y="27757"/>
                    <a:pt x="25202" y="27672"/>
                    <a:pt x="25173" y="27601"/>
                  </a:cubicBezTo>
                  <a:cubicBezTo>
                    <a:pt x="25329" y="27672"/>
                    <a:pt x="25429" y="27530"/>
                    <a:pt x="25542" y="27459"/>
                  </a:cubicBezTo>
                  <a:lnTo>
                    <a:pt x="25542" y="27459"/>
                  </a:lnTo>
                  <a:cubicBezTo>
                    <a:pt x="25585" y="27431"/>
                    <a:pt x="25613" y="27402"/>
                    <a:pt x="25656" y="27360"/>
                  </a:cubicBezTo>
                  <a:lnTo>
                    <a:pt x="25656" y="27360"/>
                  </a:lnTo>
                  <a:cubicBezTo>
                    <a:pt x="25741" y="27289"/>
                    <a:pt x="25869" y="27232"/>
                    <a:pt x="25954" y="27161"/>
                  </a:cubicBezTo>
                  <a:lnTo>
                    <a:pt x="25954" y="27161"/>
                  </a:lnTo>
                  <a:cubicBezTo>
                    <a:pt x="25997" y="27118"/>
                    <a:pt x="26025" y="27090"/>
                    <a:pt x="26068" y="27047"/>
                  </a:cubicBezTo>
                  <a:lnTo>
                    <a:pt x="26153" y="26948"/>
                  </a:lnTo>
                  <a:cubicBezTo>
                    <a:pt x="26196" y="26920"/>
                    <a:pt x="26224" y="26863"/>
                    <a:pt x="26210" y="26806"/>
                  </a:cubicBezTo>
                  <a:cubicBezTo>
                    <a:pt x="26408" y="26522"/>
                    <a:pt x="26721" y="26323"/>
                    <a:pt x="26891" y="26011"/>
                  </a:cubicBezTo>
                  <a:lnTo>
                    <a:pt x="26891" y="26011"/>
                  </a:lnTo>
                  <a:cubicBezTo>
                    <a:pt x="26934" y="25982"/>
                    <a:pt x="26962" y="25940"/>
                    <a:pt x="26991" y="25897"/>
                  </a:cubicBezTo>
                  <a:lnTo>
                    <a:pt x="26991" y="25897"/>
                  </a:lnTo>
                  <a:cubicBezTo>
                    <a:pt x="27346" y="25613"/>
                    <a:pt x="27559" y="25216"/>
                    <a:pt x="27828" y="24861"/>
                  </a:cubicBezTo>
                  <a:lnTo>
                    <a:pt x="27828" y="24861"/>
                  </a:lnTo>
                  <a:cubicBezTo>
                    <a:pt x="27871" y="24832"/>
                    <a:pt x="27899" y="24804"/>
                    <a:pt x="27942" y="24761"/>
                  </a:cubicBezTo>
                  <a:lnTo>
                    <a:pt x="27970" y="24761"/>
                  </a:lnTo>
                  <a:lnTo>
                    <a:pt x="28013" y="24761"/>
                  </a:lnTo>
                  <a:cubicBezTo>
                    <a:pt x="28084" y="24719"/>
                    <a:pt x="28084" y="24648"/>
                    <a:pt x="28098" y="24577"/>
                  </a:cubicBezTo>
                  <a:lnTo>
                    <a:pt x="28112" y="24548"/>
                  </a:lnTo>
                  <a:lnTo>
                    <a:pt x="28141" y="24548"/>
                  </a:lnTo>
                  <a:cubicBezTo>
                    <a:pt x="28183" y="24520"/>
                    <a:pt x="28212" y="24477"/>
                    <a:pt x="28240" y="24449"/>
                  </a:cubicBezTo>
                  <a:lnTo>
                    <a:pt x="28354" y="24350"/>
                  </a:lnTo>
                  <a:lnTo>
                    <a:pt x="28453" y="24236"/>
                  </a:lnTo>
                  <a:lnTo>
                    <a:pt x="28453" y="24123"/>
                  </a:lnTo>
                  <a:lnTo>
                    <a:pt x="28453" y="24123"/>
                  </a:lnTo>
                  <a:cubicBezTo>
                    <a:pt x="28481" y="24094"/>
                    <a:pt x="28510" y="24066"/>
                    <a:pt x="28538" y="24023"/>
                  </a:cubicBezTo>
                  <a:lnTo>
                    <a:pt x="28538" y="24023"/>
                  </a:lnTo>
                  <a:cubicBezTo>
                    <a:pt x="28822" y="23682"/>
                    <a:pt x="28879" y="23228"/>
                    <a:pt x="29177" y="22887"/>
                  </a:cubicBezTo>
                  <a:cubicBezTo>
                    <a:pt x="29376" y="22774"/>
                    <a:pt x="29390" y="22547"/>
                    <a:pt x="29475" y="22362"/>
                  </a:cubicBezTo>
                  <a:lnTo>
                    <a:pt x="29475" y="22362"/>
                  </a:lnTo>
                  <a:lnTo>
                    <a:pt x="29475" y="22362"/>
                  </a:lnTo>
                  <a:lnTo>
                    <a:pt x="29475" y="22362"/>
                  </a:lnTo>
                  <a:cubicBezTo>
                    <a:pt x="29546" y="22319"/>
                    <a:pt x="29532" y="22220"/>
                    <a:pt x="29589" y="22163"/>
                  </a:cubicBezTo>
                  <a:lnTo>
                    <a:pt x="29589" y="22163"/>
                  </a:lnTo>
                  <a:cubicBezTo>
                    <a:pt x="29646" y="22106"/>
                    <a:pt x="29631" y="22021"/>
                    <a:pt x="29688" y="21964"/>
                  </a:cubicBezTo>
                  <a:lnTo>
                    <a:pt x="29688" y="21964"/>
                  </a:lnTo>
                  <a:cubicBezTo>
                    <a:pt x="29802" y="21837"/>
                    <a:pt x="29859" y="21695"/>
                    <a:pt x="29859" y="21539"/>
                  </a:cubicBezTo>
                  <a:lnTo>
                    <a:pt x="29859" y="21524"/>
                  </a:lnTo>
                  <a:lnTo>
                    <a:pt x="30015" y="21340"/>
                  </a:lnTo>
                  <a:lnTo>
                    <a:pt x="30100" y="21226"/>
                  </a:lnTo>
                  <a:cubicBezTo>
                    <a:pt x="30114" y="21084"/>
                    <a:pt x="30086" y="20928"/>
                    <a:pt x="30214" y="20814"/>
                  </a:cubicBezTo>
                  <a:lnTo>
                    <a:pt x="30214" y="20616"/>
                  </a:lnTo>
                  <a:cubicBezTo>
                    <a:pt x="30199" y="20601"/>
                    <a:pt x="30185" y="20601"/>
                    <a:pt x="30171" y="20587"/>
                  </a:cubicBezTo>
                  <a:lnTo>
                    <a:pt x="30171" y="20587"/>
                  </a:lnTo>
                  <a:cubicBezTo>
                    <a:pt x="30185" y="20587"/>
                    <a:pt x="30199" y="20601"/>
                    <a:pt x="30214" y="20616"/>
                  </a:cubicBezTo>
                  <a:lnTo>
                    <a:pt x="30299" y="20601"/>
                  </a:lnTo>
                  <a:cubicBezTo>
                    <a:pt x="30299" y="20530"/>
                    <a:pt x="30341" y="20445"/>
                    <a:pt x="30412" y="20403"/>
                  </a:cubicBezTo>
                  <a:cubicBezTo>
                    <a:pt x="30398" y="20317"/>
                    <a:pt x="30441" y="20246"/>
                    <a:pt x="30512" y="20190"/>
                  </a:cubicBezTo>
                  <a:cubicBezTo>
                    <a:pt x="30498" y="20119"/>
                    <a:pt x="30540" y="20034"/>
                    <a:pt x="30611" y="19991"/>
                  </a:cubicBezTo>
                  <a:cubicBezTo>
                    <a:pt x="30625" y="19877"/>
                    <a:pt x="30611" y="19764"/>
                    <a:pt x="30725" y="19679"/>
                  </a:cubicBezTo>
                  <a:cubicBezTo>
                    <a:pt x="30753" y="19650"/>
                    <a:pt x="30781" y="19608"/>
                    <a:pt x="30810" y="19565"/>
                  </a:cubicBezTo>
                  <a:cubicBezTo>
                    <a:pt x="30810" y="19466"/>
                    <a:pt x="30810" y="19338"/>
                    <a:pt x="30923" y="19267"/>
                  </a:cubicBezTo>
                  <a:cubicBezTo>
                    <a:pt x="30923" y="19153"/>
                    <a:pt x="30923" y="19040"/>
                    <a:pt x="31037" y="18954"/>
                  </a:cubicBezTo>
                  <a:lnTo>
                    <a:pt x="31037" y="18770"/>
                  </a:lnTo>
                  <a:cubicBezTo>
                    <a:pt x="31065" y="18756"/>
                    <a:pt x="31094" y="18756"/>
                    <a:pt x="31122" y="18741"/>
                  </a:cubicBezTo>
                  <a:cubicBezTo>
                    <a:pt x="31136" y="18600"/>
                    <a:pt x="31080" y="18443"/>
                    <a:pt x="31222" y="18330"/>
                  </a:cubicBezTo>
                  <a:cubicBezTo>
                    <a:pt x="31222" y="18202"/>
                    <a:pt x="31222" y="18060"/>
                    <a:pt x="31236" y="17932"/>
                  </a:cubicBezTo>
                  <a:cubicBezTo>
                    <a:pt x="31364" y="17861"/>
                    <a:pt x="31307" y="17677"/>
                    <a:pt x="31420" y="17606"/>
                  </a:cubicBezTo>
                  <a:cubicBezTo>
                    <a:pt x="31378" y="17449"/>
                    <a:pt x="31392" y="17265"/>
                    <a:pt x="31477" y="17123"/>
                  </a:cubicBezTo>
                  <a:cubicBezTo>
                    <a:pt x="31534" y="17024"/>
                    <a:pt x="31562" y="16910"/>
                    <a:pt x="31548" y="16782"/>
                  </a:cubicBezTo>
                  <a:lnTo>
                    <a:pt x="31648" y="16683"/>
                  </a:lnTo>
                  <a:cubicBezTo>
                    <a:pt x="31562" y="16683"/>
                    <a:pt x="31577" y="16612"/>
                    <a:pt x="31605" y="16527"/>
                  </a:cubicBezTo>
                  <a:close/>
                  <a:moveTo>
                    <a:pt x="8121" y="5452"/>
                  </a:moveTo>
                  <a:lnTo>
                    <a:pt x="8150" y="5452"/>
                  </a:lnTo>
                  <a:lnTo>
                    <a:pt x="8150" y="5466"/>
                  </a:lnTo>
                  <a:lnTo>
                    <a:pt x="8150" y="5466"/>
                  </a:lnTo>
                  <a:cubicBezTo>
                    <a:pt x="8136" y="5452"/>
                    <a:pt x="8121" y="5452"/>
                    <a:pt x="8121" y="5452"/>
                  </a:cubicBezTo>
                  <a:close/>
                  <a:moveTo>
                    <a:pt x="29773" y="11032"/>
                  </a:moveTo>
                  <a:lnTo>
                    <a:pt x="29745" y="11018"/>
                  </a:lnTo>
                  <a:cubicBezTo>
                    <a:pt x="29759" y="11018"/>
                    <a:pt x="29773" y="11018"/>
                    <a:pt x="29773" y="11032"/>
                  </a:cubicBezTo>
                  <a:close/>
                  <a:moveTo>
                    <a:pt x="29745" y="11046"/>
                  </a:moveTo>
                  <a:lnTo>
                    <a:pt x="29745" y="11046"/>
                  </a:lnTo>
                  <a:lnTo>
                    <a:pt x="29745" y="11060"/>
                  </a:lnTo>
                  <a:close/>
                  <a:moveTo>
                    <a:pt x="16654" y="8150"/>
                  </a:moveTo>
                  <a:lnTo>
                    <a:pt x="16654" y="8164"/>
                  </a:lnTo>
                  <a:close/>
                  <a:moveTo>
                    <a:pt x="21610" y="9186"/>
                  </a:moveTo>
                  <a:lnTo>
                    <a:pt x="21610" y="9186"/>
                  </a:lnTo>
                  <a:close/>
                  <a:moveTo>
                    <a:pt x="27516" y="14596"/>
                  </a:moveTo>
                  <a:lnTo>
                    <a:pt x="27502" y="14581"/>
                  </a:lnTo>
                  <a:lnTo>
                    <a:pt x="27516" y="14581"/>
                  </a:lnTo>
                  <a:close/>
                  <a:moveTo>
                    <a:pt x="18770" y="24094"/>
                  </a:moveTo>
                  <a:lnTo>
                    <a:pt x="18813" y="24094"/>
                  </a:lnTo>
                  <a:cubicBezTo>
                    <a:pt x="18813" y="24108"/>
                    <a:pt x="18798" y="24123"/>
                    <a:pt x="18798" y="24137"/>
                  </a:cubicBezTo>
                  <a:close/>
                  <a:moveTo>
                    <a:pt x="22234" y="11174"/>
                  </a:moveTo>
                  <a:close/>
                  <a:moveTo>
                    <a:pt x="17052" y="11884"/>
                  </a:moveTo>
                  <a:close/>
                  <a:moveTo>
                    <a:pt x="20247" y="11245"/>
                  </a:moveTo>
                  <a:lnTo>
                    <a:pt x="20218" y="11231"/>
                  </a:lnTo>
                  <a:lnTo>
                    <a:pt x="20218" y="11231"/>
                  </a:lnTo>
                  <a:cubicBezTo>
                    <a:pt x="20232" y="11245"/>
                    <a:pt x="20232" y="11245"/>
                    <a:pt x="20247" y="11245"/>
                  </a:cubicBezTo>
                  <a:close/>
                  <a:moveTo>
                    <a:pt x="17151" y="21326"/>
                  </a:moveTo>
                  <a:lnTo>
                    <a:pt x="17151" y="21311"/>
                  </a:lnTo>
                  <a:lnTo>
                    <a:pt x="17151" y="21311"/>
                  </a:lnTo>
                  <a:lnTo>
                    <a:pt x="17151" y="21311"/>
                  </a:lnTo>
                  <a:close/>
                  <a:moveTo>
                    <a:pt x="11430" y="16456"/>
                  </a:moveTo>
                  <a:lnTo>
                    <a:pt x="11430" y="16441"/>
                  </a:lnTo>
                  <a:lnTo>
                    <a:pt x="11430" y="16441"/>
                  </a:lnTo>
                  <a:lnTo>
                    <a:pt x="11430" y="16456"/>
                  </a:lnTo>
                  <a:close/>
                  <a:moveTo>
                    <a:pt x="18713" y="15618"/>
                  </a:moveTo>
                  <a:close/>
                  <a:moveTo>
                    <a:pt x="11870" y="16981"/>
                  </a:moveTo>
                  <a:cubicBezTo>
                    <a:pt x="11898" y="16967"/>
                    <a:pt x="11926" y="16967"/>
                    <a:pt x="11969" y="16967"/>
                  </a:cubicBezTo>
                  <a:lnTo>
                    <a:pt x="11969" y="16967"/>
                  </a:lnTo>
                  <a:cubicBezTo>
                    <a:pt x="11926" y="16967"/>
                    <a:pt x="11898" y="16967"/>
                    <a:pt x="11870" y="16981"/>
                  </a:cubicBezTo>
                  <a:close/>
                  <a:moveTo>
                    <a:pt x="8973" y="12097"/>
                  </a:moveTo>
                  <a:close/>
                  <a:moveTo>
                    <a:pt x="11501" y="20190"/>
                  </a:moveTo>
                  <a:cubicBezTo>
                    <a:pt x="11557" y="20261"/>
                    <a:pt x="11557" y="20332"/>
                    <a:pt x="11515" y="20374"/>
                  </a:cubicBezTo>
                  <a:cubicBezTo>
                    <a:pt x="11515" y="20317"/>
                    <a:pt x="11515" y="20246"/>
                    <a:pt x="11501" y="20190"/>
                  </a:cubicBezTo>
                  <a:close/>
                  <a:moveTo>
                    <a:pt x="19537" y="12920"/>
                  </a:moveTo>
                  <a:lnTo>
                    <a:pt x="19537" y="12920"/>
                  </a:lnTo>
                  <a:lnTo>
                    <a:pt x="19537" y="12934"/>
                  </a:lnTo>
                  <a:close/>
                  <a:moveTo>
                    <a:pt x="18500" y="12608"/>
                  </a:moveTo>
                  <a:close/>
                  <a:moveTo>
                    <a:pt x="17563" y="16640"/>
                  </a:moveTo>
                  <a:lnTo>
                    <a:pt x="17563" y="16626"/>
                  </a:lnTo>
                  <a:lnTo>
                    <a:pt x="17577" y="16626"/>
                  </a:lnTo>
                  <a:close/>
                  <a:moveTo>
                    <a:pt x="7213" y="15760"/>
                  </a:moveTo>
                  <a:lnTo>
                    <a:pt x="7241" y="15788"/>
                  </a:lnTo>
                  <a:lnTo>
                    <a:pt x="7213" y="15788"/>
                  </a:lnTo>
                  <a:cubicBezTo>
                    <a:pt x="7213" y="15788"/>
                    <a:pt x="7213" y="15788"/>
                    <a:pt x="7213" y="15760"/>
                  </a:cubicBezTo>
                  <a:close/>
                  <a:moveTo>
                    <a:pt x="23427" y="18472"/>
                  </a:moveTo>
                  <a:lnTo>
                    <a:pt x="23469" y="18458"/>
                  </a:lnTo>
                  <a:cubicBezTo>
                    <a:pt x="23455" y="18472"/>
                    <a:pt x="23455" y="18486"/>
                    <a:pt x="23455" y="18500"/>
                  </a:cubicBezTo>
                  <a:close/>
                  <a:moveTo>
                    <a:pt x="13630" y="10535"/>
                  </a:moveTo>
                  <a:lnTo>
                    <a:pt x="13630" y="10535"/>
                  </a:lnTo>
                  <a:close/>
                  <a:moveTo>
                    <a:pt x="10010" y="11046"/>
                  </a:moveTo>
                  <a:close/>
                  <a:moveTo>
                    <a:pt x="7156" y="19522"/>
                  </a:moveTo>
                  <a:lnTo>
                    <a:pt x="7156" y="19522"/>
                  </a:lnTo>
                  <a:cubicBezTo>
                    <a:pt x="7128" y="19522"/>
                    <a:pt x="7113" y="19522"/>
                    <a:pt x="7099" y="19508"/>
                  </a:cubicBezTo>
                  <a:close/>
                  <a:moveTo>
                    <a:pt x="23981" y="16953"/>
                  </a:moveTo>
                  <a:lnTo>
                    <a:pt x="23981" y="16953"/>
                  </a:lnTo>
                  <a:lnTo>
                    <a:pt x="23981" y="16953"/>
                  </a:lnTo>
                  <a:lnTo>
                    <a:pt x="23966" y="16938"/>
                  </a:lnTo>
                  <a:lnTo>
                    <a:pt x="23981" y="16938"/>
                  </a:lnTo>
                  <a:cubicBezTo>
                    <a:pt x="23981" y="16938"/>
                    <a:pt x="23981" y="16953"/>
                    <a:pt x="23981" y="16953"/>
                  </a:cubicBezTo>
                  <a:close/>
                  <a:moveTo>
                    <a:pt x="23370" y="15192"/>
                  </a:moveTo>
                  <a:cubicBezTo>
                    <a:pt x="23384" y="15206"/>
                    <a:pt x="23384" y="15220"/>
                    <a:pt x="23384" y="15235"/>
                  </a:cubicBezTo>
                  <a:cubicBezTo>
                    <a:pt x="23384" y="15220"/>
                    <a:pt x="23370" y="15206"/>
                    <a:pt x="23370" y="15192"/>
                  </a:cubicBezTo>
                  <a:lnTo>
                    <a:pt x="23370" y="15192"/>
                  </a:lnTo>
                  <a:lnTo>
                    <a:pt x="23370" y="15192"/>
                  </a:lnTo>
                  <a:close/>
                  <a:moveTo>
                    <a:pt x="20261" y="10322"/>
                  </a:moveTo>
                  <a:lnTo>
                    <a:pt x="20261" y="10322"/>
                  </a:lnTo>
                  <a:lnTo>
                    <a:pt x="20261" y="10322"/>
                  </a:lnTo>
                  <a:close/>
                  <a:moveTo>
                    <a:pt x="20261" y="10322"/>
                  </a:moveTo>
                  <a:close/>
                  <a:moveTo>
                    <a:pt x="20062" y="11288"/>
                  </a:moveTo>
                  <a:cubicBezTo>
                    <a:pt x="20062" y="11273"/>
                    <a:pt x="20062" y="11273"/>
                    <a:pt x="20062" y="11273"/>
                  </a:cubicBezTo>
                  <a:lnTo>
                    <a:pt x="20076" y="11273"/>
                  </a:lnTo>
                  <a:close/>
                  <a:moveTo>
                    <a:pt x="4231" y="17265"/>
                  </a:moveTo>
                  <a:lnTo>
                    <a:pt x="4189" y="17222"/>
                  </a:lnTo>
                  <a:cubicBezTo>
                    <a:pt x="4203" y="17222"/>
                    <a:pt x="4217" y="17251"/>
                    <a:pt x="4231" y="17265"/>
                  </a:cubicBezTo>
                  <a:close/>
                  <a:moveTo>
                    <a:pt x="5878" y="19849"/>
                  </a:moveTo>
                  <a:close/>
                  <a:moveTo>
                    <a:pt x="7227" y="19735"/>
                  </a:moveTo>
                  <a:lnTo>
                    <a:pt x="7227" y="19735"/>
                  </a:lnTo>
                  <a:close/>
                  <a:moveTo>
                    <a:pt x="21411" y="9712"/>
                  </a:moveTo>
                  <a:close/>
                  <a:moveTo>
                    <a:pt x="4387" y="15689"/>
                  </a:moveTo>
                  <a:lnTo>
                    <a:pt x="4416" y="15689"/>
                  </a:lnTo>
                  <a:cubicBezTo>
                    <a:pt x="4416" y="15689"/>
                    <a:pt x="4416" y="15703"/>
                    <a:pt x="4416" y="15703"/>
                  </a:cubicBezTo>
                  <a:close/>
                  <a:moveTo>
                    <a:pt x="3365" y="15306"/>
                  </a:moveTo>
                  <a:cubicBezTo>
                    <a:pt x="3365" y="15291"/>
                    <a:pt x="3365" y="15277"/>
                    <a:pt x="3365" y="15263"/>
                  </a:cubicBezTo>
                  <a:lnTo>
                    <a:pt x="3408" y="15306"/>
                  </a:lnTo>
                  <a:close/>
                  <a:moveTo>
                    <a:pt x="5892" y="20289"/>
                  </a:moveTo>
                  <a:cubicBezTo>
                    <a:pt x="5878" y="20275"/>
                    <a:pt x="5878" y="20275"/>
                    <a:pt x="5864" y="20275"/>
                  </a:cubicBezTo>
                  <a:lnTo>
                    <a:pt x="5864" y="20275"/>
                  </a:lnTo>
                  <a:lnTo>
                    <a:pt x="5864" y="20275"/>
                  </a:lnTo>
                  <a:cubicBezTo>
                    <a:pt x="5864" y="20275"/>
                    <a:pt x="5878" y="20289"/>
                    <a:pt x="5892" y="20289"/>
                  </a:cubicBezTo>
                  <a:close/>
                  <a:moveTo>
                    <a:pt x="15291" y="11146"/>
                  </a:moveTo>
                  <a:cubicBezTo>
                    <a:pt x="15291" y="11146"/>
                    <a:pt x="15291" y="11146"/>
                    <a:pt x="15291" y="11160"/>
                  </a:cubicBezTo>
                  <a:lnTo>
                    <a:pt x="15291" y="11160"/>
                  </a:lnTo>
                  <a:lnTo>
                    <a:pt x="15291" y="11146"/>
                  </a:lnTo>
                  <a:close/>
                  <a:moveTo>
                    <a:pt x="14340" y="9200"/>
                  </a:moveTo>
                  <a:cubicBezTo>
                    <a:pt x="14383" y="9186"/>
                    <a:pt x="14425" y="9172"/>
                    <a:pt x="14468" y="9186"/>
                  </a:cubicBezTo>
                  <a:cubicBezTo>
                    <a:pt x="14425" y="9186"/>
                    <a:pt x="14383" y="9186"/>
                    <a:pt x="14340" y="9200"/>
                  </a:cubicBezTo>
                  <a:close/>
                  <a:moveTo>
                    <a:pt x="12906" y="25542"/>
                  </a:moveTo>
                  <a:cubicBezTo>
                    <a:pt x="12892" y="25542"/>
                    <a:pt x="12892" y="25528"/>
                    <a:pt x="12892" y="25528"/>
                  </a:cubicBezTo>
                  <a:cubicBezTo>
                    <a:pt x="12892" y="25528"/>
                    <a:pt x="12906" y="25528"/>
                    <a:pt x="12906" y="25528"/>
                  </a:cubicBezTo>
                  <a:cubicBezTo>
                    <a:pt x="12906" y="25528"/>
                    <a:pt x="12906" y="25542"/>
                    <a:pt x="12906" y="25542"/>
                  </a:cubicBezTo>
                  <a:close/>
                  <a:moveTo>
                    <a:pt x="16143" y="24747"/>
                  </a:moveTo>
                  <a:lnTo>
                    <a:pt x="16143" y="24747"/>
                  </a:lnTo>
                  <a:lnTo>
                    <a:pt x="16129" y="24790"/>
                  </a:lnTo>
                  <a:cubicBezTo>
                    <a:pt x="16129" y="24776"/>
                    <a:pt x="16129" y="24776"/>
                    <a:pt x="16129" y="24776"/>
                  </a:cubicBezTo>
                  <a:cubicBezTo>
                    <a:pt x="16129" y="24761"/>
                    <a:pt x="16129" y="24747"/>
                    <a:pt x="16129" y="24747"/>
                  </a:cubicBezTo>
                  <a:close/>
                  <a:moveTo>
                    <a:pt x="20871" y="23256"/>
                  </a:moveTo>
                  <a:lnTo>
                    <a:pt x="20885" y="23271"/>
                  </a:lnTo>
                  <a:lnTo>
                    <a:pt x="20885" y="23271"/>
                  </a:lnTo>
                  <a:lnTo>
                    <a:pt x="20871" y="23256"/>
                  </a:lnTo>
                  <a:close/>
                  <a:moveTo>
                    <a:pt x="25329" y="11259"/>
                  </a:moveTo>
                  <a:lnTo>
                    <a:pt x="25329" y="11316"/>
                  </a:lnTo>
                  <a:cubicBezTo>
                    <a:pt x="25315" y="11302"/>
                    <a:pt x="25315" y="11273"/>
                    <a:pt x="25301" y="11259"/>
                  </a:cubicBezTo>
                  <a:close/>
                  <a:moveTo>
                    <a:pt x="19437" y="10010"/>
                  </a:moveTo>
                  <a:close/>
                  <a:moveTo>
                    <a:pt x="2471" y="20218"/>
                  </a:moveTo>
                  <a:cubicBezTo>
                    <a:pt x="2471" y="20232"/>
                    <a:pt x="2471" y="20246"/>
                    <a:pt x="2456" y="20261"/>
                  </a:cubicBezTo>
                  <a:lnTo>
                    <a:pt x="2442" y="20261"/>
                  </a:lnTo>
                  <a:cubicBezTo>
                    <a:pt x="2456" y="20246"/>
                    <a:pt x="2456" y="20232"/>
                    <a:pt x="2471" y="20218"/>
                  </a:cubicBezTo>
                  <a:close/>
                  <a:moveTo>
                    <a:pt x="4004" y="19125"/>
                  </a:moveTo>
                  <a:lnTo>
                    <a:pt x="4004" y="19111"/>
                  </a:lnTo>
                  <a:lnTo>
                    <a:pt x="4004" y="19111"/>
                  </a:lnTo>
                  <a:lnTo>
                    <a:pt x="4004" y="19111"/>
                  </a:lnTo>
                  <a:lnTo>
                    <a:pt x="4004" y="19111"/>
                  </a:lnTo>
                  <a:lnTo>
                    <a:pt x="4004" y="19111"/>
                  </a:lnTo>
                  <a:close/>
                  <a:moveTo>
                    <a:pt x="5140" y="19423"/>
                  </a:moveTo>
                  <a:lnTo>
                    <a:pt x="5140" y="19423"/>
                  </a:lnTo>
                  <a:cubicBezTo>
                    <a:pt x="5083" y="19437"/>
                    <a:pt x="5040" y="19466"/>
                    <a:pt x="4998" y="19494"/>
                  </a:cubicBezTo>
                  <a:cubicBezTo>
                    <a:pt x="5040" y="19480"/>
                    <a:pt x="5097" y="19451"/>
                    <a:pt x="5140" y="19437"/>
                  </a:cubicBezTo>
                  <a:close/>
                  <a:moveTo>
                    <a:pt x="16115" y="24804"/>
                  </a:moveTo>
                  <a:lnTo>
                    <a:pt x="16129" y="24832"/>
                  </a:lnTo>
                  <a:cubicBezTo>
                    <a:pt x="16115" y="24861"/>
                    <a:pt x="16086" y="24875"/>
                    <a:pt x="16072" y="24903"/>
                  </a:cubicBezTo>
                  <a:lnTo>
                    <a:pt x="16072" y="24804"/>
                  </a:lnTo>
                  <a:close/>
                  <a:moveTo>
                    <a:pt x="22021" y="9612"/>
                  </a:moveTo>
                  <a:close/>
                  <a:moveTo>
                    <a:pt x="10947" y="5764"/>
                  </a:moveTo>
                  <a:lnTo>
                    <a:pt x="10947" y="5764"/>
                  </a:lnTo>
                  <a:lnTo>
                    <a:pt x="10933" y="5764"/>
                  </a:lnTo>
                  <a:close/>
                  <a:moveTo>
                    <a:pt x="24790" y="24236"/>
                  </a:moveTo>
                  <a:lnTo>
                    <a:pt x="24804" y="24250"/>
                  </a:lnTo>
                  <a:lnTo>
                    <a:pt x="24790" y="24250"/>
                  </a:lnTo>
                  <a:cubicBezTo>
                    <a:pt x="24790" y="24250"/>
                    <a:pt x="24790" y="24250"/>
                    <a:pt x="24790" y="24236"/>
                  </a:cubicBezTo>
                  <a:close/>
                  <a:moveTo>
                    <a:pt x="9598" y="5452"/>
                  </a:moveTo>
                  <a:lnTo>
                    <a:pt x="9584" y="5452"/>
                  </a:lnTo>
                  <a:lnTo>
                    <a:pt x="9584" y="5452"/>
                  </a:lnTo>
                  <a:close/>
                  <a:moveTo>
                    <a:pt x="6616" y="23569"/>
                  </a:moveTo>
                  <a:cubicBezTo>
                    <a:pt x="6588" y="23555"/>
                    <a:pt x="6574" y="23555"/>
                    <a:pt x="6545" y="23540"/>
                  </a:cubicBezTo>
                  <a:cubicBezTo>
                    <a:pt x="6574" y="23540"/>
                    <a:pt x="6602" y="23555"/>
                    <a:pt x="6616" y="23569"/>
                  </a:cubicBezTo>
                  <a:close/>
                  <a:moveTo>
                    <a:pt x="19253" y="2967"/>
                  </a:moveTo>
                  <a:lnTo>
                    <a:pt x="19224" y="2967"/>
                  </a:lnTo>
                  <a:lnTo>
                    <a:pt x="19224" y="2967"/>
                  </a:lnTo>
                  <a:lnTo>
                    <a:pt x="19253" y="2925"/>
                  </a:lnTo>
                  <a:cubicBezTo>
                    <a:pt x="19253" y="2939"/>
                    <a:pt x="19253" y="2953"/>
                    <a:pt x="19253" y="2967"/>
                  </a:cubicBezTo>
                  <a:close/>
                  <a:moveTo>
                    <a:pt x="16115" y="29788"/>
                  </a:moveTo>
                  <a:cubicBezTo>
                    <a:pt x="16115" y="29788"/>
                    <a:pt x="16115" y="29773"/>
                    <a:pt x="16115" y="29759"/>
                  </a:cubicBezTo>
                  <a:cubicBezTo>
                    <a:pt x="16115" y="29773"/>
                    <a:pt x="16115" y="29788"/>
                    <a:pt x="16115" y="29802"/>
                  </a:cubicBezTo>
                  <a:lnTo>
                    <a:pt x="16157" y="29802"/>
                  </a:lnTo>
                  <a:lnTo>
                    <a:pt x="16115" y="29802"/>
                  </a:lnTo>
                  <a:lnTo>
                    <a:pt x="16115" y="29802"/>
                  </a:lnTo>
                  <a:close/>
                  <a:moveTo>
                    <a:pt x="24918" y="26281"/>
                  </a:moveTo>
                  <a:lnTo>
                    <a:pt x="24918" y="26266"/>
                  </a:lnTo>
                  <a:lnTo>
                    <a:pt x="24918" y="26266"/>
                  </a:lnTo>
                  <a:lnTo>
                    <a:pt x="24918" y="26266"/>
                  </a:lnTo>
                  <a:close/>
                  <a:moveTo>
                    <a:pt x="15490" y="2471"/>
                  </a:moveTo>
                  <a:lnTo>
                    <a:pt x="15490" y="2456"/>
                  </a:lnTo>
                  <a:lnTo>
                    <a:pt x="15490" y="2485"/>
                  </a:lnTo>
                  <a:close/>
                  <a:moveTo>
                    <a:pt x="1533" y="10535"/>
                  </a:moveTo>
                  <a:cubicBezTo>
                    <a:pt x="1533" y="10521"/>
                    <a:pt x="1519" y="10521"/>
                    <a:pt x="1519" y="10521"/>
                  </a:cubicBezTo>
                  <a:lnTo>
                    <a:pt x="1519" y="10521"/>
                  </a:lnTo>
                  <a:cubicBezTo>
                    <a:pt x="1519" y="10521"/>
                    <a:pt x="1533" y="10521"/>
                    <a:pt x="1533" y="10535"/>
                  </a:cubicBezTo>
                  <a:close/>
                  <a:moveTo>
                    <a:pt x="1420" y="10535"/>
                  </a:moveTo>
                  <a:lnTo>
                    <a:pt x="1420" y="10535"/>
                  </a:lnTo>
                  <a:lnTo>
                    <a:pt x="1420" y="10535"/>
                  </a:lnTo>
                  <a:lnTo>
                    <a:pt x="1448" y="10521"/>
                  </a:lnTo>
                  <a:close/>
                  <a:moveTo>
                    <a:pt x="3791" y="22561"/>
                  </a:moveTo>
                  <a:lnTo>
                    <a:pt x="3791" y="22561"/>
                  </a:lnTo>
                  <a:close/>
                  <a:moveTo>
                    <a:pt x="9754" y="25273"/>
                  </a:moveTo>
                  <a:lnTo>
                    <a:pt x="9754" y="25273"/>
                  </a:lnTo>
                  <a:cubicBezTo>
                    <a:pt x="9726" y="25287"/>
                    <a:pt x="9712" y="25315"/>
                    <a:pt x="9683" y="25315"/>
                  </a:cubicBezTo>
                  <a:close/>
                  <a:moveTo>
                    <a:pt x="18855" y="29617"/>
                  </a:moveTo>
                  <a:lnTo>
                    <a:pt x="18855" y="29631"/>
                  </a:lnTo>
                  <a:lnTo>
                    <a:pt x="18841" y="29617"/>
                  </a:lnTo>
                  <a:close/>
                  <a:moveTo>
                    <a:pt x="9910" y="1945"/>
                  </a:moveTo>
                  <a:close/>
                  <a:moveTo>
                    <a:pt x="8959" y="25741"/>
                  </a:moveTo>
                  <a:close/>
                  <a:moveTo>
                    <a:pt x="1931" y="9399"/>
                  </a:moveTo>
                  <a:lnTo>
                    <a:pt x="1903" y="9399"/>
                  </a:lnTo>
                  <a:lnTo>
                    <a:pt x="1903" y="9399"/>
                  </a:lnTo>
                  <a:cubicBezTo>
                    <a:pt x="1888" y="9357"/>
                    <a:pt x="1917" y="9357"/>
                    <a:pt x="1931" y="9399"/>
                  </a:cubicBezTo>
                  <a:close/>
                  <a:moveTo>
                    <a:pt x="25855" y="26877"/>
                  </a:moveTo>
                  <a:lnTo>
                    <a:pt x="25855" y="26891"/>
                  </a:lnTo>
                  <a:lnTo>
                    <a:pt x="25855" y="26891"/>
                  </a:lnTo>
                  <a:cubicBezTo>
                    <a:pt x="25855" y="26891"/>
                    <a:pt x="25855" y="26877"/>
                    <a:pt x="25855" y="26877"/>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2" name="Google Shape;372;p27"/>
            <p:cNvPicPr preferRelativeResize="0"/>
            <p:nvPr/>
          </p:nvPicPr>
          <p:blipFill>
            <a:blip r:embed="rId7">
              <a:alphaModFix/>
            </a:blip>
            <a:stretch>
              <a:fillRect/>
            </a:stretch>
          </p:blipFill>
          <p:spPr>
            <a:xfrm>
              <a:off x="11880480" y="-17956"/>
              <a:ext cx="1100503" cy="1075904"/>
            </a:xfrm>
            <a:prstGeom prst="rect">
              <a:avLst/>
            </a:prstGeom>
            <a:noFill/>
            <a:ln>
              <a:noFill/>
            </a:ln>
          </p:spPr>
        </p:pic>
      </p:grpSp>
      <p:pic>
        <p:nvPicPr>
          <p:cNvPr id="373" name="Google Shape;373;p27"/>
          <p:cNvPicPr preferRelativeResize="0"/>
          <p:nvPr/>
        </p:nvPicPr>
        <p:blipFill>
          <a:blip r:embed="rId5">
            <a:alphaModFix/>
          </a:blip>
          <a:stretch>
            <a:fillRect/>
          </a:stretch>
        </p:blipFill>
        <p:spPr>
          <a:xfrm>
            <a:off x="1721075" y="2074155"/>
            <a:ext cx="342900" cy="371475"/>
          </a:xfrm>
          <a:prstGeom prst="rect">
            <a:avLst/>
          </a:prstGeom>
          <a:noFill/>
          <a:ln>
            <a:noFill/>
          </a:ln>
        </p:spPr>
      </p:pic>
      <p:sp>
        <p:nvSpPr>
          <p:cNvPr id="374" name="Google Shape;374;p27"/>
          <p:cNvSpPr/>
          <p:nvPr/>
        </p:nvSpPr>
        <p:spPr>
          <a:xfrm>
            <a:off x="1378175" y="3804004"/>
            <a:ext cx="6507000" cy="8343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375" name="Google Shape;375;p27"/>
          <p:cNvSpPr txBox="1"/>
          <p:nvPr>
            <p:ph idx="1" type="subTitle"/>
          </p:nvPr>
        </p:nvSpPr>
        <p:spPr>
          <a:xfrm>
            <a:off x="1470875" y="3895500"/>
            <a:ext cx="6289200" cy="65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Github: </a:t>
            </a:r>
            <a:r>
              <a:rPr b="1" lang="en" sz="1500" u="sng">
                <a:solidFill>
                  <a:schemeClr val="hlink"/>
                </a:solidFill>
                <a:hlinkClick r:id="rId8"/>
              </a:rPr>
              <a:t>https://github.com/pohyeewpy/CSCI323-Assignment.git</a:t>
            </a:r>
            <a:br>
              <a:rPr b="1" lang="en" sz="1500"/>
            </a:br>
            <a:r>
              <a:rPr b="1" lang="en" sz="1500"/>
              <a:t>YouTube:</a:t>
            </a:r>
            <a:r>
              <a:rPr b="1" lang="en" sz="1500" u="sng">
                <a:solidFill>
                  <a:schemeClr val="hlink"/>
                </a:solidFill>
                <a:hlinkClick r:id="rId9"/>
              </a:rPr>
              <a:t>https://youtu.be/R6nPjoIamCg</a:t>
            </a:r>
            <a:endParaRPr b="1" sz="1500"/>
          </a:p>
          <a:p>
            <a:pPr indent="0" lvl="0" marL="0" rtl="0" algn="l">
              <a:spcBef>
                <a:spcPts val="0"/>
              </a:spcBef>
              <a:spcAft>
                <a:spcPts val="0"/>
              </a:spcAft>
              <a:buNone/>
            </a:pPr>
            <a:r>
              <a:t/>
            </a:r>
            <a:endParaRPr b="1" sz="1500"/>
          </a:p>
        </p:txBody>
      </p:sp>
      <p:grpSp>
        <p:nvGrpSpPr>
          <p:cNvPr id="376" name="Google Shape;376;p27"/>
          <p:cNvGrpSpPr/>
          <p:nvPr/>
        </p:nvGrpSpPr>
        <p:grpSpPr>
          <a:xfrm rot="600521">
            <a:off x="7532260" y="2937425"/>
            <a:ext cx="1102682" cy="1030928"/>
            <a:chOff x="10415772" y="-60500"/>
            <a:chExt cx="1156567" cy="1081307"/>
          </a:xfrm>
        </p:grpSpPr>
        <p:sp>
          <p:nvSpPr>
            <p:cNvPr id="377" name="Google Shape;377;p27"/>
            <p:cNvSpPr/>
            <p:nvPr/>
          </p:nvSpPr>
          <p:spPr>
            <a:xfrm>
              <a:off x="10418403" y="-53382"/>
              <a:ext cx="1153935" cy="1074189"/>
            </a:xfrm>
            <a:custGeom>
              <a:rect b="b" l="l" r="r" t="t"/>
              <a:pathLst>
                <a:path extrusionOk="0" h="30981" w="33281">
                  <a:moveTo>
                    <a:pt x="33125" y="16172"/>
                  </a:moveTo>
                  <a:cubicBezTo>
                    <a:pt x="33096" y="16158"/>
                    <a:pt x="33068" y="16144"/>
                    <a:pt x="33040" y="16144"/>
                  </a:cubicBezTo>
                  <a:cubicBezTo>
                    <a:pt x="33054" y="16115"/>
                    <a:pt x="33082" y="16087"/>
                    <a:pt x="33125" y="16073"/>
                  </a:cubicBezTo>
                  <a:cubicBezTo>
                    <a:pt x="33111" y="16030"/>
                    <a:pt x="33111" y="15959"/>
                    <a:pt x="33082" y="15945"/>
                  </a:cubicBezTo>
                  <a:cubicBezTo>
                    <a:pt x="32898" y="15846"/>
                    <a:pt x="32798" y="15633"/>
                    <a:pt x="32855" y="15434"/>
                  </a:cubicBezTo>
                  <a:cubicBezTo>
                    <a:pt x="32869" y="15264"/>
                    <a:pt x="32855" y="15093"/>
                    <a:pt x="32784" y="14937"/>
                  </a:cubicBezTo>
                  <a:cubicBezTo>
                    <a:pt x="32741" y="14838"/>
                    <a:pt x="32727" y="14738"/>
                    <a:pt x="32741" y="14625"/>
                  </a:cubicBezTo>
                  <a:cubicBezTo>
                    <a:pt x="32741" y="14525"/>
                    <a:pt x="32812" y="14454"/>
                    <a:pt x="32912" y="14454"/>
                  </a:cubicBezTo>
                  <a:cubicBezTo>
                    <a:pt x="32912" y="14426"/>
                    <a:pt x="32912" y="14397"/>
                    <a:pt x="32912" y="14383"/>
                  </a:cubicBezTo>
                  <a:lnTo>
                    <a:pt x="32812" y="14284"/>
                  </a:lnTo>
                  <a:cubicBezTo>
                    <a:pt x="32727" y="14213"/>
                    <a:pt x="32727" y="14142"/>
                    <a:pt x="32827" y="14085"/>
                  </a:cubicBezTo>
                  <a:cubicBezTo>
                    <a:pt x="32784" y="13972"/>
                    <a:pt x="32756" y="13858"/>
                    <a:pt x="32642" y="13801"/>
                  </a:cubicBezTo>
                  <a:lnTo>
                    <a:pt x="32557" y="13318"/>
                  </a:lnTo>
                  <a:lnTo>
                    <a:pt x="32642" y="13318"/>
                  </a:lnTo>
                  <a:lnTo>
                    <a:pt x="32741" y="13219"/>
                  </a:lnTo>
                  <a:lnTo>
                    <a:pt x="32741" y="13134"/>
                  </a:lnTo>
                  <a:cubicBezTo>
                    <a:pt x="32628" y="13134"/>
                    <a:pt x="32543" y="13049"/>
                    <a:pt x="32543" y="12935"/>
                  </a:cubicBezTo>
                  <a:lnTo>
                    <a:pt x="32244" y="12949"/>
                  </a:lnTo>
                  <a:lnTo>
                    <a:pt x="32173" y="12850"/>
                  </a:lnTo>
                  <a:cubicBezTo>
                    <a:pt x="32287" y="12751"/>
                    <a:pt x="32372" y="12651"/>
                    <a:pt x="32259" y="12495"/>
                  </a:cubicBezTo>
                  <a:cubicBezTo>
                    <a:pt x="32202" y="12438"/>
                    <a:pt x="32173" y="12353"/>
                    <a:pt x="32173" y="12282"/>
                  </a:cubicBezTo>
                  <a:cubicBezTo>
                    <a:pt x="32230" y="12097"/>
                    <a:pt x="32088" y="11970"/>
                    <a:pt x="32060" y="11799"/>
                  </a:cubicBezTo>
                  <a:cubicBezTo>
                    <a:pt x="31946" y="11799"/>
                    <a:pt x="31918" y="11700"/>
                    <a:pt x="31889" y="11615"/>
                  </a:cubicBezTo>
                  <a:cubicBezTo>
                    <a:pt x="31847" y="11544"/>
                    <a:pt x="31776" y="11529"/>
                    <a:pt x="31691" y="11586"/>
                  </a:cubicBezTo>
                  <a:cubicBezTo>
                    <a:pt x="31648" y="11629"/>
                    <a:pt x="31606" y="11700"/>
                    <a:pt x="31549" y="11629"/>
                  </a:cubicBezTo>
                  <a:cubicBezTo>
                    <a:pt x="31520" y="11600"/>
                    <a:pt x="31535" y="11544"/>
                    <a:pt x="31549" y="11501"/>
                  </a:cubicBezTo>
                  <a:cubicBezTo>
                    <a:pt x="31634" y="11359"/>
                    <a:pt x="31549" y="11302"/>
                    <a:pt x="31421" y="11288"/>
                  </a:cubicBezTo>
                  <a:lnTo>
                    <a:pt x="31421" y="11288"/>
                  </a:lnTo>
                  <a:cubicBezTo>
                    <a:pt x="31364" y="11118"/>
                    <a:pt x="31478" y="10990"/>
                    <a:pt x="31563" y="10862"/>
                  </a:cubicBezTo>
                  <a:lnTo>
                    <a:pt x="31307" y="10749"/>
                  </a:lnTo>
                  <a:cubicBezTo>
                    <a:pt x="31307" y="10678"/>
                    <a:pt x="31307" y="10621"/>
                    <a:pt x="31279" y="10564"/>
                  </a:cubicBezTo>
                  <a:cubicBezTo>
                    <a:pt x="31180" y="10337"/>
                    <a:pt x="31066" y="10110"/>
                    <a:pt x="30754" y="10181"/>
                  </a:cubicBezTo>
                  <a:cubicBezTo>
                    <a:pt x="30754" y="10081"/>
                    <a:pt x="30725" y="9982"/>
                    <a:pt x="30810" y="9911"/>
                  </a:cubicBezTo>
                  <a:cubicBezTo>
                    <a:pt x="30853" y="9882"/>
                    <a:pt x="30881" y="9868"/>
                    <a:pt x="30924" y="9840"/>
                  </a:cubicBezTo>
                  <a:cubicBezTo>
                    <a:pt x="31023" y="9726"/>
                    <a:pt x="31009" y="9655"/>
                    <a:pt x="30867" y="9584"/>
                  </a:cubicBezTo>
                  <a:cubicBezTo>
                    <a:pt x="30810" y="9556"/>
                    <a:pt x="30754" y="9528"/>
                    <a:pt x="30697" y="9513"/>
                  </a:cubicBezTo>
                  <a:cubicBezTo>
                    <a:pt x="30782" y="9471"/>
                    <a:pt x="30867" y="9400"/>
                    <a:pt x="30938" y="9315"/>
                  </a:cubicBezTo>
                  <a:lnTo>
                    <a:pt x="30938" y="9315"/>
                  </a:lnTo>
                  <a:cubicBezTo>
                    <a:pt x="30967" y="9286"/>
                    <a:pt x="30995" y="9258"/>
                    <a:pt x="31038" y="9229"/>
                  </a:cubicBezTo>
                  <a:lnTo>
                    <a:pt x="31038" y="9229"/>
                  </a:lnTo>
                  <a:cubicBezTo>
                    <a:pt x="31066" y="9187"/>
                    <a:pt x="31094" y="9158"/>
                    <a:pt x="31123" y="9116"/>
                  </a:cubicBezTo>
                  <a:cubicBezTo>
                    <a:pt x="31123" y="9087"/>
                    <a:pt x="31123" y="9073"/>
                    <a:pt x="31123" y="9045"/>
                  </a:cubicBezTo>
                  <a:cubicBezTo>
                    <a:pt x="31094" y="9002"/>
                    <a:pt x="31066" y="8974"/>
                    <a:pt x="31038" y="8945"/>
                  </a:cubicBezTo>
                  <a:lnTo>
                    <a:pt x="31038" y="8945"/>
                  </a:lnTo>
                  <a:cubicBezTo>
                    <a:pt x="30938" y="8874"/>
                    <a:pt x="30796" y="8874"/>
                    <a:pt x="30739" y="8747"/>
                  </a:cubicBezTo>
                  <a:lnTo>
                    <a:pt x="30739" y="8747"/>
                  </a:lnTo>
                  <a:cubicBezTo>
                    <a:pt x="30725" y="8718"/>
                    <a:pt x="30683" y="8718"/>
                    <a:pt x="30654" y="8747"/>
                  </a:cubicBezTo>
                  <a:cubicBezTo>
                    <a:pt x="30626" y="8747"/>
                    <a:pt x="30597" y="8747"/>
                    <a:pt x="30555" y="8747"/>
                  </a:cubicBezTo>
                  <a:cubicBezTo>
                    <a:pt x="30384" y="8860"/>
                    <a:pt x="30186" y="8661"/>
                    <a:pt x="30015" y="8789"/>
                  </a:cubicBezTo>
                  <a:cubicBezTo>
                    <a:pt x="30001" y="8803"/>
                    <a:pt x="30001" y="8832"/>
                    <a:pt x="29987" y="8846"/>
                  </a:cubicBezTo>
                  <a:lnTo>
                    <a:pt x="29987" y="8846"/>
                  </a:lnTo>
                  <a:lnTo>
                    <a:pt x="29902" y="8761"/>
                  </a:lnTo>
                  <a:cubicBezTo>
                    <a:pt x="30044" y="8633"/>
                    <a:pt x="30058" y="8619"/>
                    <a:pt x="29973" y="8406"/>
                  </a:cubicBezTo>
                  <a:lnTo>
                    <a:pt x="30015" y="8363"/>
                  </a:lnTo>
                  <a:cubicBezTo>
                    <a:pt x="30001" y="8335"/>
                    <a:pt x="29987" y="8307"/>
                    <a:pt x="29973" y="8278"/>
                  </a:cubicBezTo>
                  <a:cubicBezTo>
                    <a:pt x="29916" y="8023"/>
                    <a:pt x="30214" y="8108"/>
                    <a:pt x="30271" y="7966"/>
                  </a:cubicBezTo>
                  <a:cubicBezTo>
                    <a:pt x="30271" y="7937"/>
                    <a:pt x="30271" y="7909"/>
                    <a:pt x="30271" y="7895"/>
                  </a:cubicBezTo>
                  <a:cubicBezTo>
                    <a:pt x="30214" y="7838"/>
                    <a:pt x="30228" y="7753"/>
                    <a:pt x="30172" y="7696"/>
                  </a:cubicBezTo>
                  <a:lnTo>
                    <a:pt x="30172" y="7696"/>
                  </a:lnTo>
                  <a:cubicBezTo>
                    <a:pt x="29973" y="7497"/>
                    <a:pt x="29746" y="7895"/>
                    <a:pt x="29561" y="7653"/>
                  </a:cubicBezTo>
                  <a:cubicBezTo>
                    <a:pt x="29547" y="7611"/>
                    <a:pt x="29518" y="7554"/>
                    <a:pt x="29504" y="7511"/>
                  </a:cubicBezTo>
                  <a:lnTo>
                    <a:pt x="29504" y="7412"/>
                  </a:lnTo>
                  <a:lnTo>
                    <a:pt x="29447" y="7412"/>
                  </a:lnTo>
                  <a:cubicBezTo>
                    <a:pt x="29433" y="7384"/>
                    <a:pt x="29419" y="7355"/>
                    <a:pt x="29391" y="7327"/>
                  </a:cubicBezTo>
                  <a:cubicBezTo>
                    <a:pt x="29362" y="7298"/>
                    <a:pt x="29334" y="7270"/>
                    <a:pt x="29291" y="7256"/>
                  </a:cubicBezTo>
                  <a:cubicBezTo>
                    <a:pt x="29249" y="7242"/>
                    <a:pt x="29206" y="7227"/>
                    <a:pt x="29163" y="7227"/>
                  </a:cubicBezTo>
                  <a:lnTo>
                    <a:pt x="29149" y="7227"/>
                  </a:lnTo>
                  <a:cubicBezTo>
                    <a:pt x="29107" y="7213"/>
                    <a:pt x="29078" y="7213"/>
                    <a:pt x="29036" y="7213"/>
                  </a:cubicBezTo>
                  <a:cubicBezTo>
                    <a:pt x="29092" y="7142"/>
                    <a:pt x="29163" y="7085"/>
                    <a:pt x="29220" y="7014"/>
                  </a:cubicBezTo>
                  <a:lnTo>
                    <a:pt x="29220" y="7014"/>
                  </a:lnTo>
                  <a:cubicBezTo>
                    <a:pt x="29249" y="6986"/>
                    <a:pt x="29277" y="6943"/>
                    <a:pt x="29305" y="6915"/>
                  </a:cubicBezTo>
                  <a:cubicBezTo>
                    <a:pt x="29305" y="6887"/>
                    <a:pt x="29305" y="6858"/>
                    <a:pt x="29305" y="6830"/>
                  </a:cubicBezTo>
                  <a:cubicBezTo>
                    <a:pt x="29277" y="6802"/>
                    <a:pt x="29249" y="6759"/>
                    <a:pt x="29220" y="6731"/>
                  </a:cubicBezTo>
                  <a:lnTo>
                    <a:pt x="29220" y="6731"/>
                  </a:lnTo>
                  <a:cubicBezTo>
                    <a:pt x="29206" y="6716"/>
                    <a:pt x="29178" y="6688"/>
                    <a:pt x="29149" y="6688"/>
                  </a:cubicBezTo>
                  <a:cubicBezTo>
                    <a:pt x="29163" y="6660"/>
                    <a:pt x="29163" y="6631"/>
                    <a:pt x="29163" y="6603"/>
                  </a:cubicBezTo>
                  <a:cubicBezTo>
                    <a:pt x="29149" y="6589"/>
                    <a:pt x="29135" y="6560"/>
                    <a:pt x="29121" y="6546"/>
                  </a:cubicBezTo>
                  <a:cubicBezTo>
                    <a:pt x="29092" y="6546"/>
                    <a:pt x="29064" y="6546"/>
                    <a:pt x="29036" y="6546"/>
                  </a:cubicBezTo>
                  <a:cubicBezTo>
                    <a:pt x="28965" y="6617"/>
                    <a:pt x="28865" y="6574"/>
                    <a:pt x="28794" y="6603"/>
                  </a:cubicBezTo>
                  <a:cubicBezTo>
                    <a:pt x="28794" y="6546"/>
                    <a:pt x="28780" y="6489"/>
                    <a:pt x="28752" y="6447"/>
                  </a:cubicBezTo>
                  <a:lnTo>
                    <a:pt x="28752" y="6262"/>
                  </a:lnTo>
                  <a:cubicBezTo>
                    <a:pt x="28723" y="6219"/>
                    <a:pt x="28667" y="6205"/>
                    <a:pt x="28638" y="6234"/>
                  </a:cubicBezTo>
                  <a:lnTo>
                    <a:pt x="28624" y="6248"/>
                  </a:lnTo>
                  <a:cubicBezTo>
                    <a:pt x="28525" y="6177"/>
                    <a:pt x="28411" y="6148"/>
                    <a:pt x="28283" y="6163"/>
                  </a:cubicBezTo>
                  <a:lnTo>
                    <a:pt x="28269" y="6134"/>
                  </a:lnTo>
                  <a:cubicBezTo>
                    <a:pt x="28212" y="6106"/>
                    <a:pt x="28127" y="6092"/>
                    <a:pt x="28084" y="6035"/>
                  </a:cubicBezTo>
                  <a:cubicBezTo>
                    <a:pt x="28113" y="6021"/>
                    <a:pt x="28155" y="5992"/>
                    <a:pt x="28184" y="5978"/>
                  </a:cubicBezTo>
                  <a:lnTo>
                    <a:pt x="28184" y="5978"/>
                  </a:lnTo>
                  <a:cubicBezTo>
                    <a:pt x="28212" y="5935"/>
                    <a:pt x="28241" y="5907"/>
                    <a:pt x="28269" y="5879"/>
                  </a:cubicBezTo>
                  <a:lnTo>
                    <a:pt x="28269" y="5879"/>
                  </a:lnTo>
                  <a:cubicBezTo>
                    <a:pt x="28297" y="5850"/>
                    <a:pt x="28297" y="5808"/>
                    <a:pt x="28269" y="5779"/>
                  </a:cubicBezTo>
                  <a:lnTo>
                    <a:pt x="28269" y="5779"/>
                  </a:lnTo>
                  <a:cubicBezTo>
                    <a:pt x="28226" y="5722"/>
                    <a:pt x="28141" y="5722"/>
                    <a:pt x="28084" y="5779"/>
                  </a:cubicBezTo>
                  <a:lnTo>
                    <a:pt x="27999" y="5779"/>
                  </a:lnTo>
                  <a:cubicBezTo>
                    <a:pt x="27871" y="5850"/>
                    <a:pt x="27786" y="5779"/>
                    <a:pt x="27715" y="5708"/>
                  </a:cubicBezTo>
                  <a:cubicBezTo>
                    <a:pt x="27658" y="5623"/>
                    <a:pt x="27786" y="5637"/>
                    <a:pt x="27800" y="5580"/>
                  </a:cubicBezTo>
                  <a:lnTo>
                    <a:pt x="27800" y="5580"/>
                  </a:lnTo>
                  <a:cubicBezTo>
                    <a:pt x="27857" y="5538"/>
                    <a:pt x="27857" y="5453"/>
                    <a:pt x="27800" y="5396"/>
                  </a:cubicBezTo>
                  <a:lnTo>
                    <a:pt x="27800" y="5396"/>
                  </a:lnTo>
                  <a:cubicBezTo>
                    <a:pt x="27744" y="5339"/>
                    <a:pt x="27758" y="5254"/>
                    <a:pt x="27701" y="5211"/>
                  </a:cubicBezTo>
                  <a:lnTo>
                    <a:pt x="27701" y="5211"/>
                  </a:lnTo>
                  <a:cubicBezTo>
                    <a:pt x="27587" y="5098"/>
                    <a:pt x="27488" y="4998"/>
                    <a:pt x="27318" y="5112"/>
                  </a:cubicBezTo>
                  <a:lnTo>
                    <a:pt x="27318" y="5112"/>
                  </a:lnTo>
                  <a:cubicBezTo>
                    <a:pt x="27119" y="5183"/>
                    <a:pt x="27218" y="4970"/>
                    <a:pt x="27133" y="4913"/>
                  </a:cubicBezTo>
                  <a:lnTo>
                    <a:pt x="27133" y="4913"/>
                  </a:lnTo>
                  <a:cubicBezTo>
                    <a:pt x="27091" y="4856"/>
                    <a:pt x="27034" y="4814"/>
                    <a:pt x="26977" y="4785"/>
                  </a:cubicBezTo>
                  <a:cubicBezTo>
                    <a:pt x="26977" y="4771"/>
                    <a:pt x="26977" y="4743"/>
                    <a:pt x="26949" y="4729"/>
                  </a:cubicBezTo>
                  <a:lnTo>
                    <a:pt x="26949" y="4729"/>
                  </a:lnTo>
                  <a:cubicBezTo>
                    <a:pt x="26906" y="4700"/>
                    <a:pt x="26878" y="4672"/>
                    <a:pt x="26849" y="4629"/>
                  </a:cubicBezTo>
                  <a:lnTo>
                    <a:pt x="26750" y="4530"/>
                  </a:lnTo>
                  <a:cubicBezTo>
                    <a:pt x="26807" y="4359"/>
                    <a:pt x="26878" y="4175"/>
                    <a:pt x="26565" y="4246"/>
                  </a:cubicBezTo>
                  <a:lnTo>
                    <a:pt x="26466" y="4246"/>
                  </a:lnTo>
                  <a:cubicBezTo>
                    <a:pt x="26437" y="4288"/>
                    <a:pt x="26395" y="4317"/>
                    <a:pt x="26366" y="4345"/>
                  </a:cubicBezTo>
                  <a:lnTo>
                    <a:pt x="26366" y="4345"/>
                  </a:lnTo>
                  <a:cubicBezTo>
                    <a:pt x="26338" y="4374"/>
                    <a:pt x="26310" y="4402"/>
                    <a:pt x="26295" y="4445"/>
                  </a:cubicBezTo>
                  <a:lnTo>
                    <a:pt x="26210" y="4430"/>
                  </a:lnTo>
                  <a:cubicBezTo>
                    <a:pt x="26210" y="4430"/>
                    <a:pt x="26210" y="4416"/>
                    <a:pt x="26210" y="4402"/>
                  </a:cubicBezTo>
                  <a:cubicBezTo>
                    <a:pt x="26182" y="4274"/>
                    <a:pt x="25997" y="4288"/>
                    <a:pt x="25983" y="4146"/>
                  </a:cubicBezTo>
                  <a:cubicBezTo>
                    <a:pt x="25955" y="4161"/>
                    <a:pt x="25926" y="4161"/>
                    <a:pt x="25898" y="4146"/>
                  </a:cubicBezTo>
                  <a:lnTo>
                    <a:pt x="25855" y="4132"/>
                  </a:lnTo>
                  <a:lnTo>
                    <a:pt x="25827" y="4090"/>
                  </a:lnTo>
                  <a:lnTo>
                    <a:pt x="25841" y="4047"/>
                  </a:lnTo>
                  <a:cubicBezTo>
                    <a:pt x="25841" y="4019"/>
                    <a:pt x="25827" y="3990"/>
                    <a:pt x="25799" y="3962"/>
                  </a:cubicBezTo>
                  <a:lnTo>
                    <a:pt x="25799" y="3877"/>
                  </a:lnTo>
                  <a:cubicBezTo>
                    <a:pt x="25770" y="3834"/>
                    <a:pt x="25742" y="3806"/>
                    <a:pt x="25699" y="3777"/>
                  </a:cubicBezTo>
                  <a:cubicBezTo>
                    <a:pt x="25614" y="3692"/>
                    <a:pt x="25699" y="3564"/>
                    <a:pt x="25614" y="3493"/>
                  </a:cubicBezTo>
                  <a:cubicBezTo>
                    <a:pt x="25571" y="3422"/>
                    <a:pt x="25500" y="3380"/>
                    <a:pt x="25415" y="3394"/>
                  </a:cubicBezTo>
                  <a:cubicBezTo>
                    <a:pt x="25373" y="3337"/>
                    <a:pt x="25344" y="3238"/>
                    <a:pt x="25231" y="3295"/>
                  </a:cubicBezTo>
                  <a:lnTo>
                    <a:pt x="25046" y="3295"/>
                  </a:lnTo>
                  <a:cubicBezTo>
                    <a:pt x="25018" y="3266"/>
                    <a:pt x="25003" y="3266"/>
                    <a:pt x="24975" y="3266"/>
                  </a:cubicBezTo>
                  <a:lnTo>
                    <a:pt x="24975" y="3252"/>
                  </a:lnTo>
                  <a:lnTo>
                    <a:pt x="24932" y="3195"/>
                  </a:lnTo>
                  <a:lnTo>
                    <a:pt x="24932" y="3195"/>
                  </a:lnTo>
                  <a:cubicBezTo>
                    <a:pt x="24876" y="3153"/>
                    <a:pt x="24904" y="3067"/>
                    <a:pt x="24847" y="3011"/>
                  </a:cubicBezTo>
                  <a:lnTo>
                    <a:pt x="24847" y="2911"/>
                  </a:lnTo>
                  <a:lnTo>
                    <a:pt x="24748" y="2826"/>
                  </a:lnTo>
                  <a:cubicBezTo>
                    <a:pt x="24407" y="2982"/>
                    <a:pt x="24407" y="2982"/>
                    <a:pt x="24180" y="2727"/>
                  </a:cubicBezTo>
                  <a:cubicBezTo>
                    <a:pt x="24081" y="2812"/>
                    <a:pt x="23981" y="2741"/>
                    <a:pt x="23896" y="2727"/>
                  </a:cubicBezTo>
                  <a:lnTo>
                    <a:pt x="23797" y="2727"/>
                  </a:lnTo>
                  <a:cubicBezTo>
                    <a:pt x="23740" y="2684"/>
                    <a:pt x="23740" y="2599"/>
                    <a:pt x="23797" y="2542"/>
                  </a:cubicBezTo>
                  <a:lnTo>
                    <a:pt x="23797" y="2542"/>
                  </a:lnTo>
                  <a:cubicBezTo>
                    <a:pt x="23797" y="2542"/>
                    <a:pt x="23811" y="2542"/>
                    <a:pt x="23825" y="2514"/>
                  </a:cubicBezTo>
                  <a:cubicBezTo>
                    <a:pt x="23825" y="2500"/>
                    <a:pt x="23825" y="2471"/>
                    <a:pt x="23797" y="2457"/>
                  </a:cubicBezTo>
                  <a:lnTo>
                    <a:pt x="23782" y="2457"/>
                  </a:lnTo>
                  <a:cubicBezTo>
                    <a:pt x="23797" y="2443"/>
                    <a:pt x="23811" y="2429"/>
                    <a:pt x="23825" y="2429"/>
                  </a:cubicBezTo>
                  <a:cubicBezTo>
                    <a:pt x="23768" y="2216"/>
                    <a:pt x="23669" y="2074"/>
                    <a:pt x="23413" y="2173"/>
                  </a:cubicBezTo>
                  <a:lnTo>
                    <a:pt x="23413" y="2173"/>
                  </a:lnTo>
                  <a:cubicBezTo>
                    <a:pt x="23300" y="2230"/>
                    <a:pt x="23271" y="2130"/>
                    <a:pt x="23229" y="2074"/>
                  </a:cubicBezTo>
                  <a:lnTo>
                    <a:pt x="23229" y="2074"/>
                  </a:lnTo>
                  <a:cubicBezTo>
                    <a:pt x="23129" y="2003"/>
                    <a:pt x="23229" y="1861"/>
                    <a:pt x="23129" y="1790"/>
                  </a:cubicBezTo>
                  <a:lnTo>
                    <a:pt x="23129" y="1790"/>
                  </a:lnTo>
                  <a:cubicBezTo>
                    <a:pt x="23058" y="1747"/>
                    <a:pt x="23058" y="1662"/>
                    <a:pt x="23030" y="1591"/>
                  </a:cubicBezTo>
                  <a:cubicBezTo>
                    <a:pt x="22973" y="1548"/>
                    <a:pt x="22902" y="1548"/>
                    <a:pt x="22845" y="1591"/>
                  </a:cubicBezTo>
                  <a:cubicBezTo>
                    <a:pt x="22817" y="1605"/>
                    <a:pt x="22789" y="1605"/>
                    <a:pt x="22760" y="1591"/>
                  </a:cubicBezTo>
                  <a:cubicBezTo>
                    <a:pt x="22561" y="1690"/>
                    <a:pt x="22334" y="1662"/>
                    <a:pt x="22178" y="1506"/>
                  </a:cubicBezTo>
                  <a:cubicBezTo>
                    <a:pt x="22022" y="1520"/>
                    <a:pt x="21851" y="1477"/>
                    <a:pt x="21780" y="1676"/>
                  </a:cubicBezTo>
                  <a:lnTo>
                    <a:pt x="21709" y="1676"/>
                  </a:lnTo>
                  <a:cubicBezTo>
                    <a:pt x="21596" y="1591"/>
                    <a:pt x="21482" y="1491"/>
                    <a:pt x="21525" y="1307"/>
                  </a:cubicBezTo>
                  <a:lnTo>
                    <a:pt x="21525" y="1307"/>
                  </a:lnTo>
                  <a:lnTo>
                    <a:pt x="21695" y="1278"/>
                  </a:lnTo>
                  <a:lnTo>
                    <a:pt x="21695" y="1321"/>
                  </a:lnTo>
                  <a:lnTo>
                    <a:pt x="21795" y="1207"/>
                  </a:lnTo>
                  <a:cubicBezTo>
                    <a:pt x="21823" y="1179"/>
                    <a:pt x="21851" y="1179"/>
                    <a:pt x="21880" y="1207"/>
                  </a:cubicBezTo>
                  <a:lnTo>
                    <a:pt x="21880" y="1207"/>
                  </a:lnTo>
                  <a:cubicBezTo>
                    <a:pt x="21965" y="1278"/>
                    <a:pt x="22079" y="1264"/>
                    <a:pt x="22164" y="1207"/>
                  </a:cubicBezTo>
                  <a:cubicBezTo>
                    <a:pt x="22164" y="1179"/>
                    <a:pt x="22164" y="1151"/>
                    <a:pt x="22164" y="1122"/>
                  </a:cubicBezTo>
                  <a:cubicBezTo>
                    <a:pt x="22079" y="753"/>
                    <a:pt x="21809" y="909"/>
                    <a:pt x="21596" y="924"/>
                  </a:cubicBezTo>
                  <a:cubicBezTo>
                    <a:pt x="21568" y="924"/>
                    <a:pt x="21539" y="924"/>
                    <a:pt x="21511" y="924"/>
                  </a:cubicBezTo>
                  <a:cubicBezTo>
                    <a:pt x="21482" y="938"/>
                    <a:pt x="21468" y="980"/>
                    <a:pt x="21468" y="1009"/>
                  </a:cubicBezTo>
                  <a:cubicBezTo>
                    <a:pt x="21454" y="1009"/>
                    <a:pt x="21426" y="1009"/>
                    <a:pt x="21411" y="1009"/>
                  </a:cubicBezTo>
                  <a:lnTo>
                    <a:pt x="21411" y="1009"/>
                  </a:lnTo>
                  <a:cubicBezTo>
                    <a:pt x="21312" y="980"/>
                    <a:pt x="21298" y="909"/>
                    <a:pt x="21312" y="810"/>
                  </a:cubicBezTo>
                  <a:cubicBezTo>
                    <a:pt x="21284" y="810"/>
                    <a:pt x="21241" y="810"/>
                    <a:pt x="21213" y="810"/>
                  </a:cubicBezTo>
                  <a:cubicBezTo>
                    <a:pt x="21170" y="767"/>
                    <a:pt x="21085" y="767"/>
                    <a:pt x="21028" y="810"/>
                  </a:cubicBezTo>
                  <a:lnTo>
                    <a:pt x="21028" y="810"/>
                  </a:lnTo>
                  <a:cubicBezTo>
                    <a:pt x="21000" y="838"/>
                    <a:pt x="20957" y="838"/>
                    <a:pt x="20929" y="810"/>
                  </a:cubicBezTo>
                  <a:cubicBezTo>
                    <a:pt x="20900" y="810"/>
                    <a:pt x="20872" y="810"/>
                    <a:pt x="20843" y="810"/>
                  </a:cubicBezTo>
                  <a:cubicBezTo>
                    <a:pt x="20843" y="810"/>
                    <a:pt x="20829" y="796"/>
                    <a:pt x="20815" y="782"/>
                  </a:cubicBezTo>
                  <a:cubicBezTo>
                    <a:pt x="20815" y="767"/>
                    <a:pt x="20815" y="739"/>
                    <a:pt x="20843" y="725"/>
                  </a:cubicBezTo>
                  <a:lnTo>
                    <a:pt x="20843" y="725"/>
                  </a:lnTo>
                  <a:cubicBezTo>
                    <a:pt x="20943" y="554"/>
                    <a:pt x="20801" y="455"/>
                    <a:pt x="20744" y="341"/>
                  </a:cubicBezTo>
                  <a:lnTo>
                    <a:pt x="20645" y="341"/>
                  </a:lnTo>
                  <a:cubicBezTo>
                    <a:pt x="20616" y="370"/>
                    <a:pt x="20588" y="398"/>
                    <a:pt x="20559" y="427"/>
                  </a:cubicBezTo>
                  <a:lnTo>
                    <a:pt x="20446" y="540"/>
                  </a:lnTo>
                  <a:cubicBezTo>
                    <a:pt x="20417" y="569"/>
                    <a:pt x="20389" y="597"/>
                    <a:pt x="20361" y="625"/>
                  </a:cubicBezTo>
                  <a:lnTo>
                    <a:pt x="20261" y="640"/>
                  </a:lnTo>
                  <a:lnTo>
                    <a:pt x="20261" y="640"/>
                  </a:lnTo>
                  <a:lnTo>
                    <a:pt x="20176" y="640"/>
                  </a:lnTo>
                  <a:lnTo>
                    <a:pt x="20176" y="640"/>
                  </a:lnTo>
                  <a:lnTo>
                    <a:pt x="20077" y="625"/>
                  </a:lnTo>
                  <a:cubicBezTo>
                    <a:pt x="20077" y="640"/>
                    <a:pt x="20077" y="654"/>
                    <a:pt x="20077" y="668"/>
                  </a:cubicBezTo>
                  <a:lnTo>
                    <a:pt x="19992" y="668"/>
                  </a:lnTo>
                  <a:cubicBezTo>
                    <a:pt x="19821" y="597"/>
                    <a:pt x="19665" y="498"/>
                    <a:pt x="19523" y="384"/>
                  </a:cubicBezTo>
                  <a:cubicBezTo>
                    <a:pt x="19367" y="270"/>
                    <a:pt x="19253" y="114"/>
                    <a:pt x="19026" y="242"/>
                  </a:cubicBezTo>
                  <a:lnTo>
                    <a:pt x="19026" y="242"/>
                  </a:lnTo>
                  <a:cubicBezTo>
                    <a:pt x="18770" y="114"/>
                    <a:pt x="18472" y="72"/>
                    <a:pt x="18188" y="114"/>
                  </a:cubicBezTo>
                  <a:lnTo>
                    <a:pt x="18160" y="114"/>
                  </a:lnTo>
                  <a:cubicBezTo>
                    <a:pt x="18146" y="86"/>
                    <a:pt x="18103" y="72"/>
                    <a:pt x="18075" y="57"/>
                  </a:cubicBezTo>
                  <a:lnTo>
                    <a:pt x="17975" y="57"/>
                  </a:lnTo>
                  <a:cubicBezTo>
                    <a:pt x="17933" y="1"/>
                    <a:pt x="17848" y="1"/>
                    <a:pt x="17791" y="57"/>
                  </a:cubicBezTo>
                  <a:lnTo>
                    <a:pt x="17791" y="57"/>
                  </a:lnTo>
                  <a:cubicBezTo>
                    <a:pt x="17748" y="114"/>
                    <a:pt x="17649" y="114"/>
                    <a:pt x="17606" y="57"/>
                  </a:cubicBezTo>
                  <a:cubicBezTo>
                    <a:pt x="17578" y="57"/>
                    <a:pt x="17549" y="57"/>
                    <a:pt x="17507" y="57"/>
                  </a:cubicBezTo>
                  <a:cubicBezTo>
                    <a:pt x="17493" y="15"/>
                    <a:pt x="17450" y="15"/>
                    <a:pt x="17422" y="57"/>
                  </a:cubicBezTo>
                  <a:lnTo>
                    <a:pt x="17308" y="157"/>
                  </a:lnTo>
                  <a:cubicBezTo>
                    <a:pt x="17294" y="270"/>
                    <a:pt x="17223" y="370"/>
                    <a:pt x="17138" y="441"/>
                  </a:cubicBezTo>
                  <a:lnTo>
                    <a:pt x="17138" y="441"/>
                  </a:lnTo>
                  <a:cubicBezTo>
                    <a:pt x="17010" y="412"/>
                    <a:pt x="16939" y="228"/>
                    <a:pt x="16783" y="270"/>
                  </a:cubicBezTo>
                  <a:lnTo>
                    <a:pt x="16769" y="341"/>
                  </a:lnTo>
                  <a:cubicBezTo>
                    <a:pt x="16740" y="341"/>
                    <a:pt x="16726" y="341"/>
                    <a:pt x="16712" y="341"/>
                  </a:cubicBezTo>
                  <a:cubicBezTo>
                    <a:pt x="16698" y="341"/>
                    <a:pt x="16683" y="327"/>
                    <a:pt x="16669" y="327"/>
                  </a:cubicBezTo>
                  <a:cubicBezTo>
                    <a:pt x="16641" y="313"/>
                    <a:pt x="16598" y="327"/>
                    <a:pt x="16570" y="356"/>
                  </a:cubicBezTo>
                  <a:lnTo>
                    <a:pt x="16570" y="356"/>
                  </a:lnTo>
                  <a:cubicBezTo>
                    <a:pt x="16541" y="384"/>
                    <a:pt x="16513" y="412"/>
                    <a:pt x="16485" y="441"/>
                  </a:cubicBezTo>
                  <a:lnTo>
                    <a:pt x="16286" y="441"/>
                  </a:lnTo>
                  <a:cubicBezTo>
                    <a:pt x="16286" y="441"/>
                    <a:pt x="16272" y="427"/>
                    <a:pt x="16272" y="398"/>
                  </a:cubicBezTo>
                  <a:cubicBezTo>
                    <a:pt x="16257" y="384"/>
                    <a:pt x="16272" y="370"/>
                    <a:pt x="16286" y="341"/>
                  </a:cubicBezTo>
                  <a:lnTo>
                    <a:pt x="16286" y="341"/>
                  </a:lnTo>
                  <a:cubicBezTo>
                    <a:pt x="16286" y="341"/>
                    <a:pt x="16300" y="327"/>
                    <a:pt x="16300" y="313"/>
                  </a:cubicBezTo>
                  <a:cubicBezTo>
                    <a:pt x="16314" y="285"/>
                    <a:pt x="16300" y="270"/>
                    <a:pt x="16286" y="256"/>
                  </a:cubicBezTo>
                  <a:lnTo>
                    <a:pt x="16286" y="256"/>
                  </a:lnTo>
                  <a:cubicBezTo>
                    <a:pt x="16257" y="214"/>
                    <a:pt x="16215" y="185"/>
                    <a:pt x="16172" y="157"/>
                  </a:cubicBezTo>
                  <a:lnTo>
                    <a:pt x="16002" y="157"/>
                  </a:lnTo>
                  <a:cubicBezTo>
                    <a:pt x="15917" y="199"/>
                    <a:pt x="15874" y="398"/>
                    <a:pt x="15718" y="256"/>
                  </a:cubicBezTo>
                  <a:cubicBezTo>
                    <a:pt x="15690" y="256"/>
                    <a:pt x="15661" y="256"/>
                    <a:pt x="15633" y="256"/>
                  </a:cubicBezTo>
                  <a:cubicBezTo>
                    <a:pt x="15590" y="270"/>
                    <a:pt x="15576" y="313"/>
                    <a:pt x="15562" y="341"/>
                  </a:cubicBezTo>
                  <a:lnTo>
                    <a:pt x="15249" y="356"/>
                  </a:lnTo>
                  <a:cubicBezTo>
                    <a:pt x="15207" y="412"/>
                    <a:pt x="15136" y="441"/>
                    <a:pt x="15079" y="441"/>
                  </a:cubicBezTo>
                  <a:cubicBezTo>
                    <a:pt x="15107" y="412"/>
                    <a:pt x="15122" y="384"/>
                    <a:pt x="15150" y="341"/>
                  </a:cubicBezTo>
                  <a:lnTo>
                    <a:pt x="15150" y="256"/>
                  </a:lnTo>
                  <a:cubicBezTo>
                    <a:pt x="15093" y="199"/>
                    <a:pt x="15008" y="214"/>
                    <a:pt x="14965" y="157"/>
                  </a:cubicBezTo>
                  <a:lnTo>
                    <a:pt x="14866" y="157"/>
                  </a:lnTo>
                  <a:cubicBezTo>
                    <a:pt x="14809" y="185"/>
                    <a:pt x="14752" y="214"/>
                    <a:pt x="14696" y="199"/>
                  </a:cubicBezTo>
                  <a:cubicBezTo>
                    <a:pt x="14681" y="242"/>
                    <a:pt x="14653" y="256"/>
                    <a:pt x="14625" y="270"/>
                  </a:cubicBezTo>
                  <a:lnTo>
                    <a:pt x="14582" y="242"/>
                  </a:lnTo>
                  <a:lnTo>
                    <a:pt x="14483" y="341"/>
                  </a:lnTo>
                  <a:cubicBezTo>
                    <a:pt x="14341" y="455"/>
                    <a:pt x="14142" y="327"/>
                    <a:pt x="14000" y="441"/>
                  </a:cubicBezTo>
                  <a:lnTo>
                    <a:pt x="14000" y="540"/>
                  </a:lnTo>
                  <a:cubicBezTo>
                    <a:pt x="13929" y="625"/>
                    <a:pt x="13801" y="540"/>
                    <a:pt x="13730" y="625"/>
                  </a:cubicBezTo>
                  <a:lnTo>
                    <a:pt x="13730" y="625"/>
                  </a:lnTo>
                  <a:cubicBezTo>
                    <a:pt x="13702" y="654"/>
                    <a:pt x="13688" y="668"/>
                    <a:pt x="13688" y="696"/>
                  </a:cubicBezTo>
                  <a:cubicBezTo>
                    <a:pt x="13645" y="668"/>
                    <a:pt x="13574" y="682"/>
                    <a:pt x="13531" y="725"/>
                  </a:cubicBezTo>
                  <a:lnTo>
                    <a:pt x="13446" y="725"/>
                  </a:lnTo>
                  <a:cubicBezTo>
                    <a:pt x="13418" y="753"/>
                    <a:pt x="13375" y="782"/>
                    <a:pt x="13347" y="810"/>
                  </a:cubicBezTo>
                  <a:lnTo>
                    <a:pt x="13247" y="909"/>
                  </a:lnTo>
                  <a:cubicBezTo>
                    <a:pt x="13205" y="980"/>
                    <a:pt x="13134" y="995"/>
                    <a:pt x="13063" y="1009"/>
                  </a:cubicBezTo>
                  <a:lnTo>
                    <a:pt x="12396" y="1094"/>
                  </a:lnTo>
                  <a:lnTo>
                    <a:pt x="12396" y="1094"/>
                  </a:lnTo>
                  <a:lnTo>
                    <a:pt x="12396" y="1094"/>
                  </a:lnTo>
                  <a:lnTo>
                    <a:pt x="12396" y="1094"/>
                  </a:lnTo>
                  <a:lnTo>
                    <a:pt x="12424" y="1066"/>
                  </a:lnTo>
                  <a:cubicBezTo>
                    <a:pt x="12438" y="1023"/>
                    <a:pt x="12495" y="980"/>
                    <a:pt x="12495" y="952"/>
                  </a:cubicBezTo>
                  <a:cubicBezTo>
                    <a:pt x="12481" y="924"/>
                    <a:pt x="12424" y="909"/>
                    <a:pt x="12381" y="909"/>
                  </a:cubicBezTo>
                  <a:cubicBezTo>
                    <a:pt x="12254" y="895"/>
                    <a:pt x="12126" y="924"/>
                    <a:pt x="12026" y="1009"/>
                  </a:cubicBezTo>
                  <a:cubicBezTo>
                    <a:pt x="11941" y="1066"/>
                    <a:pt x="11870" y="1151"/>
                    <a:pt x="11728" y="1122"/>
                  </a:cubicBezTo>
                  <a:cubicBezTo>
                    <a:pt x="11671" y="1108"/>
                    <a:pt x="11686" y="1179"/>
                    <a:pt x="11714" y="1222"/>
                  </a:cubicBezTo>
                  <a:cubicBezTo>
                    <a:pt x="11742" y="1264"/>
                    <a:pt x="11771" y="1293"/>
                    <a:pt x="11742" y="1349"/>
                  </a:cubicBezTo>
                  <a:cubicBezTo>
                    <a:pt x="11402" y="1278"/>
                    <a:pt x="11416" y="1278"/>
                    <a:pt x="11089" y="1463"/>
                  </a:cubicBezTo>
                  <a:cubicBezTo>
                    <a:pt x="10990" y="1506"/>
                    <a:pt x="10876" y="1548"/>
                    <a:pt x="10777" y="1577"/>
                  </a:cubicBezTo>
                  <a:lnTo>
                    <a:pt x="10493" y="1577"/>
                  </a:lnTo>
                  <a:cubicBezTo>
                    <a:pt x="10408" y="1648"/>
                    <a:pt x="10294" y="1690"/>
                    <a:pt x="10209" y="1761"/>
                  </a:cubicBezTo>
                  <a:lnTo>
                    <a:pt x="9925" y="1761"/>
                  </a:lnTo>
                  <a:cubicBezTo>
                    <a:pt x="9868" y="1818"/>
                    <a:pt x="9854" y="1889"/>
                    <a:pt x="9897" y="1946"/>
                  </a:cubicBezTo>
                  <a:lnTo>
                    <a:pt x="9897" y="1946"/>
                  </a:lnTo>
                  <a:lnTo>
                    <a:pt x="9499" y="2074"/>
                  </a:lnTo>
                  <a:cubicBezTo>
                    <a:pt x="9457" y="2145"/>
                    <a:pt x="9386" y="2173"/>
                    <a:pt x="9300" y="2173"/>
                  </a:cubicBezTo>
                  <a:lnTo>
                    <a:pt x="9300" y="2343"/>
                  </a:lnTo>
                  <a:cubicBezTo>
                    <a:pt x="9315" y="2443"/>
                    <a:pt x="9244" y="2542"/>
                    <a:pt x="9144" y="2556"/>
                  </a:cubicBezTo>
                  <a:lnTo>
                    <a:pt x="9144" y="2556"/>
                  </a:lnTo>
                  <a:cubicBezTo>
                    <a:pt x="9116" y="2514"/>
                    <a:pt x="9059" y="2528"/>
                    <a:pt x="9031" y="2556"/>
                  </a:cubicBezTo>
                  <a:lnTo>
                    <a:pt x="9031" y="2556"/>
                  </a:lnTo>
                  <a:cubicBezTo>
                    <a:pt x="9002" y="2599"/>
                    <a:pt x="8960" y="2613"/>
                    <a:pt x="8931" y="2656"/>
                  </a:cubicBezTo>
                  <a:cubicBezTo>
                    <a:pt x="8903" y="2656"/>
                    <a:pt x="8874" y="2656"/>
                    <a:pt x="8832" y="2656"/>
                  </a:cubicBezTo>
                  <a:cubicBezTo>
                    <a:pt x="8803" y="2684"/>
                    <a:pt x="8775" y="2712"/>
                    <a:pt x="8747" y="2741"/>
                  </a:cubicBezTo>
                  <a:lnTo>
                    <a:pt x="8747" y="2741"/>
                  </a:lnTo>
                  <a:cubicBezTo>
                    <a:pt x="8676" y="2812"/>
                    <a:pt x="8661" y="2925"/>
                    <a:pt x="8718" y="3011"/>
                  </a:cubicBezTo>
                  <a:cubicBezTo>
                    <a:pt x="8718" y="3011"/>
                    <a:pt x="8732" y="3025"/>
                    <a:pt x="8747" y="3025"/>
                  </a:cubicBezTo>
                  <a:lnTo>
                    <a:pt x="8747" y="3025"/>
                  </a:lnTo>
                  <a:lnTo>
                    <a:pt x="8747" y="3025"/>
                  </a:lnTo>
                  <a:lnTo>
                    <a:pt x="8647" y="3110"/>
                  </a:lnTo>
                  <a:lnTo>
                    <a:pt x="8647" y="3110"/>
                  </a:lnTo>
                  <a:lnTo>
                    <a:pt x="8590" y="3110"/>
                  </a:lnTo>
                  <a:cubicBezTo>
                    <a:pt x="8576" y="2982"/>
                    <a:pt x="8576" y="2826"/>
                    <a:pt x="8378" y="2826"/>
                  </a:cubicBezTo>
                  <a:cubicBezTo>
                    <a:pt x="8264" y="3025"/>
                    <a:pt x="8065" y="3039"/>
                    <a:pt x="7895" y="3110"/>
                  </a:cubicBezTo>
                  <a:lnTo>
                    <a:pt x="7895" y="3110"/>
                  </a:lnTo>
                  <a:cubicBezTo>
                    <a:pt x="7866" y="3153"/>
                    <a:pt x="7838" y="3181"/>
                    <a:pt x="7795" y="3209"/>
                  </a:cubicBezTo>
                  <a:lnTo>
                    <a:pt x="7795" y="3295"/>
                  </a:lnTo>
                  <a:lnTo>
                    <a:pt x="7795" y="3295"/>
                  </a:lnTo>
                  <a:cubicBezTo>
                    <a:pt x="7739" y="3323"/>
                    <a:pt x="7668" y="3366"/>
                    <a:pt x="7625" y="3351"/>
                  </a:cubicBezTo>
                  <a:cubicBezTo>
                    <a:pt x="7497" y="3295"/>
                    <a:pt x="7412" y="3366"/>
                    <a:pt x="7313" y="3408"/>
                  </a:cubicBezTo>
                  <a:cubicBezTo>
                    <a:pt x="7298" y="3422"/>
                    <a:pt x="7284" y="3451"/>
                    <a:pt x="7298" y="3479"/>
                  </a:cubicBezTo>
                  <a:lnTo>
                    <a:pt x="7270" y="3465"/>
                  </a:lnTo>
                  <a:lnTo>
                    <a:pt x="7227" y="3493"/>
                  </a:lnTo>
                  <a:lnTo>
                    <a:pt x="7128" y="3493"/>
                  </a:lnTo>
                  <a:lnTo>
                    <a:pt x="7128" y="3593"/>
                  </a:lnTo>
                  <a:cubicBezTo>
                    <a:pt x="7029" y="3650"/>
                    <a:pt x="6901" y="3678"/>
                    <a:pt x="6844" y="3777"/>
                  </a:cubicBezTo>
                  <a:cubicBezTo>
                    <a:pt x="6702" y="3863"/>
                    <a:pt x="6532" y="3891"/>
                    <a:pt x="6461" y="4047"/>
                  </a:cubicBezTo>
                  <a:cubicBezTo>
                    <a:pt x="6376" y="4061"/>
                    <a:pt x="6319" y="4104"/>
                    <a:pt x="6276" y="4161"/>
                  </a:cubicBezTo>
                  <a:lnTo>
                    <a:pt x="6276" y="4161"/>
                  </a:lnTo>
                  <a:cubicBezTo>
                    <a:pt x="6063" y="4175"/>
                    <a:pt x="5964" y="4359"/>
                    <a:pt x="5808" y="4445"/>
                  </a:cubicBezTo>
                  <a:lnTo>
                    <a:pt x="5722" y="4516"/>
                  </a:lnTo>
                  <a:lnTo>
                    <a:pt x="5722" y="4516"/>
                  </a:lnTo>
                  <a:cubicBezTo>
                    <a:pt x="5651" y="4487"/>
                    <a:pt x="5580" y="4501"/>
                    <a:pt x="5524" y="4558"/>
                  </a:cubicBezTo>
                  <a:lnTo>
                    <a:pt x="5524" y="4558"/>
                  </a:lnTo>
                  <a:cubicBezTo>
                    <a:pt x="5495" y="4587"/>
                    <a:pt x="5453" y="4615"/>
                    <a:pt x="5424" y="4643"/>
                  </a:cubicBezTo>
                  <a:cubicBezTo>
                    <a:pt x="5396" y="4643"/>
                    <a:pt x="5368" y="4643"/>
                    <a:pt x="5339" y="4643"/>
                  </a:cubicBezTo>
                  <a:cubicBezTo>
                    <a:pt x="5240" y="4700"/>
                    <a:pt x="5140" y="4757"/>
                    <a:pt x="5041" y="4828"/>
                  </a:cubicBezTo>
                  <a:lnTo>
                    <a:pt x="5041" y="4828"/>
                  </a:lnTo>
                  <a:cubicBezTo>
                    <a:pt x="5013" y="4856"/>
                    <a:pt x="4984" y="4899"/>
                    <a:pt x="4942" y="4927"/>
                  </a:cubicBezTo>
                  <a:lnTo>
                    <a:pt x="4942" y="4927"/>
                  </a:lnTo>
                  <a:cubicBezTo>
                    <a:pt x="4899" y="5069"/>
                    <a:pt x="4785" y="5197"/>
                    <a:pt x="4629" y="5240"/>
                  </a:cubicBezTo>
                  <a:cubicBezTo>
                    <a:pt x="4516" y="5254"/>
                    <a:pt x="4487" y="5382"/>
                    <a:pt x="4473" y="5495"/>
                  </a:cubicBezTo>
                  <a:lnTo>
                    <a:pt x="4374" y="5595"/>
                  </a:lnTo>
                  <a:cubicBezTo>
                    <a:pt x="4217" y="5708"/>
                    <a:pt x="4076" y="5864"/>
                    <a:pt x="3976" y="6049"/>
                  </a:cubicBezTo>
                  <a:cubicBezTo>
                    <a:pt x="3863" y="6077"/>
                    <a:pt x="3763" y="6106"/>
                    <a:pt x="3749" y="6248"/>
                  </a:cubicBezTo>
                  <a:cubicBezTo>
                    <a:pt x="3749" y="6376"/>
                    <a:pt x="3664" y="6347"/>
                    <a:pt x="3579" y="6347"/>
                  </a:cubicBezTo>
                  <a:cubicBezTo>
                    <a:pt x="3508" y="6333"/>
                    <a:pt x="3465" y="6305"/>
                    <a:pt x="3408" y="6305"/>
                  </a:cubicBezTo>
                  <a:cubicBezTo>
                    <a:pt x="3408" y="6305"/>
                    <a:pt x="3380" y="6347"/>
                    <a:pt x="3380" y="6376"/>
                  </a:cubicBezTo>
                  <a:cubicBezTo>
                    <a:pt x="3394" y="6404"/>
                    <a:pt x="3408" y="6418"/>
                    <a:pt x="3437" y="6432"/>
                  </a:cubicBezTo>
                  <a:cubicBezTo>
                    <a:pt x="3522" y="6461"/>
                    <a:pt x="3607" y="6489"/>
                    <a:pt x="3607" y="6574"/>
                  </a:cubicBezTo>
                  <a:cubicBezTo>
                    <a:pt x="3607" y="6674"/>
                    <a:pt x="3536" y="6716"/>
                    <a:pt x="3465" y="6759"/>
                  </a:cubicBezTo>
                  <a:cubicBezTo>
                    <a:pt x="3394" y="6802"/>
                    <a:pt x="3309" y="6873"/>
                    <a:pt x="3238" y="6929"/>
                  </a:cubicBezTo>
                  <a:cubicBezTo>
                    <a:pt x="3167" y="6901"/>
                    <a:pt x="3096" y="6887"/>
                    <a:pt x="3025" y="6901"/>
                  </a:cubicBezTo>
                  <a:cubicBezTo>
                    <a:pt x="2897" y="6915"/>
                    <a:pt x="2783" y="6929"/>
                    <a:pt x="2670" y="6929"/>
                  </a:cubicBezTo>
                  <a:lnTo>
                    <a:pt x="2670" y="6929"/>
                  </a:lnTo>
                  <a:cubicBezTo>
                    <a:pt x="2642" y="6972"/>
                    <a:pt x="2599" y="7000"/>
                    <a:pt x="2571" y="7029"/>
                  </a:cubicBezTo>
                  <a:cubicBezTo>
                    <a:pt x="2542" y="7114"/>
                    <a:pt x="2471" y="7185"/>
                    <a:pt x="2386" y="7213"/>
                  </a:cubicBezTo>
                  <a:cubicBezTo>
                    <a:pt x="2358" y="7171"/>
                    <a:pt x="2315" y="7171"/>
                    <a:pt x="2287" y="7213"/>
                  </a:cubicBezTo>
                  <a:lnTo>
                    <a:pt x="2187" y="7298"/>
                  </a:lnTo>
                  <a:cubicBezTo>
                    <a:pt x="2187" y="7298"/>
                    <a:pt x="2173" y="7313"/>
                    <a:pt x="2173" y="7341"/>
                  </a:cubicBezTo>
                  <a:cubicBezTo>
                    <a:pt x="2159" y="7355"/>
                    <a:pt x="2173" y="7384"/>
                    <a:pt x="2187" y="7398"/>
                  </a:cubicBezTo>
                  <a:cubicBezTo>
                    <a:pt x="2315" y="7398"/>
                    <a:pt x="2400" y="7469"/>
                    <a:pt x="2372" y="7597"/>
                  </a:cubicBezTo>
                  <a:cubicBezTo>
                    <a:pt x="2343" y="7739"/>
                    <a:pt x="2358" y="7781"/>
                    <a:pt x="2485" y="7781"/>
                  </a:cubicBezTo>
                  <a:cubicBezTo>
                    <a:pt x="2542" y="7810"/>
                    <a:pt x="2613" y="7781"/>
                    <a:pt x="2670" y="7810"/>
                  </a:cubicBezTo>
                  <a:cubicBezTo>
                    <a:pt x="2656" y="7866"/>
                    <a:pt x="2642" y="7937"/>
                    <a:pt x="2556" y="7952"/>
                  </a:cubicBezTo>
                  <a:cubicBezTo>
                    <a:pt x="2471" y="7966"/>
                    <a:pt x="2400" y="7980"/>
                    <a:pt x="2329" y="8008"/>
                  </a:cubicBezTo>
                  <a:cubicBezTo>
                    <a:pt x="2272" y="8023"/>
                    <a:pt x="2244" y="8065"/>
                    <a:pt x="2272" y="8122"/>
                  </a:cubicBezTo>
                  <a:cubicBezTo>
                    <a:pt x="2187" y="8136"/>
                    <a:pt x="2102" y="8221"/>
                    <a:pt x="2003" y="8150"/>
                  </a:cubicBezTo>
                  <a:lnTo>
                    <a:pt x="1917" y="8150"/>
                  </a:lnTo>
                  <a:cubicBezTo>
                    <a:pt x="1861" y="8108"/>
                    <a:pt x="1775" y="8108"/>
                    <a:pt x="1719" y="8150"/>
                  </a:cubicBezTo>
                  <a:lnTo>
                    <a:pt x="1719" y="8150"/>
                  </a:lnTo>
                  <a:cubicBezTo>
                    <a:pt x="1690" y="8193"/>
                    <a:pt x="1662" y="8221"/>
                    <a:pt x="1633" y="8250"/>
                  </a:cubicBezTo>
                  <a:lnTo>
                    <a:pt x="1633" y="8349"/>
                  </a:lnTo>
                  <a:cubicBezTo>
                    <a:pt x="1633" y="8349"/>
                    <a:pt x="1619" y="8363"/>
                    <a:pt x="1605" y="8378"/>
                  </a:cubicBezTo>
                  <a:cubicBezTo>
                    <a:pt x="1605" y="8406"/>
                    <a:pt x="1605" y="8434"/>
                    <a:pt x="1633" y="8448"/>
                  </a:cubicBezTo>
                  <a:lnTo>
                    <a:pt x="1633" y="8448"/>
                  </a:lnTo>
                  <a:cubicBezTo>
                    <a:pt x="1861" y="8505"/>
                    <a:pt x="1690" y="8562"/>
                    <a:pt x="1633" y="8633"/>
                  </a:cubicBezTo>
                  <a:lnTo>
                    <a:pt x="1534" y="8732"/>
                  </a:lnTo>
                  <a:cubicBezTo>
                    <a:pt x="1534" y="8732"/>
                    <a:pt x="1520" y="8747"/>
                    <a:pt x="1506" y="8761"/>
                  </a:cubicBezTo>
                  <a:cubicBezTo>
                    <a:pt x="1506" y="8789"/>
                    <a:pt x="1506" y="8803"/>
                    <a:pt x="1534" y="8818"/>
                  </a:cubicBezTo>
                  <a:lnTo>
                    <a:pt x="1633" y="8917"/>
                  </a:lnTo>
                  <a:cubicBezTo>
                    <a:pt x="1591" y="8945"/>
                    <a:pt x="1562" y="8988"/>
                    <a:pt x="1534" y="9016"/>
                  </a:cubicBezTo>
                  <a:lnTo>
                    <a:pt x="1435" y="9016"/>
                  </a:lnTo>
                  <a:cubicBezTo>
                    <a:pt x="1420" y="9031"/>
                    <a:pt x="1406" y="9073"/>
                    <a:pt x="1406" y="9102"/>
                  </a:cubicBezTo>
                  <a:cubicBezTo>
                    <a:pt x="1420" y="9116"/>
                    <a:pt x="1420" y="9130"/>
                    <a:pt x="1435" y="9144"/>
                  </a:cubicBezTo>
                  <a:lnTo>
                    <a:pt x="1435" y="9201"/>
                  </a:lnTo>
                  <a:lnTo>
                    <a:pt x="1477" y="9201"/>
                  </a:lnTo>
                  <a:lnTo>
                    <a:pt x="1491" y="9229"/>
                  </a:lnTo>
                  <a:cubicBezTo>
                    <a:pt x="1477" y="9244"/>
                    <a:pt x="1449" y="9272"/>
                    <a:pt x="1435" y="9300"/>
                  </a:cubicBezTo>
                  <a:lnTo>
                    <a:pt x="1435" y="9386"/>
                  </a:lnTo>
                  <a:cubicBezTo>
                    <a:pt x="1349" y="9329"/>
                    <a:pt x="1236" y="9329"/>
                    <a:pt x="1151" y="9386"/>
                  </a:cubicBezTo>
                  <a:cubicBezTo>
                    <a:pt x="1293" y="9499"/>
                    <a:pt x="1293" y="9499"/>
                    <a:pt x="1435" y="9386"/>
                  </a:cubicBezTo>
                  <a:lnTo>
                    <a:pt x="1506" y="9386"/>
                  </a:lnTo>
                  <a:lnTo>
                    <a:pt x="1506" y="9386"/>
                  </a:lnTo>
                  <a:cubicBezTo>
                    <a:pt x="1491" y="9400"/>
                    <a:pt x="1491" y="9428"/>
                    <a:pt x="1506" y="9442"/>
                  </a:cubicBezTo>
                  <a:cubicBezTo>
                    <a:pt x="1392" y="9627"/>
                    <a:pt x="1307" y="9826"/>
                    <a:pt x="1051" y="9868"/>
                  </a:cubicBezTo>
                  <a:lnTo>
                    <a:pt x="1051" y="9868"/>
                  </a:lnTo>
                  <a:cubicBezTo>
                    <a:pt x="1023" y="9897"/>
                    <a:pt x="995" y="9925"/>
                    <a:pt x="966" y="9968"/>
                  </a:cubicBezTo>
                  <a:cubicBezTo>
                    <a:pt x="966" y="9996"/>
                    <a:pt x="966" y="10024"/>
                    <a:pt x="966" y="10053"/>
                  </a:cubicBezTo>
                  <a:cubicBezTo>
                    <a:pt x="966" y="10053"/>
                    <a:pt x="952" y="10067"/>
                    <a:pt x="938" y="10081"/>
                  </a:cubicBezTo>
                  <a:cubicBezTo>
                    <a:pt x="938" y="10110"/>
                    <a:pt x="938" y="10138"/>
                    <a:pt x="966" y="10152"/>
                  </a:cubicBezTo>
                  <a:cubicBezTo>
                    <a:pt x="966" y="10152"/>
                    <a:pt x="980" y="10152"/>
                    <a:pt x="980" y="10181"/>
                  </a:cubicBezTo>
                  <a:cubicBezTo>
                    <a:pt x="995" y="10209"/>
                    <a:pt x="980" y="10223"/>
                    <a:pt x="966" y="10237"/>
                  </a:cubicBezTo>
                  <a:lnTo>
                    <a:pt x="966" y="10237"/>
                  </a:lnTo>
                  <a:cubicBezTo>
                    <a:pt x="853" y="10308"/>
                    <a:pt x="924" y="10450"/>
                    <a:pt x="867" y="10536"/>
                  </a:cubicBezTo>
                  <a:lnTo>
                    <a:pt x="867" y="10536"/>
                  </a:lnTo>
                  <a:lnTo>
                    <a:pt x="782" y="10621"/>
                  </a:lnTo>
                  <a:lnTo>
                    <a:pt x="682" y="10720"/>
                  </a:lnTo>
                  <a:cubicBezTo>
                    <a:pt x="682" y="10720"/>
                    <a:pt x="668" y="10734"/>
                    <a:pt x="654" y="10749"/>
                  </a:cubicBezTo>
                  <a:cubicBezTo>
                    <a:pt x="654" y="10777"/>
                    <a:pt x="654" y="10805"/>
                    <a:pt x="682" y="10820"/>
                  </a:cubicBezTo>
                  <a:lnTo>
                    <a:pt x="867" y="10820"/>
                  </a:lnTo>
                  <a:cubicBezTo>
                    <a:pt x="980" y="10763"/>
                    <a:pt x="1108" y="10749"/>
                    <a:pt x="1222" y="10734"/>
                  </a:cubicBezTo>
                  <a:cubicBezTo>
                    <a:pt x="1207" y="10749"/>
                    <a:pt x="1193" y="10749"/>
                    <a:pt x="1193" y="10763"/>
                  </a:cubicBezTo>
                  <a:lnTo>
                    <a:pt x="1151" y="10763"/>
                  </a:lnTo>
                  <a:cubicBezTo>
                    <a:pt x="1066" y="10763"/>
                    <a:pt x="995" y="10834"/>
                    <a:pt x="966" y="10905"/>
                  </a:cubicBezTo>
                  <a:lnTo>
                    <a:pt x="966" y="11004"/>
                  </a:lnTo>
                  <a:cubicBezTo>
                    <a:pt x="924" y="11018"/>
                    <a:pt x="881" y="11061"/>
                    <a:pt x="838" y="11047"/>
                  </a:cubicBezTo>
                  <a:cubicBezTo>
                    <a:pt x="611" y="10976"/>
                    <a:pt x="498" y="11118"/>
                    <a:pt x="398" y="11288"/>
                  </a:cubicBezTo>
                  <a:cubicBezTo>
                    <a:pt x="498" y="11345"/>
                    <a:pt x="611" y="11373"/>
                    <a:pt x="725" y="11373"/>
                  </a:cubicBezTo>
                  <a:cubicBezTo>
                    <a:pt x="696" y="11473"/>
                    <a:pt x="782" y="11586"/>
                    <a:pt x="696" y="11671"/>
                  </a:cubicBezTo>
                  <a:lnTo>
                    <a:pt x="696" y="11671"/>
                  </a:lnTo>
                  <a:cubicBezTo>
                    <a:pt x="654" y="11700"/>
                    <a:pt x="625" y="11742"/>
                    <a:pt x="597" y="11771"/>
                  </a:cubicBezTo>
                  <a:lnTo>
                    <a:pt x="597" y="11771"/>
                  </a:lnTo>
                  <a:cubicBezTo>
                    <a:pt x="512" y="11856"/>
                    <a:pt x="384" y="11771"/>
                    <a:pt x="313" y="11856"/>
                  </a:cubicBezTo>
                  <a:cubicBezTo>
                    <a:pt x="299" y="11998"/>
                    <a:pt x="327" y="12126"/>
                    <a:pt x="412" y="12239"/>
                  </a:cubicBezTo>
                  <a:lnTo>
                    <a:pt x="412" y="12239"/>
                  </a:lnTo>
                  <a:cubicBezTo>
                    <a:pt x="455" y="12296"/>
                    <a:pt x="512" y="12353"/>
                    <a:pt x="583" y="12381"/>
                  </a:cubicBezTo>
                  <a:cubicBezTo>
                    <a:pt x="554" y="12452"/>
                    <a:pt x="540" y="12523"/>
                    <a:pt x="668" y="12538"/>
                  </a:cubicBezTo>
                  <a:cubicBezTo>
                    <a:pt x="711" y="12538"/>
                    <a:pt x="739" y="12594"/>
                    <a:pt x="782" y="12623"/>
                  </a:cubicBezTo>
                  <a:lnTo>
                    <a:pt x="725" y="12623"/>
                  </a:lnTo>
                  <a:cubicBezTo>
                    <a:pt x="540" y="12609"/>
                    <a:pt x="398" y="12637"/>
                    <a:pt x="398" y="12878"/>
                  </a:cubicBezTo>
                  <a:cubicBezTo>
                    <a:pt x="398" y="12963"/>
                    <a:pt x="313" y="12992"/>
                    <a:pt x="228" y="13020"/>
                  </a:cubicBezTo>
                  <a:cubicBezTo>
                    <a:pt x="228" y="13034"/>
                    <a:pt x="228" y="13063"/>
                    <a:pt x="228" y="13091"/>
                  </a:cubicBezTo>
                  <a:cubicBezTo>
                    <a:pt x="469" y="13034"/>
                    <a:pt x="526" y="13290"/>
                    <a:pt x="668" y="13389"/>
                  </a:cubicBezTo>
                  <a:cubicBezTo>
                    <a:pt x="682" y="13389"/>
                    <a:pt x="696" y="13432"/>
                    <a:pt x="696" y="13446"/>
                  </a:cubicBezTo>
                  <a:cubicBezTo>
                    <a:pt x="611" y="13517"/>
                    <a:pt x="483" y="13432"/>
                    <a:pt x="398" y="13531"/>
                  </a:cubicBezTo>
                  <a:cubicBezTo>
                    <a:pt x="455" y="13617"/>
                    <a:pt x="640" y="13531"/>
                    <a:pt x="625" y="13659"/>
                  </a:cubicBezTo>
                  <a:cubicBezTo>
                    <a:pt x="583" y="13801"/>
                    <a:pt x="583" y="13943"/>
                    <a:pt x="625" y="14085"/>
                  </a:cubicBezTo>
                  <a:cubicBezTo>
                    <a:pt x="625" y="14128"/>
                    <a:pt x="597" y="14170"/>
                    <a:pt x="569" y="14213"/>
                  </a:cubicBezTo>
                  <a:cubicBezTo>
                    <a:pt x="526" y="14241"/>
                    <a:pt x="483" y="14199"/>
                    <a:pt x="455" y="14170"/>
                  </a:cubicBezTo>
                  <a:cubicBezTo>
                    <a:pt x="313" y="14099"/>
                    <a:pt x="270" y="14114"/>
                    <a:pt x="285" y="14241"/>
                  </a:cubicBezTo>
                  <a:cubicBezTo>
                    <a:pt x="327" y="14497"/>
                    <a:pt x="214" y="14752"/>
                    <a:pt x="228" y="15022"/>
                  </a:cubicBezTo>
                  <a:lnTo>
                    <a:pt x="228" y="15022"/>
                  </a:lnTo>
                  <a:cubicBezTo>
                    <a:pt x="171" y="15079"/>
                    <a:pt x="143" y="15178"/>
                    <a:pt x="157" y="15278"/>
                  </a:cubicBezTo>
                  <a:lnTo>
                    <a:pt x="157" y="15604"/>
                  </a:lnTo>
                  <a:lnTo>
                    <a:pt x="242" y="15604"/>
                  </a:lnTo>
                  <a:lnTo>
                    <a:pt x="270" y="15576"/>
                  </a:lnTo>
                  <a:lnTo>
                    <a:pt x="270" y="15576"/>
                  </a:lnTo>
                  <a:lnTo>
                    <a:pt x="242" y="15590"/>
                  </a:lnTo>
                  <a:lnTo>
                    <a:pt x="157" y="15689"/>
                  </a:lnTo>
                  <a:lnTo>
                    <a:pt x="157" y="15775"/>
                  </a:lnTo>
                  <a:cubicBezTo>
                    <a:pt x="128" y="15789"/>
                    <a:pt x="100" y="15789"/>
                    <a:pt x="86" y="15789"/>
                  </a:cubicBezTo>
                  <a:cubicBezTo>
                    <a:pt x="57" y="16030"/>
                    <a:pt x="57" y="16030"/>
                    <a:pt x="256" y="15973"/>
                  </a:cubicBezTo>
                  <a:cubicBezTo>
                    <a:pt x="285" y="16002"/>
                    <a:pt x="327" y="16059"/>
                    <a:pt x="327" y="16073"/>
                  </a:cubicBezTo>
                  <a:cubicBezTo>
                    <a:pt x="270" y="16229"/>
                    <a:pt x="270" y="16428"/>
                    <a:pt x="72" y="16499"/>
                  </a:cubicBezTo>
                  <a:cubicBezTo>
                    <a:pt x="43" y="16513"/>
                    <a:pt x="29" y="16541"/>
                    <a:pt x="15" y="16570"/>
                  </a:cubicBezTo>
                  <a:cubicBezTo>
                    <a:pt x="1" y="16598"/>
                    <a:pt x="1" y="16627"/>
                    <a:pt x="15" y="16655"/>
                  </a:cubicBezTo>
                  <a:cubicBezTo>
                    <a:pt x="43" y="16698"/>
                    <a:pt x="100" y="16712"/>
                    <a:pt x="143" y="16683"/>
                  </a:cubicBezTo>
                  <a:cubicBezTo>
                    <a:pt x="185" y="16655"/>
                    <a:pt x="214" y="16627"/>
                    <a:pt x="242" y="16598"/>
                  </a:cubicBezTo>
                  <a:cubicBezTo>
                    <a:pt x="341" y="16470"/>
                    <a:pt x="455" y="16485"/>
                    <a:pt x="569" y="16556"/>
                  </a:cubicBezTo>
                  <a:cubicBezTo>
                    <a:pt x="625" y="16584"/>
                    <a:pt x="682" y="16598"/>
                    <a:pt x="739" y="16627"/>
                  </a:cubicBezTo>
                  <a:lnTo>
                    <a:pt x="739" y="16627"/>
                  </a:lnTo>
                  <a:lnTo>
                    <a:pt x="824" y="16698"/>
                  </a:lnTo>
                  <a:lnTo>
                    <a:pt x="838" y="16698"/>
                  </a:lnTo>
                  <a:lnTo>
                    <a:pt x="838" y="16698"/>
                  </a:lnTo>
                  <a:cubicBezTo>
                    <a:pt x="824" y="16769"/>
                    <a:pt x="753" y="16797"/>
                    <a:pt x="696" y="16783"/>
                  </a:cubicBezTo>
                  <a:cubicBezTo>
                    <a:pt x="597" y="16769"/>
                    <a:pt x="512" y="16740"/>
                    <a:pt x="427" y="16726"/>
                  </a:cubicBezTo>
                  <a:cubicBezTo>
                    <a:pt x="370" y="16726"/>
                    <a:pt x="327" y="16754"/>
                    <a:pt x="299" y="16783"/>
                  </a:cubicBezTo>
                  <a:cubicBezTo>
                    <a:pt x="299" y="16825"/>
                    <a:pt x="299" y="16882"/>
                    <a:pt x="313" y="16925"/>
                  </a:cubicBezTo>
                  <a:cubicBezTo>
                    <a:pt x="356" y="17053"/>
                    <a:pt x="512" y="17109"/>
                    <a:pt x="540" y="17280"/>
                  </a:cubicBezTo>
                  <a:cubicBezTo>
                    <a:pt x="583" y="17450"/>
                    <a:pt x="341" y="17507"/>
                    <a:pt x="370" y="17677"/>
                  </a:cubicBezTo>
                  <a:cubicBezTo>
                    <a:pt x="540" y="17805"/>
                    <a:pt x="554" y="17833"/>
                    <a:pt x="469" y="17975"/>
                  </a:cubicBezTo>
                  <a:cubicBezTo>
                    <a:pt x="512" y="18259"/>
                    <a:pt x="654" y="18529"/>
                    <a:pt x="867" y="18728"/>
                  </a:cubicBezTo>
                  <a:cubicBezTo>
                    <a:pt x="980" y="18841"/>
                    <a:pt x="895" y="18813"/>
                    <a:pt x="838" y="18841"/>
                  </a:cubicBezTo>
                  <a:cubicBezTo>
                    <a:pt x="782" y="18870"/>
                    <a:pt x="696" y="18983"/>
                    <a:pt x="782" y="19026"/>
                  </a:cubicBezTo>
                  <a:cubicBezTo>
                    <a:pt x="909" y="19097"/>
                    <a:pt x="952" y="19168"/>
                    <a:pt x="881" y="19310"/>
                  </a:cubicBezTo>
                  <a:cubicBezTo>
                    <a:pt x="853" y="19367"/>
                    <a:pt x="796" y="19452"/>
                    <a:pt x="810" y="19523"/>
                  </a:cubicBezTo>
                  <a:cubicBezTo>
                    <a:pt x="824" y="19580"/>
                    <a:pt x="938" y="19566"/>
                    <a:pt x="1009" y="19594"/>
                  </a:cubicBezTo>
                  <a:cubicBezTo>
                    <a:pt x="1080" y="19608"/>
                    <a:pt x="1066" y="19693"/>
                    <a:pt x="1066" y="19750"/>
                  </a:cubicBezTo>
                  <a:cubicBezTo>
                    <a:pt x="1066" y="19892"/>
                    <a:pt x="1108" y="19992"/>
                    <a:pt x="1264" y="20006"/>
                  </a:cubicBezTo>
                  <a:cubicBezTo>
                    <a:pt x="1293" y="20006"/>
                    <a:pt x="1307" y="20048"/>
                    <a:pt x="1321" y="20062"/>
                  </a:cubicBezTo>
                  <a:cubicBezTo>
                    <a:pt x="1307" y="20105"/>
                    <a:pt x="1278" y="20148"/>
                    <a:pt x="1264" y="20190"/>
                  </a:cubicBezTo>
                  <a:cubicBezTo>
                    <a:pt x="1236" y="20304"/>
                    <a:pt x="1264" y="20346"/>
                    <a:pt x="1378" y="20332"/>
                  </a:cubicBezTo>
                  <a:cubicBezTo>
                    <a:pt x="1420" y="20332"/>
                    <a:pt x="1477" y="20247"/>
                    <a:pt x="1534" y="20346"/>
                  </a:cubicBezTo>
                  <a:cubicBezTo>
                    <a:pt x="1378" y="20517"/>
                    <a:pt x="1236" y="20687"/>
                    <a:pt x="1406" y="20929"/>
                  </a:cubicBezTo>
                  <a:cubicBezTo>
                    <a:pt x="1463" y="21000"/>
                    <a:pt x="1307" y="21099"/>
                    <a:pt x="1420" y="21170"/>
                  </a:cubicBezTo>
                  <a:cubicBezTo>
                    <a:pt x="1534" y="21170"/>
                    <a:pt x="1591" y="21028"/>
                    <a:pt x="1719" y="21056"/>
                  </a:cubicBezTo>
                  <a:cubicBezTo>
                    <a:pt x="1818" y="21198"/>
                    <a:pt x="1861" y="21383"/>
                    <a:pt x="1832" y="21567"/>
                  </a:cubicBezTo>
                  <a:cubicBezTo>
                    <a:pt x="1832" y="21624"/>
                    <a:pt x="1875" y="21638"/>
                    <a:pt x="1889" y="21681"/>
                  </a:cubicBezTo>
                  <a:cubicBezTo>
                    <a:pt x="1946" y="21795"/>
                    <a:pt x="1988" y="21908"/>
                    <a:pt x="2017" y="22036"/>
                  </a:cubicBezTo>
                  <a:cubicBezTo>
                    <a:pt x="2045" y="22079"/>
                    <a:pt x="1974" y="22164"/>
                    <a:pt x="2059" y="22192"/>
                  </a:cubicBezTo>
                  <a:cubicBezTo>
                    <a:pt x="2130" y="22192"/>
                    <a:pt x="2187" y="22178"/>
                    <a:pt x="2244" y="22164"/>
                  </a:cubicBezTo>
                  <a:cubicBezTo>
                    <a:pt x="2201" y="22490"/>
                    <a:pt x="2201" y="22490"/>
                    <a:pt x="2429" y="22746"/>
                  </a:cubicBezTo>
                  <a:cubicBezTo>
                    <a:pt x="2514" y="22860"/>
                    <a:pt x="2627" y="22973"/>
                    <a:pt x="2755" y="23044"/>
                  </a:cubicBezTo>
                  <a:cubicBezTo>
                    <a:pt x="2911" y="23129"/>
                    <a:pt x="3011" y="23285"/>
                    <a:pt x="3011" y="23456"/>
                  </a:cubicBezTo>
                  <a:cubicBezTo>
                    <a:pt x="3011" y="23697"/>
                    <a:pt x="3124" y="23924"/>
                    <a:pt x="3309" y="24081"/>
                  </a:cubicBezTo>
                  <a:cubicBezTo>
                    <a:pt x="3493" y="24223"/>
                    <a:pt x="3635" y="24407"/>
                    <a:pt x="3749" y="24620"/>
                  </a:cubicBezTo>
                  <a:cubicBezTo>
                    <a:pt x="3806" y="24734"/>
                    <a:pt x="3820" y="24833"/>
                    <a:pt x="3962" y="24876"/>
                  </a:cubicBezTo>
                  <a:cubicBezTo>
                    <a:pt x="4047" y="24890"/>
                    <a:pt x="4104" y="24975"/>
                    <a:pt x="4189" y="25032"/>
                  </a:cubicBezTo>
                  <a:cubicBezTo>
                    <a:pt x="4345" y="25145"/>
                    <a:pt x="4161" y="25358"/>
                    <a:pt x="4260" y="25401"/>
                  </a:cubicBezTo>
                  <a:cubicBezTo>
                    <a:pt x="4345" y="25444"/>
                    <a:pt x="4530" y="25373"/>
                    <a:pt x="4558" y="25571"/>
                  </a:cubicBezTo>
                  <a:cubicBezTo>
                    <a:pt x="4587" y="25671"/>
                    <a:pt x="4643" y="25756"/>
                    <a:pt x="4743" y="25784"/>
                  </a:cubicBezTo>
                  <a:cubicBezTo>
                    <a:pt x="4743" y="25898"/>
                    <a:pt x="4842" y="25983"/>
                    <a:pt x="4814" y="26097"/>
                  </a:cubicBezTo>
                  <a:cubicBezTo>
                    <a:pt x="4814" y="26139"/>
                    <a:pt x="4856" y="26210"/>
                    <a:pt x="4871" y="26210"/>
                  </a:cubicBezTo>
                  <a:cubicBezTo>
                    <a:pt x="5084" y="26196"/>
                    <a:pt x="5055" y="26437"/>
                    <a:pt x="5169" y="26494"/>
                  </a:cubicBezTo>
                  <a:cubicBezTo>
                    <a:pt x="5311" y="26565"/>
                    <a:pt x="5410" y="26693"/>
                    <a:pt x="5481" y="26821"/>
                  </a:cubicBezTo>
                  <a:cubicBezTo>
                    <a:pt x="5552" y="26934"/>
                    <a:pt x="5623" y="27020"/>
                    <a:pt x="5708" y="27119"/>
                  </a:cubicBezTo>
                  <a:cubicBezTo>
                    <a:pt x="5737" y="27204"/>
                    <a:pt x="5808" y="27275"/>
                    <a:pt x="5907" y="27289"/>
                  </a:cubicBezTo>
                  <a:lnTo>
                    <a:pt x="5907" y="27488"/>
                  </a:lnTo>
                  <a:cubicBezTo>
                    <a:pt x="5964" y="27531"/>
                    <a:pt x="5992" y="27602"/>
                    <a:pt x="5978" y="27687"/>
                  </a:cubicBezTo>
                  <a:cubicBezTo>
                    <a:pt x="5978" y="27758"/>
                    <a:pt x="6021" y="27829"/>
                    <a:pt x="6092" y="27871"/>
                  </a:cubicBezTo>
                  <a:cubicBezTo>
                    <a:pt x="6120" y="27815"/>
                    <a:pt x="6148" y="27729"/>
                    <a:pt x="6234" y="27758"/>
                  </a:cubicBezTo>
                  <a:cubicBezTo>
                    <a:pt x="6262" y="27758"/>
                    <a:pt x="6262" y="27829"/>
                    <a:pt x="6276" y="27871"/>
                  </a:cubicBezTo>
                  <a:cubicBezTo>
                    <a:pt x="6305" y="27871"/>
                    <a:pt x="6319" y="27871"/>
                    <a:pt x="6347" y="27871"/>
                  </a:cubicBezTo>
                  <a:lnTo>
                    <a:pt x="6347" y="27871"/>
                  </a:lnTo>
                  <a:cubicBezTo>
                    <a:pt x="6361" y="27999"/>
                    <a:pt x="6234" y="28113"/>
                    <a:pt x="6276" y="28255"/>
                  </a:cubicBezTo>
                  <a:lnTo>
                    <a:pt x="6276" y="28255"/>
                  </a:lnTo>
                  <a:cubicBezTo>
                    <a:pt x="6333" y="28312"/>
                    <a:pt x="6418" y="28283"/>
                    <a:pt x="6475" y="28340"/>
                  </a:cubicBezTo>
                  <a:lnTo>
                    <a:pt x="6475" y="28340"/>
                  </a:lnTo>
                  <a:cubicBezTo>
                    <a:pt x="6546" y="28468"/>
                    <a:pt x="6702" y="28510"/>
                    <a:pt x="6759" y="28624"/>
                  </a:cubicBezTo>
                  <a:cubicBezTo>
                    <a:pt x="6787" y="28624"/>
                    <a:pt x="6830" y="28624"/>
                    <a:pt x="6858" y="28624"/>
                  </a:cubicBezTo>
                  <a:cubicBezTo>
                    <a:pt x="6929" y="28681"/>
                    <a:pt x="7029" y="28681"/>
                    <a:pt x="7114" y="28652"/>
                  </a:cubicBezTo>
                  <a:cubicBezTo>
                    <a:pt x="7114" y="28638"/>
                    <a:pt x="7114" y="28624"/>
                    <a:pt x="7114" y="28610"/>
                  </a:cubicBezTo>
                  <a:lnTo>
                    <a:pt x="7142" y="28624"/>
                  </a:lnTo>
                  <a:lnTo>
                    <a:pt x="7142" y="28624"/>
                  </a:lnTo>
                  <a:lnTo>
                    <a:pt x="7142" y="28723"/>
                  </a:lnTo>
                  <a:lnTo>
                    <a:pt x="7227" y="28723"/>
                  </a:lnTo>
                  <a:lnTo>
                    <a:pt x="7227" y="28723"/>
                  </a:lnTo>
                  <a:cubicBezTo>
                    <a:pt x="7242" y="28723"/>
                    <a:pt x="7242" y="28723"/>
                    <a:pt x="7256" y="28738"/>
                  </a:cubicBezTo>
                  <a:lnTo>
                    <a:pt x="7227" y="28738"/>
                  </a:lnTo>
                  <a:cubicBezTo>
                    <a:pt x="7171" y="28823"/>
                    <a:pt x="7171" y="28922"/>
                    <a:pt x="7227" y="29007"/>
                  </a:cubicBezTo>
                  <a:lnTo>
                    <a:pt x="7327" y="29021"/>
                  </a:lnTo>
                  <a:lnTo>
                    <a:pt x="7426" y="28993"/>
                  </a:lnTo>
                  <a:cubicBezTo>
                    <a:pt x="7469" y="29021"/>
                    <a:pt x="7540" y="29036"/>
                    <a:pt x="7540" y="29050"/>
                  </a:cubicBezTo>
                  <a:cubicBezTo>
                    <a:pt x="7568" y="29206"/>
                    <a:pt x="7682" y="29192"/>
                    <a:pt x="7781" y="29206"/>
                  </a:cubicBezTo>
                  <a:lnTo>
                    <a:pt x="7781" y="29206"/>
                  </a:lnTo>
                  <a:cubicBezTo>
                    <a:pt x="7881" y="29462"/>
                    <a:pt x="8179" y="29447"/>
                    <a:pt x="8335" y="29618"/>
                  </a:cubicBezTo>
                  <a:cubicBezTo>
                    <a:pt x="8420" y="29703"/>
                    <a:pt x="8534" y="29675"/>
                    <a:pt x="8647" y="29646"/>
                  </a:cubicBezTo>
                  <a:cubicBezTo>
                    <a:pt x="8747" y="29632"/>
                    <a:pt x="8732" y="29717"/>
                    <a:pt x="8761" y="29760"/>
                  </a:cubicBezTo>
                  <a:cubicBezTo>
                    <a:pt x="8846" y="29902"/>
                    <a:pt x="9002" y="29902"/>
                    <a:pt x="9130" y="29916"/>
                  </a:cubicBezTo>
                  <a:cubicBezTo>
                    <a:pt x="9187" y="29930"/>
                    <a:pt x="9244" y="29831"/>
                    <a:pt x="9315" y="29774"/>
                  </a:cubicBezTo>
                  <a:cubicBezTo>
                    <a:pt x="9315" y="29774"/>
                    <a:pt x="9329" y="29760"/>
                    <a:pt x="9329" y="29760"/>
                  </a:cubicBezTo>
                  <a:lnTo>
                    <a:pt x="9329" y="29760"/>
                  </a:lnTo>
                  <a:lnTo>
                    <a:pt x="9315" y="29774"/>
                  </a:lnTo>
                  <a:cubicBezTo>
                    <a:pt x="9329" y="29873"/>
                    <a:pt x="9315" y="29987"/>
                    <a:pt x="9414" y="30058"/>
                  </a:cubicBezTo>
                  <a:lnTo>
                    <a:pt x="9428" y="30030"/>
                  </a:lnTo>
                  <a:lnTo>
                    <a:pt x="9428" y="30030"/>
                  </a:lnTo>
                  <a:lnTo>
                    <a:pt x="9414" y="30058"/>
                  </a:lnTo>
                  <a:cubicBezTo>
                    <a:pt x="9485" y="30172"/>
                    <a:pt x="9655" y="30186"/>
                    <a:pt x="9712" y="30313"/>
                  </a:cubicBezTo>
                  <a:cubicBezTo>
                    <a:pt x="9741" y="30313"/>
                    <a:pt x="9755" y="30328"/>
                    <a:pt x="9783" y="30328"/>
                  </a:cubicBezTo>
                  <a:cubicBezTo>
                    <a:pt x="9854" y="30285"/>
                    <a:pt x="9939" y="30285"/>
                    <a:pt x="10010" y="30328"/>
                  </a:cubicBezTo>
                  <a:cubicBezTo>
                    <a:pt x="10039" y="30328"/>
                    <a:pt x="10067" y="30342"/>
                    <a:pt x="10081" y="30342"/>
                  </a:cubicBezTo>
                  <a:cubicBezTo>
                    <a:pt x="10592" y="30541"/>
                    <a:pt x="11132" y="30626"/>
                    <a:pt x="11686" y="30569"/>
                  </a:cubicBezTo>
                  <a:cubicBezTo>
                    <a:pt x="11700" y="30569"/>
                    <a:pt x="11714" y="30555"/>
                    <a:pt x="11728" y="30541"/>
                  </a:cubicBezTo>
                  <a:lnTo>
                    <a:pt x="11757" y="30541"/>
                  </a:lnTo>
                  <a:lnTo>
                    <a:pt x="11799" y="30541"/>
                  </a:lnTo>
                  <a:lnTo>
                    <a:pt x="11799" y="30612"/>
                  </a:lnTo>
                  <a:cubicBezTo>
                    <a:pt x="11884" y="30626"/>
                    <a:pt x="11955" y="30612"/>
                    <a:pt x="12026" y="30597"/>
                  </a:cubicBezTo>
                  <a:cubicBezTo>
                    <a:pt x="12140" y="30526"/>
                    <a:pt x="12225" y="30526"/>
                    <a:pt x="12310" y="30640"/>
                  </a:cubicBezTo>
                  <a:cubicBezTo>
                    <a:pt x="12339" y="30683"/>
                    <a:pt x="12410" y="30697"/>
                    <a:pt x="12467" y="30725"/>
                  </a:cubicBezTo>
                  <a:lnTo>
                    <a:pt x="12467" y="30810"/>
                  </a:lnTo>
                  <a:lnTo>
                    <a:pt x="12566" y="30810"/>
                  </a:lnTo>
                  <a:cubicBezTo>
                    <a:pt x="12637" y="30896"/>
                    <a:pt x="12708" y="30981"/>
                    <a:pt x="12850" y="30910"/>
                  </a:cubicBezTo>
                  <a:cubicBezTo>
                    <a:pt x="12949" y="30896"/>
                    <a:pt x="13063" y="30910"/>
                    <a:pt x="13134" y="30810"/>
                  </a:cubicBezTo>
                  <a:cubicBezTo>
                    <a:pt x="13162" y="30796"/>
                    <a:pt x="13191" y="30796"/>
                    <a:pt x="13219" y="30796"/>
                  </a:cubicBezTo>
                  <a:cubicBezTo>
                    <a:pt x="13318" y="30825"/>
                    <a:pt x="13418" y="30910"/>
                    <a:pt x="13517" y="30796"/>
                  </a:cubicBezTo>
                  <a:cubicBezTo>
                    <a:pt x="13560" y="30683"/>
                    <a:pt x="13673" y="30612"/>
                    <a:pt x="13801" y="30626"/>
                  </a:cubicBezTo>
                  <a:cubicBezTo>
                    <a:pt x="13830" y="30683"/>
                    <a:pt x="13886" y="30711"/>
                    <a:pt x="13957" y="30711"/>
                  </a:cubicBezTo>
                  <a:cubicBezTo>
                    <a:pt x="14142" y="30711"/>
                    <a:pt x="14312" y="30825"/>
                    <a:pt x="14511" y="30768"/>
                  </a:cubicBezTo>
                  <a:cubicBezTo>
                    <a:pt x="14625" y="30924"/>
                    <a:pt x="14738" y="30839"/>
                    <a:pt x="14866" y="30768"/>
                  </a:cubicBezTo>
                  <a:cubicBezTo>
                    <a:pt x="15008" y="30711"/>
                    <a:pt x="15164" y="30597"/>
                    <a:pt x="15349" y="30739"/>
                  </a:cubicBezTo>
                  <a:cubicBezTo>
                    <a:pt x="15406" y="30796"/>
                    <a:pt x="15491" y="30697"/>
                    <a:pt x="15519" y="30640"/>
                  </a:cubicBezTo>
                  <a:lnTo>
                    <a:pt x="15519" y="30640"/>
                  </a:lnTo>
                  <a:cubicBezTo>
                    <a:pt x="15548" y="30626"/>
                    <a:pt x="15576" y="30626"/>
                    <a:pt x="15604" y="30597"/>
                  </a:cubicBezTo>
                  <a:cubicBezTo>
                    <a:pt x="15690" y="30583"/>
                    <a:pt x="15775" y="30526"/>
                    <a:pt x="15846" y="30640"/>
                  </a:cubicBezTo>
                  <a:cubicBezTo>
                    <a:pt x="15917" y="30754"/>
                    <a:pt x="16044" y="30825"/>
                    <a:pt x="16186" y="30796"/>
                  </a:cubicBezTo>
                  <a:cubicBezTo>
                    <a:pt x="16243" y="30796"/>
                    <a:pt x="16314" y="30796"/>
                    <a:pt x="16371" y="30810"/>
                  </a:cubicBezTo>
                  <a:cubicBezTo>
                    <a:pt x="16385" y="30796"/>
                    <a:pt x="16414" y="30796"/>
                    <a:pt x="16442" y="30796"/>
                  </a:cubicBezTo>
                  <a:cubicBezTo>
                    <a:pt x="16485" y="30782"/>
                    <a:pt x="16499" y="30739"/>
                    <a:pt x="16485" y="30697"/>
                  </a:cubicBezTo>
                  <a:lnTo>
                    <a:pt x="16598" y="30640"/>
                  </a:lnTo>
                  <a:cubicBezTo>
                    <a:pt x="16598" y="30725"/>
                    <a:pt x="16570" y="30825"/>
                    <a:pt x="16655" y="30896"/>
                  </a:cubicBezTo>
                  <a:lnTo>
                    <a:pt x="16840" y="30896"/>
                  </a:lnTo>
                  <a:cubicBezTo>
                    <a:pt x="16953" y="30810"/>
                    <a:pt x="17109" y="30896"/>
                    <a:pt x="17223" y="30825"/>
                  </a:cubicBezTo>
                  <a:lnTo>
                    <a:pt x="17322" y="30711"/>
                  </a:lnTo>
                  <a:cubicBezTo>
                    <a:pt x="17379" y="30654"/>
                    <a:pt x="17478" y="30683"/>
                    <a:pt x="17521" y="30626"/>
                  </a:cubicBezTo>
                  <a:lnTo>
                    <a:pt x="17706" y="30626"/>
                  </a:lnTo>
                  <a:cubicBezTo>
                    <a:pt x="17805" y="30484"/>
                    <a:pt x="17961" y="30541"/>
                    <a:pt x="18089" y="30512"/>
                  </a:cubicBezTo>
                  <a:cubicBezTo>
                    <a:pt x="18203" y="30484"/>
                    <a:pt x="18274" y="30384"/>
                    <a:pt x="18359" y="30342"/>
                  </a:cubicBezTo>
                  <a:cubicBezTo>
                    <a:pt x="18274" y="30441"/>
                    <a:pt x="18160" y="30541"/>
                    <a:pt x="18288" y="30711"/>
                  </a:cubicBezTo>
                  <a:lnTo>
                    <a:pt x="18316" y="30711"/>
                  </a:lnTo>
                  <a:lnTo>
                    <a:pt x="18359" y="30711"/>
                  </a:lnTo>
                  <a:cubicBezTo>
                    <a:pt x="18416" y="30654"/>
                    <a:pt x="18501" y="30683"/>
                    <a:pt x="18558" y="30612"/>
                  </a:cubicBezTo>
                  <a:lnTo>
                    <a:pt x="18558" y="30612"/>
                  </a:lnTo>
                  <a:cubicBezTo>
                    <a:pt x="18629" y="30512"/>
                    <a:pt x="18770" y="30597"/>
                    <a:pt x="18841" y="30526"/>
                  </a:cubicBezTo>
                  <a:lnTo>
                    <a:pt x="18841" y="30526"/>
                  </a:lnTo>
                  <a:cubicBezTo>
                    <a:pt x="18870" y="30498"/>
                    <a:pt x="18898" y="30470"/>
                    <a:pt x="18941" y="30441"/>
                  </a:cubicBezTo>
                  <a:lnTo>
                    <a:pt x="19211" y="30427"/>
                  </a:lnTo>
                  <a:cubicBezTo>
                    <a:pt x="19253" y="30399"/>
                    <a:pt x="19296" y="30370"/>
                    <a:pt x="19324" y="30328"/>
                  </a:cubicBezTo>
                  <a:lnTo>
                    <a:pt x="19324" y="30328"/>
                  </a:lnTo>
                  <a:cubicBezTo>
                    <a:pt x="19551" y="30228"/>
                    <a:pt x="19892" y="30328"/>
                    <a:pt x="20006" y="30001"/>
                  </a:cubicBezTo>
                  <a:cubicBezTo>
                    <a:pt x="19906" y="30328"/>
                    <a:pt x="19921" y="30328"/>
                    <a:pt x="20176" y="30328"/>
                  </a:cubicBezTo>
                  <a:lnTo>
                    <a:pt x="20176" y="30328"/>
                  </a:lnTo>
                  <a:cubicBezTo>
                    <a:pt x="20204" y="30299"/>
                    <a:pt x="20247" y="30271"/>
                    <a:pt x="20275" y="30243"/>
                  </a:cubicBezTo>
                  <a:lnTo>
                    <a:pt x="20275" y="30243"/>
                  </a:lnTo>
                  <a:cubicBezTo>
                    <a:pt x="20290" y="30200"/>
                    <a:pt x="20346" y="30200"/>
                    <a:pt x="20375" y="30243"/>
                  </a:cubicBezTo>
                  <a:lnTo>
                    <a:pt x="20460" y="30243"/>
                  </a:lnTo>
                  <a:cubicBezTo>
                    <a:pt x="20488" y="30200"/>
                    <a:pt x="20531" y="30172"/>
                    <a:pt x="20559" y="30143"/>
                  </a:cubicBezTo>
                  <a:lnTo>
                    <a:pt x="20559" y="30143"/>
                  </a:lnTo>
                  <a:cubicBezTo>
                    <a:pt x="20630" y="30058"/>
                    <a:pt x="20758" y="30129"/>
                    <a:pt x="20843" y="30044"/>
                  </a:cubicBezTo>
                  <a:cubicBezTo>
                    <a:pt x="20872" y="30015"/>
                    <a:pt x="20900" y="29987"/>
                    <a:pt x="20929" y="29959"/>
                  </a:cubicBezTo>
                  <a:cubicBezTo>
                    <a:pt x="20971" y="29959"/>
                    <a:pt x="21000" y="29959"/>
                    <a:pt x="21028" y="29959"/>
                  </a:cubicBezTo>
                  <a:cubicBezTo>
                    <a:pt x="21056" y="29916"/>
                    <a:pt x="21099" y="29916"/>
                    <a:pt x="21127" y="29959"/>
                  </a:cubicBezTo>
                  <a:lnTo>
                    <a:pt x="21213" y="29959"/>
                  </a:lnTo>
                  <a:cubicBezTo>
                    <a:pt x="21284" y="29902"/>
                    <a:pt x="21213" y="29788"/>
                    <a:pt x="21312" y="29760"/>
                  </a:cubicBezTo>
                  <a:lnTo>
                    <a:pt x="21411" y="29760"/>
                  </a:lnTo>
                  <a:cubicBezTo>
                    <a:pt x="21468" y="29817"/>
                    <a:pt x="21553" y="29817"/>
                    <a:pt x="21596" y="29760"/>
                  </a:cubicBezTo>
                  <a:lnTo>
                    <a:pt x="21596" y="29760"/>
                  </a:lnTo>
                  <a:cubicBezTo>
                    <a:pt x="21624" y="29731"/>
                    <a:pt x="21624" y="29689"/>
                    <a:pt x="21596" y="29675"/>
                  </a:cubicBezTo>
                  <a:lnTo>
                    <a:pt x="21596" y="29575"/>
                  </a:lnTo>
                  <a:cubicBezTo>
                    <a:pt x="21596" y="29575"/>
                    <a:pt x="21582" y="29561"/>
                    <a:pt x="21582" y="29547"/>
                  </a:cubicBezTo>
                  <a:cubicBezTo>
                    <a:pt x="21568" y="29518"/>
                    <a:pt x="21582" y="29504"/>
                    <a:pt x="21596" y="29476"/>
                  </a:cubicBezTo>
                  <a:lnTo>
                    <a:pt x="21695" y="29476"/>
                  </a:lnTo>
                  <a:cubicBezTo>
                    <a:pt x="21752" y="29533"/>
                    <a:pt x="21837" y="29533"/>
                    <a:pt x="21880" y="29476"/>
                  </a:cubicBezTo>
                  <a:cubicBezTo>
                    <a:pt x="21922" y="29447"/>
                    <a:pt x="21951" y="29419"/>
                    <a:pt x="21979" y="29376"/>
                  </a:cubicBezTo>
                  <a:cubicBezTo>
                    <a:pt x="22022" y="29348"/>
                    <a:pt x="22050" y="29320"/>
                    <a:pt x="22079" y="29277"/>
                  </a:cubicBezTo>
                  <a:cubicBezTo>
                    <a:pt x="22121" y="29249"/>
                    <a:pt x="22135" y="29192"/>
                    <a:pt x="22121" y="29135"/>
                  </a:cubicBezTo>
                  <a:cubicBezTo>
                    <a:pt x="22164" y="29149"/>
                    <a:pt x="22235" y="29149"/>
                    <a:pt x="22277" y="29192"/>
                  </a:cubicBezTo>
                  <a:cubicBezTo>
                    <a:pt x="22306" y="29192"/>
                    <a:pt x="22334" y="29192"/>
                    <a:pt x="22363" y="29192"/>
                  </a:cubicBezTo>
                  <a:cubicBezTo>
                    <a:pt x="22391" y="29149"/>
                    <a:pt x="22434" y="29121"/>
                    <a:pt x="22462" y="29092"/>
                  </a:cubicBezTo>
                  <a:cubicBezTo>
                    <a:pt x="22462" y="29064"/>
                    <a:pt x="22462" y="29021"/>
                    <a:pt x="22462" y="28993"/>
                  </a:cubicBezTo>
                  <a:lnTo>
                    <a:pt x="22462" y="28894"/>
                  </a:lnTo>
                  <a:cubicBezTo>
                    <a:pt x="22618" y="28766"/>
                    <a:pt x="22831" y="28709"/>
                    <a:pt x="23030" y="28709"/>
                  </a:cubicBezTo>
                  <a:cubicBezTo>
                    <a:pt x="23243" y="28695"/>
                    <a:pt x="23456" y="28652"/>
                    <a:pt x="23655" y="28553"/>
                  </a:cubicBezTo>
                  <a:cubicBezTo>
                    <a:pt x="23811" y="28312"/>
                    <a:pt x="24109" y="28411"/>
                    <a:pt x="24294" y="28255"/>
                  </a:cubicBezTo>
                  <a:cubicBezTo>
                    <a:pt x="24577" y="28312"/>
                    <a:pt x="24776" y="28127"/>
                    <a:pt x="24961" y="27971"/>
                  </a:cubicBezTo>
                  <a:cubicBezTo>
                    <a:pt x="25344" y="27673"/>
                    <a:pt x="25699" y="27360"/>
                    <a:pt x="26111" y="27105"/>
                  </a:cubicBezTo>
                  <a:lnTo>
                    <a:pt x="26267" y="26977"/>
                  </a:lnTo>
                  <a:cubicBezTo>
                    <a:pt x="26295" y="26892"/>
                    <a:pt x="26338" y="26807"/>
                    <a:pt x="26381" y="26721"/>
                  </a:cubicBezTo>
                  <a:lnTo>
                    <a:pt x="27034" y="26693"/>
                  </a:lnTo>
                  <a:cubicBezTo>
                    <a:pt x="27133" y="26508"/>
                    <a:pt x="27332" y="26537"/>
                    <a:pt x="27502" y="26508"/>
                  </a:cubicBezTo>
                  <a:cubicBezTo>
                    <a:pt x="27516" y="26409"/>
                    <a:pt x="27559" y="26324"/>
                    <a:pt x="27644" y="26267"/>
                  </a:cubicBezTo>
                  <a:cubicBezTo>
                    <a:pt x="27900" y="26139"/>
                    <a:pt x="28099" y="25926"/>
                    <a:pt x="28198" y="25671"/>
                  </a:cubicBezTo>
                  <a:cubicBezTo>
                    <a:pt x="28226" y="25628"/>
                    <a:pt x="28255" y="25600"/>
                    <a:pt x="28297" y="25586"/>
                  </a:cubicBezTo>
                  <a:cubicBezTo>
                    <a:pt x="28525" y="25543"/>
                    <a:pt x="28581" y="25358"/>
                    <a:pt x="28667" y="25188"/>
                  </a:cubicBezTo>
                  <a:cubicBezTo>
                    <a:pt x="28766" y="25103"/>
                    <a:pt x="28837" y="25003"/>
                    <a:pt x="28936" y="24918"/>
                  </a:cubicBezTo>
                  <a:cubicBezTo>
                    <a:pt x="29121" y="24776"/>
                    <a:pt x="29263" y="24592"/>
                    <a:pt x="29376" y="24379"/>
                  </a:cubicBezTo>
                  <a:cubicBezTo>
                    <a:pt x="29504" y="24166"/>
                    <a:pt x="29675" y="23981"/>
                    <a:pt x="29888" y="23853"/>
                  </a:cubicBezTo>
                  <a:cubicBezTo>
                    <a:pt x="29888" y="23711"/>
                    <a:pt x="29888" y="23569"/>
                    <a:pt x="29902" y="23427"/>
                  </a:cubicBezTo>
                  <a:cubicBezTo>
                    <a:pt x="29930" y="23271"/>
                    <a:pt x="29973" y="23115"/>
                    <a:pt x="30172" y="23072"/>
                  </a:cubicBezTo>
                  <a:cubicBezTo>
                    <a:pt x="30172" y="22973"/>
                    <a:pt x="30257" y="22888"/>
                    <a:pt x="30370" y="22888"/>
                  </a:cubicBezTo>
                  <a:cubicBezTo>
                    <a:pt x="30384" y="22789"/>
                    <a:pt x="30370" y="22661"/>
                    <a:pt x="30498" y="22618"/>
                  </a:cubicBezTo>
                  <a:cubicBezTo>
                    <a:pt x="30626" y="22590"/>
                    <a:pt x="30697" y="22448"/>
                    <a:pt x="30754" y="22334"/>
                  </a:cubicBezTo>
                  <a:lnTo>
                    <a:pt x="30739" y="22306"/>
                  </a:lnTo>
                  <a:lnTo>
                    <a:pt x="30739" y="22306"/>
                  </a:lnTo>
                  <a:lnTo>
                    <a:pt x="30754" y="22334"/>
                  </a:lnTo>
                  <a:lnTo>
                    <a:pt x="30952" y="22050"/>
                  </a:lnTo>
                  <a:lnTo>
                    <a:pt x="30952" y="22050"/>
                  </a:lnTo>
                  <a:lnTo>
                    <a:pt x="31123" y="21937"/>
                  </a:lnTo>
                  <a:lnTo>
                    <a:pt x="31208" y="21837"/>
                  </a:lnTo>
                  <a:cubicBezTo>
                    <a:pt x="31222" y="21752"/>
                    <a:pt x="31251" y="21681"/>
                    <a:pt x="31322" y="21638"/>
                  </a:cubicBezTo>
                  <a:lnTo>
                    <a:pt x="31364" y="21638"/>
                  </a:lnTo>
                  <a:lnTo>
                    <a:pt x="31407" y="21638"/>
                  </a:lnTo>
                  <a:cubicBezTo>
                    <a:pt x="31407" y="21567"/>
                    <a:pt x="31449" y="21497"/>
                    <a:pt x="31506" y="21454"/>
                  </a:cubicBezTo>
                  <a:cubicBezTo>
                    <a:pt x="31563" y="21340"/>
                    <a:pt x="31563" y="21213"/>
                    <a:pt x="31520" y="21085"/>
                  </a:cubicBezTo>
                  <a:cubicBezTo>
                    <a:pt x="31520" y="21014"/>
                    <a:pt x="31535" y="20929"/>
                    <a:pt x="31535" y="20858"/>
                  </a:cubicBezTo>
                  <a:cubicBezTo>
                    <a:pt x="31535" y="20716"/>
                    <a:pt x="31606" y="20588"/>
                    <a:pt x="31733" y="20531"/>
                  </a:cubicBezTo>
                  <a:cubicBezTo>
                    <a:pt x="31790" y="20503"/>
                    <a:pt x="31833" y="20460"/>
                    <a:pt x="31875" y="20403"/>
                  </a:cubicBezTo>
                  <a:cubicBezTo>
                    <a:pt x="31889" y="20219"/>
                    <a:pt x="32003" y="20034"/>
                    <a:pt x="32173" y="19935"/>
                  </a:cubicBezTo>
                  <a:lnTo>
                    <a:pt x="32173" y="19850"/>
                  </a:lnTo>
                  <a:lnTo>
                    <a:pt x="32259" y="19850"/>
                  </a:lnTo>
                  <a:cubicBezTo>
                    <a:pt x="32259" y="19665"/>
                    <a:pt x="32358" y="19495"/>
                    <a:pt x="32202" y="19310"/>
                  </a:cubicBezTo>
                  <a:cubicBezTo>
                    <a:pt x="32145" y="19253"/>
                    <a:pt x="32188" y="19140"/>
                    <a:pt x="32259" y="19069"/>
                  </a:cubicBezTo>
                  <a:cubicBezTo>
                    <a:pt x="32330" y="18998"/>
                    <a:pt x="32401" y="18941"/>
                    <a:pt x="32472" y="18884"/>
                  </a:cubicBezTo>
                  <a:cubicBezTo>
                    <a:pt x="32543" y="18841"/>
                    <a:pt x="32571" y="18756"/>
                    <a:pt x="32543" y="18685"/>
                  </a:cubicBezTo>
                  <a:cubicBezTo>
                    <a:pt x="32514" y="18600"/>
                    <a:pt x="32486" y="18501"/>
                    <a:pt x="32457" y="18416"/>
                  </a:cubicBezTo>
                  <a:lnTo>
                    <a:pt x="32557" y="18430"/>
                  </a:lnTo>
                  <a:lnTo>
                    <a:pt x="32557" y="18430"/>
                  </a:lnTo>
                  <a:lnTo>
                    <a:pt x="32557" y="18430"/>
                  </a:lnTo>
                  <a:lnTo>
                    <a:pt x="32557" y="18430"/>
                  </a:lnTo>
                  <a:cubicBezTo>
                    <a:pt x="32599" y="18501"/>
                    <a:pt x="32670" y="18529"/>
                    <a:pt x="32741" y="18501"/>
                  </a:cubicBezTo>
                  <a:cubicBezTo>
                    <a:pt x="32741" y="18430"/>
                    <a:pt x="32770" y="18359"/>
                    <a:pt x="32855" y="18330"/>
                  </a:cubicBezTo>
                  <a:cubicBezTo>
                    <a:pt x="32855" y="18217"/>
                    <a:pt x="32784" y="18103"/>
                    <a:pt x="32883" y="17975"/>
                  </a:cubicBezTo>
                  <a:cubicBezTo>
                    <a:pt x="32983" y="17862"/>
                    <a:pt x="32713" y="17805"/>
                    <a:pt x="32798" y="17663"/>
                  </a:cubicBezTo>
                  <a:cubicBezTo>
                    <a:pt x="32855" y="17592"/>
                    <a:pt x="32841" y="17507"/>
                    <a:pt x="32770" y="17450"/>
                  </a:cubicBezTo>
                  <a:lnTo>
                    <a:pt x="32770" y="17450"/>
                  </a:lnTo>
                  <a:cubicBezTo>
                    <a:pt x="32756" y="17336"/>
                    <a:pt x="32855" y="17209"/>
                    <a:pt x="32756" y="17095"/>
                  </a:cubicBezTo>
                  <a:lnTo>
                    <a:pt x="32756" y="17095"/>
                  </a:lnTo>
                  <a:cubicBezTo>
                    <a:pt x="32756" y="16911"/>
                    <a:pt x="32898" y="16911"/>
                    <a:pt x="33040" y="16896"/>
                  </a:cubicBezTo>
                  <a:lnTo>
                    <a:pt x="33040" y="16811"/>
                  </a:lnTo>
                  <a:cubicBezTo>
                    <a:pt x="33040" y="16740"/>
                    <a:pt x="33111" y="16740"/>
                    <a:pt x="33139" y="16712"/>
                  </a:cubicBezTo>
                  <a:lnTo>
                    <a:pt x="33139" y="16712"/>
                  </a:lnTo>
                  <a:cubicBezTo>
                    <a:pt x="33139" y="16712"/>
                    <a:pt x="33153" y="16712"/>
                    <a:pt x="33167" y="16683"/>
                  </a:cubicBezTo>
                  <a:cubicBezTo>
                    <a:pt x="33182" y="16655"/>
                    <a:pt x="33167" y="16641"/>
                    <a:pt x="33139" y="16612"/>
                  </a:cubicBezTo>
                  <a:lnTo>
                    <a:pt x="33139" y="16527"/>
                  </a:lnTo>
                  <a:cubicBezTo>
                    <a:pt x="33167" y="16499"/>
                    <a:pt x="33196" y="16456"/>
                    <a:pt x="33238" y="16428"/>
                  </a:cubicBezTo>
                  <a:cubicBezTo>
                    <a:pt x="33281" y="16328"/>
                    <a:pt x="33167" y="16272"/>
                    <a:pt x="33125" y="16172"/>
                  </a:cubicBezTo>
                  <a:close/>
                  <a:moveTo>
                    <a:pt x="16158" y="30285"/>
                  </a:moveTo>
                  <a:close/>
                  <a:moveTo>
                    <a:pt x="17876" y="739"/>
                  </a:moveTo>
                  <a:lnTo>
                    <a:pt x="17876" y="725"/>
                  </a:lnTo>
                  <a:lnTo>
                    <a:pt x="17890" y="739"/>
                  </a:lnTo>
                  <a:lnTo>
                    <a:pt x="17876" y="739"/>
                  </a:lnTo>
                  <a:lnTo>
                    <a:pt x="17876" y="753"/>
                  </a:lnTo>
                  <a:lnTo>
                    <a:pt x="17876" y="753"/>
                  </a:lnTo>
                  <a:close/>
                  <a:moveTo>
                    <a:pt x="19125" y="1406"/>
                  </a:moveTo>
                  <a:lnTo>
                    <a:pt x="19125" y="1406"/>
                  </a:lnTo>
                  <a:lnTo>
                    <a:pt x="19111" y="1406"/>
                  </a:lnTo>
                  <a:lnTo>
                    <a:pt x="19111" y="1406"/>
                  </a:lnTo>
                  <a:close/>
                  <a:moveTo>
                    <a:pt x="21312" y="4090"/>
                  </a:moveTo>
                  <a:cubicBezTo>
                    <a:pt x="21312" y="4090"/>
                    <a:pt x="21298" y="4104"/>
                    <a:pt x="21298" y="4104"/>
                  </a:cubicBezTo>
                  <a:lnTo>
                    <a:pt x="21298" y="4090"/>
                  </a:lnTo>
                  <a:close/>
                  <a:moveTo>
                    <a:pt x="31677" y="13617"/>
                  </a:moveTo>
                  <a:cubicBezTo>
                    <a:pt x="31691" y="13602"/>
                    <a:pt x="31691" y="13602"/>
                    <a:pt x="31705" y="13602"/>
                  </a:cubicBezTo>
                  <a:lnTo>
                    <a:pt x="31705" y="13602"/>
                  </a:lnTo>
                  <a:close/>
                  <a:moveTo>
                    <a:pt x="4345" y="7980"/>
                  </a:moveTo>
                  <a:cubicBezTo>
                    <a:pt x="4345" y="7980"/>
                    <a:pt x="4345" y="7994"/>
                    <a:pt x="4345" y="7994"/>
                  </a:cubicBezTo>
                  <a:close/>
                  <a:moveTo>
                    <a:pt x="16371" y="6063"/>
                  </a:moveTo>
                  <a:lnTo>
                    <a:pt x="16371" y="6077"/>
                  </a:lnTo>
                  <a:lnTo>
                    <a:pt x="16357" y="6077"/>
                  </a:lnTo>
                  <a:close/>
                  <a:moveTo>
                    <a:pt x="20460" y="27020"/>
                  </a:moveTo>
                  <a:lnTo>
                    <a:pt x="20460" y="27034"/>
                  </a:lnTo>
                  <a:lnTo>
                    <a:pt x="20446" y="27034"/>
                  </a:lnTo>
                  <a:close/>
                  <a:moveTo>
                    <a:pt x="20446" y="27048"/>
                  </a:moveTo>
                  <a:lnTo>
                    <a:pt x="20446" y="27034"/>
                  </a:lnTo>
                  <a:lnTo>
                    <a:pt x="20446" y="27048"/>
                  </a:lnTo>
                  <a:close/>
                  <a:moveTo>
                    <a:pt x="20275" y="27048"/>
                  </a:moveTo>
                  <a:lnTo>
                    <a:pt x="20261" y="27048"/>
                  </a:lnTo>
                  <a:lnTo>
                    <a:pt x="20261" y="27048"/>
                  </a:lnTo>
                  <a:cubicBezTo>
                    <a:pt x="20261" y="27048"/>
                    <a:pt x="20261" y="27034"/>
                    <a:pt x="20275" y="27048"/>
                  </a:cubicBezTo>
                  <a:close/>
                  <a:moveTo>
                    <a:pt x="6745" y="7966"/>
                  </a:moveTo>
                  <a:lnTo>
                    <a:pt x="6745" y="7994"/>
                  </a:lnTo>
                  <a:lnTo>
                    <a:pt x="6731" y="7994"/>
                  </a:lnTo>
                  <a:lnTo>
                    <a:pt x="6731" y="7994"/>
                  </a:lnTo>
                  <a:close/>
                  <a:moveTo>
                    <a:pt x="26182" y="19523"/>
                  </a:moveTo>
                  <a:lnTo>
                    <a:pt x="26168" y="19509"/>
                  </a:lnTo>
                  <a:lnTo>
                    <a:pt x="26182" y="19509"/>
                  </a:lnTo>
                  <a:cubicBezTo>
                    <a:pt x="26182" y="19523"/>
                    <a:pt x="26168" y="19523"/>
                    <a:pt x="26182" y="19523"/>
                  </a:cubicBezTo>
                  <a:close/>
                  <a:moveTo>
                    <a:pt x="12580" y="23995"/>
                  </a:moveTo>
                  <a:lnTo>
                    <a:pt x="12651" y="23995"/>
                  </a:lnTo>
                  <a:cubicBezTo>
                    <a:pt x="12651" y="23995"/>
                    <a:pt x="12651" y="24010"/>
                    <a:pt x="12651" y="24024"/>
                  </a:cubicBezTo>
                  <a:close/>
                  <a:moveTo>
                    <a:pt x="11246" y="24024"/>
                  </a:moveTo>
                  <a:lnTo>
                    <a:pt x="11217" y="23995"/>
                  </a:lnTo>
                  <a:lnTo>
                    <a:pt x="11246" y="24024"/>
                  </a:lnTo>
                  <a:cubicBezTo>
                    <a:pt x="11260" y="24024"/>
                    <a:pt x="11260" y="24038"/>
                    <a:pt x="11274" y="24052"/>
                  </a:cubicBezTo>
                  <a:lnTo>
                    <a:pt x="11274" y="24052"/>
                  </a:lnTo>
                  <a:cubicBezTo>
                    <a:pt x="11274" y="24038"/>
                    <a:pt x="11274" y="24038"/>
                    <a:pt x="11246" y="24024"/>
                  </a:cubicBezTo>
                  <a:close/>
                  <a:moveTo>
                    <a:pt x="9102" y="7114"/>
                  </a:moveTo>
                  <a:cubicBezTo>
                    <a:pt x="9116" y="7114"/>
                    <a:pt x="9130" y="7100"/>
                    <a:pt x="9144" y="7085"/>
                  </a:cubicBezTo>
                  <a:lnTo>
                    <a:pt x="9173" y="7057"/>
                  </a:lnTo>
                  <a:lnTo>
                    <a:pt x="9187" y="7057"/>
                  </a:lnTo>
                  <a:lnTo>
                    <a:pt x="9158" y="7085"/>
                  </a:lnTo>
                  <a:lnTo>
                    <a:pt x="9144" y="7100"/>
                  </a:lnTo>
                  <a:lnTo>
                    <a:pt x="9116" y="7128"/>
                  </a:lnTo>
                  <a:cubicBezTo>
                    <a:pt x="9116" y="7128"/>
                    <a:pt x="9116" y="7114"/>
                    <a:pt x="9102" y="7114"/>
                  </a:cubicBezTo>
                  <a:close/>
                  <a:moveTo>
                    <a:pt x="17195" y="5495"/>
                  </a:moveTo>
                  <a:cubicBezTo>
                    <a:pt x="17180" y="5467"/>
                    <a:pt x="17180" y="5439"/>
                    <a:pt x="17195" y="5410"/>
                  </a:cubicBezTo>
                  <a:cubicBezTo>
                    <a:pt x="17195" y="5396"/>
                    <a:pt x="17251" y="5368"/>
                    <a:pt x="17265" y="5382"/>
                  </a:cubicBezTo>
                  <a:lnTo>
                    <a:pt x="17280" y="5396"/>
                  </a:lnTo>
                  <a:cubicBezTo>
                    <a:pt x="17251" y="5424"/>
                    <a:pt x="17209" y="5467"/>
                    <a:pt x="17180" y="5509"/>
                  </a:cubicBezTo>
                  <a:close/>
                  <a:moveTo>
                    <a:pt x="4729" y="10933"/>
                  </a:moveTo>
                  <a:lnTo>
                    <a:pt x="4729" y="10933"/>
                  </a:lnTo>
                  <a:lnTo>
                    <a:pt x="4729" y="10933"/>
                  </a:lnTo>
                  <a:lnTo>
                    <a:pt x="4714" y="10933"/>
                  </a:lnTo>
                  <a:close/>
                  <a:moveTo>
                    <a:pt x="29021" y="17038"/>
                  </a:moveTo>
                  <a:lnTo>
                    <a:pt x="29021" y="17038"/>
                  </a:lnTo>
                  <a:close/>
                  <a:moveTo>
                    <a:pt x="9684" y="21426"/>
                  </a:moveTo>
                  <a:lnTo>
                    <a:pt x="9684" y="21426"/>
                  </a:lnTo>
                  <a:close/>
                  <a:moveTo>
                    <a:pt x="15533" y="5694"/>
                  </a:moveTo>
                  <a:lnTo>
                    <a:pt x="15533" y="5694"/>
                  </a:lnTo>
                  <a:lnTo>
                    <a:pt x="15533" y="5708"/>
                  </a:lnTo>
                  <a:close/>
                  <a:moveTo>
                    <a:pt x="28950" y="14071"/>
                  </a:moveTo>
                  <a:lnTo>
                    <a:pt x="28950" y="14071"/>
                  </a:lnTo>
                  <a:cubicBezTo>
                    <a:pt x="28979" y="14071"/>
                    <a:pt x="28993" y="14071"/>
                    <a:pt x="29007" y="14057"/>
                  </a:cubicBezTo>
                  <a:cubicBezTo>
                    <a:pt x="28993" y="14071"/>
                    <a:pt x="28965" y="14071"/>
                    <a:pt x="28950" y="14071"/>
                  </a:cubicBezTo>
                  <a:close/>
                  <a:moveTo>
                    <a:pt x="29220" y="13404"/>
                  </a:moveTo>
                  <a:close/>
                  <a:moveTo>
                    <a:pt x="28269" y="14738"/>
                  </a:moveTo>
                  <a:lnTo>
                    <a:pt x="28269" y="14738"/>
                  </a:lnTo>
                  <a:lnTo>
                    <a:pt x="28269" y="14696"/>
                  </a:lnTo>
                  <a:cubicBezTo>
                    <a:pt x="28269" y="14710"/>
                    <a:pt x="28283" y="14738"/>
                    <a:pt x="28283" y="14752"/>
                  </a:cubicBezTo>
                  <a:close/>
                  <a:moveTo>
                    <a:pt x="26551" y="15391"/>
                  </a:moveTo>
                  <a:lnTo>
                    <a:pt x="26551" y="15406"/>
                  </a:lnTo>
                  <a:lnTo>
                    <a:pt x="26537" y="15391"/>
                  </a:lnTo>
                  <a:close/>
                  <a:moveTo>
                    <a:pt x="17152" y="23853"/>
                  </a:moveTo>
                  <a:cubicBezTo>
                    <a:pt x="17152" y="23839"/>
                    <a:pt x="17152" y="23839"/>
                    <a:pt x="17152" y="23839"/>
                  </a:cubicBezTo>
                  <a:lnTo>
                    <a:pt x="17152" y="23839"/>
                  </a:lnTo>
                  <a:lnTo>
                    <a:pt x="17152" y="23839"/>
                  </a:lnTo>
                  <a:close/>
                  <a:moveTo>
                    <a:pt x="17024" y="23498"/>
                  </a:moveTo>
                  <a:lnTo>
                    <a:pt x="17024" y="23513"/>
                  </a:lnTo>
                  <a:lnTo>
                    <a:pt x="17024" y="23513"/>
                  </a:lnTo>
                  <a:lnTo>
                    <a:pt x="17024" y="23513"/>
                  </a:lnTo>
                  <a:lnTo>
                    <a:pt x="17024" y="23513"/>
                  </a:lnTo>
                  <a:close/>
                  <a:moveTo>
                    <a:pt x="12566" y="8832"/>
                  </a:moveTo>
                  <a:cubicBezTo>
                    <a:pt x="12566" y="8832"/>
                    <a:pt x="12566" y="8832"/>
                    <a:pt x="12566" y="8818"/>
                  </a:cubicBezTo>
                  <a:close/>
                  <a:moveTo>
                    <a:pt x="11714" y="18671"/>
                  </a:moveTo>
                  <a:lnTo>
                    <a:pt x="11714" y="18671"/>
                  </a:lnTo>
                  <a:close/>
                  <a:moveTo>
                    <a:pt x="9116" y="15533"/>
                  </a:moveTo>
                  <a:lnTo>
                    <a:pt x="9102" y="15533"/>
                  </a:lnTo>
                  <a:lnTo>
                    <a:pt x="9116" y="15519"/>
                  </a:lnTo>
                  <a:cubicBezTo>
                    <a:pt x="9116" y="15519"/>
                    <a:pt x="9116" y="15533"/>
                    <a:pt x="9116" y="15533"/>
                  </a:cubicBezTo>
                  <a:close/>
                  <a:moveTo>
                    <a:pt x="8449" y="17351"/>
                  </a:moveTo>
                  <a:cubicBezTo>
                    <a:pt x="8491" y="17308"/>
                    <a:pt x="8449" y="17422"/>
                    <a:pt x="8420" y="17365"/>
                  </a:cubicBezTo>
                  <a:cubicBezTo>
                    <a:pt x="8420" y="17336"/>
                    <a:pt x="8434" y="17322"/>
                    <a:pt x="8434" y="17308"/>
                  </a:cubicBezTo>
                  <a:cubicBezTo>
                    <a:pt x="8434" y="17322"/>
                    <a:pt x="8434" y="17336"/>
                    <a:pt x="8449" y="17351"/>
                  </a:cubicBezTo>
                  <a:close/>
                  <a:moveTo>
                    <a:pt x="6447" y="19211"/>
                  </a:moveTo>
                  <a:close/>
                  <a:moveTo>
                    <a:pt x="10152" y="21497"/>
                  </a:moveTo>
                  <a:close/>
                  <a:moveTo>
                    <a:pt x="12452" y="21894"/>
                  </a:moveTo>
                  <a:lnTo>
                    <a:pt x="12452" y="21894"/>
                  </a:lnTo>
                  <a:lnTo>
                    <a:pt x="12452" y="21894"/>
                  </a:lnTo>
                  <a:lnTo>
                    <a:pt x="12438" y="21880"/>
                  </a:lnTo>
                  <a:close/>
                  <a:moveTo>
                    <a:pt x="12736" y="8747"/>
                  </a:moveTo>
                  <a:lnTo>
                    <a:pt x="12736" y="8747"/>
                  </a:lnTo>
                  <a:lnTo>
                    <a:pt x="12736" y="8732"/>
                  </a:lnTo>
                  <a:lnTo>
                    <a:pt x="12736" y="8732"/>
                  </a:lnTo>
                  <a:lnTo>
                    <a:pt x="12736" y="8732"/>
                  </a:lnTo>
                  <a:lnTo>
                    <a:pt x="12736" y="8732"/>
                  </a:lnTo>
                  <a:lnTo>
                    <a:pt x="12736" y="8732"/>
                  </a:lnTo>
                  <a:close/>
                  <a:moveTo>
                    <a:pt x="12637" y="8463"/>
                  </a:moveTo>
                  <a:lnTo>
                    <a:pt x="12637" y="8463"/>
                  </a:lnTo>
                  <a:cubicBezTo>
                    <a:pt x="12637" y="8448"/>
                    <a:pt x="12637" y="8448"/>
                    <a:pt x="12623" y="8448"/>
                  </a:cubicBezTo>
                  <a:lnTo>
                    <a:pt x="12637" y="8448"/>
                  </a:lnTo>
                  <a:close/>
                  <a:moveTo>
                    <a:pt x="4658" y="14795"/>
                  </a:moveTo>
                  <a:cubicBezTo>
                    <a:pt x="4615" y="14795"/>
                    <a:pt x="4587" y="14809"/>
                    <a:pt x="4544" y="14809"/>
                  </a:cubicBezTo>
                  <a:cubicBezTo>
                    <a:pt x="4572" y="14752"/>
                    <a:pt x="4615" y="14710"/>
                    <a:pt x="4672" y="14681"/>
                  </a:cubicBezTo>
                  <a:cubicBezTo>
                    <a:pt x="4672" y="14724"/>
                    <a:pt x="4672" y="14752"/>
                    <a:pt x="4658" y="14795"/>
                  </a:cubicBezTo>
                  <a:close/>
                  <a:moveTo>
                    <a:pt x="23456" y="14114"/>
                  </a:moveTo>
                  <a:cubicBezTo>
                    <a:pt x="23456" y="14114"/>
                    <a:pt x="23470" y="14128"/>
                    <a:pt x="23470" y="14142"/>
                  </a:cubicBezTo>
                  <a:cubicBezTo>
                    <a:pt x="23470" y="14128"/>
                    <a:pt x="23456" y="14114"/>
                    <a:pt x="23456" y="14099"/>
                  </a:cubicBezTo>
                  <a:close/>
                  <a:moveTo>
                    <a:pt x="23612" y="13077"/>
                  </a:moveTo>
                  <a:cubicBezTo>
                    <a:pt x="23669" y="13049"/>
                    <a:pt x="23711" y="13049"/>
                    <a:pt x="23768" y="13049"/>
                  </a:cubicBezTo>
                  <a:lnTo>
                    <a:pt x="23768" y="13049"/>
                  </a:lnTo>
                  <a:cubicBezTo>
                    <a:pt x="23726" y="13077"/>
                    <a:pt x="23669" y="13077"/>
                    <a:pt x="23626" y="13077"/>
                  </a:cubicBezTo>
                  <a:close/>
                  <a:moveTo>
                    <a:pt x="6617" y="10422"/>
                  </a:moveTo>
                  <a:lnTo>
                    <a:pt x="6617" y="10422"/>
                  </a:lnTo>
                  <a:lnTo>
                    <a:pt x="6617" y="10422"/>
                  </a:lnTo>
                  <a:close/>
                  <a:moveTo>
                    <a:pt x="5311" y="15789"/>
                  </a:moveTo>
                  <a:lnTo>
                    <a:pt x="5282" y="15817"/>
                  </a:lnTo>
                  <a:cubicBezTo>
                    <a:pt x="5282" y="15803"/>
                    <a:pt x="5282" y="15803"/>
                    <a:pt x="5282" y="15789"/>
                  </a:cubicBezTo>
                  <a:close/>
                  <a:moveTo>
                    <a:pt x="21482" y="18586"/>
                  </a:moveTo>
                  <a:lnTo>
                    <a:pt x="21482" y="18572"/>
                  </a:lnTo>
                  <a:lnTo>
                    <a:pt x="21482" y="18572"/>
                  </a:lnTo>
                  <a:close/>
                  <a:moveTo>
                    <a:pt x="21227" y="16243"/>
                  </a:moveTo>
                  <a:close/>
                  <a:moveTo>
                    <a:pt x="23498" y="14142"/>
                  </a:moveTo>
                  <a:close/>
                  <a:moveTo>
                    <a:pt x="10678" y="9428"/>
                  </a:moveTo>
                  <a:cubicBezTo>
                    <a:pt x="10635" y="9457"/>
                    <a:pt x="10592" y="9457"/>
                    <a:pt x="10550" y="9428"/>
                  </a:cubicBezTo>
                  <a:cubicBezTo>
                    <a:pt x="10621" y="9428"/>
                    <a:pt x="10692" y="9414"/>
                    <a:pt x="10749" y="9400"/>
                  </a:cubicBezTo>
                  <a:close/>
                  <a:moveTo>
                    <a:pt x="5978" y="10450"/>
                  </a:moveTo>
                  <a:close/>
                  <a:moveTo>
                    <a:pt x="5211" y="9130"/>
                  </a:moveTo>
                  <a:close/>
                  <a:moveTo>
                    <a:pt x="3976" y="14838"/>
                  </a:moveTo>
                  <a:lnTo>
                    <a:pt x="3976" y="14838"/>
                  </a:lnTo>
                  <a:close/>
                  <a:moveTo>
                    <a:pt x="9769" y="21426"/>
                  </a:moveTo>
                  <a:lnTo>
                    <a:pt x="9755" y="21426"/>
                  </a:lnTo>
                  <a:cubicBezTo>
                    <a:pt x="9755" y="21426"/>
                    <a:pt x="9769" y="21411"/>
                    <a:pt x="9769" y="21426"/>
                  </a:cubicBezTo>
                  <a:close/>
                  <a:moveTo>
                    <a:pt x="14923" y="25330"/>
                  </a:moveTo>
                  <a:close/>
                  <a:moveTo>
                    <a:pt x="24549" y="17819"/>
                  </a:moveTo>
                  <a:lnTo>
                    <a:pt x="24549" y="17791"/>
                  </a:lnTo>
                  <a:lnTo>
                    <a:pt x="24549" y="17791"/>
                  </a:lnTo>
                  <a:lnTo>
                    <a:pt x="24549" y="17805"/>
                  </a:lnTo>
                  <a:close/>
                  <a:moveTo>
                    <a:pt x="25642" y="12097"/>
                  </a:moveTo>
                  <a:lnTo>
                    <a:pt x="25657" y="12126"/>
                  </a:lnTo>
                  <a:cubicBezTo>
                    <a:pt x="25657" y="12126"/>
                    <a:pt x="25642" y="12112"/>
                    <a:pt x="25642" y="12097"/>
                  </a:cubicBezTo>
                  <a:close/>
                  <a:moveTo>
                    <a:pt x="24663" y="7526"/>
                  </a:moveTo>
                  <a:close/>
                  <a:moveTo>
                    <a:pt x="14355" y="5595"/>
                  </a:moveTo>
                  <a:close/>
                  <a:moveTo>
                    <a:pt x="7682" y="7298"/>
                  </a:moveTo>
                  <a:cubicBezTo>
                    <a:pt x="7682" y="7298"/>
                    <a:pt x="7682" y="7298"/>
                    <a:pt x="7668" y="7298"/>
                  </a:cubicBezTo>
                  <a:lnTo>
                    <a:pt x="7682" y="7298"/>
                  </a:lnTo>
                  <a:close/>
                  <a:moveTo>
                    <a:pt x="4842" y="10962"/>
                  </a:moveTo>
                  <a:close/>
                  <a:moveTo>
                    <a:pt x="7937" y="23910"/>
                  </a:moveTo>
                  <a:cubicBezTo>
                    <a:pt x="7909" y="23896"/>
                    <a:pt x="7895" y="23882"/>
                    <a:pt x="7881" y="23853"/>
                  </a:cubicBezTo>
                  <a:lnTo>
                    <a:pt x="7881" y="23782"/>
                  </a:lnTo>
                  <a:cubicBezTo>
                    <a:pt x="7937" y="23811"/>
                    <a:pt x="7980" y="23825"/>
                    <a:pt x="8037" y="23853"/>
                  </a:cubicBezTo>
                  <a:cubicBezTo>
                    <a:pt x="8037" y="23853"/>
                    <a:pt x="8037" y="23853"/>
                    <a:pt x="8037" y="23868"/>
                  </a:cubicBezTo>
                  <a:cubicBezTo>
                    <a:pt x="8008" y="23896"/>
                    <a:pt x="7980" y="23910"/>
                    <a:pt x="7937" y="23910"/>
                  </a:cubicBezTo>
                  <a:close/>
                  <a:moveTo>
                    <a:pt x="28922" y="17975"/>
                  </a:moveTo>
                  <a:close/>
                  <a:moveTo>
                    <a:pt x="22050" y="7653"/>
                  </a:moveTo>
                  <a:lnTo>
                    <a:pt x="22064" y="7653"/>
                  </a:lnTo>
                  <a:close/>
                  <a:moveTo>
                    <a:pt x="12552" y="5311"/>
                  </a:moveTo>
                  <a:cubicBezTo>
                    <a:pt x="12566" y="5325"/>
                    <a:pt x="12566" y="5339"/>
                    <a:pt x="12580" y="5353"/>
                  </a:cubicBezTo>
                  <a:lnTo>
                    <a:pt x="12623" y="5382"/>
                  </a:lnTo>
                  <a:cubicBezTo>
                    <a:pt x="12623" y="5396"/>
                    <a:pt x="12637" y="5396"/>
                    <a:pt x="12651" y="5410"/>
                  </a:cubicBezTo>
                  <a:lnTo>
                    <a:pt x="12651" y="5410"/>
                  </a:lnTo>
                  <a:cubicBezTo>
                    <a:pt x="12637" y="5396"/>
                    <a:pt x="12637" y="5396"/>
                    <a:pt x="12637" y="5382"/>
                  </a:cubicBezTo>
                  <a:lnTo>
                    <a:pt x="12637" y="5382"/>
                  </a:lnTo>
                  <a:lnTo>
                    <a:pt x="12637" y="5382"/>
                  </a:lnTo>
                  <a:lnTo>
                    <a:pt x="12594" y="5339"/>
                  </a:lnTo>
                  <a:lnTo>
                    <a:pt x="12566" y="5311"/>
                  </a:lnTo>
                  <a:close/>
                  <a:moveTo>
                    <a:pt x="13503" y="24180"/>
                  </a:moveTo>
                  <a:close/>
                  <a:moveTo>
                    <a:pt x="24648" y="23243"/>
                  </a:moveTo>
                  <a:lnTo>
                    <a:pt x="24648" y="23229"/>
                  </a:lnTo>
                  <a:cubicBezTo>
                    <a:pt x="24648" y="23214"/>
                    <a:pt x="24648" y="23229"/>
                    <a:pt x="24634" y="23214"/>
                  </a:cubicBezTo>
                  <a:lnTo>
                    <a:pt x="24648" y="23229"/>
                  </a:lnTo>
                  <a:lnTo>
                    <a:pt x="24648" y="23229"/>
                  </a:lnTo>
                  <a:lnTo>
                    <a:pt x="24648" y="23229"/>
                  </a:lnTo>
                  <a:cubicBezTo>
                    <a:pt x="24648" y="23229"/>
                    <a:pt x="24648" y="23229"/>
                    <a:pt x="24648" y="23243"/>
                  </a:cubicBezTo>
                  <a:close/>
                  <a:moveTo>
                    <a:pt x="30455" y="16754"/>
                  </a:moveTo>
                  <a:lnTo>
                    <a:pt x="30455" y="16754"/>
                  </a:lnTo>
                  <a:lnTo>
                    <a:pt x="30470" y="16754"/>
                  </a:lnTo>
                  <a:close/>
                  <a:moveTo>
                    <a:pt x="16783" y="4189"/>
                  </a:moveTo>
                  <a:close/>
                  <a:moveTo>
                    <a:pt x="5992" y="8818"/>
                  </a:moveTo>
                  <a:lnTo>
                    <a:pt x="5992" y="8846"/>
                  </a:lnTo>
                  <a:lnTo>
                    <a:pt x="5992" y="8846"/>
                  </a:lnTo>
                  <a:cubicBezTo>
                    <a:pt x="5992" y="8832"/>
                    <a:pt x="5992" y="8818"/>
                    <a:pt x="5992" y="8818"/>
                  </a:cubicBezTo>
                  <a:close/>
                  <a:moveTo>
                    <a:pt x="11884" y="26395"/>
                  </a:moveTo>
                  <a:close/>
                  <a:moveTo>
                    <a:pt x="20446" y="25969"/>
                  </a:moveTo>
                  <a:lnTo>
                    <a:pt x="20432" y="25969"/>
                  </a:lnTo>
                  <a:lnTo>
                    <a:pt x="20432" y="25969"/>
                  </a:lnTo>
                  <a:close/>
                  <a:moveTo>
                    <a:pt x="27786" y="21894"/>
                  </a:moveTo>
                  <a:close/>
                  <a:moveTo>
                    <a:pt x="29348" y="11089"/>
                  </a:moveTo>
                  <a:close/>
                  <a:moveTo>
                    <a:pt x="24052" y="5268"/>
                  </a:moveTo>
                  <a:lnTo>
                    <a:pt x="24052" y="5254"/>
                  </a:lnTo>
                  <a:close/>
                  <a:moveTo>
                    <a:pt x="20602" y="5623"/>
                  </a:moveTo>
                  <a:lnTo>
                    <a:pt x="20602" y="5609"/>
                  </a:lnTo>
                  <a:lnTo>
                    <a:pt x="20616" y="5609"/>
                  </a:lnTo>
                  <a:close/>
                  <a:moveTo>
                    <a:pt x="8079" y="27304"/>
                  </a:moveTo>
                  <a:lnTo>
                    <a:pt x="8079" y="27304"/>
                  </a:lnTo>
                  <a:lnTo>
                    <a:pt x="8065" y="27318"/>
                  </a:lnTo>
                  <a:lnTo>
                    <a:pt x="8065" y="27318"/>
                  </a:lnTo>
                  <a:close/>
                  <a:moveTo>
                    <a:pt x="15888" y="28283"/>
                  </a:moveTo>
                  <a:lnTo>
                    <a:pt x="15888" y="28269"/>
                  </a:lnTo>
                  <a:lnTo>
                    <a:pt x="15888" y="28269"/>
                  </a:lnTo>
                  <a:lnTo>
                    <a:pt x="15888" y="28269"/>
                  </a:lnTo>
                  <a:close/>
                  <a:moveTo>
                    <a:pt x="19693" y="27886"/>
                  </a:moveTo>
                  <a:lnTo>
                    <a:pt x="19693" y="27886"/>
                  </a:lnTo>
                  <a:lnTo>
                    <a:pt x="19693" y="27886"/>
                  </a:lnTo>
                  <a:close/>
                  <a:moveTo>
                    <a:pt x="29405" y="19977"/>
                  </a:moveTo>
                  <a:lnTo>
                    <a:pt x="29405" y="19977"/>
                  </a:lnTo>
                  <a:lnTo>
                    <a:pt x="29433" y="20006"/>
                  </a:lnTo>
                  <a:lnTo>
                    <a:pt x="29433" y="20006"/>
                  </a:lnTo>
                  <a:cubicBezTo>
                    <a:pt x="29419" y="19992"/>
                    <a:pt x="29419" y="19992"/>
                    <a:pt x="29405" y="19977"/>
                  </a:cubicBezTo>
                  <a:close/>
                  <a:moveTo>
                    <a:pt x="31719" y="13617"/>
                  </a:moveTo>
                  <a:lnTo>
                    <a:pt x="31719" y="13631"/>
                  </a:lnTo>
                  <a:lnTo>
                    <a:pt x="31677" y="13617"/>
                  </a:lnTo>
                  <a:lnTo>
                    <a:pt x="31691" y="13602"/>
                  </a:lnTo>
                  <a:close/>
                  <a:moveTo>
                    <a:pt x="30257" y="11217"/>
                  </a:moveTo>
                  <a:close/>
                  <a:moveTo>
                    <a:pt x="22774" y="5765"/>
                  </a:moveTo>
                  <a:cubicBezTo>
                    <a:pt x="22746" y="5765"/>
                    <a:pt x="22718" y="5765"/>
                    <a:pt x="22703" y="5779"/>
                  </a:cubicBezTo>
                  <a:lnTo>
                    <a:pt x="22845" y="5708"/>
                  </a:lnTo>
                  <a:cubicBezTo>
                    <a:pt x="22831" y="5722"/>
                    <a:pt x="22803" y="5751"/>
                    <a:pt x="22774" y="5765"/>
                  </a:cubicBezTo>
                  <a:close/>
                  <a:moveTo>
                    <a:pt x="12963" y="4175"/>
                  </a:moveTo>
                  <a:cubicBezTo>
                    <a:pt x="13006" y="4217"/>
                    <a:pt x="13034" y="4246"/>
                    <a:pt x="13063" y="4274"/>
                  </a:cubicBezTo>
                  <a:cubicBezTo>
                    <a:pt x="13020" y="4274"/>
                    <a:pt x="12978" y="4232"/>
                    <a:pt x="12978" y="4175"/>
                  </a:cubicBezTo>
                  <a:close/>
                  <a:moveTo>
                    <a:pt x="19509" y="28269"/>
                  </a:moveTo>
                  <a:lnTo>
                    <a:pt x="19509" y="28269"/>
                  </a:lnTo>
                  <a:lnTo>
                    <a:pt x="19509" y="28269"/>
                  </a:lnTo>
                  <a:cubicBezTo>
                    <a:pt x="19523" y="28269"/>
                    <a:pt x="19523" y="28269"/>
                    <a:pt x="19509" y="28269"/>
                  </a:cubicBezTo>
                  <a:close/>
                  <a:moveTo>
                    <a:pt x="27502" y="23612"/>
                  </a:moveTo>
                  <a:close/>
                  <a:moveTo>
                    <a:pt x="22916" y="3976"/>
                  </a:moveTo>
                  <a:close/>
                  <a:moveTo>
                    <a:pt x="19793" y="1690"/>
                  </a:moveTo>
                  <a:lnTo>
                    <a:pt x="19793" y="1690"/>
                  </a:lnTo>
                  <a:cubicBezTo>
                    <a:pt x="19793" y="1690"/>
                    <a:pt x="19793" y="1690"/>
                    <a:pt x="19793" y="1690"/>
                  </a:cubicBezTo>
                  <a:close/>
                  <a:moveTo>
                    <a:pt x="5495" y="7227"/>
                  </a:moveTo>
                  <a:close/>
                  <a:moveTo>
                    <a:pt x="12822" y="27815"/>
                  </a:moveTo>
                  <a:lnTo>
                    <a:pt x="12822" y="27800"/>
                  </a:lnTo>
                  <a:lnTo>
                    <a:pt x="12822" y="27800"/>
                  </a:lnTo>
                  <a:lnTo>
                    <a:pt x="12822" y="27800"/>
                  </a:lnTo>
                  <a:lnTo>
                    <a:pt x="12807" y="27800"/>
                  </a:lnTo>
                  <a:lnTo>
                    <a:pt x="12807" y="27786"/>
                  </a:lnTo>
                  <a:close/>
                  <a:moveTo>
                    <a:pt x="16840" y="29334"/>
                  </a:moveTo>
                  <a:close/>
                  <a:moveTo>
                    <a:pt x="23484" y="25742"/>
                  </a:moveTo>
                  <a:lnTo>
                    <a:pt x="23484" y="25742"/>
                  </a:lnTo>
                  <a:cubicBezTo>
                    <a:pt x="23456" y="25685"/>
                    <a:pt x="23555" y="25657"/>
                    <a:pt x="23612" y="25699"/>
                  </a:cubicBezTo>
                  <a:lnTo>
                    <a:pt x="23640" y="25713"/>
                  </a:lnTo>
                  <a:cubicBezTo>
                    <a:pt x="23584" y="25713"/>
                    <a:pt x="23527" y="25728"/>
                    <a:pt x="23484" y="25742"/>
                  </a:cubicBezTo>
                  <a:close/>
                  <a:moveTo>
                    <a:pt x="26352" y="5382"/>
                  </a:moveTo>
                  <a:cubicBezTo>
                    <a:pt x="26338" y="5368"/>
                    <a:pt x="26324" y="5339"/>
                    <a:pt x="26324" y="5325"/>
                  </a:cubicBezTo>
                  <a:cubicBezTo>
                    <a:pt x="26352" y="5325"/>
                    <a:pt x="26366" y="5339"/>
                    <a:pt x="26366" y="5353"/>
                  </a:cubicBezTo>
                  <a:cubicBezTo>
                    <a:pt x="26352" y="5368"/>
                    <a:pt x="26366" y="5368"/>
                    <a:pt x="26352" y="5382"/>
                  </a:cubicBezTo>
                  <a:close/>
                  <a:moveTo>
                    <a:pt x="1974" y="9130"/>
                  </a:moveTo>
                  <a:close/>
                  <a:moveTo>
                    <a:pt x="7866" y="27687"/>
                  </a:moveTo>
                  <a:cubicBezTo>
                    <a:pt x="7866" y="27687"/>
                    <a:pt x="7881" y="27701"/>
                    <a:pt x="7881" y="27701"/>
                  </a:cubicBezTo>
                  <a:lnTo>
                    <a:pt x="7881" y="27701"/>
                  </a:lnTo>
                  <a:close/>
                  <a:moveTo>
                    <a:pt x="18330" y="29036"/>
                  </a:moveTo>
                  <a:lnTo>
                    <a:pt x="18359" y="29036"/>
                  </a:lnTo>
                  <a:cubicBezTo>
                    <a:pt x="18345" y="29050"/>
                    <a:pt x="18345" y="29064"/>
                    <a:pt x="18330" y="29078"/>
                  </a:cubicBezTo>
                  <a:close/>
                  <a:moveTo>
                    <a:pt x="26466" y="25018"/>
                  </a:moveTo>
                  <a:lnTo>
                    <a:pt x="26551" y="24932"/>
                  </a:lnTo>
                  <a:lnTo>
                    <a:pt x="26551" y="24932"/>
                  </a:lnTo>
                  <a:cubicBezTo>
                    <a:pt x="26523" y="24961"/>
                    <a:pt x="26494" y="24989"/>
                    <a:pt x="26466" y="25018"/>
                  </a:cubicBezTo>
                  <a:close/>
                  <a:moveTo>
                    <a:pt x="20275" y="1804"/>
                  </a:moveTo>
                  <a:cubicBezTo>
                    <a:pt x="20304" y="1804"/>
                    <a:pt x="20332" y="1790"/>
                    <a:pt x="20375" y="1790"/>
                  </a:cubicBezTo>
                  <a:cubicBezTo>
                    <a:pt x="20417" y="1790"/>
                    <a:pt x="20460" y="1818"/>
                    <a:pt x="20474" y="1861"/>
                  </a:cubicBezTo>
                  <a:cubicBezTo>
                    <a:pt x="20417" y="1846"/>
                    <a:pt x="20346" y="1818"/>
                    <a:pt x="20275" y="1804"/>
                  </a:cubicBezTo>
                  <a:close/>
                  <a:moveTo>
                    <a:pt x="20460" y="924"/>
                  </a:moveTo>
                  <a:lnTo>
                    <a:pt x="20432" y="938"/>
                  </a:lnTo>
                  <a:lnTo>
                    <a:pt x="20432" y="938"/>
                  </a:lnTo>
                  <a:lnTo>
                    <a:pt x="20460" y="924"/>
                  </a:lnTo>
                  <a:close/>
                  <a:moveTo>
                    <a:pt x="4260" y="6262"/>
                  </a:moveTo>
                  <a:close/>
                  <a:moveTo>
                    <a:pt x="1207" y="18841"/>
                  </a:moveTo>
                  <a:lnTo>
                    <a:pt x="1222" y="18841"/>
                  </a:lnTo>
                  <a:close/>
                  <a:moveTo>
                    <a:pt x="3465" y="22959"/>
                  </a:moveTo>
                  <a:cubicBezTo>
                    <a:pt x="3493" y="22931"/>
                    <a:pt x="3536" y="22916"/>
                    <a:pt x="3579" y="22902"/>
                  </a:cubicBezTo>
                  <a:cubicBezTo>
                    <a:pt x="3579" y="22916"/>
                    <a:pt x="3579" y="22931"/>
                    <a:pt x="3564" y="22931"/>
                  </a:cubicBezTo>
                  <a:cubicBezTo>
                    <a:pt x="3522" y="22973"/>
                    <a:pt x="3493" y="22973"/>
                    <a:pt x="3465" y="22959"/>
                  </a:cubicBezTo>
                  <a:close/>
                  <a:moveTo>
                    <a:pt x="5410" y="25231"/>
                  </a:moveTo>
                  <a:lnTo>
                    <a:pt x="5410" y="25231"/>
                  </a:lnTo>
                  <a:lnTo>
                    <a:pt x="5410" y="25231"/>
                  </a:lnTo>
                  <a:lnTo>
                    <a:pt x="5410" y="25231"/>
                  </a:lnTo>
                  <a:lnTo>
                    <a:pt x="5410" y="25231"/>
                  </a:lnTo>
                  <a:lnTo>
                    <a:pt x="5410" y="25259"/>
                  </a:lnTo>
                  <a:lnTo>
                    <a:pt x="5410" y="25259"/>
                  </a:lnTo>
                  <a:cubicBezTo>
                    <a:pt x="5410" y="25245"/>
                    <a:pt x="5396" y="25245"/>
                    <a:pt x="5396" y="25231"/>
                  </a:cubicBezTo>
                  <a:close/>
                  <a:moveTo>
                    <a:pt x="5992" y="25543"/>
                  </a:moveTo>
                  <a:cubicBezTo>
                    <a:pt x="5992" y="25500"/>
                    <a:pt x="6021" y="25458"/>
                    <a:pt x="6077" y="25458"/>
                  </a:cubicBezTo>
                  <a:cubicBezTo>
                    <a:pt x="6077" y="25458"/>
                    <a:pt x="6092" y="25472"/>
                    <a:pt x="6092" y="25472"/>
                  </a:cubicBezTo>
                  <a:cubicBezTo>
                    <a:pt x="6063" y="25486"/>
                    <a:pt x="6021" y="25515"/>
                    <a:pt x="5992" y="25543"/>
                  </a:cubicBezTo>
                  <a:close/>
                  <a:moveTo>
                    <a:pt x="15690" y="30172"/>
                  </a:moveTo>
                  <a:cubicBezTo>
                    <a:pt x="15690" y="30172"/>
                    <a:pt x="15675" y="30172"/>
                    <a:pt x="15675" y="30157"/>
                  </a:cubicBezTo>
                  <a:close/>
                  <a:moveTo>
                    <a:pt x="27375" y="25571"/>
                  </a:moveTo>
                  <a:cubicBezTo>
                    <a:pt x="27389" y="25571"/>
                    <a:pt x="27431" y="25600"/>
                    <a:pt x="27431" y="25628"/>
                  </a:cubicBezTo>
                  <a:cubicBezTo>
                    <a:pt x="27445" y="25628"/>
                    <a:pt x="27445" y="25628"/>
                    <a:pt x="27431" y="25628"/>
                  </a:cubicBezTo>
                  <a:lnTo>
                    <a:pt x="27375" y="25571"/>
                  </a:lnTo>
                  <a:close/>
                  <a:moveTo>
                    <a:pt x="29107" y="23243"/>
                  </a:moveTo>
                  <a:close/>
                  <a:moveTo>
                    <a:pt x="31776" y="17620"/>
                  </a:moveTo>
                  <a:lnTo>
                    <a:pt x="31776" y="17606"/>
                  </a:lnTo>
                  <a:lnTo>
                    <a:pt x="31790" y="17635"/>
                  </a:lnTo>
                  <a:close/>
                  <a:moveTo>
                    <a:pt x="32557" y="16641"/>
                  </a:moveTo>
                  <a:lnTo>
                    <a:pt x="32557" y="16641"/>
                  </a:lnTo>
                  <a:close/>
                  <a:moveTo>
                    <a:pt x="16769" y="554"/>
                  </a:moveTo>
                  <a:lnTo>
                    <a:pt x="16797" y="554"/>
                  </a:lnTo>
                  <a:lnTo>
                    <a:pt x="16797" y="554"/>
                  </a:lnTo>
                  <a:cubicBezTo>
                    <a:pt x="16783" y="569"/>
                    <a:pt x="16769" y="569"/>
                    <a:pt x="16754" y="583"/>
                  </a:cubicBezTo>
                  <a:cubicBezTo>
                    <a:pt x="16754" y="569"/>
                    <a:pt x="16769" y="569"/>
                    <a:pt x="16769" y="554"/>
                  </a:cubicBezTo>
                  <a:close/>
                  <a:moveTo>
                    <a:pt x="4544" y="24180"/>
                  </a:moveTo>
                  <a:close/>
                  <a:moveTo>
                    <a:pt x="6816" y="26239"/>
                  </a:moveTo>
                  <a:cubicBezTo>
                    <a:pt x="6802" y="26239"/>
                    <a:pt x="6773" y="26239"/>
                    <a:pt x="6759" y="26239"/>
                  </a:cubicBezTo>
                  <a:lnTo>
                    <a:pt x="6759" y="26210"/>
                  </a:lnTo>
                  <a:close/>
                  <a:moveTo>
                    <a:pt x="18359" y="30086"/>
                  </a:moveTo>
                  <a:close/>
                  <a:moveTo>
                    <a:pt x="22292" y="28865"/>
                  </a:moveTo>
                  <a:close/>
                  <a:moveTo>
                    <a:pt x="21681" y="1293"/>
                  </a:moveTo>
                  <a:close/>
                  <a:moveTo>
                    <a:pt x="16442" y="938"/>
                  </a:moveTo>
                  <a:lnTo>
                    <a:pt x="16442" y="938"/>
                  </a:lnTo>
                  <a:cubicBezTo>
                    <a:pt x="16470" y="938"/>
                    <a:pt x="16485" y="938"/>
                    <a:pt x="16499" y="952"/>
                  </a:cubicBezTo>
                  <a:cubicBezTo>
                    <a:pt x="16485" y="952"/>
                    <a:pt x="16470" y="938"/>
                    <a:pt x="16456" y="938"/>
                  </a:cubicBezTo>
                  <a:close/>
                  <a:moveTo>
                    <a:pt x="228" y="15022"/>
                  </a:moveTo>
                  <a:cubicBezTo>
                    <a:pt x="242" y="15022"/>
                    <a:pt x="256" y="15022"/>
                    <a:pt x="270" y="15036"/>
                  </a:cubicBezTo>
                  <a:lnTo>
                    <a:pt x="270" y="15036"/>
                  </a:lnTo>
                  <a:close/>
                  <a:moveTo>
                    <a:pt x="867" y="16712"/>
                  </a:moveTo>
                  <a:cubicBezTo>
                    <a:pt x="853" y="16655"/>
                    <a:pt x="895" y="16669"/>
                    <a:pt x="895" y="16726"/>
                  </a:cubicBezTo>
                  <a:lnTo>
                    <a:pt x="867" y="16726"/>
                  </a:lnTo>
                  <a:close/>
                  <a:moveTo>
                    <a:pt x="2443" y="22079"/>
                  </a:moveTo>
                  <a:lnTo>
                    <a:pt x="2443" y="22079"/>
                  </a:lnTo>
                  <a:lnTo>
                    <a:pt x="2443" y="22079"/>
                  </a:lnTo>
                  <a:lnTo>
                    <a:pt x="2443" y="22079"/>
                  </a:lnTo>
                  <a:cubicBezTo>
                    <a:pt x="2457" y="22036"/>
                    <a:pt x="2500" y="22022"/>
                    <a:pt x="2528" y="22008"/>
                  </a:cubicBezTo>
                  <a:cubicBezTo>
                    <a:pt x="2500" y="22036"/>
                    <a:pt x="2471" y="22050"/>
                    <a:pt x="2443" y="22079"/>
                  </a:cubicBezTo>
                  <a:close/>
                  <a:moveTo>
                    <a:pt x="19977" y="29987"/>
                  </a:moveTo>
                  <a:lnTo>
                    <a:pt x="19992" y="29987"/>
                  </a:lnTo>
                  <a:lnTo>
                    <a:pt x="19992" y="29987"/>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8" name="Google Shape;378;p27"/>
            <p:cNvPicPr preferRelativeResize="0"/>
            <p:nvPr/>
          </p:nvPicPr>
          <p:blipFill>
            <a:blip r:embed="rId10">
              <a:alphaModFix/>
            </a:blip>
            <a:stretch>
              <a:fillRect/>
            </a:stretch>
          </p:blipFill>
          <p:spPr>
            <a:xfrm>
              <a:off x="10415772" y="-60500"/>
              <a:ext cx="1155836" cy="1075904"/>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8"/>
          <p:cNvSpPr/>
          <p:nvPr/>
        </p:nvSpPr>
        <p:spPr>
          <a:xfrm>
            <a:off x="14456314" y="632346"/>
            <a:ext cx="781" cy="52"/>
          </a:xfrm>
          <a:custGeom>
            <a:rect b="b" l="l" r="r" t="t"/>
            <a:pathLst>
              <a:path extrusionOk="0" h="1" w="15">
                <a:moveTo>
                  <a:pt x="15" y="1"/>
                </a:moveTo>
                <a:lnTo>
                  <a:pt x="0" y="1"/>
                </a:lnTo>
                <a:lnTo>
                  <a:pt x="0" y="1"/>
                </a:lnTo>
                <a:close/>
              </a:path>
            </a:pathLst>
          </a:custGeom>
          <a:solidFill>
            <a:srgbClr val="FD594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8"/>
          <p:cNvSpPr/>
          <p:nvPr/>
        </p:nvSpPr>
        <p:spPr>
          <a:xfrm>
            <a:off x="9105924" y="932662"/>
            <a:ext cx="52" cy="52"/>
          </a:xfrm>
          <a:custGeom>
            <a:rect b="b" l="l" r="r" t="t"/>
            <a:pathLst>
              <a:path extrusionOk="0" h="1" w="1">
                <a:moveTo>
                  <a:pt x="0" y="1"/>
                </a:moveTo>
                <a:lnTo>
                  <a:pt x="0" y="1"/>
                </a:lnTo>
                <a:lnTo>
                  <a:pt x="0" y="1"/>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8"/>
          <p:cNvSpPr/>
          <p:nvPr/>
        </p:nvSpPr>
        <p:spPr>
          <a:xfrm>
            <a:off x="9174118" y="917358"/>
            <a:ext cx="52" cy="52"/>
          </a:xfrm>
          <a:custGeom>
            <a:rect b="b" l="l" r="r" t="t"/>
            <a:pathLst>
              <a:path extrusionOk="0" h="1" w="1">
                <a:moveTo>
                  <a:pt x="0" y="0"/>
                </a:moveTo>
                <a:lnTo>
                  <a:pt x="0" y="0"/>
                </a:lnTo>
                <a:lnTo>
                  <a:pt x="0" y="0"/>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8"/>
          <p:cNvSpPr/>
          <p:nvPr/>
        </p:nvSpPr>
        <p:spPr>
          <a:xfrm>
            <a:off x="1835143" y="4464150"/>
            <a:ext cx="24" cy="24"/>
          </a:xfrm>
          <a:custGeom>
            <a:rect b="b" l="l" r="r" t="t"/>
            <a:pathLst>
              <a:path extrusionOk="0" h="1" w="1">
                <a:moveTo>
                  <a:pt x="1" y="1"/>
                </a:moveTo>
                <a:close/>
              </a:path>
            </a:pathLst>
          </a:custGeom>
          <a:solidFill>
            <a:srgbClr val="FEA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8"/>
          <p:cNvSpPr/>
          <p:nvPr/>
        </p:nvSpPr>
        <p:spPr>
          <a:xfrm>
            <a:off x="1830242" y="4469051"/>
            <a:ext cx="24" cy="24"/>
          </a:xfrm>
          <a:custGeom>
            <a:rect b="b" l="l" r="r" t="t"/>
            <a:pathLst>
              <a:path extrusionOk="0" h="1" w="1">
                <a:moveTo>
                  <a:pt x="1" y="1"/>
                </a:moveTo>
                <a:close/>
              </a:path>
            </a:pathLst>
          </a:custGeom>
          <a:solidFill>
            <a:srgbClr val="FEA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8"/>
          <p:cNvSpPr/>
          <p:nvPr/>
        </p:nvSpPr>
        <p:spPr>
          <a:xfrm>
            <a:off x="1785425" y="4849850"/>
            <a:ext cx="1125" cy="1850"/>
          </a:xfrm>
          <a:custGeom>
            <a:rect b="b" l="l" r="r" t="t"/>
            <a:pathLst>
              <a:path extrusionOk="0" h="74" w="45">
                <a:moveTo>
                  <a:pt x="15" y="74"/>
                </a:moveTo>
                <a:cubicBezTo>
                  <a:pt x="15" y="74"/>
                  <a:pt x="45" y="59"/>
                  <a:pt x="30" y="59"/>
                </a:cubicBezTo>
                <a:cubicBezTo>
                  <a:pt x="30" y="30"/>
                  <a:pt x="15" y="15"/>
                  <a:pt x="1" y="0"/>
                </a:cubicBezTo>
                <a:cubicBezTo>
                  <a:pt x="1" y="30"/>
                  <a:pt x="1" y="59"/>
                  <a:pt x="15" y="74"/>
                </a:cubicBezTo>
                <a:close/>
              </a:path>
            </a:pathLst>
          </a:custGeom>
          <a:solidFill>
            <a:srgbClr val="FEA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8"/>
          <p:cNvSpPr/>
          <p:nvPr/>
        </p:nvSpPr>
        <p:spPr>
          <a:xfrm>
            <a:off x="10068869" y="1992177"/>
            <a:ext cx="16138" cy="16138"/>
          </a:xfrm>
          <a:custGeom>
            <a:rect b="b" l="l" r="r" t="t"/>
            <a:pathLst>
              <a:path extrusionOk="0" h="310" w="310">
                <a:moveTo>
                  <a:pt x="148" y="15"/>
                </a:moveTo>
                <a:cubicBezTo>
                  <a:pt x="30" y="1"/>
                  <a:pt x="16" y="74"/>
                  <a:pt x="16" y="192"/>
                </a:cubicBezTo>
                <a:cubicBezTo>
                  <a:pt x="1" y="295"/>
                  <a:pt x="74" y="310"/>
                  <a:pt x="148" y="310"/>
                </a:cubicBezTo>
                <a:cubicBezTo>
                  <a:pt x="192" y="207"/>
                  <a:pt x="310" y="118"/>
                  <a:pt x="148" y="15"/>
                </a:cubicBez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8"/>
          <p:cNvSpPr/>
          <p:nvPr/>
        </p:nvSpPr>
        <p:spPr>
          <a:xfrm>
            <a:off x="9651374" y="1027666"/>
            <a:ext cx="52" cy="52"/>
          </a:xfrm>
          <a:custGeom>
            <a:rect b="b" l="l" r="r" t="t"/>
            <a:pathLst>
              <a:path extrusionOk="0" h="1" w="1">
                <a:moveTo>
                  <a:pt x="0" y="1"/>
                </a:moveTo>
                <a:lnTo>
                  <a:pt x="0" y="1"/>
                </a:lnTo>
                <a:lnTo>
                  <a:pt x="0" y="1"/>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8"/>
          <p:cNvSpPr/>
          <p:nvPr/>
        </p:nvSpPr>
        <p:spPr>
          <a:xfrm>
            <a:off x="9643722" y="1027666"/>
            <a:ext cx="7705" cy="4633"/>
          </a:xfrm>
          <a:custGeom>
            <a:rect b="b" l="l" r="r" t="t"/>
            <a:pathLst>
              <a:path extrusionOk="0" h="89" w="148">
                <a:moveTo>
                  <a:pt x="89" y="59"/>
                </a:moveTo>
                <a:cubicBezTo>
                  <a:pt x="118" y="45"/>
                  <a:pt x="133" y="15"/>
                  <a:pt x="147" y="1"/>
                </a:cubicBezTo>
                <a:cubicBezTo>
                  <a:pt x="118" y="1"/>
                  <a:pt x="89" y="1"/>
                  <a:pt x="59" y="1"/>
                </a:cubicBezTo>
                <a:cubicBezTo>
                  <a:pt x="44" y="1"/>
                  <a:pt x="15" y="15"/>
                  <a:pt x="15" y="15"/>
                </a:cubicBezTo>
                <a:cubicBezTo>
                  <a:pt x="0" y="59"/>
                  <a:pt x="59" y="89"/>
                  <a:pt x="89" y="59"/>
                </a:cubicBez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8"/>
          <p:cNvSpPr/>
          <p:nvPr/>
        </p:nvSpPr>
        <p:spPr>
          <a:xfrm>
            <a:off x="10038260" y="2133929"/>
            <a:ext cx="13066" cy="11505"/>
          </a:xfrm>
          <a:custGeom>
            <a:rect b="b" l="l" r="r" t="t"/>
            <a:pathLst>
              <a:path extrusionOk="0" h="221" w="251">
                <a:moveTo>
                  <a:pt x="147" y="221"/>
                </a:moveTo>
                <a:lnTo>
                  <a:pt x="250" y="221"/>
                </a:lnTo>
                <a:cubicBezTo>
                  <a:pt x="250" y="177"/>
                  <a:pt x="250" y="147"/>
                  <a:pt x="250" y="118"/>
                </a:cubicBezTo>
                <a:cubicBezTo>
                  <a:pt x="206" y="44"/>
                  <a:pt x="133" y="0"/>
                  <a:pt x="44" y="0"/>
                </a:cubicBezTo>
                <a:cubicBezTo>
                  <a:pt x="0" y="191"/>
                  <a:pt x="0" y="191"/>
                  <a:pt x="147" y="221"/>
                </a:cubicBez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8"/>
          <p:cNvSpPr/>
          <p:nvPr/>
        </p:nvSpPr>
        <p:spPr>
          <a:xfrm>
            <a:off x="9593904" y="2491664"/>
            <a:ext cx="52" cy="52"/>
          </a:xfrm>
          <a:custGeom>
            <a:rect b="b" l="l" r="r" t="t"/>
            <a:pathLst>
              <a:path extrusionOk="0" h="1" w="1">
                <a:moveTo>
                  <a:pt x="1" y="1"/>
                </a:moveTo>
                <a:lnTo>
                  <a:pt x="1" y="1"/>
                </a:lnTo>
                <a:lnTo>
                  <a:pt x="1" y="1"/>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8"/>
          <p:cNvSpPr/>
          <p:nvPr/>
        </p:nvSpPr>
        <p:spPr>
          <a:xfrm>
            <a:off x="10136283" y="3633897"/>
            <a:ext cx="52" cy="52"/>
          </a:xfrm>
          <a:custGeom>
            <a:rect b="b" l="l" r="r" t="t"/>
            <a:pathLst>
              <a:path extrusionOk="0" h="1" w="1">
                <a:moveTo>
                  <a:pt x="1" y="1"/>
                </a:moveTo>
                <a:lnTo>
                  <a:pt x="1" y="1"/>
                </a:lnTo>
                <a:close/>
              </a:path>
            </a:pathLst>
          </a:custGeom>
          <a:solidFill>
            <a:srgbClr val="68B7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a:off x="1742375" y="5748650"/>
            <a:ext cx="25" cy="25"/>
          </a:xfrm>
          <a:custGeom>
            <a:rect b="b" l="l" r="r" t="t"/>
            <a:pathLst>
              <a:path extrusionOk="0" h="1" w="1">
                <a:moveTo>
                  <a:pt x="1" y="1"/>
                </a:moveTo>
                <a:close/>
              </a:path>
            </a:pathLst>
          </a:custGeom>
          <a:solidFill>
            <a:srgbClr val="68B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8"/>
          <p:cNvSpPr/>
          <p:nvPr/>
        </p:nvSpPr>
        <p:spPr>
          <a:xfrm>
            <a:off x="11575807" y="605536"/>
            <a:ext cx="52" cy="52"/>
          </a:xfrm>
          <a:custGeom>
            <a:rect b="b" l="l" r="r" t="t"/>
            <a:pathLst>
              <a:path extrusionOk="0" h="1" w="1">
                <a:moveTo>
                  <a:pt x="0" y="1"/>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8"/>
          <p:cNvSpPr/>
          <p:nvPr/>
        </p:nvSpPr>
        <p:spPr>
          <a:xfrm>
            <a:off x="12115115" y="564203"/>
            <a:ext cx="52" cy="52"/>
          </a:xfrm>
          <a:custGeom>
            <a:rect b="b" l="l" r="r" t="t"/>
            <a:pathLst>
              <a:path extrusionOk="0" h="1" w="1">
                <a:moveTo>
                  <a:pt x="1" y="0"/>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8"/>
          <p:cNvSpPr/>
          <p:nvPr/>
        </p:nvSpPr>
        <p:spPr>
          <a:xfrm>
            <a:off x="12519596" y="-477717"/>
            <a:ext cx="52" cy="52"/>
          </a:xfrm>
          <a:custGeom>
            <a:rect b="b" l="l" r="r" t="t"/>
            <a:pathLst>
              <a:path extrusionOk="0" h="1" w="1">
                <a:moveTo>
                  <a:pt x="1" y="1"/>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8"/>
          <p:cNvSpPr/>
          <p:nvPr/>
        </p:nvSpPr>
        <p:spPr>
          <a:xfrm>
            <a:off x="11437128" y="584870"/>
            <a:ext cx="52" cy="52"/>
          </a:xfrm>
          <a:custGeom>
            <a:rect b="b" l="l" r="r" t="t"/>
            <a:pathLst>
              <a:path extrusionOk="0" h="1" w="1">
                <a:moveTo>
                  <a:pt x="1" y="0"/>
                </a:moveTo>
                <a:lnTo>
                  <a:pt x="1" y="0"/>
                </a:lnTo>
                <a:lnTo>
                  <a:pt x="1" y="0"/>
                </a:ln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8"/>
          <p:cNvSpPr/>
          <p:nvPr/>
        </p:nvSpPr>
        <p:spPr>
          <a:xfrm>
            <a:off x="12530320" y="-415665"/>
            <a:ext cx="52" cy="52"/>
          </a:xfrm>
          <a:custGeom>
            <a:rect b="b" l="l" r="r" t="t"/>
            <a:pathLst>
              <a:path extrusionOk="0" h="1" w="1">
                <a:moveTo>
                  <a:pt x="1" y="1"/>
                </a:moveTo>
                <a:lnTo>
                  <a:pt x="1" y="1"/>
                </a:ln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8"/>
          <p:cNvSpPr/>
          <p:nvPr/>
        </p:nvSpPr>
        <p:spPr>
          <a:xfrm>
            <a:off x="12540314" y="-405670"/>
            <a:ext cx="52" cy="52"/>
          </a:xfrm>
          <a:custGeom>
            <a:rect b="b" l="l" r="r" t="t"/>
            <a:pathLst>
              <a:path extrusionOk="0" h="1" w="1">
                <a:moveTo>
                  <a:pt x="0" y="0"/>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8"/>
          <p:cNvSpPr/>
          <p:nvPr/>
        </p:nvSpPr>
        <p:spPr>
          <a:xfrm>
            <a:off x="12540314" y="-390365"/>
            <a:ext cx="781" cy="52"/>
          </a:xfrm>
          <a:custGeom>
            <a:rect b="b" l="l" r="r" t="t"/>
            <a:pathLst>
              <a:path extrusionOk="0" h="1" w="15">
                <a:moveTo>
                  <a:pt x="0" y="0"/>
                </a:moveTo>
                <a:lnTo>
                  <a:pt x="0" y="0"/>
                </a:lnTo>
                <a:lnTo>
                  <a:pt x="15" y="0"/>
                </a:ln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8"/>
          <p:cNvSpPr/>
          <p:nvPr/>
        </p:nvSpPr>
        <p:spPr>
          <a:xfrm>
            <a:off x="11639369" y="617041"/>
            <a:ext cx="3123" cy="3123"/>
          </a:xfrm>
          <a:custGeom>
            <a:rect b="b" l="l" r="r" t="t"/>
            <a:pathLst>
              <a:path extrusionOk="0" h="60" w="60">
                <a:moveTo>
                  <a:pt x="1" y="59"/>
                </a:moveTo>
                <a:lnTo>
                  <a:pt x="30" y="45"/>
                </a:lnTo>
                <a:lnTo>
                  <a:pt x="60" y="59"/>
                </a:lnTo>
                <a:cubicBezTo>
                  <a:pt x="45" y="30"/>
                  <a:pt x="15" y="1"/>
                  <a:pt x="1" y="59"/>
                </a:cubicBez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8"/>
          <p:cNvSpPr/>
          <p:nvPr/>
        </p:nvSpPr>
        <p:spPr>
          <a:xfrm>
            <a:off x="12046192" y="949529"/>
            <a:ext cx="52" cy="52"/>
          </a:xfrm>
          <a:custGeom>
            <a:rect b="b" l="l" r="r" t="t"/>
            <a:pathLst>
              <a:path extrusionOk="0" h="1" w="1">
                <a:moveTo>
                  <a:pt x="0" y="1"/>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8"/>
          <p:cNvSpPr/>
          <p:nvPr/>
        </p:nvSpPr>
        <p:spPr>
          <a:xfrm>
            <a:off x="12279823" y="1130323"/>
            <a:ext cx="52" cy="52"/>
          </a:xfrm>
          <a:custGeom>
            <a:rect b="b" l="l" r="r" t="t"/>
            <a:pathLst>
              <a:path extrusionOk="0" h="1" w="1">
                <a:moveTo>
                  <a:pt x="1" y="1"/>
                </a:moveTo>
                <a:lnTo>
                  <a:pt x="1" y="1"/>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8"/>
          <p:cNvSpPr/>
          <p:nvPr/>
        </p:nvSpPr>
        <p:spPr>
          <a:xfrm>
            <a:off x="12279823" y="1130323"/>
            <a:ext cx="52" cy="52"/>
          </a:xfrm>
          <a:custGeom>
            <a:rect b="b" l="l" r="r" t="t"/>
            <a:pathLst>
              <a:path extrusionOk="0" h="1" w="1">
                <a:moveTo>
                  <a:pt x="1" y="1"/>
                </a:moveTo>
                <a:lnTo>
                  <a:pt x="1" y="1"/>
                </a:lnTo>
                <a:lnTo>
                  <a:pt x="1" y="1"/>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8"/>
          <p:cNvSpPr/>
          <p:nvPr/>
        </p:nvSpPr>
        <p:spPr>
          <a:xfrm>
            <a:off x="12566343" y="1723303"/>
            <a:ext cx="52" cy="52"/>
          </a:xfrm>
          <a:custGeom>
            <a:rect b="b" l="l" r="r" t="t"/>
            <a:pathLst>
              <a:path extrusionOk="0" h="1" w="1">
                <a:moveTo>
                  <a:pt x="1" y="0"/>
                </a:moveTo>
                <a:lnTo>
                  <a:pt x="1" y="0"/>
                </a:lnTo>
                <a:lnTo>
                  <a:pt x="1" y="0"/>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8"/>
          <p:cNvSpPr/>
          <p:nvPr/>
        </p:nvSpPr>
        <p:spPr>
          <a:xfrm>
            <a:off x="12566343" y="1721742"/>
            <a:ext cx="2343" cy="833"/>
          </a:xfrm>
          <a:custGeom>
            <a:rect b="b" l="l" r="r" t="t"/>
            <a:pathLst>
              <a:path extrusionOk="0" h="16" w="45">
                <a:moveTo>
                  <a:pt x="15" y="1"/>
                </a:moveTo>
                <a:cubicBezTo>
                  <a:pt x="15" y="1"/>
                  <a:pt x="15" y="15"/>
                  <a:pt x="1" y="15"/>
                </a:cubicBezTo>
                <a:cubicBezTo>
                  <a:pt x="30" y="1"/>
                  <a:pt x="45" y="1"/>
                  <a:pt x="15" y="1"/>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8"/>
          <p:cNvSpPr/>
          <p:nvPr/>
        </p:nvSpPr>
        <p:spPr>
          <a:xfrm>
            <a:off x="10859507" y="2051939"/>
            <a:ext cx="52" cy="52"/>
          </a:xfrm>
          <a:custGeom>
            <a:rect b="b" l="l" r="r" t="t"/>
            <a:pathLst>
              <a:path extrusionOk="0" h="1" w="1">
                <a:moveTo>
                  <a:pt x="0" y="0"/>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p:nvPr/>
        </p:nvSpPr>
        <p:spPr>
          <a:xfrm>
            <a:off x="10850293" y="2048087"/>
            <a:ext cx="10776" cy="10047"/>
          </a:xfrm>
          <a:custGeom>
            <a:rect b="b" l="l" r="r" t="t"/>
            <a:pathLst>
              <a:path extrusionOk="0" h="193" w="207">
                <a:moveTo>
                  <a:pt x="30" y="74"/>
                </a:moveTo>
                <a:cubicBezTo>
                  <a:pt x="1" y="133"/>
                  <a:pt x="60" y="192"/>
                  <a:pt x="118" y="192"/>
                </a:cubicBezTo>
                <a:cubicBezTo>
                  <a:pt x="207" y="192"/>
                  <a:pt x="177" y="133"/>
                  <a:pt x="177" y="74"/>
                </a:cubicBezTo>
                <a:cubicBezTo>
                  <a:pt x="133" y="74"/>
                  <a:pt x="74" y="1"/>
                  <a:pt x="30" y="7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8"/>
          <p:cNvSpPr/>
          <p:nvPr/>
        </p:nvSpPr>
        <p:spPr>
          <a:xfrm>
            <a:off x="10855655" y="2068024"/>
            <a:ext cx="1614" cy="1562"/>
          </a:xfrm>
          <a:custGeom>
            <a:rect b="b" l="l" r="r" t="t"/>
            <a:pathLst>
              <a:path extrusionOk="0" h="30" w="31">
                <a:moveTo>
                  <a:pt x="30" y="30"/>
                </a:moveTo>
                <a:lnTo>
                  <a:pt x="30" y="1"/>
                </a:lnTo>
                <a:cubicBezTo>
                  <a:pt x="15" y="15"/>
                  <a:pt x="15" y="15"/>
                  <a:pt x="1" y="30"/>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8"/>
          <p:cNvSpPr/>
          <p:nvPr/>
        </p:nvSpPr>
        <p:spPr>
          <a:xfrm>
            <a:off x="10855655" y="2069534"/>
            <a:ext cx="833" cy="833"/>
          </a:xfrm>
          <a:custGeom>
            <a:rect b="b" l="l" r="r" t="t"/>
            <a:pathLst>
              <a:path extrusionOk="0" h="16" w="16">
                <a:moveTo>
                  <a:pt x="1" y="16"/>
                </a:moveTo>
                <a:lnTo>
                  <a:pt x="15" y="1"/>
                </a:lnTo>
                <a:lnTo>
                  <a:pt x="1" y="1"/>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8"/>
          <p:cNvSpPr/>
          <p:nvPr/>
        </p:nvSpPr>
        <p:spPr>
          <a:xfrm>
            <a:off x="11873051" y="907415"/>
            <a:ext cx="7705" cy="4633"/>
          </a:xfrm>
          <a:custGeom>
            <a:rect b="b" l="l" r="r" t="t"/>
            <a:pathLst>
              <a:path extrusionOk="0" h="89" w="148">
                <a:moveTo>
                  <a:pt x="118" y="88"/>
                </a:moveTo>
                <a:lnTo>
                  <a:pt x="118" y="88"/>
                </a:lnTo>
                <a:cubicBezTo>
                  <a:pt x="133" y="88"/>
                  <a:pt x="147" y="74"/>
                  <a:pt x="147" y="59"/>
                </a:cubicBezTo>
                <a:cubicBezTo>
                  <a:pt x="147" y="44"/>
                  <a:pt x="147" y="30"/>
                  <a:pt x="118" y="0"/>
                </a:cubicBezTo>
                <a:lnTo>
                  <a:pt x="118" y="0"/>
                </a:lnTo>
                <a:cubicBezTo>
                  <a:pt x="103" y="0"/>
                  <a:pt x="74" y="0"/>
                  <a:pt x="44" y="0"/>
                </a:cubicBezTo>
                <a:cubicBezTo>
                  <a:pt x="30" y="0"/>
                  <a:pt x="15" y="30"/>
                  <a:pt x="15" y="59"/>
                </a:cubicBezTo>
                <a:cubicBezTo>
                  <a:pt x="0" y="74"/>
                  <a:pt x="30" y="74"/>
                  <a:pt x="44" y="74"/>
                </a:cubicBezTo>
                <a:cubicBezTo>
                  <a:pt x="74" y="74"/>
                  <a:pt x="88" y="88"/>
                  <a:pt x="118" y="88"/>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a:off x="12528029" y="2066515"/>
            <a:ext cx="9266" cy="8433"/>
          </a:xfrm>
          <a:custGeom>
            <a:rect b="b" l="l" r="r" t="t"/>
            <a:pathLst>
              <a:path extrusionOk="0" h="162" w="178">
                <a:moveTo>
                  <a:pt x="60" y="74"/>
                </a:moveTo>
                <a:cubicBezTo>
                  <a:pt x="30" y="103"/>
                  <a:pt x="16" y="133"/>
                  <a:pt x="1" y="162"/>
                </a:cubicBezTo>
                <a:lnTo>
                  <a:pt x="163" y="147"/>
                </a:lnTo>
                <a:cubicBezTo>
                  <a:pt x="163" y="88"/>
                  <a:pt x="177" y="0"/>
                  <a:pt x="60" y="7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8"/>
          <p:cNvSpPr/>
          <p:nvPr/>
        </p:nvSpPr>
        <p:spPr>
          <a:xfrm>
            <a:off x="11112294" y="1199298"/>
            <a:ext cx="52" cy="52"/>
          </a:xfrm>
          <a:custGeom>
            <a:rect b="b" l="l" r="r" t="t"/>
            <a:pathLst>
              <a:path extrusionOk="0" h="1" w="1">
                <a:moveTo>
                  <a:pt x="1" y="0"/>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8"/>
          <p:cNvSpPr/>
          <p:nvPr/>
        </p:nvSpPr>
        <p:spPr>
          <a:xfrm>
            <a:off x="12517305" y="2084891"/>
            <a:ext cx="15409" cy="10776"/>
          </a:xfrm>
          <a:custGeom>
            <a:rect b="b" l="l" r="r" t="t"/>
            <a:pathLst>
              <a:path extrusionOk="0" h="207" w="296">
                <a:moveTo>
                  <a:pt x="1" y="103"/>
                </a:moveTo>
                <a:cubicBezTo>
                  <a:pt x="1" y="177"/>
                  <a:pt x="74" y="162"/>
                  <a:pt x="118" y="177"/>
                </a:cubicBezTo>
                <a:lnTo>
                  <a:pt x="207" y="177"/>
                </a:lnTo>
                <a:cubicBezTo>
                  <a:pt x="236" y="206"/>
                  <a:pt x="266" y="206"/>
                  <a:pt x="280" y="162"/>
                </a:cubicBezTo>
                <a:cubicBezTo>
                  <a:pt x="280" y="133"/>
                  <a:pt x="295" y="118"/>
                  <a:pt x="295" y="89"/>
                </a:cubicBezTo>
                <a:cubicBezTo>
                  <a:pt x="236" y="59"/>
                  <a:pt x="192" y="30"/>
                  <a:pt x="133" y="15"/>
                </a:cubicBezTo>
                <a:cubicBezTo>
                  <a:pt x="74" y="0"/>
                  <a:pt x="15" y="30"/>
                  <a:pt x="1" y="103"/>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8"/>
          <p:cNvSpPr/>
          <p:nvPr/>
        </p:nvSpPr>
        <p:spPr>
          <a:xfrm>
            <a:off x="12509653" y="2097905"/>
            <a:ext cx="13847" cy="9266"/>
          </a:xfrm>
          <a:custGeom>
            <a:rect b="b" l="l" r="r" t="t"/>
            <a:pathLst>
              <a:path extrusionOk="0" h="178" w="266">
                <a:moveTo>
                  <a:pt x="118" y="15"/>
                </a:moveTo>
                <a:cubicBezTo>
                  <a:pt x="15" y="30"/>
                  <a:pt x="1" y="59"/>
                  <a:pt x="74" y="177"/>
                </a:cubicBezTo>
                <a:lnTo>
                  <a:pt x="74" y="177"/>
                </a:lnTo>
                <a:cubicBezTo>
                  <a:pt x="118" y="133"/>
                  <a:pt x="207" y="148"/>
                  <a:pt x="265" y="89"/>
                </a:cubicBezTo>
                <a:cubicBezTo>
                  <a:pt x="265" y="59"/>
                  <a:pt x="265" y="45"/>
                  <a:pt x="265" y="15"/>
                </a:cubicBezTo>
                <a:cubicBezTo>
                  <a:pt x="221" y="0"/>
                  <a:pt x="162" y="0"/>
                  <a:pt x="118" y="15"/>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p:nvPr/>
        </p:nvSpPr>
        <p:spPr>
          <a:xfrm>
            <a:off x="12332712" y="2391298"/>
            <a:ext cx="14576" cy="12338"/>
          </a:xfrm>
          <a:custGeom>
            <a:rect b="b" l="l" r="r" t="t"/>
            <a:pathLst>
              <a:path extrusionOk="0" h="237" w="280">
                <a:moveTo>
                  <a:pt x="118" y="74"/>
                </a:moveTo>
                <a:cubicBezTo>
                  <a:pt x="74" y="119"/>
                  <a:pt x="44" y="177"/>
                  <a:pt x="0" y="236"/>
                </a:cubicBezTo>
                <a:cubicBezTo>
                  <a:pt x="103" y="236"/>
                  <a:pt x="191" y="207"/>
                  <a:pt x="280" y="163"/>
                </a:cubicBezTo>
                <a:cubicBezTo>
                  <a:pt x="236" y="16"/>
                  <a:pt x="206" y="1"/>
                  <a:pt x="118" y="7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11918237" y="917358"/>
            <a:ext cx="38366" cy="19209"/>
          </a:xfrm>
          <a:custGeom>
            <a:rect b="b" l="l" r="r" t="t"/>
            <a:pathLst>
              <a:path extrusionOk="0" h="369" w="737">
                <a:moveTo>
                  <a:pt x="574" y="339"/>
                </a:moveTo>
                <a:cubicBezTo>
                  <a:pt x="677" y="368"/>
                  <a:pt x="722" y="265"/>
                  <a:pt x="736" y="177"/>
                </a:cubicBezTo>
                <a:cubicBezTo>
                  <a:pt x="663" y="177"/>
                  <a:pt x="589" y="133"/>
                  <a:pt x="545" y="89"/>
                </a:cubicBezTo>
                <a:cubicBezTo>
                  <a:pt x="427" y="59"/>
                  <a:pt x="280" y="118"/>
                  <a:pt x="177" y="0"/>
                </a:cubicBezTo>
                <a:lnTo>
                  <a:pt x="0" y="0"/>
                </a:lnTo>
                <a:cubicBezTo>
                  <a:pt x="103" y="236"/>
                  <a:pt x="354" y="280"/>
                  <a:pt x="574" y="339"/>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11961131" y="929591"/>
            <a:ext cx="14628" cy="10776"/>
          </a:xfrm>
          <a:custGeom>
            <a:rect b="b" l="l" r="r" t="t"/>
            <a:pathLst>
              <a:path extrusionOk="0" h="207" w="281">
                <a:moveTo>
                  <a:pt x="280" y="104"/>
                </a:moveTo>
                <a:cubicBezTo>
                  <a:pt x="265" y="89"/>
                  <a:pt x="265" y="60"/>
                  <a:pt x="265" y="30"/>
                </a:cubicBezTo>
                <a:lnTo>
                  <a:pt x="1" y="1"/>
                </a:lnTo>
                <a:cubicBezTo>
                  <a:pt x="104" y="207"/>
                  <a:pt x="118" y="207"/>
                  <a:pt x="280" y="10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8"/>
          <p:cNvSpPr/>
          <p:nvPr/>
        </p:nvSpPr>
        <p:spPr>
          <a:xfrm>
            <a:off x="11365134" y="1051404"/>
            <a:ext cx="52" cy="52"/>
          </a:xfrm>
          <a:custGeom>
            <a:rect b="b" l="l" r="r" t="t"/>
            <a:pathLst>
              <a:path extrusionOk="0" h="1" w="1">
                <a:moveTo>
                  <a:pt x="0" y="1"/>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p:nvPr/>
        </p:nvSpPr>
        <p:spPr>
          <a:xfrm>
            <a:off x="11293868" y="1547091"/>
            <a:ext cx="52" cy="52"/>
          </a:xfrm>
          <a:custGeom>
            <a:rect b="b" l="l" r="r" t="t"/>
            <a:pathLst>
              <a:path extrusionOk="0" h="1" w="1">
                <a:moveTo>
                  <a:pt x="1" y="0"/>
                </a:moveTo>
                <a:lnTo>
                  <a:pt x="1" y="0"/>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14626384" y="1269731"/>
            <a:ext cx="52" cy="52"/>
          </a:xfrm>
          <a:custGeom>
            <a:rect b="b" l="l" r="r" t="t"/>
            <a:pathLst>
              <a:path extrusionOk="0" h="1" w="1">
                <a:moveTo>
                  <a:pt x="0" y="1"/>
                </a:moveTo>
                <a:lnTo>
                  <a:pt x="0" y="1"/>
                </a:lnTo>
                <a:lnTo>
                  <a:pt x="0" y="1"/>
                </a:lnTo>
                <a:close/>
              </a:path>
            </a:pathLst>
          </a:custGeom>
          <a:solidFill>
            <a:srgbClr val="EF73A2"/>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p:cNvSpPr/>
          <p:nvPr/>
        </p:nvSpPr>
        <p:spPr>
          <a:xfrm>
            <a:off x="13568383" y="1525643"/>
            <a:ext cx="52" cy="52"/>
          </a:xfrm>
          <a:custGeom>
            <a:rect b="b" l="l" r="r" t="t"/>
            <a:pathLst>
              <a:path extrusionOk="0" h="1" w="1">
                <a:moveTo>
                  <a:pt x="1" y="0"/>
                </a:moveTo>
                <a:lnTo>
                  <a:pt x="1" y="0"/>
                </a:lnTo>
                <a:lnTo>
                  <a:pt x="1" y="0"/>
                </a:lnTo>
                <a:close/>
              </a:path>
            </a:pathLst>
          </a:custGeom>
          <a:solidFill>
            <a:srgbClr val="EF73A2"/>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
          <p:cNvSpPr/>
          <p:nvPr/>
        </p:nvSpPr>
        <p:spPr>
          <a:xfrm>
            <a:off x="14149076" y="1963858"/>
            <a:ext cx="52" cy="52"/>
          </a:xfrm>
          <a:custGeom>
            <a:rect b="b" l="l" r="r" t="t"/>
            <a:pathLst>
              <a:path extrusionOk="0" h="1" w="1">
                <a:moveTo>
                  <a:pt x="1" y="0"/>
                </a:moveTo>
                <a:lnTo>
                  <a:pt x="1" y="0"/>
                </a:lnTo>
                <a:close/>
              </a:path>
            </a:pathLst>
          </a:custGeom>
          <a:solidFill>
            <a:srgbClr val="EF73A2"/>
          </a:solidFill>
          <a:ln cap="flat" cmpd="sng" w="152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10073502" y="4955"/>
            <a:ext cx="9995" cy="7705"/>
          </a:xfrm>
          <a:custGeom>
            <a:rect b="b" l="l" r="r" t="t"/>
            <a:pathLst>
              <a:path extrusionOk="0" h="148" w="192">
                <a:moveTo>
                  <a:pt x="88" y="0"/>
                </a:moveTo>
                <a:cubicBezTo>
                  <a:pt x="30" y="15"/>
                  <a:pt x="0" y="59"/>
                  <a:pt x="30" y="103"/>
                </a:cubicBezTo>
                <a:cubicBezTo>
                  <a:pt x="44" y="147"/>
                  <a:pt x="103" y="118"/>
                  <a:pt x="147" y="103"/>
                </a:cubicBezTo>
                <a:lnTo>
                  <a:pt x="177" y="88"/>
                </a:lnTo>
                <a:cubicBezTo>
                  <a:pt x="191" y="59"/>
                  <a:pt x="191" y="30"/>
                  <a:pt x="177" y="0"/>
                </a:cubicBezTo>
                <a:cubicBezTo>
                  <a:pt x="147" y="0"/>
                  <a:pt x="118" y="0"/>
                  <a:pt x="88" y="0"/>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10065069" y="50922"/>
            <a:ext cx="2343" cy="2343"/>
          </a:xfrm>
          <a:custGeom>
            <a:rect b="b" l="l" r="r" t="t"/>
            <a:pathLst>
              <a:path extrusionOk="0" h="45" w="45">
                <a:moveTo>
                  <a:pt x="30" y="44"/>
                </a:moveTo>
                <a:cubicBezTo>
                  <a:pt x="30" y="44"/>
                  <a:pt x="44" y="15"/>
                  <a:pt x="44" y="0"/>
                </a:cubicBezTo>
                <a:lnTo>
                  <a:pt x="44" y="0"/>
                </a:lnTo>
                <a:cubicBezTo>
                  <a:pt x="0" y="15"/>
                  <a:pt x="0" y="44"/>
                  <a:pt x="30" y="44"/>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9891148" y="355038"/>
            <a:ext cx="10776" cy="9266"/>
          </a:xfrm>
          <a:custGeom>
            <a:rect b="b" l="l" r="r" t="t"/>
            <a:pathLst>
              <a:path extrusionOk="0" h="178" w="207">
                <a:moveTo>
                  <a:pt x="148" y="30"/>
                </a:moveTo>
                <a:cubicBezTo>
                  <a:pt x="118" y="1"/>
                  <a:pt x="60" y="15"/>
                  <a:pt x="30" y="59"/>
                </a:cubicBezTo>
                <a:cubicBezTo>
                  <a:pt x="1" y="104"/>
                  <a:pt x="30" y="148"/>
                  <a:pt x="74" y="162"/>
                </a:cubicBezTo>
                <a:cubicBezTo>
                  <a:pt x="104" y="162"/>
                  <a:pt x="133" y="177"/>
                  <a:pt x="177" y="177"/>
                </a:cubicBezTo>
                <a:cubicBezTo>
                  <a:pt x="192" y="148"/>
                  <a:pt x="192" y="133"/>
                  <a:pt x="207" y="104"/>
                </a:cubicBezTo>
                <a:cubicBezTo>
                  <a:pt x="192" y="74"/>
                  <a:pt x="177" y="59"/>
                  <a:pt x="148" y="30"/>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p:nvPr/>
        </p:nvSpPr>
        <p:spPr>
          <a:xfrm>
            <a:off x="9909524" y="322867"/>
            <a:ext cx="26862" cy="32224"/>
          </a:xfrm>
          <a:custGeom>
            <a:rect b="b" l="l" r="r" t="t"/>
            <a:pathLst>
              <a:path extrusionOk="0" h="619" w="516">
                <a:moveTo>
                  <a:pt x="119" y="501"/>
                </a:moveTo>
                <a:cubicBezTo>
                  <a:pt x="133" y="545"/>
                  <a:pt x="163" y="574"/>
                  <a:pt x="177" y="619"/>
                </a:cubicBezTo>
                <a:cubicBezTo>
                  <a:pt x="192" y="589"/>
                  <a:pt x="207" y="545"/>
                  <a:pt x="222" y="516"/>
                </a:cubicBezTo>
                <a:cubicBezTo>
                  <a:pt x="251" y="471"/>
                  <a:pt x="280" y="442"/>
                  <a:pt x="310" y="398"/>
                </a:cubicBezTo>
                <a:cubicBezTo>
                  <a:pt x="369" y="324"/>
                  <a:pt x="413" y="236"/>
                  <a:pt x="516" y="192"/>
                </a:cubicBezTo>
                <a:lnTo>
                  <a:pt x="516" y="0"/>
                </a:lnTo>
                <a:cubicBezTo>
                  <a:pt x="413" y="0"/>
                  <a:pt x="310" y="45"/>
                  <a:pt x="236" y="103"/>
                </a:cubicBezTo>
                <a:cubicBezTo>
                  <a:pt x="74" y="206"/>
                  <a:pt x="1" y="324"/>
                  <a:pt x="119" y="501"/>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p:nvPr/>
        </p:nvSpPr>
        <p:spPr>
          <a:xfrm>
            <a:off x="9868919" y="45560"/>
            <a:ext cx="52" cy="52"/>
          </a:xfrm>
          <a:custGeom>
            <a:rect b="b" l="l" r="r" t="t"/>
            <a:pathLst>
              <a:path extrusionOk="0" h="1" w="1">
                <a:moveTo>
                  <a:pt x="1" y="0"/>
                </a:moveTo>
                <a:lnTo>
                  <a:pt x="1" y="0"/>
                </a:ln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14573494" y="3044769"/>
            <a:ext cx="52" cy="52"/>
          </a:xfrm>
          <a:custGeom>
            <a:rect b="b" l="l" r="r" t="t"/>
            <a:pathLst>
              <a:path extrusionOk="0" h="1" w="1">
                <a:moveTo>
                  <a:pt x="1" y="1"/>
                </a:move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p:nvPr/>
        </p:nvSpPr>
        <p:spPr>
          <a:xfrm>
            <a:off x="13433556" y="3551179"/>
            <a:ext cx="14628" cy="21500"/>
          </a:xfrm>
          <a:custGeom>
            <a:rect b="b" l="l" r="r" t="t"/>
            <a:pathLst>
              <a:path extrusionOk="0" h="413" w="281">
                <a:moveTo>
                  <a:pt x="89" y="413"/>
                </a:moveTo>
                <a:lnTo>
                  <a:pt x="192" y="413"/>
                </a:lnTo>
                <a:cubicBezTo>
                  <a:pt x="236" y="354"/>
                  <a:pt x="221" y="265"/>
                  <a:pt x="280" y="221"/>
                </a:cubicBezTo>
                <a:lnTo>
                  <a:pt x="280" y="133"/>
                </a:lnTo>
                <a:cubicBezTo>
                  <a:pt x="266" y="89"/>
                  <a:pt x="221" y="45"/>
                  <a:pt x="192" y="30"/>
                </a:cubicBezTo>
                <a:lnTo>
                  <a:pt x="192" y="30"/>
                </a:lnTo>
                <a:cubicBezTo>
                  <a:pt x="163" y="1"/>
                  <a:pt x="118" y="1"/>
                  <a:pt x="89" y="30"/>
                </a:cubicBezTo>
                <a:lnTo>
                  <a:pt x="1" y="310"/>
                </a:lnTo>
                <a:cubicBezTo>
                  <a:pt x="30" y="339"/>
                  <a:pt x="60" y="368"/>
                  <a:pt x="89" y="413"/>
                </a:cubicBez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8"/>
          <p:cNvSpPr/>
          <p:nvPr/>
        </p:nvSpPr>
        <p:spPr>
          <a:xfrm>
            <a:off x="13404456" y="3801677"/>
            <a:ext cx="3904" cy="5414"/>
          </a:xfrm>
          <a:custGeom>
            <a:rect b="b" l="l" r="r" t="t"/>
            <a:pathLst>
              <a:path extrusionOk="0" h="104" w="75">
                <a:moveTo>
                  <a:pt x="74" y="74"/>
                </a:moveTo>
                <a:lnTo>
                  <a:pt x="45" y="1"/>
                </a:lnTo>
                <a:cubicBezTo>
                  <a:pt x="30" y="1"/>
                  <a:pt x="0" y="16"/>
                  <a:pt x="0" y="30"/>
                </a:cubicBezTo>
                <a:cubicBezTo>
                  <a:pt x="15" y="45"/>
                  <a:pt x="30" y="74"/>
                  <a:pt x="30" y="104"/>
                </a:cubicBez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8"/>
          <p:cNvSpPr/>
          <p:nvPr/>
        </p:nvSpPr>
        <p:spPr>
          <a:xfrm>
            <a:off x="12471339" y="3476113"/>
            <a:ext cx="52" cy="52"/>
          </a:xfrm>
          <a:custGeom>
            <a:rect b="b" l="l" r="r" t="t"/>
            <a:pathLst>
              <a:path extrusionOk="0" h="1" w="1">
                <a:moveTo>
                  <a:pt x="1" y="0"/>
                </a:moveTo>
                <a:lnTo>
                  <a:pt x="1" y="0"/>
                </a:lnTo>
                <a:lnTo>
                  <a:pt x="1" y="0"/>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8"/>
          <p:cNvSpPr/>
          <p:nvPr/>
        </p:nvSpPr>
        <p:spPr>
          <a:xfrm>
            <a:off x="12285184" y="3220982"/>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8"/>
          <p:cNvSpPr/>
          <p:nvPr/>
        </p:nvSpPr>
        <p:spPr>
          <a:xfrm>
            <a:off x="10949877" y="3412499"/>
            <a:ext cx="52" cy="52"/>
          </a:xfrm>
          <a:custGeom>
            <a:rect b="b" l="l" r="r" t="t"/>
            <a:pathLst>
              <a:path extrusionOk="0" h="1" w="1">
                <a:moveTo>
                  <a:pt x="1" y="1"/>
                </a:move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8"/>
          <p:cNvSpPr/>
          <p:nvPr/>
        </p:nvSpPr>
        <p:spPr>
          <a:xfrm>
            <a:off x="10910835" y="3510575"/>
            <a:ext cx="52" cy="52"/>
          </a:xfrm>
          <a:custGeom>
            <a:rect b="b" l="l" r="r" t="t"/>
            <a:pathLst>
              <a:path extrusionOk="0" h="1" w="1">
                <a:moveTo>
                  <a:pt x="0" y="1"/>
                </a:moveTo>
                <a:lnTo>
                  <a:pt x="0"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8"/>
          <p:cNvSpPr/>
          <p:nvPr/>
        </p:nvSpPr>
        <p:spPr>
          <a:xfrm>
            <a:off x="11161332" y="3147425"/>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8"/>
          <p:cNvSpPr/>
          <p:nvPr/>
        </p:nvSpPr>
        <p:spPr>
          <a:xfrm>
            <a:off x="11171275" y="3137482"/>
            <a:ext cx="52" cy="52"/>
          </a:xfrm>
          <a:custGeom>
            <a:rect b="b" l="l" r="r" t="t"/>
            <a:pathLst>
              <a:path extrusionOk="0" h="1" w="1">
                <a:moveTo>
                  <a:pt x="1" y="1"/>
                </a:move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8"/>
          <p:cNvSpPr/>
          <p:nvPr/>
        </p:nvSpPr>
        <p:spPr>
          <a:xfrm>
            <a:off x="11715215" y="3014940"/>
            <a:ext cx="52" cy="52"/>
          </a:xfrm>
          <a:custGeom>
            <a:rect b="b" l="l" r="r" t="t"/>
            <a:pathLst>
              <a:path extrusionOk="0" h="1" w="1">
                <a:moveTo>
                  <a:pt x="1" y="0"/>
                </a:move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8"/>
          <p:cNvSpPr/>
          <p:nvPr/>
        </p:nvSpPr>
        <p:spPr>
          <a:xfrm>
            <a:off x="12491277" y="4231459"/>
            <a:ext cx="52" cy="52"/>
          </a:xfrm>
          <a:custGeom>
            <a:rect b="b" l="l" r="r" t="t"/>
            <a:pathLst>
              <a:path extrusionOk="0" h="1" w="1">
                <a:moveTo>
                  <a:pt x="0" y="1"/>
                </a:moveTo>
                <a:close/>
              </a:path>
            </a:pathLst>
          </a:custGeom>
          <a:solidFill>
            <a:srgbClr val="861B31"/>
          </a:solidFill>
          <a:ln cap="flat" cmpd="sng" w="152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8"/>
          <p:cNvSpPr/>
          <p:nvPr/>
        </p:nvSpPr>
        <p:spPr>
          <a:xfrm>
            <a:off x="12171805" y="3147425"/>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8"/>
          <p:cNvSpPr/>
          <p:nvPr/>
        </p:nvSpPr>
        <p:spPr>
          <a:xfrm>
            <a:off x="12152648" y="3137482"/>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8"/>
          <p:cNvSpPr/>
          <p:nvPr/>
        </p:nvSpPr>
        <p:spPr>
          <a:xfrm>
            <a:off x="11831666" y="3021031"/>
            <a:ext cx="3904" cy="2343"/>
          </a:xfrm>
          <a:custGeom>
            <a:rect b="b" l="l" r="r" t="t"/>
            <a:pathLst>
              <a:path extrusionOk="0" h="45" w="75">
                <a:moveTo>
                  <a:pt x="74" y="15"/>
                </a:moveTo>
                <a:lnTo>
                  <a:pt x="30" y="1"/>
                </a:lnTo>
                <a:cubicBezTo>
                  <a:pt x="30" y="1"/>
                  <a:pt x="15" y="1"/>
                  <a:pt x="1" y="15"/>
                </a:cubicBezTo>
                <a:cubicBezTo>
                  <a:pt x="1" y="30"/>
                  <a:pt x="15" y="30"/>
                  <a:pt x="15" y="45"/>
                </a:cubicBez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45" name="Google Shape;445;p28"/>
          <p:cNvGraphicFramePr/>
          <p:nvPr/>
        </p:nvGraphicFramePr>
        <p:xfrm>
          <a:off x="625625" y="840497"/>
          <a:ext cx="3000000" cy="3000000"/>
        </p:xfrm>
        <a:graphic>
          <a:graphicData uri="http://schemas.openxmlformats.org/drawingml/2006/table">
            <a:tbl>
              <a:tblPr>
                <a:noFill/>
                <a:tableStyleId>{37B0F45F-C76B-4EF8-8DFB-C69399679AC2}</a:tableStyleId>
              </a:tblPr>
              <a:tblGrid>
                <a:gridCol w="2593750"/>
                <a:gridCol w="935125"/>
                <a:gridCol w="981925"/>
                <a:gridCol w="3567350"/>
              </a:tblGrid>
              <a:tr h="386150">
                <a:tc>
                  <a:txBody>
                    <a:bodyPr/>
                    <a:lstStyle/>
                    <a:p>
                      <a:pPr indent="0" lvl="0" marL="0" rtl="0" algn="ctr">
                        <a:spcBef>
                          <a:spcPts val="0"/>
                        </a:spcBef>
                        <a:spcAft>
                          <a:spcPts val="0"/>
                        </a:spcAft>
                        <a:buNone/>
                      </a:pPr>
                      <a:r>
                        <a:rPr b="1" lang="en" sz="1200">
                          <a:latin typeface="Calibri"/>
                          <a:ea typeface="Calibri"/>
                          <a:cs typeface="Calibri"/>
                          <a:sym typeface="Calibri"/>
                        </a:rPr>
                        <a:t>Name</a:t>
                      </a:r>
                      <a:endParaRPr b="1" sz="1200">
                        <a:latin typeface="Calibri"/>
                        <a:ea typeface="Calibri"/>
                        <a:cs typeface="Calibri"/>
                        <a:sym typeface="Calibri"/>
                      </a:endParaRPr>
                    </a:p>
                  </a:txBody>
                  <a:tcPr marT="63500" marB="63500" marR="63500" marL="63500">
                    <a:solidFill>
                      <a:srgbClr val="D9D9D9"/>
                    </a:solidFill>
                  </a:tcPr>
                </a:tc>
                <a:tc>
                  <a:txBody>
                    <a:bodyPr/>
                    <a:lstStyle/>
                    <a:p>
                      <a:pPr indent="0" lvl="0" marL="0" rtl="0" algn="ctr">
                        <a:spcBef>
                          <a:spcPts val="0"/>
                        </a:spcBef>
                        <a:spcAft>
                          <a:spcPts val="0"/>
                        </a:spcAft>
                        <a:buNone/>
                      </a:pPr>
                      <a:r>
                        <a:rPr b="1" lang="en" sz="1200">
                          <a:latin typeface="Calibri"/>
                          <a:ea typeface="Calibri"/>
                          <a:cs typeface="Calibri"/>
                          <a:sym typeface="Calibri"/>
                        </a:rPr>
                        <a:t>UOW ID</a:t>
                      </a:r>
                      <a:endParaRPr b="1" sz="1200">
                        <a:latin typeface="Calibri"/>
                        <a:ea typeface="Calibri"/>
                        <a:cs typeface="Calibri"/>
                        <a:sym typeface="Calibri"/>
                      </a:endParaRPr>
                    </a:p>
                  </a:txBody>
                  <a:tcPr marT="63500" marB="63500" marR="63500" marL="63500">
                    <a:solidFill>
                      <a:srgbClr val="D9D9D9"/>
                    </a:solidFill>
                  </a:tcPr>
                </a:tc>
                <a:tc>
                  <a:txBody>
                    <a:bodyPr/>
                    <a:lstStyle/>
                    <a:p>
                      <a:pPr indent="0" lvl="0" marL="0" rtl="0" algn="ctr">
                        <a:spcBef>
                          <a:spcPts val="0"/>
                        </a:spcBef>
                        <a:spcAft>
                          <a:spcPts val="0"/>
                        </a:spcAft>
                        <a:buNone/>
                      </a:pPr>
                      <a:r>
                        <a:rPr b="1" lang="en" sz="1200">
                          <a:latin typeface="Calibri"/>
                          <a:ea typeface="Calibri"/>
                          <a:cs typeface="Calibri"/>
                          <a:sym typeface="Calibri"/>
                        </a:rPr>
                        <a:t>Contribution </a:t>
                      </a:r>
                      <a:endParaRPr b="1" sz="1200">
                        <a:latin typeface="Calibri"/>
                        <a:ea typeface="Calibri"/>
                        <a:cs typeface="Calibri"/>
                        <a:sym typeface="Calibri"/>
                      </a:endParaRPr>
                    </a:p>
                  </a:txBody>
                  <a:tcPr marT="63500" marB="63500" marR="63500" marL="63500">
                    <a:solidFill>
                      <a:srgbClr val="D9D9D9"/>
                    </a:solidFill>
                  </a:tcPr>
                </a:tc>
                <a:tc>
                  <a:txBody>
                    <a:bodyPr/>
                    <a:lstStyle/>
                    <a:p>
                      <a:pPr indent="0" lvl="0" marL="0" rtl="0" algn="ctr">
                        <a:spcBef>
                          <a:spcPts val="0"/>
                        </a:spcBef>
                        <a:spcAft>
                          <a:spcPts val="0"/>
                        </a:spcAft>
                        <a:buNone/>
                      </a:pPr>
                      <a:r>
                        <a:rPr b="1" lang="en" sz="1200">
                          <a:latin typeface="Calibri"/>
                          <a:ea typeface="Calibri"/>
                          <a:cs typeface="Calibri"/>
                          <a:sym typeface="Calibri"/>
                        </a:rPr>
                        <a:t>Roles Distribution</a:t>
                      </a:r>
                      <a:endParaRPr b="1" sz="1200">
                        <a:latin typeface="Calibri"/>
                        <a:ea typeface="Calibri"/>
                        <a:cs typeface="Calibri"/>
                        <a:sym typeface="Calibri"/>
                      </a:endParaRPr>
                    </a:p>
                  </a:txBody>
                  <a:tcPr marT="63500" marB="63500" marR="63500" marL="63500">
                    <a:solidFill>
                      <a:srgbClr val="D9D9D9"/>
                    </a:solidFill>
                  </a:tcPr>
                </a:tc>
              </a:tr>
              <a:tr h="391875">
                <a:tc>
                  <a:txBody>
                    <a:bodyPr/>
                    <a:lstStyle/>
                    <a:p>
                      <a:pPr indent="0" lvl="0" marL="0" marR="0" rtl="0" algn="ctr">
                        <a:lnSpc>
                          <a:spcPct val="100000"/>
                        </a:lnSpc>
                        <a:spcBef>
                          <a:spcPts val="0"/>
                        </a:spcBef>
                        <a:spcAft>
                          <a:spcPts val="0"/>
                        </a:spcAft>
                        <a:buNone/>
                      </a:pPr>
                      <a:r>
                        <a:rPr lang="en" sz="1200">
                          <a:latin typeface="Calibri"/>
                          <a:ea typeface="Calibri"/>
                          <a:cs typeface="Calibri"/>
                          <a:sym typeface="Calibri"/>
                        </a:rPr>
                        <a:t>Niruba Annriea Kichor Sagayaradje</a:t>
                      </a:r>
                      <a:endParaRPr sz="1200">
                        <a:latin typeface="Calibri"/>
                        <a:ea typeface="Calibri"/>
                        <a:cs typeface="Calibri"/>
                        <a:sym typeface="Calibri"/>
                      </a:endParaRPr>
                    </a:p>
                  </a:txBody>
                  <a:tcPr marT="182875" marB="182875" marR="182875" marL="182875" anchor="ctr">
                    <a:lnB cap="flat" cmpd="sng" w="7625">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8560249</a:t>
                      </a:r>
                      <a:endParaRPr sz="1200">
                        <a:latin typeface="Calibri"/>
                        <a:ea typeface="Calibri"/>
                        <a:cs typeface="Calibri"/>
                        <a:sym typeface="Calibri"/>
                      </a:endParaRPr>
                    </a:p>
                  </a:txBody>
                  <a:tcPr marT="182875" marB="182875" marR="182875" marL="182875" anchor="ctr">
                    <a:lnB cap="flat" cmpd="sng" w="7625">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100%</a:t>
                      </a:r>
                      <a:endParaRPr sz="1200">
                        <a:latin typeface="Calibri"/>
                        <a:ea typeface="Calibri"/>
                        <a:cs typeface="Calibri"/>
                        <a:sym typeface="Calibri"/>
                      </a:endParaRPr>
                    </a:p>
                  </a:txBody>
                  <a:tcPr marT="182875" marB="182875" marR="182875" marL="182875" anchor="ctr">
                    <a:lnB cap="flat" cmpd="sng" w="7625">
                      <a:solidFill>
                        <a:srgbClr val="000000"/>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200">
                          <a:latin typeface="Calibri"/>
                          <a:ea typeface="Calibri"/>
                          <a:cs typeface="Calibri"/>
                          <a:sym typeface="Calibri"/>
                        </a:rPr>
                        <a:t>Documenter, Coder</a:t>
                      </a:r>
                      <a:endParaRPr/>
                    </a:p>
                  </a:txBody>
                  <a:tcPr marT="182875" marB="182875" marR="182875" marL="182875" anchor="ctr">
                    <a:lnB cap="flat" cmpd="sng" w="7625">
                      <a:solidFill>
                        <a:srgbClr val="000000"/>
                      </a:solidFill>
                      <a:prstDash val="solid"/>
                      <a:round/>
                      <a:headEnd len="sm" w="sm" type="none"/>
                      <a:tailEnd len="sm" w="sm" type="none"/>
                    </a:lnB>
                    <a:solidFill>
                      <a:schemeClr val="dk2"/>
                    </a:solidFill>
                  </a:tcPr>
                </a:tc>
              </a:tr>
              <a:tr h="534725">
                <a:tc>
                  <a:txBody>
                    <a:bodyPr/>
                    <a:lstStyle/>
                    <a:p>
                      <a:pPr indent="0" lvl="0" marL="0" rtl="0" algn="ctr">
                        <a:spcBef>
                          <a:spcPts val="0"/>
                        </a:spcBef>
                        <a:spcAft>
                          <a:spcPts val="0"/>
                        </a:spcAft>
                        <a:buNone/>
                      </a:pPr>
                      <a:r>
                        <a:rPr lang="en" sz="1200">
                          <a:latin typeface="Calibri"/>
                          <a:ea typeface="Calibri"/>
                          <a:cs typeface="Calibri"/>
                          <a:sym typeface="Calibri"/>
                        </a:rPr>
                        <a:t>Joshe Chantiramugan</a:t>
                      </a:r>
                      <a:endParaRPr sz="1200">
                        <a:latin typeface="Calibri"/>
                        <a:ea typeface="Calibri"/>
                        <a:cs typeface="Calibri"/>
                        <a:sym typeface="Calibri"/>
                      </a:endParaRPr>
                    </a:p>
                  </a:txBody>
                  <a:tcPr marT="182875" marB="182875" marR="182875" marL="182875" anchor="ct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8451242</a:t>
                      </a:r>
                      <a:endParaRPr sz="1200">
                        <a:latin typeface="Calibri"/>
                        <a:ea typeface="Calibri"/>
                        <a:cs typeface="Calibri"/>
                        <a:sym typeface="Calibri"/>
                      </a:endParaRPr>
                    </a:p>
                  </a:txBody>
                  <a:tcPr marT="182875" marB="182875" marR="182875" marL="182875" anchor="ctr">
                    <a:lnR cap="flat" cmpd="sng" w="12700">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100%</a:t>
                      </a:r>
                      <a:endParaRPr sz="1200">
                        <a:solidFill>
                          <a:srgbClr val="1155CC"/>
                        </a:solidFill>
                        <a:latin typeface="Calibri"/>
                        <a:ea typeface="Calibri"/>
                        <a:cs typeface="Calibri"/>
                        <a:sym typeface="Calibri"/>
                      </a:endParaRPr>
                    </a:p>
                  </a:txBody>
                  <a:tcPr marT="182875" marB="182875" marR="182875" marL="1828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dk2"/>
                    </a:solidFill>
                  </a:tcPr>
                </a:tc>
                <a:tc>
                  <a:txBody>
                    <a:bodyPr/>
                    <a:lstStyle/>
                    <a:p>
                      <a:pPr indent="0" lvl="0" marL="171450" rtl="0" algn="l">
                        <a:spcBef>
                          <a:spcPts val="0"/>
                        </a:spcBef>
                        <a:spcAft>
                          <a:spcPts val="0"/>
                        </a:spcAft>
                        <a:buNone/>
                      </a:pPr>
                      <a:r>
                        <a:rPr lang="en" sz="1200">
                          <a:latin typeface="Calibri"/>
                          <a:ea typeface="Calibri"/>
                          <a:cs typeface="Calibri"/>
                          <a:sym typeface="Calibri"/>
                        </a:rPr>
                        <a:t>Documenter, Coder</a:t>
                      </a:r>
                      <a:endParaRPr sz="1200">
                        <a:latin typeface="Calibri"/>
                        <a:ea typeface="Calibri"/>
                        <a:cs typeface="Calibri"/>
                        <a:sym typeface="Calibri"/>
                      </a:endParaRPr>
                    </a:p>
                  </a:txBody>
                  <a:tcPr marT="12700" marB="63500" marR="12700" marL="12700" anchor="ctr">
                    <a:lnL cap="flat" cmpd="sng" w="12700">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chemeClr val="dk2"/>
                    </a:solidFill>
                  </a:tcPr>
                </a:tc>
              </a:tr>
              <a:tr h="431325">
                <a:tc>
                  <a:txBody>
                    <a:bodyPr/>
                    <a:lstStyle/>
                    <a:p>
                      <a:pPr indent="0" lvl="0" marL="0" rtl="0" algn="ctr">
                        <a:spcBef>
                          <a:spcPts val="0"/>
                        </a:spcBef>
                        <a:spcAft>
                          <a:spcPts val="0"/>
                        </a:spcAft>
                        <a:buNone/>
                      </a:pPr>
                      <a:r>
                        <a:rPr lang="en" sz="1200">
                          <a:latin typeface="Calibri"/>
                          <a:ea typeface="Calibri"/>
                          <a:cs typeface="Calibri"/>
                          <a:sym typeface="Calibri"/>
                        </a:rPr>
                        <a:t>Wong Poh Yee</a:t>
                      </a:r>
                      <a:endParaRPr sz="1200">
                        <a:latin typeface="Calibri"/>
                        <a:ea typeface="Calibri"/>
                        <a:cs typeface="Calibri"/>
                        <a:sym typeface="Calibri"/>
                      </a:endParaRPr>
                    </a:p>
                  </a:txBody>
                  <a:tcPr marT="182875" marB="182875" marR="182875" marL="182875" anchor="ctr">
                    <a:lnT cap="flat" cmpd="sng" w="7625">
                      <a:solidFill>
                        <a:srgbClr val="000000"/>
                      </a:solidFill>
                      <a:prstDash val="solid"/>
                      <a:round/>
                      <a:headEnd len="sm" w="sm" type="none"/>
                      <a:tailEnd len="sm" w="sm" type="none"/>
                    </a:lnT>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8561588</a:t>
                      </a:r>
                      <a:endParaRPr sz="1200">
                        <a:latin typeface="Calibri"/>
                        <a:ea typeface="Calibri"/>
                        <a:cs typeface="Calibri"/>
                        <a:sym typeface="Calibri"/>
                      </a:endParaRPr>
                    </a:p>
                  </a:txBody>
                  <a:tcPr marT="182875" marB="182875" marR="182875" marL="182875" anchor="ctr">
                    <a:lnT cap="flat" cmpd="sng" w="7625">
                      <a:solidFill>
                        <a:srgbClr val="000000"/>
                      </a:solidFill>
                      <a:prstDash val="solid"/>
                      <a:round/>
                      <a:headEnd len="sm" w="sm" type="none"/>
                      <a:tailEnd len="sm" w="sm" type="none"/>
                    </a:lnT>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100%</a:t>
                      </a:r>
                      <a:endParaRPr sz="1200">
                        <a:solidFill>
                          <a:srgbClr val="1155CC"/>
                        </a:solidFill>
                        <a:latin typeface="Calibri"/>
                        <a:ea typeface="Calibri"/>
                        <a:cs typeface="Calibri"/>
                        <a:sym typeface="Calibri"/>
                      </a:endParaRPr>
                    </a:p>
                  </a:txBody>
                  <a:tcPr marT="182875" marB="182875" marR="182875" marL="182875" anchor="ctr">
                    <a:lnT cap="flat" cmpd="sng" w="12700">
                      <a:solidFill>
                        <a:srgbClr val="000000"/>
                      </a:solidFill>
                      <a:prstDash val="solid"/>
                      <a:round/>
                      <a:headEnd len="sm" w="sm" type="none"/>
                      <a:tailEnd len="sm" w="sm" type="none"/>
                    </a:lnT>
                    <a:solidFill>
                      <a:schemeClr val="dk2"/>
                    </a:solidFill>
                  </a:tcPr>
                </a:tc>
                <a:tc>
                  <a:txBody>
                    <a:bodyPr/>
                    <a:lstStyle/>
                    <a:p>
                      <a:pPr indent="0" lvl="0" marL="0" rtl="0" algn="l">
                        <a:spcBef>
                          <a:spcPts val="0"/>
                        </a:spcBef>
                        <a:spcAft>
                          <a:spcPts val="0"/>
                        </a:spcAft>
                        <a:buNone/>
                      </a:pPr>
                      <a:r>
                        <a:rPr lang="en" sz="1200">
                          <a:latin typeface="Calibri"/>
                          <a:ea typeface="Calibri"/>
                          <a:cs typeface="Calibri"/>
                          <a:sym typeface="Calibri"/>
                        </a:rPr>
                        <a:t>Documenter, Coder</a:t>
                      </a:r>
                      <a:endParaRPr sz="1200">
                        <a:solidFill>
                          <a:srgbClr val="1155CC"/>
                        </a:solidFill>
                        <a:latin typeface="Calibri"/>
                        <a:ea typeface="Calibri"/>
                        <a:cs typeface="Calibri"/>
                        <a:sym typeface="Calibri"/>
                      </a:endParaRPr>
                    </a:p>
                  </a:txBody>
                  <a:tcPr marT="182875" marB="182875" marR="182875" marL="182875" anchor="ctr">
                    <a:lnT cap="flat" cmpd="sng" w="7625">
                      <a:solidFill>
                        <a:srgbClr val="000000"/>
                      </a:solidFill>
                      <a:prstDash val="solid"/>
                      <a:round/>
                      <a:headEnd len="sm" w="sm" type="none"/>
                      <a:tailEnd len="sm" w="sm" type="none"/>
                    </a:lnT>
                    <a:solidFill>
                      <a:schemeClr val="dk2"/>
                    </a:solidFill>
                  </a:tcPr>
                </a:tc>
              </a:tr>
              <a:tr h="479550">
                <a:tc>
                  <a:txBody>
                    <a:bodyPr/>
                    <a:lstStyle/>
                    <a:p>
                      <a:pPr indent="0" lvl="0" marL="0" rtl="0" algn="ctr">
                        <a:spcBef>
                          <a:spcPts val="0"/>
                        </a:spcBef>
                        <a:spcAft>
                          <a:spcPts val="0"/>
                        </a:spcAft>
                        <a:buNone/>
                      </a:pPr>
                      <a:r>
                        <a:rPr lang="en" sz="1200">
                          <a:latin typeface="Calibri"/>
                          <a:ea typeface="Calibri"/>
                          <a:cs typeface="Calibri"/>
                          <a:sym typeface="Calibri"/>
                        </a:rPr>
                        <a:t>Vania Graciella Kwee</a:t>
                      </a:r>
                      <a:endParaRPr sz="1200">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8577201</a:t>
                      </a:r>
                      <a:endParaRPr sz="1200">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100%</a:t>
                      </a:r>
                      <a:endParaRPr sz="1200">
                        <a:solidFill>
                          <a:srgbClr val="1155CC"/>
                        </a:solidFill>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l">
                        <a:spcBef>
                          <a:spcPts val="0"/>
                        </a:spcBef>
                        <a:spcAft>
                          <a:spcPts val="0"/>
                        </a:spcAft>
                        <a:buNone/>
                      </a:pPr>
                      <a:r>
                        <a:rPr lang="en" sz="1200">
                          <a:latin typeface="Calibri"/>
                          <a:ea typeface="Calibri"/>
                          <a:cs typeface="Calibri"/>
                          <a:sym typeface="Calibri"/>
                        </a:rPr>
                        <a:t>Documenter, Coder</a:t>
                      </a:r>
                      <a:endParaRPr sz="1200">
                        <a:latin typeface="Calibri"/>
                        <a:ea typeface="Calibri"/>
                        <a:cs typeface="Calibri"/>
                        <a:sym typeface="Calibri"/>
                      </a:endParaRPr>
                    </a:p>
                  </a:txBody>
                  <a:tcPr marT="182875" marB="182875" marR="182875" marL="182875" anchor="ctr">
                    <a:solidFill>
                      <a:schemeClr val="dk2"/>
                    </a:solidFill>
                  </a:tcPr>
                </a:tc>
              </a:tr>
              <a:tr h="431325">
                <a:tc>
                  <a:txBody>
                    <a:bodyPr/>
                    <a:lstStyle/>
                    <a:p>
                      <a:pPr indent="0" lvl="0" marL="0" rtl="0" algn="ctr">
                        <a:spcBef>
                          <a:spcPts val="0"/>
                        </a:spcBef>
                        <a:spcAft>
                          <a:spcPts val="0"/>
                        </a:spcAft>
                        <a:buNone/>
                      </a:pPr>
                      <a:r>
                        <a:rPr lang="en" sz="1200">
                          <a:latin typeface="Calibri"/>
                          <a:ea typeface="Calibri"/>
                          <a:cs typeface="Calibri"/>
                          <a:sym typeface="Calibri"/>
                        </a:rPr>
                        <a:t>Ngoc Minh Khanh Tran</a:t>
                      </a:r>
                      <a:endParaRPr sz="1200">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8577158</a:t>
                      </a:r>
                      <a:endParaRPr sz="1200">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100%</a:t>
                      </a:r>
                      <a:endParaRPr sz="1200">
                        <a:solidFill>
                          <a:srgbClr val="1155CC"/>
                        </a:solidFill>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l">
                        <a:spcBef>
                          <a:spcPts val="0"/>
                        </a:spcBef>
                        <a:spcAft>
                          <a:spcPts val="0"/>
                        </a:spcAft>
                        <a:buNone/>
                      </a:pPr>
                      <a:r>
                        <a:rPr lang="en" sz="1200">
                          <a:latin typeface="Calibri"/>
                          <a:ea typeface="Calibri"/>
                          <a:cs typeface="Calibri"/>
                          <a:sym typeface="Calibri"/>
                        </a:rPr>
                        <a:t>Documenter, Coder</a:t>
                      </a:r>
                      <a:endParaRPr sz="1200">
                        <a:solidFill>
                          <a:srgbClr val="1155CC"/>
                        </a:solidFill>
                        <a:latin typeface="Calibri"/>
                        <a:ea typeface="Calibri"/>
                        <a:cs typeface="Calibri"/>
                        <a:sym typeface="Calibri"/>
                      </a:endParaRPr>
                    </a:p>
                  </a:txBody>
                  <a:tcPr marT="182875" marB="182875" marR="182875" marL="182875" anchor="ctr">
                    <a:solidFill>
                      <a:schemeClr val="dk2"/>
                    </a:solidFill>
                  </a:tcPr>
                </a:tc>
              </a:tr>
              <a:tr h="455350">
                <a:tc>
                  <a:txBody>
                    <a:bodyPr/>
                    <a:lstStyle/>
                    <a:p>
                      <a:pPr indent="0" lvl="0" marL="0" rtl="0" algn="ctr">
                        <a:spcBef>
                          <a:spcPts val="0"/>
                        </a:spcBef>
                        <a:spcAft>
                          <a:spcPts val="0"/>
                        </a:spcAft>
                        <a:buNone/>
                      </a:pPr>
                      <a:r>
                        <a:rPr lang="en" sz="1200">
                          <a:latin typeface="Calibri"/>
                          <a:ea typeface="Calibri"/>
                          <a:cs typeface="Calibri"/>
                          <a:sym typeface="Calibri"/>
                        </a:rPr>
                        <a:t>Angeles Micah Josephine Flores</a:t>
                      </a:r>
                      <a:endParaRPr sz="1200">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8575289</a:t>
                      </a:r>
                      <a:endParaRPr sz="1200">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ctr">
                        <a:spcBef>
                          <a:spcPts val="0"/>
                        </a:spcBef>
                        <a:spcAft>
                          <a:spcPts val="0"/>
                        </a:spcAft>
                        <a:buNone/>
                      </a:pPr>
                      <a:r>
                        <a:rPr lang="en" sz="1200">
                          <a:latin typeface="Calibri"/>
                          <a:ea typeface="Calibri"/>
                          <a:cs typeface="Calibri"/>
                          <a:sym typeface="Calibri"/>
                        </a:rPr>
                        <a:t>100%</a:t>
                      </a:r>
                      <a:endParaRPr sz="1200">
                        <a:solidFill>
                          <a:srgbClr val="1155CC"/>
                        </a:solidFill>
                        <a:latin typeface="Calibri"/>
                        <a:ea typeface="Calibri"/>
                        <a:cs typeface="Calibri"/>
                        <a:sym typeface="Calibri"/>
                      </a:endParaRPr>
                    </a:p>
                  </a:txBody>
                  <a:tcPr marT="182875" marB="182875" marR="182875" marL="182875" anchor="ctr">
                    <a:solidFill>
                      <a:schemeClr val="dk2"/>
                    </a:solidFill>
                  </a:tcPr>
                </a:tc>
                <a:tc>
                  <a:txBody>
                    <a:bodyPr/>
                    <a:lstStyle/>
                    <a:p>
                      <a:pPr indent="0" lvl="0" marL="0" rtl="0" algn="l">
                        <a:spcBef>
                          <a:spcPts val="0"/>
                        </a:spcBef>
                        <a:spcAft>
                          <a:spcPts val="0"/>
                        </a:spcAft>
                        <a:buNone/>
                      </a:pPr>
                      <a:r>
                        <a:rPr lang="en" sz="1200">
                          <a:latin typeface="Calibri"/>
                          <a:ea typeface="Calibri"/>
                          <a:cs typeface="Calibri"/>
                          <a:sym typeface="Calibri"/>
                        </a:rPr>
                        <a:t>Documenter, Coder</a:t>
                      </a:r>
                      <a:endParaRPr sz="1200">
                        <a:solidFill>
                          <a:srgbClr val="1155CC"/>
                        </a:solidFill>
                        <a:latin typeface="Calibri"/>
                        <a:ea typeface="Calibri"/>
                        <a:cs typeface="Calibri"/>
                        <a:sym typeface="Calibri"/>
                      </a:endParaRPr>
                    </a:p>
                  </a:txBody>
                  <a:tcPr marT="182875" marB="182875" marR="182875" marL="182875" anchor="ctr">
                    <a:solidFill>
                      <a:schemeClr val="dk2"/>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29"/>
          <p:cNvPicPr preferRelativeResize="0"/>
          <p:nvPr/>
        </p:nvPicPr>
        <p:blipFill>
          <a:blip r:embed="rId3">
            <a:alphaModFix amt="86000"/>
          </a:blip>
          <a:stretch>
            <a:fillRect/>
          </a:stretch>
        </p:blipFill>
        <p:spPr>
          <a:xfrm>
            <a:off x="5057713" y="3286113"/>
            <a:ext cx="733425" cy="1857375"/>
          </a:xfrm>
          <a:prstGeom prst="rect">
            <a:avLst/>
          </a:prstGeom>
          <a:noFill/>
          <a:ln>
            <a:noFill/>
          </a:ln>
        </p:spPr>
      </p:pic>
      <p:pic>
        <p:nvPicPr>
          <p:cNvPr id="451" name="Google Shape;451;p29"/>
          <p:cNvPicPr preferRelativeResize="0"/>
          <p:nvPr/>
        </p:nvPicPr>
        <p:blipFill>
          <a:blip r:embed="rId4">
            <a:alphaModFix amt="86000"/>
          </a:blip>
          <a:stretch>
            <a:fillRect/>
          </a:stretch>
        </p:blipFill>
        <p:spPr>
          <a:xfrm rot="-1379977">
            <a:off x="4218963" y="3493187"/>
            <a:ext cx="942975" cy="1866900"/>
          </a:xfrm>
          <a:prstGeom prst="rect">
            <a:avLst/>
          </a:prstGeom>
          <a:noFill/>
          <a:ln>
            <a:noFill/>
          </a:ln>
        </p:spPr>
      </p:pic>
      <p:sp>
        <p:nvSpPr>
          <p:cNvPr id="452" name="Google Shape;452;p29"/>
          <p:cNvSpPr txBox="1"/>
          <p:nvPr>
            <p:ph type="title"/>
          </p:nvPr>
        </p:nvSpPr>
        <p:spPr>
          <a:xfrm>
            <a:off x="929097" y="634305"/>
            <a:ext cx="8575800" cy="74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500"/>
              <a:t>Problem Statement</a:t>
            </a:r>
            <a:endParaRPr sz="3500"/>
          </a:p>
        </p:txBody>
      </p:sp>
      <p:pic>
        <p:nvPicPr>
          <p:cNvPr id="453" name="Google Shape;453;p29"/>
          <p:cNvPicPr preferRelativeResize="0"/>
          <p:nvPr/>
        </p:nvPicPr>
        <p:blipFill>
          <a:blip r:embed="rId5">
            <a:alphaModFix/>
          </a:blip>
          <a:stretch>
            <a:fillRect/>
          </a:stretch>
        </p:blipFill>
        <p:spPr>
          <a:xfrm>
            <a:off x="7921625" y="869538"/>
            <a:ext cx="342900" cy="371475"/>
          </a:xfrm>
          <a:prstGeom prst="rect">
            <a:avLst/>
          </a:prstGeom>
          <a:noFill/>
          <a:ln>
            <a:noFill/>
          </a:ln>
        </p:spPr>
      </p:pic>
      <p:pic>
        <p:nvPicPr>
          <p:cNvPr id="454" name="Google Shape;454;p29"/>
          <p:cNvPicPr preferRelativeResize="0"/>
          <p:nvPr/>
        </p:nvPicPr>
        <p:blipFill>
          <a:blip r:embed="rId6">
            <a:alphaModFix/>
          </a:blip>
          <a:stretch>
            <a:fillRect/>
          </a:stretch>
        </p:blipFill>
        <p:spPr>
          <a:xfrm>
            <a:off x="1301975" y="4240900"/>
            <a:ext cx="342900" cy="371475"/>
          </a:xfrm>
          <a:prstGeom prst="rect">
            <a:avLst/>
          </a:prstGeom>
          <a:noFill/>
          <a:ln>
            <a:noFill/>
          </a:ln>
        </p:spPr>
      </p:pic>
      <p:sp>
        <p:nvSpPr>
          <p:cNvPr id="455" name="Google Shape;455;p29"/>
          <p:cNvSpPr txBox="1"/>
          <p:nvPr>
            <p:ph type="title"/>
          </p:nvPr>
        </p:nvSpPr>
        <p:spPr>
          <a:xfrm>
            <a:off x="5286174" y="2197650"/>
            <a:ext cx="3155400" cy="748200"/>
          </a:xfrm>
          <a:prstGeom prst="rect">
            <a:avLst/>
          </a:prstGeom>
        </p:spPr>
        <p:txBody>
          <a:bodyPr anchorCtr="0" anchor="b" bIns="91425" lIns="91425" spcFirstLastPara="1" rIns="91425" wrap="square" tIns="91425">
            <a:noAutofit/>
          </a:bodyPr>
          <a:lstStyle/>
          <a:p>
            <a:pPr indent="0" lvl="0" marL="457200" rtl="0" algn="l">
              <a:spcBef>
                <a:spcPts val="0"/>
              </a:spcBef>
              <a:spcAft>
                <a:spcPts val="0"/>
              </a:spcAft>
              <a:buNone/>
            </a:pPr>
            <a:r>
              <a:rPr lang="en" sz="3500"/>
              <a:t>Objectives</a:t>
            </a:r>
            <a:endParaRPr sz="3500"/>
          </a:p>
        </p:txBody>
      </p:sp>
      <p:sp>
        <p:nvSpPr>
          <p:cNvPr id="456" name="Google Shape;456;p29"/>
          <p:cNvSpPr/>
          <p:nvPr/>
        </p:nvSpPr>
        <p:spPr>
          <a:xfrm>
            <a:off x="980625" y="2895116"/>
            <a:ext cx="7478700" cy="1555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457" name="Google Shape;457;p29"/>
          <p:cNvSpPr txBox="1"/>
          <p:nvPr/>
        </p:nvSpPr>
        <p:spPr>
          <a:xfrm>
            <a:off x="951100" y="2991566"/>
            <a:ext cx="7478700" cy="12621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SzPts val="1400"/>
              <a:buChar char="●"/>
            </a:pPr>
            <a:r>
              <a:rPr lang="en">
                <a:latin typeface="Gantari"/>
                <a:ea typeface="Gantari"/>
                <a:cs typeface="Gantari"/>
                <a:sym typeface="Gantari"/>
              </a:rPr>
              <a:t>Classify reviews into positive, negative, neutral</a:t>
            </a:r>
            <a:endParaRPr>
              <a:latin typeface="Gantari"/>
              <a:ea typeface="Gantari"/>
              <a:cs typeface="Gantari"/>
              <a:sym typeface="Gantari"/>
            </a:endParaRPr>
          </a:p>
          <a:p>
            <a:pPr indent="-317500" lvl="0" marL="457200" rtl="0" algn="l">
              <a:lnSpc>
                <a:spcPct val="200000"/>
              </a:lnSpc>
              <a:spcBef>
                <a:spcPts val="0"/>
              </a:spcBef>
              <a:spcAft>
                <a:spcPts val="0"/>
              </a:spcAft>
              <a:buSzPts val="1400"/>
              <a:buChar char="●"/>
            </a:pPr>
            <a:r>
              <a:rPr lang="en">
                <a:latin typeface="Gantari"/>
                <a:ea typeface="Gantari"/>
                <a:cs typeface="Gantari"/>
                <a:sym typeface="Gantari"/>
              </a:rPr>
              <a:t>Compare classifiers (Naive Bayes vs Logistic Regression vs SVM)</a:t>
            </a:r>
            <a:endParaRPr>
              <a:latin typeface="Gantari"/>
              <a:ea typeface="Gantari"/>
              <a:cs typeface="Gantari"/>
              <a:sym typeface="Gantari"/>
            </a:endParaRPr>
          </a:p>
          <a:p>
            <a:pPr indent="-317500" lvl="0" marL="457200" rtl="0" algn="l">
              <a:lnSpc>
                <a:spcPct val="200000"/>
              </a:lnSpc>
              <a:spcBef>
                <a:spcPts val="0"/>
              </a:spcBef>
              <a:spcAft>
                <a:spcPts val="0"/>
              </a:spcAft>
              <a:buSzPts val="1400"/>
              <a:buFont typeface="Gantari"/>
              <a:buChar char="●"/>
            </a:pPr>
            <a:r>
              <a:rPr lang="en">
                <a:latin typeface="Gantari"/>
                <a:ea typeface="Gantari"/>
                <a:cs typeface="Gantari"/>
                <a:sym typeface="Gantari"/>
              </a:rPr>
              <a:t>Evaluate performance based on accuracy &amp; other metrics</a:t>
            </a:r>
            <a:endParaRPr>
              <a:latin typeface="Gantari"/>
              <a:ea typeface="Gantari"/>
              <a:cs typeface="Gantari"/>
              <a:sym typeface="Gantari"/>
            </a:endParaRPr>
          </a:p>
        </p:txBody>
      </p:sp>
      <p:sp>
        <p:nvSpPr>
          <p:cNvPr id="458" name="Google Shape;458;p29"/>
          <p:cNvSpPr txBox="1"/>
          <p:nvPr/>
        </p:nvSpPr>
        <p:spPr>
          <a:xfrm>
            <a:off x="982300" y="1327939"/>
            <a:ext cx="7416300" cy="863400"/>
          </a:xfrm>
          <a:prstGeom prst="rect">
            <a:avLst/>
          </a:prstGeom>
          <a:solidFill>
            <a:srgbClr val="CEDDFD"/>
          </a:solid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Gantari"/>
                <a:ea typeface="Gantari"/>
                <a:cs typeface="Gantari"/>
                <a:sym typeface="Gantari"/>
              </a:rPr>
              <a:t>Restaurants </a:t>
            </a:r>
            <a:r>
              <a:rPr lang="en" sz="1500">
                <a:latin typeface="Gantari"/>
                <a:ea typeface="Gantari"/>
                <a:cs typeface="Gantari"/>
                <a:sym typeface="Gantari"/>
              </a:rPr>
              <a:t>receive </a:t>
            </a:r>
            <a:r>
              <a:rPr lang="en">
                <a:latin typeface="Gantari"/>
                <a:ea typeface="Gantari"/>
                <a:cs typeface="Gantari"/>
                <a:sym typeface="Gantari"/>
              </a:rPr>
              <a:t>numerous customer reviews every day, making it difficult to manually analyse feedback efficiently and extract meaningful insights for business improvement.</a:t>
            </a:r>
            <a:endParaRPr>
              <a:latin typeface="Gantari"/>
              <a:ea typeface="Gantari"/>
              <a:cs typeface="Gantari"/>
              <a:sym typeface="Ganta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0"/>
          <p:cNvSpPr txBox="1"/>
          <p:nvPr>
            <p:ph type="title"/>
          </p:nvPr>
        </p:nvSpPr>
        <p:spPr>
          <a:xfrm>
            <a:off x="977316" y="1200991"/>
            <a:ext cx="3788700" cy="74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464" name="Google Shape;464;p30"/>
          <p:cNvSpPr txBox="1"/>
          <p:nvPr>
            <p:ph idx="1" type="subTitle"/>
          </p:nvPr>
        </p:nvSpPr>
        <p:spPr>
          <a:xfrm>
            <a:off x="977375" y="1879994"/>
            <a:ext cx="6630600" cy="136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000000"/>
                </a:solidFill>
              </a:rPr>
              <a:t>Sentiment analysis is a Natural Language Processing technique that identifies whether text expresses positive, negative, or neutral sentiment. It is widely used for customer feedback, social media insights, and brand monitoring. This project applies sentiment analysis to Google food reviews, enabling faster evaluation of customer satisfaction.</a:t>
            </a:r>
            <a:endParaRPr sz="1300">
              <a:solidFill>
                <a:srgbClr val="000000"/>
              </a:solidFill>
            </a:endParaRPr>
          </a:p>
          <a:p>
            <a:pPr indent="0" lvl="0" marL="914400" rtl="0" algn="l">
              <a:spcBef>
                <a:spcPts val="0"/>
              </a:spcBef>
              <a:spcAft>
                <a:spcPts val="0"/>
              </a:spcAft>
              <a:buNone/>
            </a:pPr>
            <a:r>
              <a:t/>
            </a:r>
            <a:endParaRPr sz="1400">
              <a:solidFill>
                <a:srgbClr val="000000"/>
              </a:solidFill>
              <a:latin typeface="Arial"/>
              <a:ea typeface="Arial"/>
              <a:cs typeface="Arial"/>
              <a:sym typeface="Arial"/>
            </a:endParaRPr>
          </a:p>
        </p:txBody>
      </p:sp>
      <p:pic>
        <p:nvPicPr>
          <p:cNvPr id="465" name="Google Shape;465;p30"/>
          <p:cNvPicPr preferRelativeResize="0"/>
          <p:nvPr/>
        </p:nvPicPr>
        <p:blipFill>
          <a:blip r:embed="rId3">
            <a:alphaModFix/>
          </a:blip>
          <a:stretch>
            <a:fillRect/>
          </a:stretch>
        </p:blipFill>
        <p:spPr>
          <a:xfrm>
            <a:off x="1301975" y="4240900"/>
            <a:ext cx="342900" cy="371475"/>
          </a:xfrm>
          <a:prstGeom prst="rect">
            <a:avLst/>
          </a:prstGeom>
          <a:noFill/>
          <a:ln>
            <a:noFill/>
          </a:ln>
        </p:spPr>
      </p:pic>
      <p:grpSp>
        <p:nvGrpSpPr>
          <p:cNvPr id="466" name="Google Shape;466;p30"/>
          <p:cNvGrpSpPr/>
          <p:nvPr/>
        </p:nvGrpSpPr>
        <p:grpSpPr>
          <a:xfrm>
            <a:off x="5489172" y="4252946"/>
            <a:ext cx="953767" cy="890552"/>
            <a:chOff x="-5679063" y="966769"/>
            <a:chExt cx="1745228" cy="1629556"/>
          </a:xfrm>
        </p:grpSpPr>
        <p:sp>
          <p:nvSpPr>
            <p:cNvPr id="467" name="Google Shape;467;p30"/>
            <p:cNvSpPr/>
            <p:nvPr/>
          </p:nvSpPr>
          <p:spPr>
            <a:xfrm>
              <a:off x="-5679063" y="966769"/>
              <a:ext cx="1745228" cy="1629556"/>
            </a:xfrm>
            <a:custGeom>
              <a:rect b="b" l="l" r="r" t="t"/>
              <a:pathLst>
                <a:path extrusionOk="0" h="31303" w="33525">
                  <a:moveTo>
                    <a:pt x="33525" y="15865"/>
                  </a:moveTo>
                  <a:cubicBezTo>
                    <a:pt x="33481" y="15777"/>
                    <a:pt x="33437" y="15688"/>
                    <a:pt x="33334" y="15747"/>
                  </a:cubicBezTo>
                  <a:lnTo>
                    <a:pt x="33334" y="15732"/>
                  </a:lnTo>
                  <a:lnTo>
                    <a:pt x="33334" y="15732"/>
                  </a:lnTo>
                  <a:cubicBezTo>
                    <a:pt x="33348" y="15703"/>
                    <a:pt x="33348" y="15674"/>
                    <a:pt x="33334" y="15644"/>
                  </a:cubicBezTo>
                  <a:lnTo>
                    <a:pt x="33422" y="15556"/>
                  </a:lnTo>
                  <a:cubicBezTo>
                    <a:pt x="33392" y="15541"/>
                    <a:pt x="33363" y="15541"/>
                    <a:pt x="33348" y="15526"/>
                  </a:cubicBezTo>
                  <a:cubicBezTo>
                    <a:pt x="33319" y="15262"/>
                    <a:pt x="33319" y="15011"/>
                    <a:pt x="33334" y="14761"/>
                  </a:cubicBezTo>
                  <a:cubicBezTo>
                    <a:pt x="33334" y="14599"/>
                    <a:pt x="33319" y="14437"/>
                    <a:pt x="33304" y="14276"/>
                  </a:cubicBezTo>
                  <a:cubicBezTo>
                    <a:pt x="33289" y="14231"/>
                    <a:pt x="33245" y="14187"/>
                    <a:pt x="33245" y="14158"/>
                  </a:cubicBezTo>
                  <a:cubicBezTo>
                    <a:pt x="33319" y="14011"/>
                    <a:pt x="33216" y="13952"/>
                    <a:pt x="33142" y="13863"/>
                  </a:cubicBezTo>
                  <a:cubicBezTo>
                    <a:pt x="33083" y="13834"/>
                    <a:pt x="33054" y="13775"/>
                    <a:pt x="33054" y="13716"/>
                  </a:cubicBezTo>
                  <a:cubicBezTo>
                    <a:pt x="33054" y="13613"/>
                    <a:pt x="33025" y="13525"/>
                    <a:pt x="32966" y="13466"/>
                  </a:cubicBezTo>
                  <a:lnTo>
                    <a:pt x="32966" y="13466"/>
                  </a:lnTo>
                  <a:cubicBezTo>
                    <a:pt x="32980" y="13393"/>
                    <a:pt x="33025" y="13304"/>
                    <a:pt x="33010" y="13245"/>
                  </a:cubicBezTo>
                  <a:cubicBezTo>
                    <a:pt x="32922" y="13025"/>
                    <a:pt x="32980" y="12804"/>
                    <a:pt x="32936" y="12583"/>
                  </a:cubicBezTo>
                  <a:lnTo>
                    <a:pt x="32936" y="12583"/>
                  </a:lnTo>
                  <a:lnTo>
                    <a:pt x="33231" y="12583"/>
                  </a:lnTo>
                  <a:cubicBezTo>
                    <a:pt x="33289" y="12539"/>
                    <a:pt x="33289" y="12436"/>
                    <a:pt x="33231" y="12392"/>
                  </a:cubicBezTo>
                  <a:lnTo>
                    <a:pt x="33039" y="12289"/>
                  </a:lnTo>
                  <a:cubicBezTo>
                    <a:pt x="33039" y="12289"/>
                    <a:pt x="33025" y="12274"/>
                    <a:pt x="33025" y="12259"/>
                  </a:cubicBezTo>
                  <a:cubicBezTo>
                    <a:pt x="33010" y="12245"/>
                    <a:pt x="33025" y="12230"/>
                    <a:pt x="33054" y="12200"/>
                  </a:cubicBezTo>
                  <a:lnTo>
                    <a:pt x="33054" y="12200"/>
                  </a:lnTo>
                  <a:cubicBezTo>
                    <a:pt x="33098" y="12142"/>
                    <a:pt x="33098" y="12053"/>
                    <a:pt x="33054" y="11994"/>
                  </a:cubicBezTo>
                  <a:lnTo>
                    <a:pt x="33054" y="11994"/>
                  </a:lnTo>
                  <a:cubicBezTo>
                    <a:pt x="32980" y="11950"/>
                    <a:pt x="33010" y="11862"/>
                    <a:pt x="32951" y="11803"/>
                  </a:cubicBezTo>
                  <a:cubicBezTo>
                    <a:pt x="32907" y="11774"/>
                    <a:pt x="32877" y="11744"/>
                    <a:pt x="32848" y="11715"/>
                  </a:cubicBezTo>
                  <a:lnTo>
                    <a:pt x="32848" y="11715"/>
                  </a:lnTo>
                  <a:cubicBezTo>
                    <a:pt x="32833" y="11671"/>
                    <a:pt x="32819" y="11656"/>
                    <a:pt x="32789" y="11671"/>
                  </a:cubicBezTo>
                  <a:cubicBezTo>
                    <a:pt x="32819" y="11597"/>
                    <a:pt x="32877" y="11553"/>
                    <a:pt x="32936" y="11509"/>
                  </a:cubicBezTo>
                  <a:cubicBezTo>
                    <a:pt x="33010" y="11303"/>
                    <a:pt x="32789" y="11406"/>
                    <a:pt x="32760" y="11303"/>
                  </a:cubicBezTo>
                  <a:cubicBezTo>
                    <a:pt x="32760" y="11303"/>
                    <a:pt x="32745" y="11303"/>
                    <a:pt x="32730" y="11273"/>
                  </a:cubicBezTo>
                  <a:cubicBezTo>
                    <a:pt x="32730" y="11244"/>
                    <a:pt x="32730" y="11214"/>
                    <a:pt x="32760" y="11200"/>
                  </a:cubicBezTo>
                  <a:lnTo>
                    <a:pt x="32760" y="11200"/>
                  </a:lnTo>
                  <a:cubicBezTo>
                    <a:pt x="32819" y="11082"/>
                    <a:pt x="32819" y="10935"/>
                    <a:pt x="32760" y="10817"/>
                  </a:cubicBezTo>
                  <a:cubicBezTo>
                    <a:pt x="32730" y="10817"/>
                    <a:pt x="32701" y="10817"/>
                    <a:pt x="32671" y="10817"/>
                  </a:cubicBezTo>
                  <a:cubicBezTo>
                    <a:pt x="32642" y="10788"/>
                    <a:pt x="32642" y="10744"/>
                    <a:pt x="32671" y="10714"/>
                  </a:cubicBezTo>
                  <a:lnTo>
                    <a:pt x="32671" y="10714"/>
                  </a:lnTo>
                  <a:lnTo>
                    <a:pt x="32671" y="10714"/>
                  </a:lnTo>
                  <a:lnTo>
                    <a:pt x="32671" y="10714"/>
                  </a:lnTo>
                  <a:cubicBezTo>
                    <a:pt x="32671" y="10714"/>
                    <a:pt x="32686" y="10699"/>
                    <a:pt x="32686" y="10685"/>
                  </a:cubicBezTo>
                  <a:cubicBezTo>
                    <a:pt x="32701" y="10655"/>
                    <a:pt x="32686" y="10641"/>
                    <a:pt x="32657" y="10626"/>
                  </a:cubicBezTo>
                  <a:lnTo>
                    <a:pt x="32480" y="10596"/>
                  </a:lnTo>
                  <a:cubicBezTo>
                    <a:pt x="32465" y="10567"/>
                    <a:pt x="32436" y="10552"/>
                    <a:pt x="32406" y="10538"/>
                  </a:cubicBezTo>
                  <a:cubicBezTo>
                    <a:pt x="32465" y="10508"/>
                    <a:pt x="32509" y="10464"/>
                    <a:pt x="32568" y="10435"/>
                  </a:cubicBezTo>
                  <a:lnTo>
                    <a:pt x="32671" y="10332"/>
                  </a:lnTo>
                  <a:cubicBezTo>
                    <a:pt x="32612" y="10273"/>
                    <a:pt x="32642" y="10184"/>
                    <a:pt x="32568" y="10125"/>
                  </a:cubicBezTo>
                  <a:cubicBezTo>
                    <a:pt x="32348" y="10037"/>
                    <a:pt x="32495" y="9772"/>
                    <a:pt x="32377" y="9640"/>
                  </a:cubicBezTo>
                  <a:lnTo>
                    <a:pt x="32274" y="9552"/>
                  </a:lnTo>
                  <a:cubicBezTo>
                    <a:pt x="32230" y="9493"/>
                    <a:pt x="32245" y="9390"/>
                    <a:pt x="32186" y="9346"/>
                  </a:cubicBezTo>
                  <a:lnTo>
                    <a:pt x="32186" y="9154"/>
                  </a:lnTo>
                  <a:cubicBezTo>
                    <a:pt x="32127" y="9095"/>
                    <a:pt x="32142" y="9007"/>
                    <a:pt x="32083" y="8948"/>
                  </a:cubicBezTo>
                  <a:lnTo>
                    <a:pt x="32083" y="8948"/>
                  </a:lnTo>
                  <a:cubicBezTo>
                    <a:pt x="32053" y="8919"/>
                    <a:pt x="32024" y="8889"/>
                    <a:pt x="31980" y="8845"/>
                  </a:cubicBezTo>
                  <a:lnTo>
                    <a:pt x="31980" y="8845"/>
                  </a:lnTo>
                  <a:cubicBezTo>
                    <a:pt x="31980" y="8830"/>
                    <a:pt x="31950" y="8816"/>
                    <a:pt x="31921" y="8816"/>
                  </a:cubicBezTo>
                  <a:cubicBezTo>
                    <a:pt x="31950" y="8786"/>
                    <a:pt x="31965" y="8772"/>
                    <a:pt x="31980" y="8742"/>
                  </a:cubicBezTo>
                  <a:lnTo>
                    <a:pt x="31980" y="8742"/>
                  </a:lnTo>
                  <a:lnTo>
                    <a:pt x="31980" y="8742"/>
                  </a:lnTo>
                  <a:lnTo>
                    <a:pt x="31980" y="8742"/>
                  </a:lnTo>
                  <a:cubicBezTo>
                    <a:pt x="31980" y="8742"/>
                    <a:pt x="31994" y="8727"/>
                    <a:pt x="32009" y="8713"/>
                  </a:cubicBezTo>
                  <a:cubicBezTo>
                    <a:pt x="32009" y="8683"/>
                    <a:pt x="32009" y="8669"/>
                    <a:pt x="31965" y="8654"/>
                  </a:cubicBezTo>
                  <a:cubicBezTo>
                    <a:pt x="31936" y="8654"/>
                    <a:pt x="31921" y="8654"/>
                    <a:pt x="31891" y="8639"/>
                  </a:cubicBezTo>
                  <a:cubicBezTo>
                    <a:pt x="31818" y="8595"/>
                    <a:pt x="31847" y="8507"/>
                    <a:pt x="31803" y="8448"/>
                  </a:cubicBezTo>
                  <a:lnTo>
                    <a:pt x="31803" y="8345"/>
                  </a:lnTo>
                  <a:cubicBezTo>
                    <a:pt x="31803" y="8345"/>
                    <a:pt x="31818" y="8345"/>
                    <a:pt x="31818" y="8315"/>
                  </a:cubicBezTo>
                  <a:cubicBezTo>
                    <a:pt x="31818" y="8286"/>
                    <a:pt x="31818" y="8271"/>
                    <a:pt x="31774" y="8256"/>
                  </a:cubicBezTo>
                  <a:cubicBezTo>
                    <a:pt x="31744" y="8256"/>
                    <a:pt x="31730" y="8242"/>
                    <a:pt x="31700" y="8242"/>
                  </a:cubicBezTo>
                  <a:cubicBezTo>
                    <a:pt x="31568" y="8153"/>
                    <a:pt x="31759" y="7903"/>
                    <a:pt x="31553" y="7859"/>
                  </a:cubicBezTo>
                  <a:cubicBezTo>
                    <a:pt x="31494" y="7712"/>
                    <a:pt x="31406" y="7580"/>
                    <a:pt x="31303" y="7462"/>
                  </a:cubicBezTo>
                  <a:lnTo>
                    <a:pt x="31303" y="7182"/>
                  </a:lnTo>
                  <a:cubicBezTo>
                    <a:pt x="31111" y="7064"/>
                    <a:pt x="30979" y="6888"/>
                    <a:pt x="30905" y="6682"/>
                  </a:cubicBezTo>
                  <a:lnTo>
                    <a:pt x="30905" y="6682"/>
                  </a:lnTo>
                  <a:cubicBezTo>
                    <a:pt x="30876" y="6638"/>
                    <a:pt x="30832" y="6594"/>
                    <a:pt x="30802" y="6579"/>
                  </a:cubicBezTo>
                  <a:lnTo>
                    <a:pt x="30802" y="6579"/>
                  </a:lnTo>
                  <a:cubicBezTo>
                    <a:pt x="30699" y="6461"/>
                    <a:pt x="30817" y="6284"/>
                    <a:pt x="30699" y="6181"/>
                  </a:cubicBezTo>
                  <a:cubicBezTo>
                    <a:pt x="30670" y="6137"/>
                    <a:pt x="30640" y="6108"/>
                    <a:pt x="30596" y="6078"/>
                  </a:cubicBezTo>
                  <a:lnTo>
                    <a:pt x="30596" y="6078"/>
                  </a:lnTo>
                  <a:cubicBezTo>
                    <a:pt x="30508" y="6078"/>
                    <a:pt x="30420" y="6049"/>
                    <a:pt x="30405" y="5931"/>
                  </a:cubicBezTo>
                  <a:cubicBezTo>
                    <a:pt x="30287" y="5917"/>
                    <a:pt x="30199" y="5593"/>
                    <a:pt x="30037" y="5887"/>
                  </a:cubicBezTo>
                  <a:cubicBezTo>
                    <a:pt x="29949" y="6034"/>
                    <a:pt x="29787" y="5872"/>
                    <a:pt x="29684" y="5975"/>
                  </a:cubicBezTo>
                  <a:cubicBezTo>
                    <a:pt x="29669" y="5975"/>
                    <a:pt x="29654" y="5961"/>
                    <a:pt x="29625" y="5961"/>
                  </a:cubicBezTo>
                  <a:cubicBezTo>
                    <a:pt x="29625" y="5858"/>
                    <a:pt x="29625" y="5740"/>
                    <a:pt x="29522" y="5666"/>
                  </a:cubicBezTo>
                  <a:lnTo>
                    <a:pt x="29713" y="5284"/>
                  </a:lnTo>
                  <a:cubicBezTo>
                    <a:pt x="29654" y="5254"/>
                    <a:pt x="29610" y="5195"/>
                    <a:pt x="29522" y="5225"/>
                  </a:cubicBezTo>
                  <a:cubicBezTo>
                    <a:pt x="29404" y="5254"/>
                    <a:pt x="29345" y="5181"/>
                    <a:pt x="29301" y="5092"/>
                  </a:cubicBezTo>
                  <a:cubicBezTo>
                    <a:pt x="29213" y="5019"/>
                    <a:pt x="29125" y="4989"/>
                    <a:pt x="29022" y="4975"/>
                  </a:cubicBezTo>
                  <a:cubicBezTo>
                    <a:pt x="29007" y="4783"/>
                    <a:pt x="28875" y="4783"/>
                    <a:pt x="28742" y="4754"/>
                  </a:cubicBezTo>
                  <a:lnTo>
                    <a:pt x="28742" y="4754"/>
                  </a:lnTo>
                  <a:cubicBezTo>
                    <a:pt x="28727" y="4710"/>
                    <a:pt x="28713" y="4651"/>
                    <a:pt x="28698" y="4592"/>
                  </a:cubicBezTo>
                  <a:lnTo>
                    <a:pt x="28624" y="4592"/>
                  </a:lnTo>
                  <a:cubicBezTo>
                    <a:pt x="28624" y="4563"/>
                    <a:pt x="28624" y="4533"/>
                    <a:pt x="28610" y="4504"/>
                  </a:cubicBezTo>
                  <a:lnTo>
                    <a:pt x="28433" y="4371"/>
                  </a:lnTo>
                  <a:lnTo>
                    <a:pt x="28433" y="4371"/>
                  </a:lnTo>
                  <a:cubicBezTo>
                    <a:pt x="28345" y="4254"/>
                    <a:pt x="28168" y="4268"/>
                    <a:pt x="28124" y="4106"/>
                  </a:cubicBezTo>
                  <a:cubicBezTo>
                    <a:pt x="28124" y="3989"/>
                    <a:pt x="28168" y="3886"/>
                    <a:pt x="28227" y="3797"/>
                  </a:cubicBezTo>
                  <a:lnTo>
                    <a:pt x="28330" y="3694"/>
                  </a:lnTo>
                  <a:cubicBezTo>
                    <a:pt x="28286" y="3636"/>
                    <a:pt x="28212" y="3591"/>
                    <a:pt x="28124" y="3591"/>
                  </a:cubicBezTo>
                  <a:cubicBezTo>
                    <a:pt x="28080" y="3636"/>
                    <a:pt x="28080" y="3665"/>
                    <a:pt x="28124" y="3694"/>
                  </a:cubicBezTo>
                  <a:cubicBezTo>
                    <a:pt x="28168" y="3724"/>
                    <a:pt x="28198" y="3768"/>
                    <a:pt x="28212" y="3797"/>
                  </a:cubicBezTo>
                  <a:cubicBezTo>
                    <a:pt x="27844" y="3768"/>
                    <a:pt x="27594" y="3606"/>
                    <a:pt x="27521" y="3209"/>
                  </a:cubicBezTo>
                  <a:cubicBezTo>
                    <a:pt x="27491" y="3209"/>
                    <a:pt x="27462" y="3209"/>
                    <a:pt x="27432" y="3209"/>
                  </a:cubicBezTo>
                  <a:lnTo>
                    <a:pt x="27432" y="3106"/>
                  </a:lnTo>
                  <a:cubicBezTo>
                    <a:pt x="27373" y="3150"/>
                    <a:pt x="27359" y="3179"/>
                    <a:pt x="27432" y="3209"/>
                  </a:cubicBezTo>
                  <a:cubicBezTo>
                    <a:pt x="27432" y="3312"/>
                    <a:pt x="27447" y="3429"/>
                    <a:pt x="27344" y="3503"/>
                  </a:cubicBezTo>
                  <a:lnTo>
                    <a:pt x="27344" y="3503"/>
                  </a:lnTo>
                  <a:lnTo>
                    <a:pt x="27256" y="3415"/>
                  </a:lnTo>
                  <a:lnTo>
                    <a:pt x="27256" y="3415"/>
                  </a:lnTo>
                  <a:cubicBezTo>
                    <a:pt x="27226" y="3297"/>
                    <a:pt x="27123" y="3238"/>
                    <a:pt x="27006" y="3268"/>
                  </a:cubicBezTo>
                  <a:cubicBezTo>
                    <a:pt x="26991" y="3268"/>
                    <a:pt x="26961" y="3238"/>
                    <a:pt x="26932" y="3223"/>
                  </a:cubicBezTo>
                  <a:cubicBezTo>
                    <a:pt x="26799" y="3091"/>
                    <a:pt x="26799" y="3091"/>
                    <a:pt x="26652" y="3209"/>
                  </a:cubicBezTo>
                  <a:lnTo>
                    <a:pt x="26652" y="3209"/>
                  </a:lnTo>
                  <a:cubicBezTo>
                    <a:pt x="26564" y="3047"/>
                    <a:pt x="26387" y="3017"/>
                    <a:pt x="26255" y="2929"/>
                  </a:cubicBezTo>
                  <a:cubicBezTo>
                    <a:pt x="26196" y="2841"/>
                    <a:pt x="26108" y="2841"/>
                    <a:pt x="26020" y="2826"/>
                  </a:cubicBezTo>
                  <a:cubicBezTo>
                    <a:pt x="25916" y="2826"/>
                    <a:pt x="25828" y="2826"/>
                    <a:pt x="25784" y="2723"/>
                  </a:cubicBezTo>
                  <a:lnTo>
                    <a:pt x="25784" y="2723"/>
                  </a:lnTo>
                  <a:cubicBezTo>
                    <a:pt x="26020" y="2650"/>
                    <a:pt x="26020" y="2650"/>
                    <a:pt x="25961" y="2429"/>
                  </a:cubicBezTo>
                  <a:cubicBezTo>
                    <a:pt x="25858" y="2355"/>
                    <a:pt x="25872" y="2208"/>
                    <a:pt x="25769" y="2134"/>
                  </a:cubicBezTo>
                  <a:lnTo>
                    <a:pt x="25769" y="2134"/>
                  </a:lnTo>
                  <a:cubicBezTo>
                    <a:pt x="25725" y="2076"/>
                    <a:pt x="25696" y="2031"/>
                    <a:pt x="25622" y="2017"/>
                  </a:cubicBezTo>
                  <a:cubicBezTo>
                    <a:pt x="25563" y="2002"/>
                    <a:pt x="25504" y="1973"/>
                    <a:pt x="25460" y="1943"/>
                  </a:cubicBezTo>
                  <a:lnTo>
                    <a:pt x="25269" y="1840"/>
                  </a:lnTo>
                  <a:cubicBezTo>
                    <a:pt x="25225" y="1855"/>
                    <a:pt x="25181" y="1884"/>
                    <a:pt x="25137" y="1914"/>
                  </a:cubicBezTo>
                  <a:cubicBezTo>
                    <a:pt x="25063" y="1840"/>
                    <a:pt x="25034" y="1708"/>
                    <a:pt x="24886" y="1737"/>
                  </a:cubicBezTo>
                  <a:cubicBezTo>
                    <a:pt x="24872" y="1767"/>
                    <a:pt x="24842" y="1811"/>
                    <a:pt x="24827" y="1840"/>
                  </a:cubicBezTo>
                  <a:cubicBezTo>
                    <a:pt x="24827" y="1811"/>
                    <a:pt x="24827" y="1781"/>
                    <a:pt x="24827" y="1752"/>
                  </a:cubicBezTo>
                  <a:cubicBezTo>
                    <a:pt x="24827" y="1708"/>
                    <a:pt x="24798" y="1664"/>
                    <a:pt x="24769" y="1634"/>
                  </a:cubicBezTo>
                  <a:cubicBezTo>
                    <a:pt x="24769" y="1605"/>
                    <a:pt x="24769" y="1575"/>
                    <a:pt x="24769" y="1560"/>
                  </a:cubicBezTo>
                  <a:cubicBezTo>
                    <a:pt x="24754" y="1531"/>
                    <a:pt x="24724" y="1516"/>
                    <a:pt x="24695" y="1516"/>
                  </a:cubicBezTo>
                  <a:cubicBezTo>
                    <a:pt x="24695" y="1502"/>
                    <a:pt x="24695" y="1502"/>
                    <a:pt x="24695" y="1502"/>
                  </a:cubicBezTo>
                  <a:cubicBezTo>
                    <a:pt x="24695" y="1472"/>
                    <a:pt x="24695" y="1457"/>
                    <a:pt x="24651" y="1443"/>
                  </a:cubicBezTo>
                  <a:lnTo>
                    <a:pt x="24460" y="1443"/>
                  </a:lnTo>
                  <a:cubicBezTo>
                    <a:pt x="24460" y="1443"/>
                    <a:pt x="24445" y="1443"/>
                    <a:pt x="24445" y="1472"/>
                  </a:cubicBezTo>
                  <a:cubicBezTo>
                    <a:pt x="24430" y="1487"/>
                    <a:pt x="24430" y="1487"/>
                    <a:pt x="24445" y="1502"/>
                  </a:cubicBezTo>
                  <a:cubicBezTo>
                    <a:pt x="24415" y="1487"/>
                    <a:pt x="24386" y="1472"/>
                    <a:pt x="24371" y="1443"/>
                  </a:cubicBezTo>
                  <a:lnTo>
                    <a:pt x="24371" y="1443"/>
                  </a:lnTo>
                  <a:cubicBezTo>
                    <a:pt x="24327" y="1413"/>
                    <a:pt x="24298" y="1384"/>
                    <a:pt x="24268" y="1354"/>
                  </a:cubicBezTo>
                  <a:lnTo>
                    <a:pt x="24268" y="1354"/>
                  </a:lnTo>
                  <a:cubicBezTo>
                    <a:pt x="24239" y="1325"/>
                    <a:pt x="24209" y="1296"/>
                    <a:pt x="24165" y="1251"/>
                  </a:cubicBezTo>
                  <a:cubicBezTo>
                    <a:pt x="24136" y="1266"/>
                    <a:pt x="24106" y="1266"/>
                    <a:pt x="24092" y="1251"/>
                  </a:cubicBezTo>
                  <a:cubicBezTo>
                    <a:pt x="24047" y="1296"/>
                    <a:pt x="24003" y="1296"/>
                    <a:pt x="23974" y="1251"/>
                  </a:cubicBezTo>
                  <a:cubicBezTo>
                    <a:pt x="23930" y="1251"/>
                    <a:pt x="23900" y="1266"/>
                    <a:pt x="23871" y="1266"/>
                  </a:cubicBezTo>
                  <a:lnTo>
                    <a:pt x="23871" y="1266"/>
                  </a:lnTo>
                  <a:lnTo>
                    <a:pt x="23886" y="1251"/>
                  </a:lnTo>
                  <a:cubicBezTo>
                    <a:pt x="23841" y="1222"/>
                    <a:pt x="23812" y="1193"/>
                    <a:pt x="23783" y="1163"/>
                  </a:cubicBezTo>
                  <a:cubicBezTo>
                    <a:pt x="23606" y="1119"/>
                    <a:pt x="23429" y="1060"/>
                    <a:pt x="23268" y="972"/>
                  </a:cubicBezTo>
                  <a:lnTo>
                    <a:pt x="23076" y="957"/>
                  </a:lnTo>
                  <a:cubicBezTo>
                    <a:pt x="23032" y="913"/>
                    <a:pt x="22944" y="928"/>
                    <a:pt x="22885" y="869"/>
                  </a:cubicBezTo>
                  <a:cubicBezTo>
                    <a:pt x="22620" y="884"/>
                    <a:pt x="22385" y="692"/>
                    <a:pt x="22105" y="751"/>
                  </a:cubicBezTo>
                  <a:cubicBezTo>
                    <a:pt x="22002" y="516"/>
                    <a:pt x="21722" y="633"/>
                    <a:pt x="21590" y="486"/>
                  </a:cubicBezTo>
                  <a:cubicBezTo>
                    <a:pt x="21560" y="486"/>
                    <a:pt x="21546" y="486"/>
                    <a:pt x="21531" y="486"/>
                  </a:cubicBezTo>
                  <a:lnTo>
                    <a:pt x="21310" y="560"/>
                  </a:lnTo>
                  <a:cubicBezTo>
                    <a:pt x="21001" y="442"/>
                    <a:pt x="20648" y="457"/>
                    <a:pt x="20324" y="383"/>
                  </a:cubicBezTo>
                  <a:cubicBezTo>
                    <a:pt x="20015" y="368"/>
                    <a:pt x="19721" y="310"/>
                    <a:pt x="19427" y="192"/>
                  </a:cubicBezTo>
                  <a:cubicBezTo>
                    <a:pt x="19147" y="236"/>
                    <a:pt x="18853" y="192"/>
                    <a:pt x="18573" y="280"/>
                  </a:cubicBezTo>
                  <a:cubicBezTo>
                    <a:pt x="18499" y="177"/>
                    <a:pt x="18396" y="177"/>
                    <a:pt x="18264" y="177"/>
                  </a:cubicBezTo>
                  <a:cubicBezTo>
                    <a:pt x="18028" y="177"/>
                    <a:pt x="17778" y="236"/>
                    <a:pt x="17558" y="104"/>
                  </a:cubicBezTo>
                  <a:lnTo>
                    <a:pt x="17278" y="177"/>
                  </a:lnTo>
                  <a:cubicBezTo>
                    <a:pt x="17293" y="148"/>
                    <a:pt x="17278" y="118"/>
                    <a:pt x="17263" y="89"/>
                  </a:cubicBezTo>
                  <a:lnTo>
                    <a:pt x="17072" y="89"/>
                  </a:lnTo>
                  <a:cubicBezTo>
                    <a:pt x="16939" y="1"/>
                    <a:pt x="16807" y="118"/>
                    <a:pt x="16675" y="104"/>
                  </a:cubicBezTo>
                  <a:cubicBezTo>
                    <a:pt x="16645" y="104"/>
                    <a:pt x="16616" y="104"/>
                    <a:pt x="16601" y="104"/>
                  </a:cubicBezTo>
                  <a:cubicBezTo>
                    <a:pt x="16277" y="236"/>
                    <a:pt x="15909" y="59"/>
                    <a:pt x="15600" y="207"/>
                  </a:cubicBezTo>
                  <a:lnTo>
                    <a:pt x="15600" y="207"/>
                  </a:lnTo>
                  <a:cubicBezTo>
                    <a:pt x="15556" y="236"/>
                    <a:pt x="15497" y="251"/>
                    <a:pt x="15468" y="295"/>
                  </a:cubicBezTo>
                  <a:lnTo>
                    <a:pt x="15394" y="295"/>
                  </a:lnTo>
                  <a:lnTo>
                    <a:pt x="14305" y="295"/>
                  </a:lnTo>
                  <a:cubicBezTo>
                    <a:pt x="14305" y="324"/>
                    <a:pt x="14305" y="354"/>
                    <a:pt x="14305" y="383"/>
                  </a:cubicBezTo>
                  <a:lnTo>
                    <a:pt x="14305" y="383"/>
                  </a:lnTo>
                  <a:lnTo>
                    <a:pt x="14305" y="413"/>
                  </a:lnTo>
                  <a:cubicBezTo>
                    <a:pt x="14290" y="383"/>
                    <a:pt x="14261" y="368"/>
                    <a:pt x="14232" y="354"/>
                  </a:cubicBezTo>
                  <a:cubicBezTo>
                    <a:pt x="14026" y="354"/>
                    <a:pt x="13820" y="310"/>
                    <a:pt x="13614" y="398"/>
                  </a:cubicBezTo>
                  <a:lnTo>
                    <a:pt x="13437" y="398"/>
                  </a:lnTo>
                  <a:cubicBezTo>
                    <a:pt x="13334" y="486"/>
                    <a:pt x="13187" y="398"/>
                    <a:pt x="13098" y="501"/>
                  </a:cubicBezTo>
                  <a:lnTo>
                    <a:pt x="12819" y="501"/>
                  </a:lnTo>
                  <a:cubicBezTo>
                    <a:pt x="12716" y="619"/>
                    <a:pt x="12554" y="560"/>
                    <a:pt x="12421" y="604"/>
                  </a:cubicBezTo>
                  <a:lnTo>
                    <a:pt x="12392" y="633"/>
                  </a:lnTo>
                  <a:cubicBezTo>
                    <a:pt x="12392" y="619"/>
                    <a:pt x="12407" y="604"/>
                    <a:pt x="12421" y="574"/>
                  </a:cubicBezTo>
                  <a:lnTo>
                    <a:pt x="12377" y="560"/>
                  </a:lnTo>
                  <a:cubicBezTo>
                    <a:pt x="12260" y="560"/>
                    <a:pt x="12142" y="516"/>
                    <a:pt x="12024" y="604"/>
                  </a:cubicBezTo>
                  <a:cubicBezTo>
                    <a:pt x="12009" y="604"/>
                    <a:pt x="11980" y="604"/>
                    <a:pt x="11951" y="604"/>
                  </a:cubicBezTo>
                  <a:cubicBezTo>
                    <a:pt x="11789" y="692"/>
                    <a:pt x="11597" y="589"/>
                    <a:pt x="11435" y="678"/>
                  </a:cubicBezTo>
                  <a:cubicBezTo>
                    <a:pt x="11406" y="692"/>
                    <a:pt x="11377" y="692"/>
                    <a:pt x="11347" y="692"/>
                  </a:cubicBezTo>
                  <a:cubicBezTo>
                    <a:pt x="11318" y="707"/>
                    <a:pt x="11318" y="736"/>
                    <a:pt x="11318" y="766"/>
                  </a:cubicBezTo>
                  <a:cubicBezTo>
                    <a:pt x="11156" y="707"/>
                    <a:pt x="10994" y="722"/>
                    <a:pt x="10847" y="781"/>
                  </a:cubicBezTo>
                  <a:cubicBezTo>
                    <a:pt x="10817" y="795"/>
                    <a:pt x="10788" y="795"/>
                    <a:pt x="10759" y="795"/>
                  </a:cubicBezTo>
                  <a:cubicBezTo>
                    <a:pt x="10729" y="810"/>
                    <a:pt x="10714" y="839"/>
                    <a:pt x="10700" y="869"/>
                  </a:cubicBezTo>
                  <a:lnTo>
                    <a:pt x="10449" y="898"/>
                  </a:lnTo>
                  <a:lnTo>
                    <a:pt x="10170" y="898"/>
                  </a:lnTo>
                  <a:cubicBezTo>
                    <a:pt x="10170" y="913"/>
                    <a:pt x="10155" y="942"/>
                    <a:pt x="10140" y="972"/>
                  </a:cubicBezTo>
                  <a:cubicBezTo>
                    <a:pt x="10111" y="957"/>
                    <a:pt x="10082" y="972"/>
                    <a:pt x="10052" y="987"/>
                  </a:cubicBezTo>
                  <a:lnTo>
                    <a:pt x="9669" y="1001"/>
                  </a:lnTo>
                  <a:cubicBezTo>
                    <a:pt x="9493" y="1104"/>
                    <a:pt x="9287" y="1163"/>
                    <a:pt x="9066" y="1178"/>
                  </a:cubicBezTo>
                  <a:cubicBezTo>
                    <a:pt x="9066" y="1207"/>
                    <a:pt x="9051" y="1237"/>
                    <a:pt x="9037" y="1266"/>
                  </a:cubicBezTo>
                  <a:lnTo>
                    <a:pt x="9037" y="1266"/>
                  </a:lnTo>
                  <a:cubicBezTo>
                    <a:pt x="8860" y="1296"/>
                    <a:pt x="8669" y="1399"/>
                    <a:pt x="8492" y="1384"/>
                  </a:cubicBezTo>
                  <a:cubicBezTo>
                    <a:pt x="8345" y="1502"/>
                    <a:pt x="8168" y="1590"/>
                    <a:pt x="7977" y="1664"/>
                  </a:cubicBezTo>
                  <a:cubicBezTo>
                    <a:pt x="7830" y="1693"/>
                    <a:pt x="7697" y="1752"/>
                    <a:pt x="7580" y="1840"/>
                  </a:cubicBezTo>
                  <a:cubicBezTo>
                    <a:pt x="7374" y="1855"/>
                    <a:pt x="7197" y="1958"/>
                    <a:pt x="7079" y="2134"/>
                  </a:cubicBezTo>
                  <a:cubicBezTo>
                    <a:pt x="6785" y="2252"/>
                    <a:pt x="6505" y="2399"/>
                    <a:pt x="6226" y="2561"/>
                  </a:cubicBezTo>
                  <a:lnTo>
                    <a:pt x="6020" y="2841"/>
                  </a:lnTo>
                  <a:lnTo>
                    <a:pt x="6020" y="2841"/>
                  </a:lnTo>
                  <a:cubicBezTo>
                    <a:pt x="5932" y="2841"/>
                    <a:pt x="5858" y="2870"/>
                    <a:pt x="5814" y="2929"/>
                  </a:cubicBezTo>
                  <a:lnTo>
                    <a:pt x="5814" y="2929"/>
                  </a:lnTo>
                  <a:cubicBezTo>
                    <a:pt x="5784" y="2929"/>
                    <a:pt x="5755" y="2944"/>
                    <a:pt x="5740" y="2959"/>
                  </a:cubicBezTo>
                  <a:lnTo>
                    <a:pt x="5740" y="2959"/>
                  </a:lnTo>
                  <a:cubicBezTo>
                    <a:pt x="5608" y="3003"/>
                    <a:pt x="5490" y="3106"/>
                    <a:pt x="5416" y="3223"/>
                  </a:cubicBezTo>
                  <a:cubicBezTo>
                    <a:pt x="5387" y="3238"/>
                    <a:pt x="5358" y="3238"/>
                    <a:pt x="5328" y="3223"/>
                  </a:cubicBezTo>
                  <a:lnTo>
                    <a:pt x="5343" y="3253"/>
                  </a:lnTo>
                  <a:cubicBezTo>
                    <a:pt x="5284" y="3253"/>
                    <a:pt x="5240" y="3282"/>
                    <a:pt x="5210" y="3326"/>
                  </a:cubicBezTo>
                  <a:cubicBezTo>
                    <a:pt x="5093" y="3371"/>
                    <a:pt x="4990" y="3444"/>
                    <a:pt x="4916" y="3547"/>
                  </a:cubicBezTo>
                  <a:cubicBezTo>
                    <a:pt x="4872" y="3591"/>
                    <a:pt x="4798" y="3621"/>
                    <a:pt x="4754" y="3650"/>
                  </a:cubicBezTo>
                  <a:lnTo>
                    <a:pt x="4725" y="3827"/>
                  </a:lnTo>
                  <a:cubicBezTo>
                    <a:pt x="4666" y="3959"/>
                    <a:pt x="4489" y="3974"/>
                    <a:pt x="4430" y="4121"/>
                  </a:cubicBezTo>
                  <a:cubicBezTo>
                    <a:pt x="4313" y="4121"/>
                    <a:pt x="4195" y="4195"/>
                    <a:pt x="4151" y="4312"/>
                  </a:cubicBezTo>
                  <a:lnTo>
                    <a:pt x="4151" y="4312"/>
                  </a:lnTo>
                  <a:lnTo>
                    <a:pt x="3959" y="4342"/>
                  </a:lnTo>
                  <a:cubicBezTo>
                    <a:pt x="3945" y="4460"/>
                    <a:pt x="3886" y="4519"/>
                    <a:pt x="3753" y="4519"/>
                  </a:cubicBezTo>
                  <a:cubicBezTo>
                    <a:pt x="3621" y="4636"/>
                    <a:pt x="3650" y="4872"/>
                    <a:pt x="3518" y="4960"/>
                  </a:cubicBezTo>
                  <a:cubicBezTo>
                    <a:pt x="3341" y="5078"/>
                    <a:pt x="3312" y="5284"/>
                    <a:pt x="3165" y="5401"/>
                  </a:cubicBezTo>
                  <a:cubicBezTo>
                    <a:pt x="3121" y="5593"/>
                    <a:pt x="3003" y="5769"/>
                    <a:pt x="2841" y="5872"/>
                  </a:cubicBezTo>
                  <a:lnTo>
                    <a:pt x="2841" y="5872"/>
                  </a:lnTo>
                  <a:cubicBezTo>
                    <a:pt x="2767" y="5975"/>
                    <a:pt x="2694" y="6064"/>
                    <a:pt x="2738" y="6211"/>
                  </a:cubicBezTo>
                  <a:cubicBezTo>
                    <a:pt x="2753" y="6255"/>
                    <a:pt x="2694" y="6329"/>
                    <a:pt x="2664" y="6387"/>
                  </a:cubicBezTo>
                  <a:lnTo>
                    <a:pt x="2561" y="6387"/>
                  </a:lnTo>
                  <a:lnTo>
                    <a:pt x="2561" y="6476"/>
                  </a:lnTo>
                  <a:cubicBezTo>
                    <a:pt x="2488" y="6476"/>
                    <a:pt x="2414" y="6520"/>
                    <a:pt x="2370" y="6579"/>
                  </a:cubicBezTo>
                  <a:lnTo>
                    <a:pt x="2370" y="6579"/>
                  </a:lnTo>
                  <a:cubicBezTo>
                    <a:pt x="2311" y="6667"/>
                    <a:pt x="2252" y="6755"/>
                    <a:pt x="2179" y="6844"/>
                  </a:cubicBezTo>
                  <a:cubicBezTo>
                    <a:pt x="1973" y="6991"/>
                    <a:pt x="1929" y="7270"/>
                    <a:pt x="2076" y="7462"/>
                  </a:cubicBezTo>
                  <a:cubicBezTo>
                    <a:pt x="2002" y="7462"/>
                    <a:pt x="1929" y="7506"/>
                    <a:pt x="1899" y="7580"/>
                  </a:cubicBezTo>
                  <a:lnTo>
                    <a:pt x="1899" y="7580"/>
                  </a:lnTo>
                  <a:cubicBezTo>
                    <a:pt x="1664" y="7771"/>
                    <a:pt x="1517" y="8050"/>
                    <a:pt x="1487" y="8345"/>
                  </a:cubicBezTo>
                  <a:cubicBezTo>
                    <a:pt x="1369" y="8492"/>
                    <a:pt x="1266" y="8654"/>
                    <a:pt x="1208" y="8845"/>
                  </a:cubicBezTo>
                  <a:cubicBezTo>
                    <a:pt x="1178" y="8904"/>
                    <a:pt x="1134" y="8978"/>
                    <a:pt x="1104" y="9036"/>
                  </a:cubicBezTo>
                  <a:lnTo>
                    <a:pt x="1104" y="9036"/>
                  </a:lnTo>
                  <a:cubicBezTo>
                    <a:pt x="1016" y="9125"/>
                    <a:pt x="1090" y="9257"/>
                    <a:pt x="1001" y="9346"/>
                  </a:cubicBezTo>
                  <a:lnTo>
                    <a:pt x="1001" y="9346"/>
                  </a:lnTo>
                  <a:cubicBezTo>
                    <a:pt x="1001" y="9375"/>
                    <a:pt x="1001" y="9404"/>
                    <a:pt x="1001" y="9434"/>
                  </a:cubicBezTo>
                  <a:cubicBezTo>
                    <a:pt x="1075" y="9640"/>
                    <a:pt x="1046" y="9861"/>
                    <a:pt x="928" y="10022"/>
                  </a:cubicBezTo>
                  <a:cubicBezTo>
                    <a:pt x="869" y="10140"/>
                    <a:pt x="795" y="10258"/>
                    <a:pt x="722" y="10346"/>
                  </a:cubicBezTo>
                  <a:cubicBezTo>
                    <a:pt x="575" y="10493"/>
                    <a:pt x="840" y="10552"/>
                    <a:pt x="795" y="10699"/>
                  </a:cubicBezTo>
                  <a:cubicBezTo>
                    <a:pt x="766" y="10788"/>
                    <a:pt x="692" y="10876"/>
                    <a:pt x="604" y="10920"/>
                  </a:cubicBezTo>
                  <a:lnTo>
                    <a:pt x="501" y="10905"/>
                  </a:lnTo>
                  <a:cubicBezTo>
                    <a:pt x="457" y="10994"/>
                    <a:pt x="310" y="11038"/>
                    <a:pt x="369" y="11185"/>
                  </a:cubicBezTo>
                  <a:cubicBezTo>
                    <a:pt x="398" y="11229"/>
                    <a:pt x="354" y="11318"/>
                    <a:pt x="354" y="11376"/>
                  </a:cubicBezTo>
                  <a:cubicBezTo>
                    <a:pt x="369" y="11553"/>
                    <a:pt x="251" y="11582"/>
                    <a:pt x="118" y="11612"/>
                  </a:cubicBezTo>
                  <a:cubicBezTo>
                    <a:pt x="177" y="11774"/>
                    <a:pt x="207" y="11950"/>
                    <a:pt x="236" y="12112"/>
                  </a:cubicBezTo>
                  <a:cubicBezTo>
                    <a:pt x="222" y="12333"/>
                    <a:pt x="207" y="12539"/>
                    <a:pt x="163" y="12745"/>
                  </a:cubicBezTo>
                  <a:cubicBezTo>
                    <a:pt x="133" y="12892"/>
                    <a:pt x="148" y="13039"/>
                    <a:pt x="236" y="13157"/>
                  </a:cubicBezTo>
                  <a:cubicBezTo>
                    <a:pt x="295" y="13231"/>
                    <a:pt x="236" y="13304"/>
                    <a:pt x="207" y="13378"/>
                  </a:cubicBezTo>
                  <a:cubicBezTo>
                    <a:pt x="148" y="13599"/>
                    <a:pt x="1" y="13834"/>
                    <a:pt x="192" y="14069"/>
                  </a:cubicBezTo>
                  <a:cubicBezTo>
                    <a:pt x="192" y="14114"/>
                    <a:pt x="192" y="14158"/>
                    <a:pt x="207" y="14217"/>
                  </a:cubicBezTo>
                  <a:cubicBezTo>
                    <a:pt x="222" y="14408"/>
                    <a:pt x="104" y="14629"/>
                    <a:pt x="266" y="14820"/>
                  </a:cubicBezTo>
                  <a:cubicBezTo>
                    <a:pt x="295" y="14849"/>
                    <a:pt x="251" y="14938"/>
                    <a:pt x="236" y="14997"/>
                  </a:cubicBezTo>
                  <a:cubicBezTo>
                    <a:pt x="236" y="15070"/>
                    <a:pt x="207" y="15144"/>
                    <a:pt x="236" y="15188"/>
                  </a:cubicBezTo>
                  <a:cubicBezTo>
                    <a:pt x="354" y="15379"/>
                    <a:pt x="398" y="15615"/>
                    <a:pt x="325" y="15835"/>
                  </a:cubicBezTo>
                  <a:cubicBezTo>
                    <a:pt x="310" y="15880"/>
                    <a:pt x="325" y="15924"/>
                    <a:pt x="339" y="15968"/>
                  </a:cubicBezTo>
                  <a:cubicBezTo>
                    <a:pt x="501" y="16203"/>
                    <a:pt x="383" y="16527"/>
                    <a:pt x="560" y="16748"/>
                  </a:cubicBezTo>
                  <a:cubicBezTo>
                    <a:pt x="604" y="16807"/>
                    <a:pt x="560" y="16866"/>
                    <a:pt x="531" y="16939"/>
                  </a:cubicBezTo>
                  <a:cubicBezTo>
                    <a:pt x="501" y="17027"/>
                    <a:pt x="472" y="17116"/>
                    <a:pt x="428" y="17204"/>
                  </a:cubicBezTo>
                  <a:cubicBezTo>
                    <a:pt x="589" y="17410"/>
                    <a:pt x="678" y="17660"/>
                    <a:pt x="692" y="17925"/>
                  </a:cubicBezTo>
                  <a:cubicBezTo>
                    <a:pt x="722" y="18087"/>
                    <a:pt x="781" y="18264"/>
                    <a:pt x="898" y="18396"/>
                  </a:cubicBezTo>
                  <a:lnTo>
                    <a:pt x="898" y="18396"/>
                  </a:lnTo>
                  <a:cubicBezTo>
                    <a:pt x="854" y="18499"/>
                    <a:pt x="781" y="18602"/>
                    <a:pt x="898" y="18705"/>
                  </a:cubicBezTo>
                  <a:lnTo>
                    <a:pt x="898" y="18882"/>
                  </a:lnTo>
                  <a:cubicBezTo>
                    <a:pt x="884" y="18896"/>
                    <a:pt x="869" y="18911"/>
                    <a:pt x="854" y="18926"/>
                  </a:cubicBezTo>
                  <a:cubicBezTo>
                    <a:pt x="795" y="19088"/>
                    <a:pt x="1046" y="19235"/>
                    <a:pt x="913" y="19397"/>
                  </a:cubicBezTo>
                  <a:lnTo>
                    <a:pt x="913" y="19397"/>
                  </a:lnTo>
                  <a:cubicBezTo>
                    <a:pt x="1046" y="19853"/>
                    <a:pt x="1104" y="20339"/>
                    <a:pt x="1296" y="20780"/>
                  </a:cubicBezTo>
                  <a:lnTo>
                    <a:pt x="1296" y="20780"/>
                  </a:lnTo>
                  <a:cubicBezTo>
                    <a:pt x="1355" y="21045"/>
                    <a:pt x="1561" y="21281"/>
                    <a:pt x="1502" y="21575"/>
                  </a:cubicBezTo>
                  <a:lnTo>
                    <a:pt x="1502" y="21575"/>
                  </a:lnTo>
                  <a:lnTo>
                    <a:pt x="1502" y="21575"/>
                  </a:lnTo>
                  <a:lnTo>
                    <a:pt x="1502" y="21575"/>
                  </a:lnTo>
                  <a:cubicBezTo>
                    <a:pt x="1502" y="21575"/>
                    <a:pt x="1487" y="21590"/>
                    <a:pt x="1472" y="21604"/>
                  </a:cubicBezTo>
                  <a:cubicBezTo>
                    <a:pt x="1472" y="21619"/>
                    <a:pt x="1472" y="21648"/>
                    <a:pt x="1502" y="21663"/>
                  </a:cubicBezTo>
                  <a:lnTo>
                    <a:pt x="1502" y="21663"/>
                  </a:lnTo>
                  <a:cubicBezTo>
                    <a:pt x="1531" y="21707"/>
                    <a:pt x="1561" y="21737"/>
                    <a:pt x="1605" y="21766"/>
                  </a:cubicBezTo>
                  <a:lnTo>
                    <a:pt x="1605" y="21766"/>
                  </a:lnTo>
                  <a:lnTo>
                    <a:pt x="1605" y="21766"/>
                  </a:lnTo>
                  <a:cubicBezTo>
                    <a:pt x="1723" y="21957"/>
                    <a:pt x="1737" y="22193"/>
                    <a:pt x="1899" y="22370"/>
                  </a:cubicBezTo>
                  <a:lnTo>
                    <a:pt x="1899" y="22370"/>
                  </a:lnTo>
                  <a:cubicBezTo>
                    <a:pt x="2017" y="22502"/>
                    <a:pt x="1929" y="22708"/>
                    <a:pt x="2032" y="22855"/>
                  </a:cubicBezTo>
                  <a:lnTo>
                    <a:pt x="2061" y="22855"/>
                  </a:lnTo>
                  <a:lnTo>
                    <a:pt x="2091" y="22870"/>
                  </a:lnTo>
                  <a:cubicBezTo>
                    <a:pt x="2135" y="23194"/>
                    <a:pt x="2194" y="23532"/>
                    <a:pt x="2561" y="23679"/>
                  </a:cubicBezTo>
                  <a:cubicBezTo>
                    <a:pt x="2576" y="23665"/>
                    <a:pt x="2576" y="23665"/>
                    <a:pt x="2591" y="23650"/>
                  </a:cubicBezTo>
                  <a:lnTo>
                    <a:pt x="2635" y="23650"/>
                  </a:lnTo>
                  <a:lnTo>
                    <a:pt x="2679" y="23650"/>
                  </a:lnTo>
                  <a:cubicBezTo>
                    <a:pt x="2679" y="23694"/>
                    <a:pt x="2679" y="23723"/>
                    <a:pt x="2664" y="23753"/>
                  </a:cubicBezTo>
                  <a:cubicBezTo>
                    <a:pt x="2679" y="23782"/>
                    <a:pt x="2694" y="23812"/>
                    <a:pt x="2709" y="23841"/>
                  </a:cubicBezTo>
                  <a:lnTo>
                    <a:pt x="2782" y="23841"/>
                  </a:lnTo>
                  <a:cubicBezTo>
                    <a:pt x="2812" y="23856"/>
                    <a:pt x="2841" y="23871"/>
                    <a:pt x="2870" y="23856"/>
                  </a:cubicBezTo>
                  <a:cubicBezTo>
                    <a:pt x="2812" y="23974"/>
                    <a:pt x="2782" y="24106"/>
                    <a:pt x="2797" y="24224"/>
                  </a:cubicBezTo>
                  <a:cubicBezTo>
                    <a:pt x="2900" y="24268"/>
                    <a:pt x="2929" y="24356"/>
                    <a:pt x="2973" y="24445"/>
                  </a:cubicBezTo>
                  <a:lnTo>
                    <a:pt x="3091" y="24533"/>
                  </a:lnTo>
                  <a:cubicBezTo>
                    <a:pt x="3150" y="24562"/>
                    <a:pt x="3194" y="24636"/>
                    <a:pt x="3194" y="24709"/>
                  </a:cubicBezTo>
                  <a:lnTo>
                    <a:pt x="3386" y="24827"/>
                  </a:lnTo>
                  <a:cubicBezTo>
                    <a:pt x="3386" y="24857"/>
                    <a:pt x="3386" y="24886"/>
                    <a:pt x="3400" y="24916"/>
                  </a:cubicBezTo>
                  <a:lnTo>
                    <a:pt x="3577" y="25122"/>
                  </a:lnTo>
                  <a:cubicBezTo>
                    <a:pt x="3665" y="25195"/>
                    <a:pt x="3695" y="25313"/>
                    <a:pt x="3680" y="25416"/>
                  </a:cubicBezTo>
                  <a:cubicBezTo>
                    <a:pt x="3768" y="25460"/>
                    <a:pt x="3783" y="25534"/>
                    <a:pt x="3798" y="25607"/>
                  </a:cubicBezTo>
                  <a:cubicBezTo>
                    <a:pt x="3886" y="25637"/>
                    <a:pt x="3901" y="25710"/>
                    <a:pt x="3901" y="25784"/>
                  </a:cubicBezTo>
                  <a:cubicBezTo>
                    <a:pt x="3974" y="25813"/>
                    <a:pt x="4048" y="25828"/>
                    <a:pt x="4077" y="25916"/>
                  </a:cubicBezTo>
                  <a:cubicBezTo>
                    <a:pt x="4107" y="25916"/>
                    <a:pt x="4136" y="25916"/>
                    <a:pt x="4166" y="25931"/>
                  </a:cubicBezTo>
                  <a:cubicBezTo>
                    <a:pt x="4210" y="25990"/>
                    <a:pt x="4239" y="26049"/>
                    <a:pt x="4283" y="26093"/>
                  </a:cubicBezTo>
                  <a:lnTo>
                    <a:pt x="4460" y="26211"/>
                  </a:lnTo>
                  <a:cubicBezTo>
                    <a:pt x="4460" y="26240"/>
                    <a:pt x="4460" y="26269"/>
                    <a:pt x="4460" y="26299"/>
                  </a:cubicBezTo>
                  <a:cubicBezTo>
                    <a:pt x="4504" y="26299"/>
                    <a:pt x="4548" y="26328"/>
                    <a:pt x="4563" y="26387"/>
                  </a:cubicBezTo>
                  <a:lnTo>
                    <a:pt x="4842" y="26520"/>
                  </a:lnTo>
                  <a:lnTo>
                    <a:pt x="4842" y="26520"/>
                  </a:lnTo>
                  <a:lnTo>
                    <a:pt x="4872" y="26681"/>
                  </a:lnTo>
                  <a:cubicBezTo>
                    <a:pt x="5049" y="26740"/>
                    <a:pt x="5196" y="26888"/>
                    <a:pt x="5269" y="27064"/>
                  </a:cubicBezTo>
                  <a:cubicBezTo>
                    <a:pt x="5387" y="27094"/>
                    <a:pt x="5490" y="27167"/>
                    <a:pt x="5549" y="27285"/>
                  </a:cubicBezTo>
                  <a:cubicBezTo>
                    <a:pt x="5564" y="27285"/>
                    <a:pt x="5593" y="27285"/>
                    <a:pt x="5608" y="27285"/>
                  </a:cubicBezTo>
                  <a:cubicBezTo>
                    <a:pt x="5593" y="27314"/>
                    <a:pt x="5608" y="27358"/>
                    <a:pt x="5637" y="27373"/>
                  </a:cubicBezTo>
                  <a:cubicBezTo>
                    <a:pt x="5667" y="27373"/>
                    <a:pt x="5711" y="27388"/>
                    <a:pt x="5740" y="27403"/>
                  </a:cubicBezTo>
                  <a:cubicBezTo>
                    <a:pt x="5799" y="27535"/>
                    <a:pt x="5976" y="27594"/>
                    <a:pt x="6108" y="27535"/>
                  </a:cubicBezTo>
                  <a:lnTo>
                    <a:pt x="6138" y="27520"/>
                  </a:lnTo>
                  <a:cubicBezTo>
                    <a:pt x="6196" y="27594"/>
                    <a:pt x="6270" y="27682"/>
                    <a:pt x="6329" y="27770"/>
                  </a:cubicBezTo>
                  <a:cubicBezTo>
                    <a:pt x="6461" y="27756"/>
                    <a:pt x="6579" y="27829"/>
                    <a:pt x="6638" y="27947"/>
                  </a:cubicBezTo>
                  <a:lnTo>
                    <a:pt x="6800" y="27977"/>
                  </a:lnTo>
                  <a:lnTo>
                    <a:pt x="6800" y="27977"/>
                  </a:lnTo>
                  <a:lnTo>
                    <a:pt x="6785" y="28021"/>
                  </a:lnTo>
                  <a:cubicBezTo>
                    <a:pt x="7168" y="28227"/>
                    <a:pt x="7477" y="28595"/>
                    <a:pt x="7962" y="28595"/>
                  </a:cubicBezTo>
                  <a:cubicBezTo>
                    <a:pt x="7977" y="28580"/>
                    <a:pt x="7977" y="28580"/>
                    <a:pt x="7977" y="28565"/>
                  </a:cubicBezTo>
                  <a:lnTo>
                    <a:pt x="7977" y="28580"/>
                  </a:lnTo>
                  <a:lnTo>
                    <a:pt x="8095" y="28653"/>
                  </a:lnTo>
                  <a:cubicBezTo>
                    <a:pt x="8198" y="28874"/>
                    <a:pt x="8433" y="28874"/>
                    <a:pt x="8610" y="28963"/>
                  </a:cubicBezTo>
                  <a:cubicBezTo>
                    <a:pt x="8713" y="29007"/>
                    <a:pt x="8831" y="29021"/>
                    <a:pt x="8890" y="29139"/>
                  </a:cubicBezTo>
                  <a:cubicBezTo>
                    <a:pt x="8963" y="29154"/>
                    <a:pt x="9037" y="29183"/>
                    <a:pt x="9081" y="29227"/>
                  </a:cubicBezTo>
                  <a:cubicBezTo>
                    <a:pt x="9493" y="29522"/>
                    <a:pt x="9949" y="29728"/>
                    <a:pt x="10435" y="29846"/>
                  </a:cubicBezTo>
                  <a:cubicBezTo>
                    <a:pt x="10597" y="29875"/>
                    <a:pt x="10670" y="30007"/>
                    <a:pt x="10759" y="30125"/>
                  </a:cubicBezTo>
                  <a:lnTo>
                    <a:pt x="10817" y="30125"/>
                  </a:lnTo>
                  <a:cubicBezTo>
                    <a:pt x="10803" y="30169"/>
                    <a:pt x="10817" y="30213"/>
                    <a:pt x="10862" y="30228"/>
                  </a:cubicBezTo>
                  <a:lnTo>
                    <a:pt x="10862" y="30228"/>
                  </a:lnTo>
                  <a:cubicBezTo>
                    <a:pt x="10950" y="30302"/>
                    <a:pt x="11023" y="30390"/>
                    <a:pt x="11141" y="30346"/>
                  </a:cubicBezTo>
                  <a:lnTo>
                    <a:pt x="11259" y="30346"/>
                  </a:lnTo>
                  <a:cubicBezTo>
                    <a:pt x="11318" y="30390"/>
                    <a:pt x="11391" y="30375"/>
                    <a:pt x="11450" y="30434"/>
                  </a:cubicBezTo>
                  <a:lnTo>
                    <a:pt x="11450" y="30434"/>
                  </a:lnTo>
                  <a:cubicBezTo>
                    <a:pt x="11524" y="30522"/>
                    <a:pt x="11656" y="30434"/>
                    <a:pt x="11745" y="30522"/>
                  </a:cubicBezTo>
                  <a:cubicBezTo>
                    <a:pt x="12083" y="30625"/>
                    <a:pt x="12436" y="30714"/>
                    <a:pt x="12789" y="30773"/>
                  </a:cubicBezTo>
                  <a:cubicBezTo>
                    <a:pt x="12819" y="30758"/>
                    <a:pt x="12834" y="30743"/>
                    <a:pt x="12848" y="30714"/>
                  </a:cubicBezTo>
                  <a:cubicBezTo>
                    <a:pt x="13069" y="30729"/>
                    <a:pt x="13290" y="30773"/>
                    <a:pt x="13481" y="30861"/>
                  </a:cubicBezTo>
                  <a:cubicBezTo>
                    <a:pt x="13599" y="30890"/>
                    <a:pt x="13599" y="30832"/>
                    <a:pt x="13614" y="30773"/>
                  </a:cubicBezTo>
                  <a:lnTo>
                    <a:pt x="13614" y="30787"/>
                  </a:lnTo>
                  <a:cubicBezTo>
                    <a:pt x="13834" y="31052"/>
                    <a:pt x="14114" y="30993"/>
                    <a:pt x="14393" y="30920"/>
                  </a:cubicBezTo>
                  <a:cubicBezTo>
                    <a:pt x="14423" y="30890"/>
                    <a:pt x="14467" y="30890"/>
                    <a:pt x="14496" y="30920"/>
                  </a:cubicBezTo>
                  <a:lnTo>
                    <a:pt x="14496" y="30920"/>
                  </a:lnTo>
                  <a:cubicBezTo>
                    <a:pt x="14629" y="31023"/>
                    <a:pt x="14806" y="31023"/>
                    <a:pt x="14938" y="31096"/>
                  </a:cubicBezTo>
                  <a:lnTo>
                    <a:pt x="14967" y="31096"/>
                  </a:lnTo>
                  <a:cubicBezTo>
                    <a:pt x="15247" y="31038"/>
                    <a:pt x="15527" y="31082"/>
                    <a:pt x="15792" y="31199"/>
                  </a:cubicBezTo>
                  <a:lnTo>
                    <a:pt x="15836" y="31199"/>
                  </a:lnTo>
                  <a:lnTo>
                    <a:pt x="15880" y="31214"/>
                  </a:lnTo>
                  <a:cubicBezTo>
                    <a:pt x="16086" y="31302"/>
                    <a:pt x="16321" y="31273"/>
                    <a:pt x="16498" y="31141"/>
                  </a:cubicBezTo>
                  <a:cubicBezTo>
                    <a:pt x="16630" y="31214"/>
                    <a:pt x="16807" y="31199"/>
                    <a:pt x="16925" y="31096"/>
                  </a:cubicBezTo>
                  <a:cubicBezTo>
                    <a:pt x="17028" y="31023"/>
                    <a:pt x="17160" y="30993"/>
                    <a:pt x="17293" y="31038"/>
                  </a:cubicBezTo>
                  <a:cubicBezTo>
                    <a:pt x="17602" y="31141"/>
                    <a:pt x="17925" y="31170"/>
                    <a:pt x="18249" y="31141"/>
                  </a:cubicBezTo>
                  <a:cubicBezTo>
                    <a:pt x="18382" y="31126"/>
                    <a:pt x="18529" y="31126"/>
                    <a:pt x="18676" y="31155"/>
                  </a:cubicBezTo>
                  <a:cubicBezTo>
                    <a:pt x="18853" y="31170"/>
                    <a:pt x="19029" y="31155"/>
                    <a:pt x="19191" y="31126"/>
                  </a:cubicBezTo>
                  <a:cubicBezTo>
                    <a:pt x="19265" y="31067"/>
                    <a:pt x="19338" y="31038"/>
                    <a:pt x="19427" y="31023"/>
                  </a:cubicBezTo>
                  <a:cubicBezTo>
                    <a:pt x="19427" y="31038"/>
                    <a:pt x="19441" y="31052"/>
                    <a:pt x="19456" y="31067"/>
                  </a:cubicBezTo>
                  <a:cubicBezTo>
                    <a:pt x="19559" y="31067"/>
                    <a:pt x="19662" y="31082"/>
                    <a:pt x="19765" y="31111"/>
                  </a:cubicBezTo>
                  <a:lnTo>
                    <a:pt x="19794" y="31096"/>
                  </a:lnTo>
                  <a:lnTo>
                    <a:pt x="19824" y="31096"/>
                  </a:lnTo>
                  <a:cubicBezTo>
                    <a:pt x="20162" y="31067"/>
                    <a:pt x="20501" y="31052"/>
                    <a:pt x="20839" y="31067"/>
                  </a:cubicBezTo>
                  <a:cubicBezTo>
                    <a:pt x="21207" y="31052"/>
                    <a:pt x="21575" y="31038"/>
                    <a:pt x="21899" y="30817"/>
                  </a:cubicBezTo>
                  <a:lnTo>
                    <a:pt x="21899" y="30817"/>
                  </a:lnTo>
                  <a:cubicBezTo>
                    <a:pt x="21899" y="30832"/>
                    <a:pt x="21914" y="30846"/>
                    <a:pt x="21914" y="30861"/>
                  </a:cubicBezTo>
                  <a:cubicBezTo>
                    <a:pt x="22002" y="30861"/>
                    <a:pt x="22105" y="30905"/>
                    <a:pt x="22179" y="30817"/>
                  </a:cubicBezTo>
                  <a:lnTo>
                    <a:pt x="22179" y="30817"/>
                  </a:lnTo>
                  <a:lnTo>
                    <a:pt x="22179" y="30817"/>
                  </a:lnTo>
                  <a:lnTo>
                    <a:pt x="22179" y="30817"/>
                  </a:lnTo>
                  <a:cubicBezTo>
                    <a:pt x="22473" y="30743"/>
                    <a:pt x="22797" y="30787"/>
                    <a:pt x="23076" y="30625"/>
                  </a:cubicBezTo>
                  <a:lnTo>
                    <a:pt x="23120" y="30611"/>
                  </a:lnTo>
                  <a:lnTo>
                    <a:pt x="23150" y="30611"/>
                  </a:lnTo>
                  <a:cubicBezTo>
                    <a:pt x="23282" y="30522"/>
                    <a:pt x="23444" y="30625"/>
                    <a:pt x="23577" y="30522"/>
                  </a:cubicBezTo>
                  <a:lnTo>
                    <a:pt x="23577" y="30522"/>
                  </a:lnTo>
                  <a:cubicBezTo>
                    <a:pt x="23621" y="30464"/>
                    <a:pt x="23724" y="30478"/>
                    <a:pt x="23768" y="30419"/>
                  </a:cubicBezTo>
                  <a:lnTo>
                    <a:pt x="23768" y="30419"/>
                  </a:lnTo>
                  <a:lnTo>
                    <a:pt x="23768" y="30419"/>
                  </a:lnTo>
                  <a:lnTo>
                    <a:pt x="23768" y="30419"/>
                  </a:lnTo>
                  <a:cubicBezTo>
                    <a:pt x="23827" y="30375"/>
                    <a:pt x="23915" y="30375"/>
                    <a:pt x="23974" y="30331"/>
                  </a:cubicBezTo>
                  <a:lnTo>
                    <a:pt x="23974" y="30331"/>
                  </a:lnTo>
                  <a:cubicBezTo>
                    <a:pt x="24239" y="30272"/>
                    <a:pt x="24504" y="30213"/>
                    <a:pt x="24754" y="30125"/>
                  </a:cubicBezTo>
                  <a:cubicBezTo>
                    <a:pt x="24783" y="30096"/>
                    <a:pt x="24813" y="30081"/>
                    <a:pt x="24842" y="30066"/>
                  </a:cubicBezTo>
                  <a:cubicBezTo>
                    <a:pt x="24872" y="30037"/>
                    <a:pt x="24901" y="30022"/>
                    <a:pt x="24930" y="30022"/>
                  </a:cubicBezTo>
                  <a:cubicBezTo>
                    <a:pt x="25019" y="29949"/>
                    <a:pt x="25166" y="30022"/>
                    <a:pt x="25254" y="29919"/>
                  </a:cubicBezTo>
                  <a:lnTo>
                    <a:pt x="25254" y="29919"/>
                  </a:lnTo>
                  <a:cubicBezTo>
                    <a:pt x="25269" y="29904"/>
                    <a:pt x="25284" y="29860"/>
                    <a:pt x="25284" y="29831"/>
                  </a:cubicBezTo>
                  <a:cubicBezTo>
                    <a:pt x="25313" y="29831"/>
                    <a:pt x="25343" y="29831"/>
                    <a:pt x="25357" y="29831"/>
                  </a:cubicBezTo>
                  <a:lnTo>
                    <a:pt x="25357" y="29654"/>
                  </a:lnTo>
                  <a:lnTo>
                    <a:pt x="25357" y="29654"/>
                  </a:lnTo>
                  <a:lnTo>
                    <a:pt x="25549" y="29654"/>
                  </a:lnTo>
                  <a:lnTo>
                    <a:pt x="25549" y="29654"/>
                  </a:lnTo>
                  <a:lnTo>
                    <a:pt x="25652" y="29743"/>
                  </a:lnTo>
                  <a:lnTo>
                    <a:pt x="25652" y="29639"/>
                  </a:lnTo>
                  <a:cubicBezTo>
                    <a:pt x="25666" y="29625"/>
                    <a:pt x="25696" y="29625"/>
                    <a:pt x="25725" y="29625"/>
                  </a:cubicBezTo>
                  <a:cubicBezTo>
                    <a:pt x="25828" y="29478"/>
                    <a:pt x="25990" y="29492"/>
                    <a:pt x="26137" y="29433"/>
                  </a:cubicBezTo>
                  <a:cubicBezTo>
                    <a:pt x="26137" y="29404"/>
                    <a:pt x="26152" y="29375"/>
                    <a:pt x="26152" y="29360"/>
                  </a:cubicBezTo>
                  <a:lnTo>
                    <a:pt x="26152" y="29360"/>
                  </a:lnTo>
                  <a:cubicBezTo>
                    <a:pt x="26255" y="29345"/>
                    <a:pt x="26358" y="29316"/>
                    <a:pt x="26432" y="29242"/>
                  </a:cubicBezTo>
                  <a:lnTo>
                    <a:pt x="26535" y="29242"/>
                  </a:lnTo>
                  <a:cubicBezTo>
                    <a:pt x="26564" y="29183"/>
                    <a:pt x="26638" y="29139"/>
                    <a:pt x="26726" y="29139"/>
                  </a:cubicBezTo>
                  <a:cubicBezTo>
                    <a:pt x="26726" y="29110"/>
                    <a:pt x="26726" y="29080"/>
                    <a:pt x="26726" y="29051"/>
                  </a:cubicBezTo>
                  <a:lnTo>
                    <a:pt x="26814" y="29051"/>
                  </a:lnTo>
                  <a:lnTo>
                    <a:pt x="26814" y="28845"/>
                  </a:lnTo>
                  <a:lnTo>
                    <a:pt x="26814" y="28845"/>
                  </a:lnTo>
                  <a:cubicBezTo>
                    <a:pt x="26844" y="28830"/>
                    <a:pt x="26873" y="28830"/>
                    <a:pt x="26902" y="28830"/>
                  </a:cubicBezTo>
                  <a:cubicBezTo>
                    <a:pt x="26947" y="28756"/>
                    <a:pt x="27035" y="28727"/>
                    <a:pt x="27109" y="28742"/>
                  </a:cubicBezTo>
                  <a:cubicBezTo>
                    <a:pt x="27153" y="28683"/>
                    <a:pt x="27226" y="28639"/>
                    <a:pt x="27300" y="28624"/>
                  </a:cubicBezTo>
                  <a:cubicBezTo>
                    <a:pt x="27418" y="28447"/>
                    <a:pt x="27624" y="28403"/>
                    <a:pt x="27800" y="28344"/>
                  </a:cubicBezTo>
                  <a:lnTo>
                    <a:pt x="27918" y="28183"/>
                  </a:lnTo>
                  <a:lnTo>
                    <a:pt x="28109" y="28138"/>
                  </a:lnTo>
                  <a:cubicBezTo>
                    <a:pt x="28198" y="28065"/>
                    <a:pt x="28183" y="27918"/>
                    <a:pt x="28315" y="27859"/>
                  </a:cubicBezTo>
                  <a:cubicBezTo>
                    <a:pt x="28359" y="27800"/>
                    <a:pt x="28433" y="27756"/>
                    <a:pt x="28507" y="27770"/>
                  </a:cubicBezTo>
                  <a:cubicBezTo>
                    <a:pt x="28580" y="27697"/>
                    <a:pt x="28639" y="27609"/>
                    <a:pt x="28713" y="27564"/>
                  </a:cubicBezTo>
                  <a:cubicBezTo>
                    <a:pt x="28919" y="27461"/>
                    <a:pt x="29110" y="27329"/>
                    <a:pt x="29301" y="27182"/>
                  </a:cubicBezTo>
                  <a:cubicBezTo>
                    <a:pt x="29331" y="27182"/>
                    <a:pt x="29360" y="27167"/>
                    <a:pt x="29390" y="27167"/>
                  </a:cubicBezTo>
                  <a:cubicBezTo>
                    <a:pt x="29419" y="27123"/>
                    <a:pt x="29463" y="27079"/>
                    <a:pt x="29463" y="27035"/>
                  </a:cubicBezTo>
                  <a:cubicBezTo>
                    <a:pt x="29463" y="26814"/>
                    <a:pt x="29610" y="26770"/>
                    <a:pt x="29787" y="26770"/>
                  </a:cubicBezTo>
                  <a:cubicBezTo>
                    <a:pt x="29831" y="26711"/>
                    <a:pt x="29905" y="26667"/>
                    <a:pt x="29978" y="26667"/>
                  </a:cubicBezTo>
                  <a:lnTo>
                    <a:pt x="30081" y="26578"/>
                  </a:lnTo>
                  <a:cubicBezTo>
                    <a:pt x="30081" y="26490"/>
                    <a:pt x="30067" y="26402"/>
                    <a:pt x="30170" y="26372"/>
                  </a:cubicBezTo>
                  <a:cubicBezTo>
                    <a:pt x="30214" y="26314"/>
                    <a:pt x="30302" y="26269"/>
                    <a:pt x="30376" y="26284"/>
                  </a:cubicBezTo>
                  <a:cubicBezTo>
                    <a:pt x="30361" y="26122"/>
                    <a:pt x="30376" y="25960"/>
                    <a:pt x="30420" y="25813"/>
                  </a:cubicBezTo>
                  <a:lnTo>
                    <a:pt x="30449" y="25813"/>
                  </a:lnTo>
                  <a:lnTo>
                    <a:pt x="30479" y="25798"/>
                  </a:lnTo>
                  <a:cubicBezTo>
                    <a:pt x="30479" y="25872"/>
                    <a:pt x="30508" y="25946"/>
                    <a:pt x="30582" y="25975"/>
                  </a:cubicBezTo>
                  <a:cubicBezTo>
                    <a:pt x="30655" y="25902"/>
                    <a:pt x="30699" y="25798"/>
                    <a:pt x="30699" y="25695"/>
                  </a:cubicBezTo>
                  <a:cubicBezTo>
                    <a:pt x="30788" y="25666"/>
                    <a:pt x="30861" y="25592"/>
                    <a:pt x="30891" y="25504"/>
                  </a:cubicBezTo>
                  <a:lnTo>
                    <a:pt x="31170" y="25283"/>
                  </a:lnTo>
                  <a:lnTo>
                    <a:pt x="31170" y="25092"/>
                  </a:lnTo>
                  <a:lnTo>
                    <a:pt x="31332" y="25077"/>
                  </a:lnTo>
                  <a:cubicBezTo>
                    <a:pt x="31303" y="25004"/>
                    <a:pt x="31244" y="25004"/>
                    <a:pt x="31170" y="24989"/>
                  </a:cubicBezTo>
                  <a:lnTo>
                    <a:pt x="31170" y="24901"/>
                  </a:lnTo>
                  <a:cubicBezTo>
                    <a:pt x="31229" y="24871"/>
                    <a:pt x="31288" y="24857"/>
                    <a:pt x="31362" y="24827"/>
                  </a:cubicBezTo>
                  <a:cubicBezTo>
                    <a:pt x="31568" y="24798"/>
                    <a:pt x="31744" y="24621"/>
                    <a:pt x="31759" y="24415"/>
                  </a:cubicBezTo>
                  <a:cubicBezTo>
                    <a:pt x="31803" y="24415"/>
                    <a:pt x="31833" y="24415"/>
                    <a:pt x="31862" y="24415"/>
                  </a:cubicBezTo>
                  <a:cubicBezTo>
                    <a:pt x="31833" y="24224"/>
                    <a:pt x="31906" y="24047"/>
                    <a:pt x="32039" y="23915"/>
                  </a:cubicBezTo>
                  <a:lnTo>
                    <a:pt x="32039" y="23812"/>
                  </a:lnTo>
                  <a:cubicBezTo>
                    <a:pt x="32068" y="23797"/>
                    <a:pt x="32097" y="23797"/>
                    <a:pt x="32127" y="23797"/>
                  </a:cubicBezTo>
                  <a:cubicBezTo>
                    <a:pt x="32127" y="23738"/>
                    <a:pt x="32142" y="23679"/>
                    <a:pt x="32156" y="23635"/>
                  </a:cubicBezTo>
                  <a:cubicBezTo>
                    <a:pt x="32274" y="23591"/>
                    <a:pt x="32245" y="23459"/>
                    <a:pt x="32333" y="23414"/>
                  </a:cubicBezTo>
                  <a:cubicBezTo>
                    <a:pt x="32348" y="23311"/>
                    <a:pt x="32318" y="23194"/>
                    <a:pt x="32436" y="23120"/>
                  </a:cubicBezTo>
                  <a:cubicBezTo>
                    <a:pt x="32377" y="23032"/>
                    <a:pt x="32392" y="22929"/>
                    <a:pt x="32451" y="22855"/>
                  </a:cubicBezTo>
                  <a:cubicBezTo>
                    <a:pt x="32509" y="22796"/>
                    <a:pt x="32524" y="22723"/>
                    <a:pt x="32524" y="22649"/>
                  </a:cubicBezTo>
                  <a:cubicBezTo>
                    <a:pt x="32480" y="22634"/>
                    <a:pt x="32451" y="22590"/>
                    <a:pt x="32451" y="22546"/>
                  </a:cubicBezTo>
                  <a:lnTo>
                    <a:pt x="32539" y="22546"/>
                  </a:lnTo>
                  <a:lnTo>
                    <a:pt x="32539" y="21899"/>
                  </a:lnTo>
                  <a:cubicBezTo>
                    <a:pt x="32524" y="21781"/>
                    <a:pt x="32612" y="21678"/>
                    <a:pt x="32730" y="21648"/>
                  </a:cubicBezTo>
                  <a:cubicBezTo>
                    <a:pt x="32833" y="21619"/>
                    <a:pt x="32819" y="21545"/>
                    <a:pt x="32789" y="21457"/>
                  </a:cubicBezTo>
                  <a:cubicBezTo>
                    <a:pt x="32774" y="21398"/>
                    <a:pt x="32760" y="21325"/>
                    <a:pt x="32760" y="21266"/>
                  </a:cubicBezTo>
                  <a:cubicBezTo>
                    <a:pt x="32877" y="21192"/>
                    <a:pt x="32848" y="21089"/>
                    <a:pt x="32848" y="20971"/>
                  </a:cubicBezTo>
                  <a:cubicBezTo>
                    <a:pt x="32863" y="20942"/>
                    <a:pt x="32863" y="20913"/>
                    <a:pt x="32863" y="20883"/>
                  </a:cubicBezTo>
                  <a:lnTo>
                    <a:pt x="33025" y="20751"/>
                  </a:lnTo>
                  <a:cubicBezTo>
                    <a:pt x="33039" y="20662"/>
                    <a:pt x="33039" y="20574"/>
                    <a:pt x="33039" y="20471"/>
                  </a:cubicBezTo>
                  <a:cubicBezTo>
                    <a:pt x="32980" y="20295"/>
                    <a:pt x="33098" y="20221"/>
                    <a:pt x="33231" y="20177"/>
                  </a:cubicBezTo>
                  <a:cubicBezTo>
                    <a:pt x="33260" y="19882"/>
                    <a:pt x="33334" y="19588"/>
                    <a:pt x="33231" y="19279"/>
                  </a:cubicBezTo>
                  <a:lnTo>
                    <a:pt x="33231" y="19279"/>
                  </a:lnTo>
                  <a:lnTo>
                    <a:pt x="33422" y="19176"/>
                  </a:lnTo>
                  <a:cubicBezTo>
                    <a:pt x="33392" y="19088"/>
                    <a:pt x="33363" y="18999"/>
                    <a:pt x="33348" y="18911"/>
                  </a:cubicBezTo>
                  <a:lnTo>
                    <a:pt x="33348" y="18911"/>
                  </a:lnTo>
                  <a:cubicBezTo>
                    <a:pt x="33451" y="18838"/>
                    <a:pt x="33422" y="18764"/>
                    <a:pt x="33334" y="18705"/>
                  </a:cubicBezTo>
                  <a:cubicBezTo>
                    <a:pt x="33378" y="18617"/>
                    <a:pt x="33392" y="18514"/>
                    <a:pt x="33363" y="18411"/>
                  </a:cubicBezTo>
                  <a:cubicBezTo>
                    <a:pt x="33334" y="18337"/>
                    <a:pt x="33363" y="18249"/>
                    <a:pt x="33422" y="18205"/>
                  </a:cubicBezTo>
                  <a:cubicBezTo>
                    <a:pt x="33422" y="18102"/>
                    <a:pt x="33407" y="17984"/>
                    <a:pt x="33510" y="17896"/>
                  </a:cubicBezTo>
                  <a:cubicBezTo>
                    <a:pt x="33481" y="17763"/>
                    <a:pt x="33451" y="17646"/>
                    <a:pt x="33407" y="17528"/>
                  </a:cubicBezTo>
                  <a:cubicBezTo>
                    <a:pt x="33378" y="17410"/>
                    <a:pt x="33334" y="17234"/>
                    <a:pt x="33157" y="17219"/>
                  </a:cubicBezTo>
                  <a:lnTo>
                    <a:pt x="33157" y="17219"/>
                  </a:lnTo>
                  <a:cubicBezTo>
                    <a:pt x="33245" y="17145"/>
                    <a:pt x="33348" y="17072"/>
                    <a:pt x="33348" y="16939"/>
                  </a:cubicBezTo>
                  <a:cubicBezTo>
                    <a:pt x="33348" y="16895"/>
                    <a:pt x="33407" y="16866"/>
                    <a:pt x="33422" y="16836"/>
                  </a:cubicBezTo>
                  <a:cubicBezTo>
                    <a:pt x="33407" y="16674"/>
                    <a:pt x="33481" y="16512"/>
                    <a:pt x="33422" y="16351"/>
                  </a:cubicBezTo>
                  <a:cubicBezTo>
                    <a:pt x="33451" y="16203"/>
                    <a:pt x="33407" y="16041"/>
                    <a:pt x="33525" y="15924"/>
                  </a:cubicBezTo>
                  <a:close/>
                  <a:moveTo>
                    <a:pt x="15012" y="28948"/>
                  </a:moveTo>
                  <a:cubicBezTo>
                    <a:pt x="15041" y="28977"/>
                    <a:pt x="15041" y="28977"/>
                    <a:pt x="15041" y="28977"/>
                  </a:cubicBezTo>
                  <a:cubicBezTo>
                    <a:pt x="15026" y="28963"/>
                    <a:pt x="15026" y="28963"/>
                    <a:pt x="15012" y="28948"/>
                  </a:cubicBezTo>
                  <a:cubicBezTo>
                    <a:pt x="15012" y="28963"/>
                    <a:pt x="15012" y="28963"/>
                    <a:pt x="15012" y="28963"/>
                  </a:cubicBezTo>
                  <a:cubicBezTo>
                    <a:pt x="15012" y="28963"/>
                    <a:pt x="15012" y="28948"/>
                    <a:pt x="15012" y="28948"/>
                  </a:cubicBezTo>
                  <a:lnTo>
                    <a:pt x="15012" y="28948"/>
                  </a:lnTo>
                  <a:lnTo>
                    <a:pt x="15012" y="28948"/>
                  </a:lnTo>
                  <a:close/>
                  <a:moveTo>
                    <a:pt x="6417" y="27167"/>
                  </a:moveTo>
                  <a:lnTo>
                    <a:pt x="6417" y="27167"/>
                  </a:lnTo>
                  <a:cubicBezTo>
                    <a:pt x="6417" y="27167"/>
                    <a:pt x="6417" y="27167"/>
                    <a:pt x="6432" y="27167"/>
                  </a:cubicBezTo>
                  <a:cubicBezTo>
                    <a:pt x="6432" y="27167"/>
                    <a:pt x="6432" y="27167"/>
                    <a:pt x="6432" y="27167"/>
                  </a:cubicBezTo>
                  <a:lnTo>
                    <a:pt x="6432" y="27167"/>
                  </a:lnTo>
                  <a:lnTo>
                    <a:pt x="6432" y="27167"/>
                  </a:lnTo>
                  <a:lnTo>
                    <a:pt x="6432" y="27167"/>
                  </a:lnTo>
                  <a:close/>
                  <a:moveTo>
                    <a:pt x="6329" y="27167"/>
                  </a:moveTo>
                  <a:lnTo>
                    <a:pt x="6329" y="27167"/>
                  </a:lnTo>
                  <a:lnTo>
                    <a:pt x="6329" y="27167"/>
                  </a:lnTo>
                  <a:lnTo>
                    <a:pt x="6344" y="27182"/>
                  </a:lnTo>
                  <a:close/>
                  <a:moveTo>
                    <a:pt x="12039" y="29242"/>
                  </a:moveTo>
                  <a:close/>
                  <a:moveTo>
                    <a:pt x="19530" y="2017"/>
                  </a:moveTo>
                  <a:close/>
                  <a:moveTo>
                    <a:pt x="19530" y="2017"/>
                  </a:moveTo>
                  <a:close/>
                  <a:moveTo>
                    <a:pt x="2458" y="20927"/>
                  </a:moveTo>
                  <a:close/>
                  <a:moveTo>
                    <a:pt x="18249" y="28756"/>
                  </a:moveTo>
                  <a:close/>
                  <a:moveTo>
                    <a:pt x="16689" y="28756"/>
                  </a:moveTo>
                  <a:close/>
                  <a:moveTo>
                    <a:pt x="15424" y="25695"/>
                  </a:moveTo>
                  <a:lnTo>
                    <a:pt x="15424" y="25695"/>
                  </a:lnTo>
                  <a:cubicBezTo>
                    <a:pt x="15453" y="25695"/>
                    <a:pt x="15497" y="25695"/>
                    <a:pt x="15527" y="25695"/>
                  </a:cubicBezTo>
                  <a:cubicBezTo>
                    <a:pt x="15497" y="25695"/>
                    <a:pt x="15468" y="25695"/>
                    <a:pt x="15424" y="25695"/>
                  </a:cubicBezTo>
                  <a:close/>
                  <a:moveTo>
                    <a:pt x="27712" y="22634"/>
                  </a:moveTo>
                  <a:close/>
                  <a:moveTo>
                    <a:pt x="4519" y="21840"/>
                  </a:moveTo>
                  <a:lnTo>
                    <a:pt x="4548" y="21825"/>
                  </a:lnTo>
                  <a:cubicBezTo>
                    <a:pt x="4548" y="21840"/>
                    <a:pt x="4548" y="21840"/>
                    <a:pt x="4548" y="21840"/>
                  </a:cubicBezTo>
                  <a:cubicBezTo>
                    <a:pt x="4533" y="21840"/>
                    <a:pt x="4533" y="21840"/>
                    <a:pt x="4519" y="21840"/>
                  </a:cubicBezTo>
                  <a:close/>
                  <a:moveTo>
                    <a:pt x="11259" y="24106"/>
                  </a:moveTo>
                  <a:lnTo>
                    <a:pt x="11259" y="24106"/>
                  </a:lnTo>
                  <a:lnTo>
                    <a:pt x="11288" y="24091"/>
                  </a:lnTo>
                  <a:lnTo>
                    <a:pt x="11288" y="24091"/>
                  </a:lnTo>
                  <a:cubicBezTo>
                    <a:pt x="11288" y="24091"/>
                    <a:pt x="11274" y="24106"/>
                    <a:pt x="11259" y="24106"/>
                  </a:cubicBezTo>
                  <a:close/>
                  <a:moveTo>
                    <a:pt x="23974" y="22046"/>
                  </a:moveTo>
                  <a:lnTo>
                    <a:pt x="23974" y="22046"/>
                  </a:lnTo>
                  <a:close/>
                  <a:moveTo>
                    <a:pt x="9669" y="18896"/>
                  </a:moveTo>
                  <a:lnTo>
                    <a:pt x="9669" y="18896"/>
                  </a:lnTo>
                  <a:cubicBezTo>
                    <a:pt x="9640" y="18941"/>
                    <a:pt x="9596" y="18955"/>
                    <a:pt x="9537" y="18970"/>
                  </a:cubicBezTo>
                  <a:cubicBezTo>
                    <a:pt x="9581" y="18941"/>
                    <a:pt x="9625" y="18911"/>
                    <a:pt x="9669" y="18882"/>
                  </a:cubicBezTo>
                  <a:lnTo>
                    <a:pt x="9669" y="18882"/>
                  </a:lnTo>
                  <a:lnTo>
                    <a:pt x="9669" y="18882"/>
                  </a:lnTo>
                  <a:cubicBezTo>
                    <a:pt x="9669" y="18882"/>
                    <a:pt x="9684" y="18896"/>
                    <a:pt x="9684" y="18896"/>
                  </a:cubicBezTo>
                  <a:close/>
                  <a:moveTo>
                    <a:pt x="26535" y="9051"/>
                  </a:moveTo>
                  <a:close/>
                  <a:moveTo>
                    <a:pt x="20324" y="5975"/>
                  </a:moveTo>
                  <a:lnTo>
                    <a:pt x="20324" y="5975"/>
                  </a:lnTo>
                  <a:cubicBezTo>
                    <a:pt x="20324" y="5961"/>
                    <a:pt x="20324" y="5961"/>
                    <a:pt x="20324" y="5961"/>
                  </a:cubicBezTo>
                  <a:lnTo>
                    <a:pt x="20324" y="5975"/>
                  </a:lnTo>
                  <a:lnTo>
                    <a:pt x="20324" y="5975"/>
                  </a:lnTo>
                  <a:lnTo>
                    <a:pt x="20324" y="5975"/>
                  </a:lnTo>
                  <a:lnTo>
                    <a:pt x="20324" y="5975"/>
                  </a:lnTo>
                  <a:close/>
                  <a:moveTo>
                    <a:pt x="26638" y="9816"/>
                  </a:moveTo>
                  <a:lnTo>
                    <a:pt x="26638" y="9816"/>
                  </a:lnTo>
                  <a:lnTo>
                    <a:pt x="26638" y="9816"/>
                  </a:lnTo>
                  <a:lnTo>
                    <a:pt x="26652" y="9831"/>
                  </a:lnTo>
                  <a:lnTo>
                    <a:pt x="26652" y="9831"/>
                  </a:lnTo>
                  <a:lnTo>
                    <a:pt x="26652" y="9831"/>
                  </a:lnTo>
                  <a:lnTo>
                    <a:pt x="26652" y="9831"/>
                  </a:lnTo>
                  <a:lnTo>
                    <a:pt x="26652" y="9831"/>
                  </a:lnTo>
                  <a:close/>
                  <a:moveTo>
                    <a:pt x="6623" y="16777"/>
                  </a:moveTo>
                  <a:close/>
                  <a:moveTo>
                    <a:pt x="10479" y="21266"/>
                  </a:moveTo>
                  <a:lnTo>
                    <a:pt x="10479" y="21266"/>
                  </a:lnTo>
                  <a:lnTo>
                    <a:pt x="10479" y="21266"/>
                  </a:lnTo>
                  <a:cubicBezTo>
                    <a:pt x="10479" y="21266"/>
                    <a:pt x="10479" y="21266"/>
                    <a:pt x="10479" y="21266"/>
                  </a:cubicBezTo>
                  <a:close/>
                  <a:moveTo>
                    <a:pt x="8301" y="17219"/>
                  </a:moveTo>
                  <a:close/>
                  <a:moveTo>
                    <a:pt x="23577" y="11097"/>
                  </a:moveTo>
                  <a:lnTo>
                    <a:pt x="23577" y="11097"/>
                  </a:lnTo>
                  <a:cubicBezTo>
                    <a:pt x="23562" y="11097"/>
                    <a:pt x="23562" y="11097"/>
                    <a:pt x="23577" y="11082"/>
                  </a:cubicBezTo>
                  <a:close/>
                  <a:moveTo>
                    <a:pt x="4033" y="16086"/>
                  </a:moveTo>
                  <a:close/>
                  <a:moveTo>
                    <a:pt x="6829" y="11685"/>
                  </a:moveTo>
                  <a:lnTo>
                    <a:pt x="6829" y="11715"/>
                  </a:lnTo>
                  <a:lnTo>
                    <a:pt x="6814" y="11700"/>
                  </a:lnTo>
                  <a:lnTo>
                    <a:pt x="6829" y="11700"/>
                  </a:lnTo>
                  <a:close/>
                  <a:moveTo>
                    <a:pt x="23179" y="11671"/>
                  </a:moveTo>
                  <a:lnTo>
                    <a:pt x="23179" y="11671"/>
                  </a:lnTo>
                  <a:lnTo>
                    <a:pt x="23165" y="11685"/>
                  </a:lnTo>
                  <a:lnTo>
                    <a:pt x="23165" y="11685"/>
                  </a:lnTo>
                  <a:cubicBezTo>
                    <a:pt x="23165" y="11685"/>
                    <a:pt x="23179" y="11685"/>
                    <a:pt x="23179" y="11671"/>
                  </a:cubicBezTo>
                  <a:close/>
                  <a:moveTo>
                    <a:pt x="10847" y="18396"/>
                  </a:moveTo>
                  <a:lnTo>
                    <a:pt x="10847" y="18396"/>
                  </a:lnTo>
                  <a:close/>
                  <a:moveTo>
                    <a:pt x="11745" y="15556"/>
                  </a:moveTo>
                  <a:lnTo>
                    <a:pt x="11745" y="15556"/>
                  </a:lnTo>
                  <a:lnTo>
                    <a:pt x="11745" y="15541"/>
                  </a:lnTo>
                  <a:lnTo>
                    <a:pt x="11759" y="15556"/>
                  </a:lnTo>
                  <a:lnTo>
                    <a:pt x="11745" y="15556"/>
                  </a:lnTo>
                  <a:close/>
                  <a:moveTo>
                    <a:pt x="11141" y="15615"/>
                  </a:moveTo>
                  <a:lnTo>
                    <a:pt x="11156" y="15629"/>
                  </a:lnTo>
                  <a:lnTo>
                    <a:pt x="11141" y="15629"/>
                  </a:lnTo>
                  <a:cubicBezTo>
                    <a:pt x="11141" y="15615"/>
                    <a:pt x="11141" y="15615"/>
                    <a:pt x="11156" y="15615"/>
                  </a:cubicBezTo>
                  <a:close/>
                  <a:moveTo>
                    <a:pt x="10037" y="13245"/>
                  </a:moveTo>
                  <a:lnTo>
                    <a:pt x="10037" y="13260"/>
                  </a:lnTo>
                  <a:lnTo>
                    <a:pt x="10023" y="13260"/>
                  </a:lnTo>
                  <a:cubicBezTo>
                    <a:pt x="10023" y="13260"/>
                    <a:pt x="10052" y="13245"/>
                    <a:pt x="10052" y="13245"/>
                  </a:cubicBezTo>
                  <a:close/>
                  <a:moveTo>
                    <a:pt x="18882" y="17366"/>
                  </a:moveTo>
                  <a:cubicBezTo>
                    <a:pt x="18867" y="17351"/>
                    <a:pt x="18853" y="17322"/>
                    <a:pt x="18867" y="17292"/>
                  </a:cubicBezTo>
                  <a:cubicBezTo>
                    <a:pt x="18882" y="17322"/>
                    <a:pt x="18882" y="17337"/>
                    <a:pt x="18897" y="17366"/>
                  </a:cubicBezTo>
                  <a:lnTo>
                    <a:pt x="18897" y="17366"/>
                  </a:lnTo>
                  <a:close/>
                  <a:moveTo>
                    <a:pt x="19324" y="18793"/>
                  </a:moveTo>
                  <a:close/>
                  <a:moveTo>
                    <a:pt x="21825" y="18793"/>
                  </a:moveTo>
                  <a:cubicBezTo>
                    <a:pt x="21840" y="18808"/>
                    <a:pt x="21840" y="18838"/>
                    <a:pt x="21855" y="18852"/>
                  </a:cubicBezTo>
                  <a:cubicBezTo>
                    <a:pt x="21840" y="18838"/>
                    <a:pt x="21840" y="18808"/>
                    <a:pt x="21855" y="18779"/>
                  </a:cubicBezTo>
                  <a:close/>
                  <a:moveTo>
                    <a:pt x="21399" y="17910"/>
                  </a:moveTo>
                  <a:lnTo>
                    <a:pt x="21399" y="17910"/>
                  </a:lnTo>
                  <a:cubicBezTo>
                    <a:pt x="21399" y="17910"/>
                    <a:pt x="21399" y="17896"/>
                    <a:pt x="21399" y="17896"/>
                  </a:cubicBezTo>
                  <a:cubicBezTo>
                    <a:pt x="21399" y="17896"/>
                    <a:pt x="21399" y="17910"/>
                    <a:pt x="21399" y="17910"/>
                  </a:cubicBezTo>
                  <a:close/>
                  <a:moveTo>
                    <a:pt x="20604" y="20971"/>
                  </a:moveTo>
                  <a:lnTo>
                    <a:pt x="20604" y="20971"/>
                  </a:lnTo>
                  <a:close/>
                  <a:moveTo>
                    <a:pt x="21943" y="13172"/>
                  </a:moveTo>
                  <a:cubicBezTo>
                    <a:pt x="21943" y="13186"/>
                    <a:pt x="21928" y="13172"/>
                    <a:pt x="21914" y="13172"/>
                  </a:cubicBezTo>
                  <a:close/>
                  <a:moveTo>
                    <a:pt x="21884" y="13172"/>
                  </a:moveTo>
                  <a:lnTo>
                    <a:pt x="21884" y="13172"/>
                  </a:lnTo>
                  <a:lnTo>
                    <a:pt x="21884" y="13172"/>
                  </a:lnTo>
                  <a:lnTo>
                    <a:pt x="21899" y="13172"/>
                  </a:lnTo>
                  <a:cubicBezTo>
                    <a:pt x="21914" y="13172"/>
                    <a:pt x="21914" y="13157"/>
                    <a:pt x="21914" y="13172"/>
                  </a:cubicBezTo>
                  <a:close/>
                  <a:moveTo>
                    <a:pt x="21972" y="12936"/>
                  </a:moveTo>
                  <a:cubicBezTo>
                    <a:pt x="21972" y="12922"/>
                    <a:pt x="21972" y="12907"/>
                    <a:pt x="21958" y="12892"/>
                  </a:cubicBezTo>
                  <a:lnTo>
                    <a:pt x="21972" y="12892"/>
                  </a:lnTo>
                  <a:cubicBezTo>
                    <a:pt x="21972" y="12907"/>
                    <a:pt x="21987" y="12907"/>
                    <a:pt x="21987" y="12922"/>
                  </a:cubicBezTo>
                  <a:close/>
                  <a:moveTo>
                    <a:pt x="15909" y="18381"/>
                  </a:moveTo>
                  <a:cubicBezTo>
                    <a:pt x="15895" y="18411"/>
                    <a:pt x="15895" y="18426"/>
                    <a:pt x="15880" y="18440"/>
                  </a:cubicBezTo>
                  <a:cubicBezTo>
                    <a:pt x="15836" y="18529"/>
                    <a:pt x="15777" y="18617"/>
                    <a:pt x="15703" y="18705"/>
                  </a:cubicBezTo>
                  <a:cubicBezTo>
                    <a:pt x="15777" y="18602"/>
                    <a:pt x="15850" y="18484"/>
                    <a:pt x="15924" y="18381"/>
                  </a:cubicBezTo>
                  <a:close/>
                  <a:moveTo>
                    <a:pt x="11759" y="10788"/>
                  </a:moveTo>
                  <a:close/>
                  <a:moveTo>
                    <a:pt x="10788" y="12083"/>
                  </a:moveTo>
                  <a:lnTo>
                    <a:pt x="10773" y="12083"/>
                  </a:lnTo>
                  <a:lnTo>
                    <a:pt x="10773" y="12083"/>
                  </a:lnTo>
                  <a:close/>
                  <a:moveTo>
                    <a:pt x="15600" y="14069"/>
                  </a:moveTo>
                  <a:cubicBezTo>
                    <a:pt x="15600" y="14055"/>
                    <a:pt x="15600" y="14055"/>
                    <a:pt x="15600" y="14055"/>
                  </a:cubicBezTo>
                  <a:lnTo>
                    <a:pt x="15630" y="14069"/>
                  </a:lnTo>
                  <a:close/>
                  <a:moveTo>
                    <a:pt x="8772" y="11582"/>
                  </a:moveTo>
                  <a:close/>
                  <a:moveTo>
                    <a:pt x="9081" y="14172"/>
                  </a:moveTo>
                  <a:cubicBezTo>
                    <a:pt x="9110" y="14158"/>
                    <a:pt x="9154" y="14158"/>
                    <a:pt x="9184" y="14172"/>
                  </a:cubicBezTo>
                  <a:close/>
                  <a:moveTo>
                    <a:pt x="15527" y="10552"/>
                  </a:moveTo>
                  <a:lnTo>
                    <a:pt x="15527" y="10538"/>
                  </a:lnTo>
                  <a:close/>
                  <a:moveTo>
                    <a:pt x="16292" y="21604"/>
                  </a:moveTo>
                  <a:lnTo>
                    <a:pt x="16292" y="21604"/>
                  </a:lnTo>
                  <a:lnTo>
                    <a:pt x="16321" y="21648"/>
                  </a:lnTo>
                  <a:cubicBezTo>
                    <a:pt x="16307" y="21634"/>
                    <a:pt x="16307" y="21604"/>
                    <a:pt x="16292" y="21590"/>
                  </a:cubicBezTo>
                  <a:close/>
                  <a:moveTo>
                    <a:pt x="19235" y="11994"/>
                  </a:moveTo>
                  <a:close/>
                  <a:moveTo>
                    <a:pt x="9081" y="15335"/>
                  </a:moveTo>
                  <a:lnTo>
                    <a:pt x="9081" y="15335"/>
                  </a:lnTo>
                  <a:cubicBezTo>
                    <a:pt x="9081" y="15350"/>
                    <a:pt x="9081" y="15350"/>
                    <a:pt x="9081" y="15365"/>
                  </a:cubicBezTo>
                  <a:close/>
                  <a:moveTo>
                    <a:pt x="15615" y="21104"/>
                  </a:moveTo>
                  <a:lnTo>
                    <a:pt x="15644" y="21133"/>
                  </a:lnTo>
                  <a:lnTo>
                    <a:pt x="15600" y="21133"/>
                  </a:lnTo>
                  <a:close/>
                  <a:moveTo>
                    <a:pt x="28610" y="13863"/>
                  </a:moveTo>
                  <a:lnTo>
                    <a:pt x="28610" y="13863"/>
                  </a:lnTo>
                  <a:close/>
                  <a:moveTo>
                    <a:pt x="20015" y="5975"/>
                  </a:moveTo>
                  <a:lnTo>
                    <a:pt x="19986" y="5975"/>
                  </a:lnTo>
                  <a:lnTo>
                    <a:pt x="20045" y="5946"/>
                  </a:lnTo>
                  <a:cubicBezTo>
                    <a:pt x="20030" y="5946"/>
                    <a:pt x="20030" y="5961"/>
                    <a:pt x="20015" y="5975"/>
                  </a:cubicBezTo>
                  <a:close/>
                  <a:moveTo>
                    <a:pt x="16380" y="9728"/>
                  </a:moveTo>
                  <a:close/>
                  <a:moveTo>
                    <a:pt x="5372" y="14849"/>
                  </a:moveTo>
                  <a:lnTo>
                    <a:pt x="5372" y="14849"/>
                  </a:lnTo>
                  <a:cubicBezTo>
                    <a:pt x="5343" y="14849"/>
                    <a:pt x="5299" y="14849"/>
                    <a:pt x="5269" y="14849"/>
                  </a:cubicBezTo>
                  <a:close/>
                  <a:moveTo>
                    <a:pt x="9081" y="15438"/>
                  </a:moveTo>
                  <a:lnTo>
                    <a:pt x="9081" y="15438"/>
                  </a:lnTo>
                  <a:lnTo>
                    <a:pt x="9081" y="15423"/>
                  </a:lnTo>
                  <a:cubicBezTo>
                    <a:pt x="9081" y="15438"/>
                    <a:pt x="9081" y="15438"/>
                    <a:pt x="9081" y="15438"/>
                  </a:cubicBezTo>
                  <a:close/>
                  <a:moveTo>
                    <a:pt x="13820" y="21060"/>
                  </a:moveTo>
                  <a:lnTo>
                    <a:pt x="13820" y="21060"/>
                  </a:lnTo>
                  <a:close/>
                  <a:moveTo>
                    <a:pt x="24430" y="19618"/>
                  </a:moveTo>
                  <a:lnTo>
                    <a:pt x="24430" y="19618"/>
                  </a:lnTo>
                  <a:cubicBezTo>
                    <a:pt x="24430" y="19618"/>
                    <a:pt x="24415" y="19632"/>
                    <a:pt x="24415" y="19632"/>
                  </a:cubicBezTo>
                  <a:close/>
                  <a:moveTo>
                    <a:pt x="24474" y="19573"/>
                  </a:moveTo>
                  <a:lnTo>
                    <a:pt x="24474" y="19573"/>
                  </a:lnTo>
                  <a:lnTo>
                    <a:pt x="24489" y="19559"/>
                  </a:lnTo>
                  <a:lnTo>
                    <a:pt x="24489" y="19559"/>
                  </a:lnTo>
                  <a:close/>
                  <a:moveTo>
                    <a:pt x="24563" y="19485"/>
                  </a:moveTo>
                  <a:lnTo>
                    <a:pt x="24563" y="19485"/>
                  </a:lnTo>
                  <a:lnTo>
                    <a:pt x="24518" y="19529"/>
                  </a:lnTo>
                  <a:cubicBezTo>
                    <a:pt x="24533" y="19515"/>
                    <a:pt x="24548" y="19500"/>
                    <a:pt x="24563" y="19485"/>
                  </a:cubicBezTo>
                  <a:close/>
                  <a:moveTo>
                    <a:pt x="28801" y="11494"/>
                  </a:moveTo>
                  <a:close/>
                  <a:moveTo>
                    <a:pt x="23238" y="6284"/>
                  </a:moveTo>
                  <a:cubicBezTo>
                    <a:pt x="23238" y="6270"/>
                    <a:pt x="23238" y="6270"/>
                    <a:pt x="23238" y="6255"/>
                  </a:cubicBezTo>
                  <a:cubicBezTo>
                    <a:pt x="23238" y="6270"/>
                    <a:pt x="23238" y="6270"/>
                    <a:pt x="23238" y="6284"/>
                  </a:cubicBezTo>
                  <a:close/>
                  <a:moveTo>
                    <a:pt x="19059" y="8683"/>
                  </a:moveTo>
                  <a:cubicBezTo>
                    <a:pt x="19059" y="8683"/>
                    <a:pt x="19059" y="8713"/>
                    <a:pt x="19059" y="8713"/>
                  </a:cubicBezTo>
                  <a:cubicBezTo>
                    <a:pt x="19029" y="8757"/>
                    <a:pt x="19000" y="8786"/>
                    <a:pt x="18956" y="8801"/>
                  </a:cubicBezTo>
                  <a:lnTo>
                    <a:pt x="18926" y="8801"/>
                  </a:lnTo>
                  <a:cubicBezTo>
                    <a:pt x="18970" y="8772"/>
                    <a:pt x="19014" y="8727"/>
                    <a:pt x="19059" y="8683"/>
                  </a:cubicBezTo>
                  <a:close/>
                  <a:moveTo>
                    <a:pt x="16895" y="11362"/>
                  </a:moveTo>
                  <a:cubicBezTo>
                    <a:pt x="16895" y="11362"/>
                    <a:pt x="16910" y="11347"/>
                    <a:pt x="16910" y="11347"/>
                  </a:cubicBezTo>
                  <a:lnTo>
                    <a:pt x="16925" y="11376"/>
                  </a:lnTo>
                  <a:close/>
                  <a:moveTo>
                    <a:pt x="12775" y="9169"/>
                  </a:moveTo>
                  <a:lnTo>
                    <a:pt x="12775" y="9169"/>
                  </a:lnTo>
                  <a:lnTo>
                    <a:pt x="12775" y="9184"/>
                  </a:lnTo>
                  <a:close/>
                  <a:moveTo>
                    <a:pt x="24504" y="19544"/>
                  </a:moveTo>
                  <a:lnTo>
                    <a:pt x="24504" y="19544"/>
                  </a:lnTo>
                  <a:lnTo>
                    <a:pt x="24504" y="19544"/>
                  </a:lnTo>
                  <a:lnTo>
                    <a:pt x="24504" y="19544"/>
                  </a:lnTo>
                  <a:lnTo>
                    <a:pt x="24504" y="19544"/>
                  </a:lnTo>
                  <a:lnTo>
                    <a:pt x="24563" y="19485"/>
                  </a:lnTo>
                  <a:lnTo>
                    <a:pt x="24563" y="19485"/>
                  </a:lnTo>
                  <a:cubicBezTo>
                    <a:pt x="24548" y="19500"/>
                    <a:pt x="24518" y="19529"/>
                    <a:pt x="24504" y="19544"/>
                  </a:cubicBezTo>
                  <a:close/>
                  <a:moveTo>
                    <a:pt x="26049" y="17999"/>
                  </a:moveTo>
                  <a:lnTo>
                    <a:pt x="26049" y="17984"/>
                  </a:lnTo>
                  <a:lnTo>
                    <a:pt x="26093" y="17969"/>
                  </a:lnTo>
                  <a:cubicBezTo>
                    <a:pt x="26078" y="17984"/>
                    <a:pt x="26064" y="17999"/>
                    <a:pt x="26049" y="17999"/>
                  </a:cubicBezTo>
                  <a:close/>
                  <a:moveTo>
                    <a:pt x="28551" y="16718"/>
                  </a:moveTo>
                  <a:cubicBezTo>
                    <a:pt x="28551" y="16704"/>
                    <a:pt x="28565" y="16704"/>
                    <a:pt x="28565" y="16704"/>
                  </a:cubicBezTo>
                  <a:close/>
                  <a:moveTo>
                    <a:pt x="28610" y="11509"/>
                  </a:moveTo>
                  <a:close/>
                  <a:moveTo>
                    <a:pt x="13584" y="9360"/>
                  </a:moveTo>
                  <a:cubicBezTo>
                    <a:pt x="13584" y="9360"/>
                    <a:pt x="13584" y="9360"/>
                    <a:pt x="13584" y="9360"/>
                  </a:cubicBezTo>
                  <a:cubicBezTo>
                    <a:pt x="13569" y="9375"/>
                    <a:pt x="13555" y="9390"/>
                    <a:pt x="13555" y="9390"/>
                  </a:cubicBezTo>
                  <a:lnTo>
                    <a:pt x="13510" y="9390"/>
                  </a:lnTo>
                  <a:cubicBezTo>
                    <a:pt x="13540" y="9375"/>
                    <a:pt x="13569" y="9360"/>
                    <a:pt x="13584" y="9346"/>
                  </a:cubicBezTo>
                  <a:close/>
                  <a:moveTo>
                    <a:pt x="9979" y="18632"/>
                  </a:moveTo>
                  <a:cubicBezTo>
                    <a:pt x="9979" y="18617"/>
                    <a:pt x="9979" y="18602"/>
                    <a:pt x="9979" y="18602"/>
                  </a:cubicBezTo>
                  <a:lnTo>
                    <a:pt x="9979" y="18602"/>
                  </a:lnTo>
                  <a:lnTo>
                    <a:pt x="9979" y="18602"/>
                  </a:lnTo>
                  <a:lnTo>
                    <a:pt x="9979" y="18602"/>
                  </a:lnTo>
                  <a:lnTo>
                    <a:pt x="9979" y="18602"/>
                  </a:lnTo>
                  <a:lnTo>
                    <a:pt x="9993" y="18602"/>
                  </a:lnTo>
                  <a:cubicBezTo>
                    <a:pt x="9979" y="18602"/>
                    <a:pt x="9979" y="18617"/>
                    <a:pt x="9979" y="18632"/>
                  </a:cubicBezTo>
                  <a:close/>
                  <a:moveTo>
                    <a:pt x="10597" y="22679"/>
                  </a:moveTo>
                  <a:cubicBezTo>
                    <a:pt x="10567" y="22679"/>
                    <a:pt x="10538" y="22664"/>
                    <a:pt x="10523" y="22649"/>
                  </a:cubicBezTo>
                  <a:cubicBezTo>
                    <a:pt x="10538" y="22649"/>
                    <a:pt x="10567" y="22664"/>
                    <a:pt x="10597" y="22664"/>
                  </a:cubicBezTo>
                  <a:close/>
                  <a:moveTo>
                    <a:pt x="14909" y="7064"/>
                  </a:moveTo>
                  <a:close/>
                  <a:moveTo>
                    <a:pt x="14600" y="6785"/>
                  </a:moveTo>
                  <a:lnTo>
                    <a:pt x="14585" y="6770"/>
                  </a:lnTo>
                  <a:lnTo>
                    <a:pt x="14585" y="6770"/>
                  </a:lnTo>
                  <a:lnTo>
                    <a:pt x="14600" y="6770"/>
                  </a:lnTo>
                  <a:close/>
                  <a:moveTo>
                    <a:pt x="14423" y="6932"/>
                  </a:moveTo>
                  <a:cubicBezTo>
                    <a:pt x="14423" y="6947"/>
                    <a:pt x="14408" y="6947"/>
                    <a:pt x="14408" y="6961"/>
                  </a:cubicBezTo>
                  <a:close/>
                  <a:moveTo>
                    <a:pt x="7006" y="7947"/>
                  </a:moveTo>
                  <a:lnTo>
                    <a:pt x="7006" y="7947"/>
                  </a:lnTo>
                  <a:close/>
                  <a:moveTo>
                    <a:pt x="3930" y="14614"/>
                  </a:moveTo>
                  <a:lnTo>
                    <a:pt x="4018" y="14540"/>
                  </a:lnTo>
                  <a:cubicBezTo>
                    <a:pt x="4048" y="14570"/>
                    <a:pt x="4077" y="14585"/>
                    <a:pt x="4107" y="14614"/>
                  </a:cubicBezTo>
                  <a:close/>
                  <a:moveTo>
                    <a:pt x="28816" y="15968"/>
                  </a:moveTo>
                  <a:lnTo>
                    <a:pt x="28801" y="15924"/>
                  </a:lnTo>
                  <a:lnTo>
                    <a:pt x="28816" y="15924"/>
                  </a:lnTo>
                  <a:cubicBezTo>
                    <a:pt x="28830" y="15953"/>
                    <a:pt x="28830" y="15953"/>
                    <a:pt x="28830" y="15968"/>
                  </a:cubicBezTo>
                  <a:close/>
                  <a:moveTo>
                    <a:pt x="19927" y="3900"/>
                  </a:moveTo>
                  <a:lnTo>
                    <a:pt x="19927" y="3900"/>
                  </a:lnTo>
                  <a:close/>
                  <a:moveTo>
                    <a:pt x="17616" y="5608"/>
                  </a:moveTo>
                  <a:lnTo>
                    <a:pt x="17616" y="5563"/>
                  </a:lnTo>
                  <a:cubicBezTo>
                    <a:pt x="17616" y="5578"/>
                    <a:pt x="17631" y="5593"/>
                    <a:pt x="17616" y="5608"/>
                  </a:cubicBezTo>
                  <a:close/>
                  <a:moveTo>
                    <a:pt x="14393" y="6961"/>
                  </a:moveTo>
                  <a:close/>
                  <a:moveTo>
                    <a:pt x="2576" y="12289"/>
                  </a:moveTo>
                  <a:close/>
                  <a:moveTo>
                    <a:pt x="30493" y="17513"/>
                  </a:moveTo>
                  <a:lnTo>
                    <a:pt x="30493" y="17513"/>
                  </a:lnTo>
                  <a:lnTo>
                    <a:pt x="30493" y="17513"/>
                  </a:lnTo>
                  <a:cubicBezTo>
                    <a:pt x="30493" y="17513"/>
                    <a:pt x="30493" y="17513"/>
                    <a:pt x="30493" y="17513"/>
                  </a:cubicBezTo>
                  <a:close/>
                  <a:moveTo>
                    <a:pt x="19824" y="3900"/>
                  </a:moveTo>
                  <a:close/>
                  <a:moveTo>
                    <a:pt x="19736" y="3900"/>
                  </a:moveTo>
                  <a:close/>
                  <a:moveTo>
                    <a:pt x="19736" y="3900"/>
                  </a:moveTo>
                  <a:lnTo>
                    <a:pt x="19736" y="3900"/>
                  </a:lnTo>
                  <a:close/>
                  <a:moveTo>
                    <a:pt x="9566" y="6844"/>
                  </a:moveTo>
                  <a:lnTo>
                    <a:pt x="9566" y="6858"/>
                  </a:lnTo>
                  <a:lnTo>
                    <a:pt x="9566" y="6858"/>
                  </a:lnTo>
                  <a:lnTo>
                    <a:pt x="9537" y="6858"/>
                  </a:lnTo>
                  <a:close/>
                  <a:moveTo>
                    <a:pt x="4857" y="23620"/>
                  </a:moveTo>
                  <a:close/>
                  <a:moveTo>
                    <a:pt x="5505" y="21089"/>
                  </a:moveTo>
                  <a:lnTo>
                    <a:pt x="5519" y="21089"/>
                  </a:lnTo>
                  <a:cubicBezTo>
                    <a:pt x="5490" y="21133"/>
                    <a:pt x="5461" y="21178"/>
                    <a:pt x="5431" y="21222"/>
                  </a:cubicBezTo>
                  <a:cubicBezTo>
                    <a:pt x="5446" y="21163"/>
                    <a:pt x="5461" y="21119"/>
                    <a:pt x="5505" y="21089"/>
                  </a:cubicBezTo>
                  <a:close/>
                  <a:moveTo>
                    <a:pt x="5932" y="23841"/>
                  </a:moveTo>
                  <a:lnTo>
                    <a:pt x="5932" y="23871"/>
                  </a:lnTo>
                  <a:lnTo>
                    <a:pt x="5932" y="23871"/>
                  </a:lnTo>
                  <a:cubicBezTo>
                    <a:pt x="5887" y="23915"/>
                    <a:pt x="5902" y="23826"/>
                    <a:pt x="5932" y="23841"/>
                  </a:cubicBezTo>
                  <a:close/>
                  <a:moveTo>
                    <a:pt x="7403" y="23297"/>
                  </a:moveTo>
                  <a:cubicBezTo>
                    <a:pt x="7403" y="23297"/>
                    <a:pt x="7403" y="23311"/>
                    <a:pt x="7403" y="23311"/>
                  </a:cubicBezTo>
                  <a:close/>
                  <a:moveTo>
                    <a:pt x="12230" y="24724"/>
                  </a:moveTo>
                  <a:lnTo>
                    <a:pt x="12230" y="24724"/>
                  </a:lnTo>
                  <a:lnTo>
                    <a:pt x="12245" y="24739"/>
                  </a:lnTo>
                  <a:lnTo>
                    <a:pt x="12230" y="24724"/>
                  </a:lnTo>
                  <a:lnTo>
                    <a:pt x="12230" y="24724"/>
                  </a:lnTo>
                  <a:lnTo>
                    <a:pt x="12230" y="24724"/>
                  </a:lnTo>
                  <a:close/>
                  <a:moveTo>
                    <a:pt x="18647" y="27182"/>
                  </a:moveTo>
                  <a:close/>
                  <a:moveTo>
                    <a:pt x="27727" y="22634"/>
                  </a:moveTo>
                  <a:close/>
                  <a:moveTo>
                    <a:pt x="24062" y="4798"/>
                  </a:moveTo>
                  <a:lnTo>
                    <a:pt x="24062" y="4798"/>
                  </a:lnTo>
                  <a:lnTo>
                    <a:pt x="24062" y="4798"/>
                  </a:lnTo>
                  <a:close/>
                  <a:moveTo>
                    <a:pt x="17366" y="5092"/>
                  </a:moveTo>
                  <a:close/>
                  <a:moveTo>
                    <a:pt x="5137" y="8654"/>
                  </a:moveTo>
                  <a:lnTo>
                    <a:pt x="5137" y="8654"/>
                  </a:lnTo>
                  <a:lnTo>
                    <a:pt x="5122" y="8669"/>
                  </a:lnTo>
                  <a:cubicBezTo>
                    <a:pt x="5122" y="8654"/>
                    <a:pt x="5122" y="8654"/>
                    <a:pt x="5122" y="8654"/>
                  </a:cubicBezTo>
                  <a:close/>
                  <a:moveTo>
                    <a:pt x="4872" y="10302"/>
                  </a:moveTo>
                  <a:cubicBezTo>
                    <a:pt x="4872" y="10332"/>
                    <a:pt x="4872" y="10346"/>
                    <a:pt x="4872" y="10376"/>
                  </a:cubicBezTo>
                  <a:cubicBezTo>
                    <a:pt x="4857" y="10346"/>
                    <a:pt x="4857" y="10332"/>
                    <a:pt x="4842" y="10302"/>
                  </a:cubicBezTo>
                  <a:close/>
                  <a:moveTo>
                    <a:pt x="4063" y="9272"/>
                  </a:moveTo>
                  <a:lnTo>
                    <a:pt x="4063" y="9272"/>
                  </a:lnTo>
                  <a:lnTo>
                    <a:pt x="4063" y="9228"/>
                  </a:lnTo>
                  <a:lnTo>
                    <a:pt x="4063" y="9228"/>
                  </a:lnTo>
                  <a:cubicBezTo>
                    <a:pt x="4063" y="9242"/>
                    <a:pt x="4063" y="9242"/>
                    <a:pt x="4063" y="9257"/>
                  </a:cubicBezTo>
                  <a:close/>
                  <a:moveTo>
                    <a:pt x="2223" y="13010"/>
                  </a:moveTo>
                  <a:lnTo>
                    <a:pt x="2238" y="13010"/>
                  </a:lnTo>
                  <a:close/>
                  <a:moveTo>
                    <a:pt x="2297" y="18308"/>
                  </a:moveTo>
                  <a:lnTo>
                    <a:pt x="2444" y="18308"/>
                  </a:lnTo>
                  <a:lnTo>
                    <a:pt x="2414" y="18308"/>
                  </a:lnTo>
                  <a:cubicBezTo>
                    <a:pt x="2370" y="18323"/>
                    <a:pt x="2326" y="18308"/>
                    <a:pt x="2297" y="18293"/>
                  </a:cubicBezTo>
                  <a:close/>
                  <a:moveTo>
                    <a:pt x="5784" y="22782"/>
                  </a:moveTo>
                  <a:cubicBezTo>
                    <a:pt x="5784" y="22855"/>
                    <a:pt x="5784" y="22929"/>
                    <a:pt x="5784" y="23017"/>
                  </a:cubicBezTo>
                  <a:lnTo>
                    <a:pt x="5770" y="23017"/>
                  </a:lnTo>
                  <a:cubicBezTo>
                    <a:pt x="5725" y="22988"/>
                    <a:pt x="5711" y="22944"/>
                    <a:pt x="5711" y="22899"/>
                  </a:cubicBezTo>
                  <a:cubicBezTo>
                    <a:pt x="5711" y="22826"/>
                    <a:pt x="5755" y="22796"/>
                    <a:pt x="5799" y="22767"/>
                  </a:cubicBezTo>
                  <a:close/>
                  <a:moveTo>
                    <a:pt x="7388" y="23341"/>
                  </a:moveTo>
                  <a:lnTo>
                    <a:pt x="7388" y="23341"/>
                  </a:lnTo>
                  <a:lnTo>
                    <a:pt x="7388" y="23341"/>
                  </a:lnTo>
                  <a:lnTo>
                    <a:pt x="7388" y="23341"/>
                  </a:lnTo>
                  <a:lnTo>
                    <a:pt x="7403" y="23326"/>
                  </a:lnTo>
                  <a:close/>
                  <a:moveTo>
                    <a:pt x="4063" y="9228"/>
                  </a:moveTo>
                  <a:close/>
                  <a:moveTo>
                    <a:pt x="4048" y="9242"/>
                  </a:moveTo>
                  <a:cubicBezTo>
                    <a:pt x="4033" y="9242"/>
                    <a:pt x="4033" y="9257"/>
                    <a:pt x="4018" y="9257"/>
                  </a:cubicBezTo>
                  <a:lnTo>
                    <a:pt x="4018" y="9257"/>
                  </a:lnTo>
                  <a:cubicBezTo>
                    <a:pt x="4033" y="9257"/>
                    <a:pt x="4048" y="9242"/>
                    <a:pt x="4048" y="9242"/>
                  </a:cubicBezTo>
                  <a:close/>
                  <a:moveTo>
                    <a:pt x="10096" y="25843"/>
                  </a:moveTo>
                  <a:close/>
                  <a:moveTo>
                    <a:pt x="19721" y="27373"/>
                  </a:moveTo>
                  <a:cubicBezTo>
                    <a:pt x="19721" y="27373"/>
                    <a:pt x="19721" y="27388"/>
                    <a:pt x="19721" y="27388"/>
                  </a:cubicBezTo>
                  <a:lnTo>
                    <a:pt x="19721" y="27388"/>
                  </a:lnTo>
                  <a:close/>
                  <a:moveTo>
                    <a:pt x="22134" y="27035"/>
                  </a:moveTo>
                  <a:lnTo>
                    <a:pt x="22149" y="27049"/>
                  </a:lnTo>
                  <a:lnTo>
                    <a:pt x="22120" y="27049"/>
                  </a:lnTo>
                  <a:close/>
                  <a:moveTo>
                    <a:pt x="28816" y="21192"/>
                  </a:moveTo>
                  <a:lnTo>
                    <a:pt x="28816" y="21104"/>
                  </a:lnTo>
                  <a:cubicBezTo>
                    <a:pt x="28830" y="21133"/>
                    <a:pt x="28830" y="21148"/>
                    <a:pt x="28830" y="21178"/>
                  </a:cubicBezTo>
                  <a:close/>
                  <a:moveTo>
                    <a:pt x="18073" y="2723"/>
                  </a:moveTo>
                  <a:cubicBezTo>
                    <a:pt x="18058" y="2738"/>
                    <a:pt x="18043" y="2753"/>
                    <a:pt x="18028" y="2753"/>
                  </a:cubicBezTo>
                  <a:close/>
                  <a:moveTo>
                    <a:pt x="1193" y="15938"/>
                  </a:moveTo>
                  <a:lnTo>
                    <a:pt x="1193" y="15938"/>
                  </a:lnTo>
                  <a:close/>
                  <a:moveTo>
                    <a:pt x="1884" y="17219"/>
                  </a:moveTo>
                  <a:lnTo>
                    <a:pt x="1884" y="17219"/>
                  </a:lnTo>
                  <a:lnTo>
                    <a:pt x="1884" y="17219"/>
                  </a:lnTo>
                  <a:close/>
                  <a:moveTo>
                    <a:pt x="2252" y="20265"/>
                  </a:moveTo>
                  <a:close/>
                  <a:moveTo>
                    <a:pt x="28698" y="20383"/>
                  </a:moveTo>
                  <a:lnTo>
                    <a:pt x="28698" y="20383"/>
                  </a:lnTo>
                  <a:lnTo>
                    <a:pt x="28713" y="20383"/>
                  </a:lnTo>
                  <a:close/>
                  <a:moveTo>
                    <a:pt x="29390" y="8727"/>
                  </a:moveTo>
                  <a:lnTo>
                    <a:pt x="29390" y="8727"/>
                  </a:lnTo>
                  <a:lnTo>
                    <a:pt x="29390" y="8727"/>
                  </a:lnTo>
                  <a:cubicBezTo>
                    <a:pt x="29390" y="8727"/>
                    <a:pt x="29390" y="8727"/>
                    <a:pt x="29390" y="8742"/>
                  </a:cubicBezTo>
                  <a:close/>
                  <a:moveTo>
                    <a:pt x="26078" y="5078"/>
                  </a:moveTo>
                  <a:cubicBezTo>
                    <a:pt x="26123" y="5063"/>
                    <a:pt x="26167" y="5078"/>
                    <a:pt x="26211" y="5092"/>
                  </a:cubicBezTo>
                  <a:close/>
                  <a:moveTo>
                    <a:pt x="25887" y="3665"/>
                  </a:moveTo>
                  <a:lnTo>
                    <a:pt x="25887" y="3665"/>
                  </a:lnTo>
                  <a:lnTo>
                    <a:pt x="25887" y="3665"/>
                  </a:lnTo>
                  <a:cubicBezTo>
                    <a:pt x="25887" y="3665"/>
                    <a:pt x="25902" y="3665"/>
                    <a:pt x="25902" y="3665"/>
                  </a:cubicBezTo>
                  <a:close/>
                  <a:moveTo>
                    <a:pt x="25210" y="3886"/>
                  </a:moveTo>
                  <a:lnTo>
                    <a:pt x="25210" y="3871"/>
                  </a:lnTo>
                  <a:cubicBezTo>
                    <a:pt x="25210" y="3886"/>
                    <a:pt x="25210" y="3886"/>
                    <a:pt x="25210" y="3886"/>
                  </a:cubicBezTo>
                  <a:close/>
                  <a:moveTo>
                    <a:pt x="2370" y="11303"/>
                  </a:moveTo>
                  <a:lnTo>
                    <a:pt x="2311" y="11332"/>
                  </a:lnTo>
                  <a:cubicBezTo>
                    <a:pt x="2326" y="11318"/>
                    <a:pt x="2355" y="11318"/>
                    <a:pt x="2370" y="11303"/>
                  </a:cubicBezTo>
                  <a:close/>
                  <a:moveTo>
                    <a:pt x="4092" y="22340"/>
                  </a:moveTo>
                  <a:close/>
                  <a:moveTo>
                    <a:pt x="7094" y="24886"/>
                  </a:moveTo>
                  <a:cubicBezTo>
                    <a:pt x="7138" y="24916"/>
                    <a:pt x="7153" y="24974"/>
                    <a:pt x="7124" y="25019"/>
                  </a:cubicBezTo>
                  <a:cubicBezTo>
                    <a:pt x="7124" y="24974"/>
                    <a:pt x="7124" y="24930"/>
                    <a:pt x="7109" y="24886"/>
                  </a:cubicBezTo>
                  <a:close/>
                  <a:moveTo>
                    <a:pt x="10641" y="28359"/>
                  </a:moveTo>
                  <a:close/>
                  <a:moveTo>
                    <a:pt x="23680" y="28668"/>
                  </a:moveTo>
                  <a:cubicBezTo>
                    <a:pt x="23665" y="28683"/>
                    <a:pt x="23650" y="28683"/>
                    <a:pt x="23635" y="28698"/>
                  </a:cubicBezTo>
                  <a:cubicBezTo>
                    <a:pt x="23635" y="28668"/>
                    <a:pt x="23665" y="28653"/>
                    <a:pt x="23694" y="28668"/>
                  </a:cubicBezTo>
                  <a:close/>
                  <a:moveTo>
                    <a:pt x="31862" y="22531"/>
                  </a:moveTo>
                  <a:lnTo>
                    <a:pt x="31847" y="22531"/>
                  </a:lnTo>
                  <a:lnTo>
                    <a:pt x="31862" y="22517"/>
                  </a:lnTo>
                  <a:cubicBezTo>
                    <a:pt x="31862" y="22517"/>
                    <a:pt x="31862" y="22531"/>
                    <a:pt x="31862" y="22531"/>
                  </a:cubicBezTo>
                  <a:close/>
                  <a:moveTo>
                    <a:pt x="30493" y="9139"/>
                  </a:moveTo>
                  <a:cubicBezTo>
                    <a:pt x="30493" y="9139"/>
                    <a:pt x="30493" y="9125"/>
                    <a:pt x="30493" y="9125"/>
                  </a:cubicBezTo>
                  <a:lnTo>
                    <a:pt x="30508" y="9139"/>
                  </a:lnTo>
                  <a:close/>
                  <a:moveTo>
                    <a:pt x="30464" y="8683"/>
                  </a:moveTo>
                  <a:lnTo>
                    <a:pt x="30464" y="8669"/>
                  </a:lnTo>
                  <a:lnTo>
                    <a:pt x="30508" y="8654"/>
                  </a:lnTo>
                  <a:close/>
                  <a:moveTo>
                    <a:pt x="27830" y="5666"/>
                  </a:moveTo>
                  <a:lnTo>
                    <a:pt x="27830" y="5666"/>
                  </a:lnTo>
                  <a:close/>
                  <a:moveTo>
                    <a:pt x="16675" y="2429"/>
                  </a:moveTo>
                  <a:close/>
                  <a:moveTo>
                    <a:pt x="7712" y="3209"/>
                  </a:moveTo>
                  <a:close/>
                  <a:moveTo>
                    <a:pt x="7594" y="3209"/>
                  </a:moveTo>
                  <a:lnTo>
                    <a:pt x="7609" y="3194"/>
                  </a:lnTo>
                  <a:lnTo>
                    <a:pt x="7609" y="3209"/>
                  </a:lnTo>
                  <a:close/>
                  <a:moveTo>
                    <a:pt x="1472" y="17999"/>
                  </a:moveTo>
                  <a:close/>
                  <a:moveTo>
                    <a:pt x="30876" y="8742"/>
                  </a:moveTo>
                  <a:lnTo>
                    <a:pt x="30876" y="8742"/>
                  </a:lnTo>
                  <a:lnTo>
                    <a:pt x="30876" y="8742"/>
                  </a:lnTo>
                  <a:lnTo>
                    <a:pt x="30876" y="8742"/>
                  </a:lnTo>
                  <a:lnTo>
                    <a:pt x="30876" y="8742"/>
                  </a:lnTo>
                  <a:close/>
                  <a:moveTo>
                    <a:pt x="29213" y="6976"/>
                  </a:moveTo>
                  <a:lnTo>
                    <a:pt x="29198" y="6961"/>
                  </a:lnTo>
                  <a:lnTo>
                    <a:pt x="29213" y="6961"/>
                  </a:lnTo>
                  <a:cubicBezTo>
                    <a:pt x="29213" y="6961"/>
                    <a:pt x="29213" y="6976"/>
                    <a:pt x="29213" y="6976"/>
                  </a:cubicBezTo>
                  <a:close/>
                  <a:moveTo>
                    <a:pt x="9375" y="3106"/>
                  </a:moveTo>
                  <a:lnTo>
                    <a:pt x="9375" y="3120"/>
                  </a:lnTo>
                  <a:lnTo>
                    <a:pt x="9375" y="3120"/>
                  </a:lnTo>
                  <a:lnTo>
                    <a:pt x="9375" y="3120"/>
                  </a:lnTo>
                  <a:close/>
                  <a:moveTo>
                    <a:pt x="7403" y="25592"/>
                  </a:moveTo>
                  <a:close/>
                  <a:moveTo>
                    <a:pt x="13304" y="30007"/>
                  </a:moveTo>
                  <a:cubicBezTo>
                    <a:pt x="13275" y="30022"/>
                    <a:pt x="13231" y="30007"/>
                    <a:pt x="13201" y="29993"/>
                  </a:cubicBezTo>
                  <a:close/>
                  <a:moveTo>
                    <a:pt x="14526" y="28860"/>
                  </a:moveTo>
                  <a:lnTo>
                    <a:pt x="14511" y="28860"/>
                  </a:lnTo>
                  <a:lnTo>
                    <a:pt x="14526" y="28860"/>
                  </a:lnTo>
                  <a:close/>
                  <a:moveTo>
                    <a:pt x="32024" y="22178"/>
                  </a:moveTo>
                  <a:lnTo>
                    <a:pt x="32039" y="22178"/>
                  </a:lnTo>
                  <a:close/>
                  <a:moveTo>
                    <a:pt x="26211" y="3091"/>
                  </a:moveTo>
                  <a:lnTo>
                    <a:pt x="26211" y="3091"/>
                  </a:lnTo>
                  <a:cubicBezTo>
                    <a:pt x="26196" y="3076"/>
                    <a:pt x="26196" y="3076"/>
                    <a:pt x="26196" y="3076"/>
                  </a:cubicBezTo>
                  <a:lnTo>
                    <a:pt x="26196" y="3076"/>
                  </a:lnTo>
                  <a:close/>
                  <a:moveTo>
                    <a:pt x="24474" y="1649"/>
                  </a:moveTo>
                  <a:cubicBezTo>
                    <a:pt x="24460" y="1649"/>
                    <a:pt x="24460" y="1649"/>
                    <a:pt x="24474" y="1634"/>
                  </a:cubicBezTo>
                  <a:close/>
                  <a:moveTo>
                    <a:pt x="17852" y="545"/>
                  </a:moveTo>
                  <a:lnTo>
                    <a:pt x="17837" y="545"/>
                  </a:lnTo>
                  <a:lnTo>
                    <a:pt x="17837" y="530"/>
                  </a:lnTo>
                  <a:close/>
                  <a:moveTo>
                    <a:pt x="7300" y="3694"/>
                  </a:moveTo>
                  <a:cubicBezTo>
                    <a:pt x="7285" y="3680"/>
                    <a:pt x="7271" y="3665"/>
                    <a:pt x="7271" y="3650"/>
                  </a:cubicBezTo>
                  <a:close/>
                  <a:moveTo>
                    <a:pt x="5873" y="4151"/>
                  </a:moveTo>
                  <a:close/>
                  <a:moveTo>
                    <a:pt x="4739" y="4357"/>
                  </a:moveTo>
                  <a:lnTo>
                    <a:pt x="4739" y="4342"/>
                  </a:lnTo>
                  <a:close/>
                  <a:moveTo>
                    <a:pt x="27226" y="26873"/>
                  </a:moveTo>
                  <a:lnTo>
                    <a:pt x="27226" y="26873"/>
                  </a:lnTo>
                  <a:close/>
                  <a:moveTo>
                    <a:pt x="27432" y="26770"/>
                  </a:moveTo>
                  <a:close/>
                  <a:moveTo>
                    <a:pt x="28610" y="25990"/>
                  </a:moveTo>
                  <a:close/>
                  <a:moveTo>
                    <a:pt x="33231" y="17807"/>
                  </a:moveTo>
                  <a:lnTo>
                    <a:pt x="33231" y="17807"/>
                  </a:lnTo>
                  <a:lnTo>
                    <a:pt x="33231" y="17807"/>
                  </a:lnTo>
                  <a:close/>
                  <a:moveTo>
                    <a:pt x="26638" y="3223"/>
                  </a:moveTo>
                  <a:lnTo>
                    <a:pt x="26638" y="3223"/>
                  </a:lnTo>
                  <a:lnTo>
                    <a:pt x="26652" y="3209"/>
                  </a:lnTo>
                  <a:cubicBezTo>
                    <a:pt x="26638" y="3209"/>
                    <a:pt x="26638" y="3223"/>
                    <a:pt x="26638" y="3223"/>
                  </a:cubicBezTo>
                  <a:close/>
                  <a:moveTo>
                    <a:pt x="14305" y="457"/>
                  </a:moveTo>
                  <a:close/>
                  <a:moveTo>
                    <a:pt x="17940" y="30993"/>
                  </a:moveTo>
                  <a:cubicBezTo>
                    <a:pt x="17940" y="30979"/>
                    <a:pt x="17940" y="30979"/>
                    <a:pt x="17940" y="30979"/>
                  </a:cubicBezTo>
                  <a:lnTo>
                    <a:pt x="17940" y="30993"/>
                  </a:lnTo>
                  <a:close/>
                  <a:moveTo>
                    <a:pt x="31008" y="24916"/>
                  </a:moveTo>
                  <a:cubicBezTo>
                    <a:pt x="31023" y="24930"/>
                    <a:pt x="31053" y="24930"/>
                    <a:pt x="31067" y="24930"/>
                  </a:cubicBezTo>
                  <a:lnTo>
                    <a:pt x="31067" y="24930"/>
                  </a:lnTo>
                  <a:cubicBezTo>
                    <a:pt x="31053" y="24930"/>
                    <a:pt x="31023" y="24930"/>
                    <a:pt x="31008" y="24930"/>
                  </a:cubicBezTo>
                  <a:close/>
                </a:path>
              </a:pathLst>
            </a:custGeom>
            <a:solidFill>
              <a:schemeClr val="lt1"/>
            </a:solidFill>
            <a:ln cap="flat" cmpd="sng" w="120300">
              <a:solidFill>
                <a:schemeClr val="lt1"/>
              </a:solidFill>
              <a:prstDash val="solid"/>
              <a:round/>
              <a:headEnd len="sm" w="sm" type="none"/>
              <a:tailEnd len="sm" w="sm" type="none"/>
            </a:ln>
            <a:effectLst>
              <a:outerShdw blurRad="45115" rotWithShape="0" algn="bl" dir="5400000" dist="15038">
                <a:schemeClr val="dk1">
                  <a:alpha val="50000"/>
                </a:schemeClr>
              </a:outerShdw>
            </a:effectLst>
          </p:spPr>
          <p:txBody>
            <a:bodyPr anchorCtr="0" anchor="ctr" bIns="72175" lIns="72175" spcFirstLastPara="1" rIns="72175" wrap="square" tIns="72175">
              <a:noAutofit/>
            </a:bodyPr>
            <a:lstStyle/>
            <a:p>
              <a:pPr indent="0" lvl="0" marL="0" rtl="0" algn="l">
                <a:spcBef>
                  <a:spcPts val="0"/>
                </a:spcBef>
                <a:spcAft>
                  <a:spcPts val="0"/>
                </a:spcAft>
                <a:buNone/>
              </a:pPr>
              <a:r>
                <a:t/>
              </a:r>
              <a:endParaRPr/>
            </a:p>
          </p:txBody>
        </p:sp>
        <p:pic>
          <p:nvPicPr>
            <p:cNvPr id="468" name="Google Shape;468;p30"/>
            <p:cNvPicPr preferRelativeResize="0"/>
            <p:nvPr/>
          </p:nvPicPr>
          <p:blipFill>
            <a:blip r:embed="rId4">
              <a:alphaModFix/>
            </a:blip>
            <a:stretch>
              <a:fillRect/>
            </a:stretch>
          </p:blipFill>
          <p:spPr>
            <a:xfrm>
              <a:off x="-5673224" y="971922"/>
              <a:ext cx="1733550" cy="1619250"/>
            </a:xfrm>
            <a:prstGeom prst="rect">
              <a:avLst/>
            </a:prstGeom>
            <a:noFill/>
            <a:ln>
              <a:noFill/>
            </a:ln>
          </p:spPr>
        </p:pic>
      </p:grpSp>
      <p:grpSp>
        <p:nvGrpSpPr>
          <p:cNvPr id="469" name="Google Shape;469;p30"/>
          <p:cNvGrpSpPr/>
          <p:nvPr/>
        </p:nvGrpSpPr>
        <p:grpSpPr>
          <a:xfrm rot="1867535">
            <a:off x="6325541" y="564529"/>
            <a:ext cx="1102610" cy="1030861"/>
            <a:chOff x="10415772" y="-60500"/>
            <a:chExt cx="1156567" cy="1081307"/>
          </a:xfrm>
        </p:grpSpPr>
        <p:sp>
          <p:nvSpPr>
            <p:cNvPr id="470" name="Google Shape;470;p30"/>
            <p:cNvSpPr/>
            <p:nvPr/>
          </p:nvSpPr>
          <p:spPr>
            <a:xfrm>
              <a:off x="10418403" y="-53382"/>
              <a:ext cx="1153935" cy="1074189"/>
            </a:xfrm>
            <a:custGeom>
              <a:rect b="b" l="l" r="r" t="t"/>
              <a:pathLst>
                <a:path extrusionOk="0" h="30981" w="33281">
                  <a:moveTo>
                    <a:pt x="33125" y="16172"/>
                  </a:moveTo>
                  <a:cubicBezTo>
                    <a:pt x="33096" y="16158"/>
                    <a:pt x="33068" y="16144"/>
                    <a:pt x="33040" y="16144"/>
                  </a:cubicBezTo>
                  <a:cubicBezTo>
                    <a:pt x="33054" y="16115"/>
                    <a:pt x="33082" y="16087"/>
                    <a:pt x="33125" y="16073"/>
                  </a:cubicBezTo>
                  <a:cubicBezTo>
                    <a:pt x="33111" y="16030"/>
                    <a:pt x="33111" y="15959"/>
                    <a:pt x="33082" y="15945"/>
                  </a:cubicBezTo>
                  <a:cubicBezTo>
                    <a:pt x="32898" y="15846"/>
                    <a:pt x="32798" y="15633"/>
                    <a:pt x="32855" y="15434"/>
                  </a:cubicBezTo>
                  <a:cubicBezTo>
                    <a:pt x="32869" y="15264"/>
                    <a:pt x="32855" y="15093"/>
                    <a:pt x="32784" y="14937"/>
                  </a:cubicBezTo>
                  <a:cubicBezTo>
                    <a:pt x="32741" y="14838"/>
                    <a:pt x="32727" y="14738"/>
                    <a:pt x="32741" y="14625"/>
                  </a:cubicBezTo>
                  <a:cubicBezTo>
                    <a:pt x="32741" y="14525"/>
                    <a:pt x="32812" y="14454"/>
                    <a:pt x="32912" y="14454"/>
                  </a:cubicBezTo>
                  <a:cubicBezTo>
                    <a:pt x="32912" y="14426"/>
                    <a:pt x="32912" y="14397"/>
                    <a:pt x="32912" y="14383"/>
                  </a:cubicBezTo>
                  <a:lnTo>
                    <a:pt x="32812" y="14284"/>
                  </a:lnTo>
                  <a:cubicBezTo>
                    <a:pt x="32727" y="14213"/>
                    <a:pt x="32727" y="14142"/>
                    <a:pt x="32827" y="14085"/>
                  </a:cubicBezTo>
                  <a:cubicBezTo>
                    <a:pt x="32784" y="13972"/>
                    <a:pt x="32756" y="13858"/>
                    <a:pt x="32642" y="13801"/>
                  </a:cubicBezTo>
                  <a:lnTo>
                    <a:pt x="32557" y="13318"/>
                  </a:lnTo>
                  <a:lnTo>
                    <a:pt x="32642" y="13318"/>
                  </a:lnTo>
                  <a:lnTo>
                    <a:pt x="32741" y="13219"/>
                  </a:lnTo>
                  <a:lnTo>
                    <a:pt x="32741" y="13134"/>
                  </a:lnTo>
                  <a:cubicBezTo>
                    <a:pt x="32628" y="13134"/>
                    <a:pt x="32543" y="13049"/>
                    <a:pt x="32543" y="12935"/>
                  </a:cubicBezTo>
                  <a:lnTo>
                    <a:pt x="32244" y="12949"/>
                  </a:lnTo>
                  <a:lnTo>
                    <a:pt x="32173" y="12850"/>
                  </a:lnTo>
                  <a:cubicBezTo>
                    <a:pt x="32287" y="12751"/>
                    <a:pt x="32372" y="12651"/>
                    <a:pt x="32259" y="12495"/>
                  </a:cubicBezTo>
                  <a:cubicBezTo>
                    <a:pt x="32202" y="12438"/>
                    <a:pt x="32173" y="12353"/>
                    <a:pt x="32173" y="12282"/>
                  </a:cubicBezTo>
                  <a:cubicBezTo>
                    <a:pt x="32230" y="12097"/>
                    <a:pt x="32088" y="11970"/>
                    <a:pt x="32060" y="11799"/>
                  </a:cubicBezTo>
                  <a:cubicBezTo>
                    <a:pt x="31946" y="11799"/>
                    <a:pt x="31918" y="11700"/>
                    <a:pt x="31889" y="11615"/>
                  </a:cubicBezTo>
                  <a:cubicBezTo>
                    <a:pt x="31847" y="11544"/>
                    <a:pt x="31776" y="11529"/>
                    <a:pt x="31691" y="11586"/>
                  </a:cubicBezTo>
                  <a:cubicBezTo>
                    <a:pt x="31648" y="11629"/>
                    <a:pt x="31606" y="11700"/>
                    <a:pt x="31549" y="11629"/>
                  </a:cubicBezTo>
                  <a:cubicBezTo>
                    <a:pt x="31520" y="11600"/>
                    <a:pt x="31535" y="11544"/>
                    <a:pt x="31549" y="11501"/>
                  </a:cubicBezTo>
                  <a:cubicBezTo>
                    <a:pt x="31634" y="11359"/>
                    <a:pt x="31549" y="11302"/>
                    <a:pt x="31421" y="11288"/>
                  </a:cubicBezTo>
                  <a:lnTo>
                    <a:pt x="31421" y="11288"/>
                  </a:lnTo>
                  <a:cubicBezTo>
                    <a:pt x="31364" y="11118"/>
                    <a:pt x="31478" y="10990"/>
                    <a:pt x="31563" y="10862"/>
                  </a:cubicBezTo>
                  <a:lnTo>
                    <a:pt x="31307" y="10749"/>
                  </a:lnTo>
                  <a:cubicBezTo>
                    <a:pt x="31307" y="10678"/>
                    <a:pt x="31307" y="10621"/>
                    <a:pt x="31279" y="10564"/>
                  </a:cubicBezTo>
                  <a:cubicBezTo>
                    <a:pt x="31180" y="10337"/>
                    <a:pt x="31066" y="10110"/>
                    <a:pt x="30754" y="10181"/>
                  </a:cubicBezTo>
                  <a:cubicBezTo>
                    <a:pt x="30754" y="10081"/>
                    <a:pt x="30725" y="9982"/>
                    <a:pt x="30810" y="9911"/>
                  </a:cubicBezTo>
                  <a:cubicBezTo>
                    <a:pt x="30853" y="9882"/>
                    <a:pt x="30881" y="9868"/>
                    <a:pt x="30924" y="9840"/>
                  </a:cubicBezTo>
                  <a:cubicBezTo>
                    <a:pt x="31023" y="9726"/>
                    <a:pt x="31009" y="9655"/>
                    <a:pt x="30867" y="9584"/>
                  </a:cubicBezTo>
                  <a:cubicBezTo>
                    <a:pt x="30810" y="9556"/>
                    <a:pt x="30754" y="9528"/>
                    <a:pt x="30697" y="9513"/>
                  </a:cubicBezTo>
                  <a:cubicBezTo>
                    <a:pt x="30782" y="9471"/>
                    <a:pt x="30867" y="9400"/>
                    <a:pt x="30938" y="9315"/>
                  </a:cubicBezTo>
                  <a:lnTo>
                    <a:pt x="30938" y="9315"/>
                  </a:lnTo>
                  <a:cubicBezTo>
                    <a:pt x="30967" y="9286"/>
                    <a:pt x="30995" y="9258"/>
                    <a:pt x="31038" y="9229"/>
                  </a:cubicBezTo>
                  <a:lnTo>
                    <a:pt x="31038" y="9229"/>
                  </a:lnTo>
                  <a:cubicBezTo>
                    <a:pt x="31066" y="9187"/>
                    <a:pt x="31094" y="9158"/>
                    <a:pt x="31123" y="9116"/>
                  </a:cubicBezTo>
                  <a:cubicBezTo>
                    <a:pt x="31123" y="9087"/>
                    <a:pt x="31123" y="9073"/>
                    <a:pt x="31123" y="9045"/>
                  </a:cubicBezTo>
                  <a:cubicBezTo>
                    <a:pt x="31094" y="9002"/>
                    <a:pt x="31066" y="8974"/>
                    <a:pt x="31038" y="8945"/>
                  </a:cubicBezTo>
                  <a:lnTo>
                    <a:pt x="31038" y="8945"/>
                  </a:lnTo>
                  <a:cubicBezTo>
                    <a:pt x="30938" y="8874"/>
                    <a:pt x="30796" y="8874"/>
                    <a:pt x="30739" y="8747"/>
                  </a:cubicBezTo>
                  <a:lnTo>
                    <a:pt x="30739" y="8747"/>
                  </a:lnTo>
                  <a:cubicBezTo>
                    <a:pt x="30725" y="8718"/>
                    <a:pt x="30683" y="8718"/>
                    <a:pt x="30654" y="8747"/>
                  </a:cubicBezTo>
                  <a:cubicBezTo>
                    <a:pt x="30626" y="8747"/>
                    <a:pt x="30597" y="8747"/>
                    <a:pt x="30555" y="8747"/>
                  </a:cubicBezTo>
                  <a:cubicBezTo>
                    <a:pt x="30384" y="8860"/>
                    <a:pt x="30186" y="8661"/>
                    <a:pt x="30015" y="8789"/>
                  </a:cubicBezTo>
                  <a:cubicBezTo>
                    <a:pt x="30001" y="8803"/>
                    <a:pt x="30001" y="8832"/>
                    <a:pt x="29987" y="8846"/>
                  </a:cubicBezTo>
                  <a:lnTo>
                    <a:pt x="29987" y="8846"/>
                  </a:lnTo>
                  <a:lnTo>
                    <a:pt x="29902" y="8761"/>
                  </a:lnTo>
                  <a:cubicBezTo>
                    <a:pt x="30044" y="8633"/>
                    <a:pt x="30058" y="8619"/>
                    <a:pt x="29973" y="8406"/>
                  </a:cubicBezTo>
                  <a:lnTo>
                    <a:pt x="30015" y="8363"/>
                  </a:lnTo>
                  <a:cubicBezTo>
                    <a:pt x="30001" y="8335"/>
                    <a:pt x="29987" y="8307"/>
                    <a:pt x="29973" y="8278"/>
                  </a:cubicBezTo>
                  <a:cubicBezTo>
                    <a:pt x="29916" y="8023"/>
                    <a:pt x="30214" y="8108"/>
                    <a:pt x="30271" y="7966"/>
                  </a:cubicBezTo>
                  <a:cubicBezTo>
                    <a:pt x="30271" y="7937"/>
                    <a:pt x="30271" y="7909"/>
                    <a:pt x="30271" y="7895"/>
                  </a:cubicBezTo>
                  <a:cubicBezTo>
                    <a:pt x="30214" y="7838"/>
                    <a:pt x="30228" y="7753"/>
                    <a:pt x="30172" y="7696"/>
                  </a:cubicBezTo>
                  <a:lnTo>
                    <a:pt x="30172" y="7696"/>
                  </a:lnTo>
                  <a:cubicBezTo>
                    <a:pt x="29973" y="7497"/>
                    <a:pt x="29746" y="7895"/>
                    <a:pt x="29561" y="7653"/>
                  </a:cubicBezTo>
                  <a:cubicBezTo>
                    <a:pt x="29547" y="7611"/>
                    <a:pt x="29518" y="7554"/>
                    <a:pt x="29504" y="7511"/>
                  </a:cubicBezTo>
                  <a:lnTo>
                    <a:pt x="29504" y="7412"/>
                  </a:lnTo>
                  <a:lnTo>
                    <a:pt x="29447" y="7412"/>
                  </a:lnTo>
                  <a:cubicBezTo>
                    <a:pt x="29433" y="7384"/>
                    <a:pt x="29419" y="7355"/>
                    <a:pt x="29391" y="7327"/>
                  </a:cubicBezTo>
                  <a:cubicBezTo>
                    <a:pt x="29362" y="7298"/>
                    <a:pt x="29334" y="7270"/>
                    <a:pt x="29291" y="7256"/>
                  </a:cubicBezTo>
                  <a:cubicBezTo>
                    <a:pt x="29249" y="7242"/>
                    <a:pt x="29206" y="7227"/>
                    <a:pt x="29163" y="7227"/>
                  </a:cubicBezTo>
                  <a:lnTo>
                    <a:pt x="29149" y="7227"/>
                  </a:lnTo>
                  <a:cubicBezTo>
                    <a:pt x="29107" y="7213"/>
                    <a:pt x="29078" y="7213"/>
                    <a:pt x="29036" y="7213"/>
                  </a:cubicBezTo>
                  <a:cubicBezTo>
                    <a:pt x="29092" y="7142"/>
                    <a:pt x="29163" y="7085"/>
                    <a:pt x="29220" y="7014"/>
                  </a:cubicBezTo>
                  <a:lnTo>
                    <a:pt x="29220" y="7014"/>
                  </a:lnTo>
                  <a:cubicBezTo>
                    <a:pt x="29249" y="6986"/>
                    <a:pt x="29277" y="6943"/>
                    <a:pt x="29305" y="6915"/>
                  </a:cubicBezTo>
                  <a:cubicBezTo>
                    <a:pt x="29305" y="6887"/>
                    <a:pt x="29305" y="6858"/>
                    <a:pt x="29305" y="6830"/>
                  </a:cubicBezTo>
                  <a:cubicBezTo>
                    <a:pt x="29277" y="6802"/>
                    <a:pt x="29249" y="6759"/>
                    <a:pt x="29220" y="6731"/>
                  </a:cubicBezTo>
                  <a:lnTo>
                    <a:pt x="29220" y="6731"/>
                  </a:lnTo>
                  <a:cubicBezTo>
                    <a:pt x="29206" y="6716"/>
                    <a:pt x="29178" y="6688"/>
                    <a:pt x="29149" y="6688"/>
                  </a:cubicBezTo>
                  <a:cubicBezTo>
                    <a:pt x="29163" y="6660"/>
                    <a:pt x="29163" y="6631"/>
                    <a:pt x="29163" y="6603"/>
                  </a:cubicBezTo>
                  <a:cubicBezTo>
                    <a:pt x="29149" y="6589"/>
                    <a:pt x="29135" y="6560"/>
                    <a:pt x="29121" y="6546"/>
                  </a:cubicBezTo>
                  <a:cubicBezTo>
                    <a:pt x="29092" y="6546"/>
                    <a:pt x="29064" y="6546"/>
                    <a:pt x="29036" y="6546"/>
                  </a:cubicBezTo>
                  <a:cubicBezTo>
                    <a:pt x="28965" y="6617"/>
                    <a:pt x="28865" y="6574"/>
                    <a:pt x="28794" y="6603"/>
                  </a:cubicBezTo>
                  <a:cubicBezTo>
                    <a:pt x="28794" y="6546"/>
                    <a:pt x="28780" y="6489"/>
                    <a:pt x="28752" y="6447"/>
                  </a:cubicBezTo>
                  <a:lnTo>
                    <a:pt x="28752" y="6262"/>
                  </a:lnTo>
                  <a:cubicBezTo>
                    <a:pt x="28723" y="6219"/>
                    <a:pt x="28667" y="6205"/>
                    <a:pt x="28638" y="6234"/>
                  </a:cubicBezTo>
                  <a:lnTo>
                    <a:pt x="28624" y="6248"/>
                  </a:lnTo>
                  <a:cubicBezTo>
                    <a:pt x="28525" y="6177"/>
                    <a:pt x="28411" y="6148"/>
                    <a:pt x="28283" y="6163"/>
                  </a:cubicBezTo>
                  <a:lnTo>
                    <a:pt x="28269" y="6134"/>
                  </a:lnTo>
                  <a:cubicBezTo>
                    <a:pt x="28212" y="6106"/>
                    <a:pt x="28127" y="6092"/>
                    <a:pt x="28084" y="6035"/>
                  </a:cubicBezTo>
                  <a:cubicBezTo>
                    <a:pt x="28113" y="6021"/>
                    <a:pt x="28155" y="5992"/>
                    <a:pt x="28184" y="5978"/>
                  </a:cubicBezTo>
                  <a:lnTo>
                    <a:pt x="28184" y="5978"/>
                  </a:lnTo>
                  <a:cubicBezTo>
                    <a:pt x="28212" y="5935"/>
                    <a:pt x="28241" y="5907"/>
                    <a:pt x="28269" y="5879"/>
                  </a:cubicBezTo>
                  <a:lnTo>
                    <a:pt x="28269" y="5879"/>
                  </a:lnTo>
                  <a:cubicBezTo>
                    <a:pt x="28297" y="5850"/>
                    <a:pt x="28297" y="5808"/>
                    <a:pt x="28269" y="5779"/>
                  </a:cubicBezTo>
                  <a:lnTo>
                    <a:pt x="28269" y="5779"/>
                  </a:lnTo>
                  <a:cubicBezTo>
                    <a:pt x="28226" y="5722"/>
                    <a:pt x="28141" y="5722"/>
                    <a:pt x="28084" y="5779"/>
                  </a:cubicBezTo>
                  <a:lnTo>
                    <a:pt x="27999" y="5779"/>
                  </a:lnTo>
                  <a:cubicBezTo>
                    <a:pt x="27871" y="5850"/>
                    <a:pt x="27786" y="5779"/>
                    <a:pt x="27715" y="5708"/>
                  </a:cubicBezTo>
                  <a:cubicBezTo>
                    <a:pt x="27658" y="5623"/>
                    <a:pt x="27786" y="5637"/>
                    <a:pt x="27800" y="5580"/>
                  </a:cubicBezTo>
                  <a:lnTo>
                    <a:pt x="27800" y="5580"/>
                  </a:lnTo>
                  <a:cubicBezTo>
                    <a:pt x="27857" y="5538"/>
                    <a:pt x="27857" y="5453"/>
                    <a:pt x="27800" y="5396"/>
                  </a:cubicBezTo>
                  <a:lnTo>
                    <a:pt x="27800" y="5396"/>
                  </a:lnTo>
                  <a:cubicBezTo>
                    <a:pt x="27744" y="5339"/>
                    <a:pt x="27758" y="5254"/>
                    <a:pt x="27701" y="5211"/>
                  </a:cubicBezTo>
                  <a:lnTo>
                    <a:pt x="27701" y="5211"/>
                  </a:lnTo>
                  <a:cubicBezTo>
                    <a:pt x="27587" y="5098"/>
                    <a:pt x="27488" y="4998"/>
                    <a:pt x="27318" y="5112"/>
                  </a:cubicBezTo>
                  <a:lnTo>
                    <a:pt x="27318" y="5112"/>
                  </a:lnTo>
                  <a:cubicBezTo>
                    <a:pt x="27119" y="5183"/>
                    <a:pt x="27218" y="4970"/>
                    <a:pt x="27133" y="4913"/>
                  </a:cubicBezTo>
                  <a:lnTo>
                    <a:pt x="27133" y="4913"/>
                  </a:lnTo>
                  <a:cubicBezTo>
                    <a:pt x="27091" y="4856"/>
                    <a:pt x="27034" y="4814"/>
                    <a:pt x="26977" y="4785"/>
                  </a:cubicBezTo>
                  <a:cubicBezTo>
                    <a:pt x="26977" y="4771"/>
                    <a:pt x="26977" y="4743"/>
                    <a:pt x="26949" y="4729"/>
                  </a:cubicBezTo>
                  <a:lnTo>
                    <a:pt x="26949" y="4729"/>
                  </a:lnTo>
                  <a:cubicBezTo>
                    <a:pt x="26906" y="4700"/>
                    <a:pt x="26878" y="4672"/>
                    <a:pt x="26849" y="4629"/>
                  </a:cubicBezTo>
                  <a:lnTo>
                    <a:pt x="26750" y="4530"/>
                  </a:lnTo>
                  <a:cubicBezTo>
                    <a:pt x="26807" y="4359"/>
                    <a:pt x="26878" y="4175"/>
                    <a:pt x="26565" y="4246"/>
                  </a:cubicBezTo>
                  <a:lnTo>
                    <a:pt x="26466" y="4246"/>
                  </a:lnTo>
                  <a:cubicBezTo>
                    <a:pt x="26437" y="4288"/>
                    <a:pt x="26395" y="4317"/>
                    <a:pt x="26366" y="4345"/>
                  </a:cubicBezTo>
                  <a:lnTo>
                    <a:pt x="26366" y="4345"/>
                  </a:lnTo>
                  <a:cubicBezTo>
                    <a:pt x="26338" y="4374"/>
                    <a:pt x="26310" y="4402"/>
                    <a:pt x="26295" y="4445"/>
                  </a:cubicBezTo>
                  <a:lnTo>
                    <a:pt x="26210" y="4430"/>
                  </a:lnTo>
                  <a:cubicBezTo>
                    <a:pt x="26210" y="4430"/>
                    <a:pt x="26210" y="4416"/>
                    <a:pt x="26210" y="4402"/>
                  </a:cubicBezTo>
                  <a:cubicBezTo>
                    <a:pt x="26182" y="4274"/>
                    <a:pt x="25997" y="4288"/>
                    <a:pt x="25983" y="4146"/>
                  </a:cubicBezTo>
                  <a:cubicBezTo>
                    <a:pt x="25955" y="4161"/>
                    <a:pt x="25926" y="4161"/>
                    <a:pt x="25898" y="4146"/>
                  </a:cubicBezTo>
                  <a:lnTo>
                    <a:pt x="25855" y="4132"/>
                  </a:lnTo>
                  <a:lnTo>
                    <a:pt x="25827" y="4090"/>
                  </a:lnTo>
                  <a:lnTo>
                    <a:pt x="25841" y="4047"/>
                  </a:lnTo>
                  <a:cubicBezTo>
                    <a:pt x="25841" y="4019"/>
                    <a:pt x="25827" y="3990"/>
                    <a:pt x="25799" y="3962"/>
                  </a:cubicBezTo>
                  <a:lnTo>
                    <a:pt x="25799" y="3877"/>
                  </a:lnTo>
                  <a:cubicBezTo>
                    <a:pt x="25770" y="3834"/>
                    <a:pt x="25742" y="3806"/>
                    <a:pt x="25699" y="3777"/>
                  </a:cubicBezTo>
                  <a:cubicBezTo>
                    <a:pt x="25614" y="3692"/>
                    <a:pt x="25699" y="3564"/>
                    <a:pt x="25614" y="3493"/>
                  </a:cubicBezTo>
                  <a:cubicBezTo>
                    <a:pt x="25571" y="3422"/>
                    <a:pt x="25500" y="3380"/>
                    <a:pt x="25415" y="3394"/>
                  </a:cubicBezTo>
                  <a:cubicBezTo>
                    <a:pt x="25373" y="3337"/>
                    <a:pt x="25344" y="3238"/>
                    <a:pt x="25231" y="3295"/>
                  </a:cubicBezTo>
                  <a:lnTo>
                    <a:pt x="25046" y="3295"/>
                  </a:lnTo>
                  <a:cubicBezTo>
                    <a:pt x="25018" y="3266"/>
                    <a:pt x="25003" y="3266"/>
                    <a:pt x="24975" y="3266"/>
                  </a:cubicBezTo>
                  <a:lnTo>
                    <a:pt x="24975" y="3252"/>
                  </a:lnTo>
                  <a:lnTo>
                    <a:pt x="24932" y="3195"/>
                  </a:lnTo>
                  <a:lnTo>
                    <a:pt x="24932" y="3195"/>
                  </a:lnTo>
                  <a:cubicBezTo>
                    <a:pt x="24876" y="3153"/>
                    <a:pt x="24904" y="3067"/>
                    <a:pt x="24847" y="3011"/>
                  </a:cubicBezTo>
                  <a:lnTo>
                    <a:pt x="24847" y="2911"/>
                  </a:lnTo>
                  <a:lnTo>
                    <a:pt x="24748" y="2826"/>
                  </a:lnTo>
                  <a:cubicBezTo>
                    <a:pt x="24407" y="2982"/>
                    <a:pt x="24407" y="2982"/>
                    <a:pt x="24180" y="2727"/>
                  </a:cubicBezTo>
                  <a:cubicBezTo>
                    <a:pt x="24081" y="2812"/>
                    <a:pt x="23981" y="2741"/>
                    <a:pt x="23896" y="2727"/>
                  </a:cubicBezTo>
                  <a:lnTo>
                    <a:pt x="23797" y="2727"/>
                  </a:lnTo>
                  <a:cubicBezTo>
                    <a:pt x="23740" y="2684"/>
                    <a:pt x="23740" y="2599"/>
                    <a:pt x="23797" y="2542"/>
                  </a:cubicBezTo>
                  <a:lnTo>
                    <a:pt x="23797" y="2542"/>
                  </a:lnTo>
                  <a:cubicBezTo>
                    <a:pt x="23797" y="2542"/>
                    <a:pt x="23811" y="2542"/>
                    <a:pt x="23825" y="2514"/>
                  </a:cubicBezTo>
                  <a:cubicBezTo>
                    <a:pt x="23825" y="2500"/>
                    <a:pt x="23825" y="2471"/>
                    <a:pt x="23797" y="2457"/>
                  </a:cubicBezTo>
                  <a:lnTo>
                    <a:pt x="23782" y="2457"/>
                  </a:lnTo>
                  <a:cubicBezTo>
                    <a:pt x="23797" y="2443"/>
                    <a:pt x="23811" y="2429"/>
                    <a:pt x="23825" y="2429"/>
                  </a:cubicBezTo>
                  <a:cubicBezTo>
                    <a:pt x="23768" y="2216"/>
                    <a:pt x="23669" y="2074"/>
                    <a:pt x="23413" y="2173"/>
                  </a:cubicBezTo>
                  <a:lnTo>
                    <a:pt x="23413" y="2173"/>
                  </a:lnTo>
                  <a:cubicBezTo>
                    <a:pt x="23300" y="2230"/>
                    <a:pt x="23271" y="2130"/>
                    <a:pt x="23229" y="2074"/>
                  </a:cubicBezTo>
                  <a:lnTo>
                    <a:pt x="23229" y="2074"/>
                  </a:lnTo>
                  <a:cubicBezTo>
                    <a:pt x="23129" y="2003"/>
                    <a:pt x="23229" y="1861"/>
                    <a:pt x="23129" y="1790"/>
                  </a:cubicBezTo>
                  <a:lnTo>
                    <a:pt x="23129" y="1790"/>
                  </a:lnTo>
                  <a:cubicBezTo>
                    <a:pt x="23058" y="1747"/>
                    <a:pt x="23058" y="1662"/>
                    <a:pt x="23030" y="1591"/>
                  </a:cubicBezTo>
                  <a:cubicBezTo>
                    <a:pt x="22973" y="1548"/>
                    <a:pt x="22902" y="1548"/>
                    <a:pt x="22845" y="1591"/>
                  </a:cubicBezTo>
                  <a:cubicBezTo>
                    <a:pt x="22817" y="1605"/>
                    <a:pt x="22789" y="1605"/>
                    <a:pt x="22760" y="1591"/>
                  </a:cubicBezTo>
                  <a:cubicBezTo>
                    <a:pt x="22561" y="1690"/>
                    <a:pt x="22334" y="1662"/>
                    <a:pt x="22178" y="1506"/>
                  </a:cubicBezTo>
                  <a:cubicBezTo>
                    <a:pt x="22022" y="1520"/>
                    <a:pt x="21851" y="1477"/>
                    <a:pt x="21780" y="1676"/>
                  </a:cubicBezTo>
                  <a:lnTo>
                    <a:pt x="21709" y="1676"/>
                  </a:lnTo>
                  <a:cubicBezTo>
                    <a:pt x="21596" y="1591"/>
                    <a:pt x="21482" y="1491"/>
                    <a:pt x="21525" y="1307"/>
                  </a:cubicBezTo>
                  <a:lnTo>
                    <a:pt x="21525" y="1307"/>
                  </a:lnTo>
                  <a:lnTo>
                    <a:pt x="21695" y="1278"/>
                  </a:lnTo>
                  <a:lnTo>
                    <a:pt x="21695" y="1321"/>
                  </a:lnTo>
                  <a:lnTo>
                    <a:pt x="21795" y="1207"/>
                  </a:lnTo>
                  <a:cubicBezTo>
                    <a:pt x="21823" y="1179"/>
                    <a:pt x="21851" y="1179"/>
                    <a:pt x="21880" y="1207"/>
                  </a:cubicBezTo>
                  <a:lnTo>
                    <a:pt x="21880" y="1207"/>
                  </a:lnTo>
                  <a:cubicBezTo>
                    <a:pt x="21965" y="1278"/>
                    <a:pt x="22079" y="1264"/>
                    <a:pt x="22164" y="1207"/>
                  </a:cubicBezTo>
                  <a:cubicBezTo>
                    <a:pt x="22164" y="1179"/>
                    <a:pt x="22164" y="1151"/>
                    <a:pt x="22164" y="1122"/>
                  </a:cubicBezTo>
                  <a:cubicBezTo>
                    <a:pt x="22079" y="753"/>
                    <a:pt x="21809" y="909"/>
                    <a:pt x="21596" y="924"/>
                  </a:cubicBezTo>
                  <a:cubicBezTo>
                    <a:pt x="21568" y="924"/>
                    <a:pt x="21539" y="924"/>
                    <a:pt x="21511" y="924"/>
                  </a:cubicBezTo>
                  <a:cubicBezTo>
                    <a:pt x="21482" y="938"/>
                    <a:pt x="21468" y="980"/>
                    <a:pt x="21468" y="1009"/>
                  </a:cubicBezTo>
                  <a:cubicBezTo>
                    <a:pt x="21454" y="1009"/>
                    <a:pt x="21426" y="1009"/>
                    <a:pt x="21411" y="1009"/>
                  </a:cubicBezTo>
                  <a:lnTo>
                    <a:pt x="21411" y="1009"/>
                  </a:lnTo>
                  <a:cubicBezTo>
                    <a:pt x="21312" y="980"/>
                    <a:pt x="21298" y="909"/>
                    <a:pt x="21312" y="810"/>
                  </a:cubicBezTo>
                  <a:cubicBezTo>
                    <a:pt x="21284" y="810"/>
                    <a:pt x="21241" y="810"/>
                    <a:pt x="21213" y="810"/>
                  </a:cubicBezTo>
                  <a:cubicBezTo>
                    <a:pt x="21170" y="767"/>
                    <a:pt x="21085" y="767"/>
                    <a:pt x="21028" y="810"/>
                  </a:cubicBezTo>
                  <a:lnTo>
                    <a:pt x="21028" y="810"/>
                  </a:lnTo>
                  <a:cubicBezTo>
                    <a:pt x="21000" y="838"/>
                    <a:pt x="20957" y="838"/>
                    <a:pt x="20929" y="810"/>
                  </a:cubicBezTo>
                  <a:cubicBezTo>
                    <a:pt x="20900" y="810"/>
                    <a:pt x="20872" y="810"/>
                    <a:pt x="20843" y="810"/>
                  </a:cubicBezTo>
                  <a:cubicBezTo>
                    <a:pt x="20843" y="810"/>
                    <a:pt x="20829" y="796"/>
                    <a:pt x="20815" y="782"/>
                  </a:cubicBezTo>
                  <a:cubicBezTo>
                    <a:pt x="20815" y="767"/>
                    <a:pt x="20815" y="739"/>
                    <a:pt x="20843" y="725"/>
                  </a:cubicBezTo>
                  <a:lnTo>
                    <a:pt x="20843" y="725"/>
                  </a:lnTo>
                  <a:cubicBezTo>
                    <a:pt x="20943" y="554"/>
                    <a:pt x="20801" y="455"/>
                    <a:pt x="20744" y="341"/>
                  </a:cubicBezTo>
                  <a:lnTo>
                    <a:pt x="20645" y="341"/>
                  </a:lnTo>
                  <a:cubicBezTo>
                    <a:pt x="20616" y="370"/>
                    <a:pt x="20588" y="398"/>
                    <a:pt x="20559" y="427"/>
                  </a:cubicBezTo>
                  <a:lnTo>
                    <a:pt x="20446" y="540"/>
                  </a:lnTo>
                  <a:cubicBezTo>
                    <a:pt x="20417" y="569"/>
                    <a:pt x="20389" y="597"/>
                    <a:pt x="20361" y="625"/>
                  </a:cubicBezTo>
                  <a:lnTo>
                    <a:pt x="20261" y="640"/>
                  </a:lnTo>
                  <a:lnTo>
                    <a:pt x="20261" y="640"/>
                  </a:lnTo>
                  <a:lnTo>
                    <a:pt x="20176" y="640"/>
                  </a:lnTo>
                  <a:lnTo>
                    <a:pt x="20176" y="640"/>
                  </a:lnTo>
                  <a:lnTo>
                    <a:pt x="20077" y="625"/>
                  </a:lnTo>
                  <a:cubicBezTo>
                    <a:pt x="20077" y="640"/>
                    <a:pt x="20077" y="654"/>
                    <a:pt x="20077" y="668"/>
                  </a:cubicBezTo>
                  <a:lnTo>
                    <a:pt x="19992" y="668"/>
                  </a:lnTo>
                  <a:cubicBezTo>
                    <a:pt x="19821" y="597"/>
                    <a:pt x="19665" y="498"/>
                    <a:pt x="19523" y="384"/>
                  </a:cubicBezTo>
                  <a:cubicBezTo>
                    <a:pt x="19367" y="270"/>
                    <a:pt x="19253" y="114"/>
                    <a:pt x="19026" y="242"/>
                  </a:cubicBezTo>
                  <a:lnTo>
                    <a:pt x="19026" y="242"/>
                  </a:lnTo>
                  <a:cubicBezTo>
                    <a:pt x="18770" y="114"/>
                    <a:pt x="18472" y="72"/>
                    <a:pt x="18188" y="114"/>
                  </a:cubicBezTo>
                  <a:lnTo>
                    <a:pt x="18160" y="114"/>
                  </a:lnTo>
                  <a:cubicBezTo>
                    <a:pt x="18146" y="86"/>
                    <a:pt x="18103" y="72"/>
                    <a:pt x="18075" y="57"/>
                  </a:cubicBezTo>
                  <a:lnTo>
                    <a:pt x="17975" y="57"/>
                  </a:lnTo>
                  <a:cubicBezTo>
                    <a:pt x="17933" y="1"/>
                    <a:pt x="17848" y="1"/>
                    <a:pt x="17791" y="57"/>
                  </a:cubicBezTo>
                  <a:lnTo>
                    <a:pt x="17791" y="57"/>
                  </a:lnTo>
                  <a:cubicBezTo>
                    <a:pt x="17748" y="114"/>
                    <a:pt x="17649" y="114"/>
                    <a:pt x="17606" y="57"/>
                  </a:cubicBezTo>
                  <a:cubicBezTo>
                    <a:pt x="17578" y="57"/>
                    <a:pt x="17549" y="57"/>
                    <a:pt x="17507" y="57"/>
                  </a:cubicBezTo>
                  <a:cubicBezTo>
                    <a:pt x="17493" y="15"/>
                    <a:pt x="17450" y="15"/>
                    <a:pt x="17422" y="57"/>
                  </a:cubicBezTo>
                  <a:lnTo>
                    <a:pt x="17308" y="157"/>
                  </a:lnTo>
                  <a:cubicBezTo>
                    <a:pt x="17294" y="270"/>
                    <a:pt x="17223" y="370"/>
                    <a:pt x="17138" y="441"/>
                  </a:cubicBezTo>
                  <a:lnTo>
                    <a:pt x="17138" y="441"/>
                  </a:lnTo>
                  <a:cubicBezTo>
                    <a:pt x="17010" y="412"/>
                    <a:pt x="16939" y="228"/>
                    <a:pt x="16783" y="270"/>
                  </a:cubicBezTo>
                  <a:lnTo>
                    <a:pt x="16769" y="341"/>
                  </a:lnTo>
                  <a:cubicBezTo>
                    <a:pt x="16740" y="341"/>
                    <a:pt x="16726" y="341"/>
                    <a:pt x="16712" y="341"/>
                  </a:cubicBezTo>
                  <a:cubicBezTo>
                    <a:pt x="16698" y="341"/>
                    <a:pt x="16683" y="327"/>
                    <a:pt x="16669" y="327"/>
                  </a:cubicBezTo>
                  <a:cubicBezTo>
                    <a:pt x="16641" y="313"/>
                    <a:pt x="16598" y="327"/>
                    <a:pt x="16570" y="356"/>
                  </a:cubicBezTo>
                  <a:lnTo>
                    <a:pt x="16570" y="356"/>
                  </a:lnTo>
                  <a:cubicBezTo>
                    <a:pt x="16541" y="384"/>
                    <a:pt x="16513" y="412"/>
                    <a:pt x="16485" y="441"/>
                  </a:cubicBezTo>
                  <a:lnTo>
                    <a:pt x="16286" y="441"/>
                  </a:lnTo>
                  <a:cubicBezTo>
                    <a:pt x="16286" y="441"/>
                    <a:pt x="16272" y="427"/>
                    <a:pt x="16272" y="398"/>
                  </a:cubicBezTo>
                  <a:cubicBezTo>
                    <a:pt x="16257" y="384"/>
                    <a:pt x="16272" y="370"/>
                    <a:pt x="16286" y="341"/>
                  </a:cubicBezTo>
                  <a:lnTo>
                    <a:pt x="16286" y="341"/>
                  </a:lnTo>
                  <a:cubicBezTo>
                    <a:pt x="16286" y="341"/>
                    <a:pt x="16300" y="327"/>
                    <a:pt x="16300" y="313"/>
                  </a:cubicBezTo>
                  <a:cubicBezTo>
                    <a:pt x="16314" y="285"/>
                    <a:pt x="16300" y="270"/>
                    <a:pt x="16286" y="256"/>
                  </a:cubicBezTo>
                  <a:lnTo>
                    <a:pt x="16286" y="256"/>
                  </a:lnTo>
                  <a:cubicBezTo>
                    <a:pt x="16257" y="214"/>
                    <a:pt x="16215" y="185"/>
                    <a:pt x="16172" y="157"/>
                  </a:cubicBezTo>
                  <a:lnTo>
                    <a:pt x="16002" y="157"/>
                  </a:lnTo>
                  <a:cubicBezTo>
                    <a:pt x="15917" y="199"/>
                    <a:pt x="15874" y="398"/>
                    <a:pt x="15718" y="256"/>
                  </a:cubicBezTo>
                  <a:cubicBezTo>
                    <a:pt x="15690" y="256"/>
                    <a:pt x="15661" y="256"/>
                    <a:pt x="15633" y="256"/>
                  </a:cubicBezTo>
                  <a:cubicBezTo>
                    <a:pt x="15590" y="270"/>
                    <a:pt x="15576" y="313"/>
                    <a:pt x="15562" y="341"/>
                  </a:cubicBezTo>
                  <a:lnTo>
                    <a:pt x="15249" y="356"/>
                  </a:lnTo>
                  <a:cubicBezTo>
                    <a:pt x="15207" y="412"/>
                    <a:pt x="15136" y="441"/>
                    <a:pt x="15079" y="441"/>
                  </a:cubicBezTo>
                  <a:cubicBezTo>
                    <a:pt x="15107" y="412"/>
                    <a:pt x="15122" y="384"/>
                    <a:pt x="15150" y="341"/>
                  </a:cubicBezTo>
                  <a:lnTo>
                    <a:pt x="15150" y="256"/>
                  </a:lnTo>
                  <a:cubicBezTo>
                    <a:pt x="15093" y="199"/>
                    <a:pt x="15008" y="214"/>
                    <a:pt x="14965" y="157"/>
                  </a:cubicBezTo>
                  <a:lnTo>
                    <a:pt x="14866" y="157"/>
                  </a:lnTo>
                  <a:cubicBezTo>
                    <a:pt x="14809" y="185"/>
                    <a:pt x="14752" y="214"/>
                    <a:pt x="14696" y="199"/>
                  </a:cubicBezTo>
                  <a:cubicBezTo>
                    <a:pt x="14681" y="242"/>
                    <a:pt x="14653" y="256"/>
                    <a:pt x="14625" y="270"/>
                  </a:cubicBezTo>
                  <a:lnTo>
                    <a:pt x="14582" y="242"/>
                  </a:lnTo>
                  <a:lnTo>
                    <a:pt x="14483" y="341"/>
                  </a:lnTo>
                  <a:cubicBezTo>
                    <a:pt x="14341" y="455"/>
                    <a:pt x="14142" y="327"/>
                    <a:pt x="14000" y="441"/>
                  </a:cubicBezTo>
                  <a:lnTo>
                    <a:pt x="14000" y="540"/>
                  </a:lnTo>
                  <a:cubicBezTo>
                    <a:pt x="13929" y="625"/>
                    <a:pt x="13801" y="540"/>
                    <a:pt x="13730" y="625"/>
                  </a:cubicBezTo>
                  <a:lnTo>
                    <a:pt x="13730" y="625"/>
                  </a:lnTo>
                  <a:cubicBezTo>
                    <a:pt x="13702" y="654"/>
                    <a:pt x="13688" y="668"/>
                    <a:pt x="13688" y="696"/>
                  </a:cubicBezTo>
                  <a:cubicBezTo>
                    <a:pt x="13645" y="668"/>
                    <a:pt x="13574" y="682"/>
                    <a:pt x="13531" y="725"/>
                  </a:cubicBezTo>
                  <a:lnTo>
                    <a:pt x="13446" y="725"/>
                  </a:lnTo>
                  <a:cubicBezTo>
                    <a:pt x="13418" y="753"/>
                    <a:pt x="13375" y="782"/>
                    <a:pt x="13347" y="810"/>
                  </a:cubicBezTo>
                  <a:lnTo>
                    <a:pt x="13247" y="909"/>
                  </a:lnTo>
                  <a:cubicBezTo>
                    <a:pt x="13205" y="980"/>
                    <a:pt x="13134" y="995"/>
                    <a:pt x="13063" y="1009"/>
                  </a:cubicBezTo>
                  <a:lnTo>
                    <a:pt x="12396" y="1094"/>
                  </a:lnTo>
                  <a:lnTo>
                    <a:pt x="12396" y="1094"/>
                  </a:lnTo>
                  <a:lnTo>
                    <a:pt x="12396" y="1094"/>
                  </a:lnTo>
                  <a:lnTo>
                    <a:pt x="12396" y="1094"/>
                  </a:lnTo>
                  <a:lnTo>
                    <a:pt x="12424" y="1066"/>
                  </a:lnTo>
                  <a:cubicBezTo>
                    <a:pt x="12438" y="1023"/>
                    <a:pt x="12495" y="980"/>
                    <a:pt x="12495" y="952"/>
                  </a:cubicBezTo>
                  <a:cubicBezTo>
                    <a:pt x="12481" y="924"/>
                    <a:pt x="12424" y="909"/>
                    <a:pt x="12381" y="909"/>
                  </a:cubicBezTo>
                  <a:cubicBezTo>
                    <a:pt x="12254" y="895"/>
                    <a:pt x="12126" y="924"/>
                    <a:pt x="12026" y="1009"/>
                  </a:cubicBezTo>
                  <a:cubicBezTo>
                    <a:pt x="11941" y="1066"/>
                    <a:pt x="11870" y="1151"/>
                    <a:pt x="11728" y="1122"/>
                  </a:cubicBezTo>
                  <a:cubicBezTo>
                    <a:pt x="11671" y="1108"/>
                    <a:pt x="11686" y="1179"/>
                    <a:pt x="11714" y="1222"/>
                  </a:cubicBezTo>
                  <a:cubicBezTo>
                    <a:pt x="11742" y="1264"/>
                    <a:pt x="11771" y="1293"/>
                    <a:pt x="11742" y="1349"/>
                  </a:cubicBezTo>
                  <a:cubicBezTo>
                    <a:pt x="11402" y="1278"/>
                    <a:pt x="11416" y="1278"/>
                    <a:pt x="11089" y="1463"/>
                  </a:cubicBezTo>
                  <a:cubicBezTo>
                    <a:pt x="10990" y="1506"/>
                    <a:pt x="10876" y="1548"/>
                    <a:pt x="10777" y="1577"/>
                  </a:cubicBezTo>
                  <a:lnTo>
                    <a:pt x="10493" y="1577"/>
                  </a:lnTo>
                  <a:cubicBezTo>
                    <a:pt x="10408" y="1648"/>
                    <a:pt x="10294" y="1690"/>
                    <a:pt x="10209" y="1761"/>
                  </a:cubicBezTo>
                  <a:lnTo>
                    <a:pt x="9925" y="1761"/>
                  </a:lnTo>
                  <a:cubicBezTo>
                    <a:pt x="9868" y="1818"/>
                    <a:pt x="9854" y="1889"/>
                    <a:pt x="9897" y="1946"/>
                  </a:cubicBezTo>
                  <a:lnTo>
                    <a:pt x="9897" y="1946"/>
                  </a:lnTo>
                  <a:lnTo>
                    <a:pt x="9499" y="2074"/>
                  </a:lnTo>
                  <a:cubicBezTo>
                    <a:pt x="9457" y="2145"/>
                    <a:pt x="9386" y="2173"/>
                    <a:pt x="9300" y="2173"/>
                  </a:cubicBezTo>
                  <a:lnTo>
                    <a:pt x="9300" y="2343"/>
                  </a:lnTo>
                  <a:cubicBezTo>
                    <a:pt x="9315" y="2443"/>
                    <a:pt x="9244" y="2542"/>
                    <a:pt x="9144" y="2556"/>
                  </a:cubicBezTo>
                  <a:lnTo>
                    <a:pt x="9144" y="2556"/>
                  </a:lnTo>
                  <a:cubicBezTo>
                    <a:pt x="9116" y="2514"/>
                    <a:pt x="9059" y="2528"/>
                    <a:pt x="9031" y="2556"/>
                  </a:cubicBezTo>
                  <a:lnTo>
                    <a:pt x="9031" y="2556"/>
                  </a:lnTo>
                  <a:cubicBezTo>
                    <a:pt x="9002" y="2599"/>
                    <a:pt x="8960" y="2613"/>
                    <a:pt x="8931" y="2656"/>
                  </a:cubicBezTo>
                  <a:cubicBezTo>
                    <a:pt x="8903" y="2656"/>
                    <a:pt x="8874" y="2656"/>
                    <a:pt x="8832" y="2656"/>
                  </a:cubicBezTo>
                  <a:cubicBezTo>
                    <a:pt x="8803" y="2684"/>
                    <a:pt x="8775" y="2712"/>
                    <a:pt x="8747" y="2741"/>
                  </a:cubicBezTo>
                  <a:lnTo>
                    <a:pt x="8747" y="2741"/>
                  </a:lnTo>
                  <a:cubicBezTo>
                    <a:pt x="8676" y="2812"/>
                    <a:pt x="8661" y="2925"/>
                    <a:pt x="8718" y="3011"/>
                  </a:cubicBezTo>
                  <a:cubicBezTo>
                    <a:pt x="8718" y="3011"/>
                    <a:pt x="8732" y="3025"/>
                    <a:pt x="8747" y="3025"/>
                  </a:cubicBezTo>
                  <a:lnTo>
                    <a:pt x="8747" y="3025"/>
                  </a:lnTo>
                  <a:lnTo>
                    <a:pt x="8747" y="3025"/>
                  </a:lnTo>
                  <a:lnTo>
                    <a:pt x="8647" y="3110"/>
                  </a:lnTo>
                  <a:lnTo>
                    <a:pt x="8647" y="3110"/>
                  </a:lnTo>
                  <a:lnTo>
                    <a:pt x="8590" y="3110"/>
                  </a:lnTo>
                  <a:cubicBezTo>
                    <a:pt x="8576" y="2982"/>
                    <a:pt x="8576" y="2826"/>
                    <a:pt x="8378" y="2826"/>
                  </a:cubicBezTo>
                  <a:cubicBezTo>
                    <a:pt x="8264" y="3025"/>
                    <a:pt x="8065" y="3039"/>
                    <a:pt x="7895" y="3110"/>
                  </a:cubicBezTo>
                  <a:lnTo>
                    <a:pt x="7895" y="3110"/>
                  </a:lnTo>
                  <a:cubicBezTo>
                    <a:pt x="7866" y="3153"/>
                    <a:pt x="7838" y="3181"/>
                    <a:pt x="7795" y="3209"/>
                  </a:cubicBezTo>
                  <a:lnTo>
                    <a:pt x="7795" y="3295"/>
                  </a:lnTo>
                  <a:lnTo>
                    <a:pt x="7795" y="3295"/>
                  </a:lnTo>
                  <a:cubicBezTo>
                    <a:pt x="7739" y="3323"/>
                    <a:pt x="7668" y="3366"/>
                    <a:pt x="7625" y="3351"/>
                  </a:cubicBezTo>
                  <a:cubicBezTo>
                    <a:pt x="7497" y="3295"/>
                    <a:pt x="7412" y="3366"/>
                    <a:pt x="7313" y="3408"/>
                  </a:cubicBezTo>
                  <a:cubicBezTo>
                    <a:pt x="7298" y="3422"/>
                    <a:pt x="7284" y="3451"/>
                    <a:pt x="7298" y="3479"/>
                  </a:cubicBezTo>
                  <a:lnTo>
                    <a:pt x="7270" y="3465"/>
                  </a:lnTo>
                  <a:lnTo>
                    <a:pt x="7227" y="3493"/>
                  </a:lnTo>
                  <a:lnTo>
                    <a:pt x="7128" y="3493"/>
                  </a:lnTo>
                  <a:lnTo>
                    <a:pt x="7128" y="3593"/>
                  </a:lnTo>
                  <a:cubicBezTo>
                    <a:pt x="7029" y="3650"/>
                    <a:pt x="6901" y="3678"/>
                    <a:pt x="6844" y="3777"/>
                  </a:cubicBezTo>
                  <a:cubicBezTo>
                    <a:pt x="6702" y="3863"/>
                    <a:pt x="6532" y="3891"/>
                    <a:pt x="6461" y="4047"/>
                  </a:cubicBezTo>
                  <a:cubicBezTo>
                    <a:pt x="6376" y="4061"/>
                    <a:pt x="6319" y="4104"/>
                    <a:pt x="6276" y="4161"/>
                  </a:cubicBezTo>
                  <a:lnTo>
                    <a:pt x="6276" y="4161"/>
                  </a:lnTo>
                  <a:cubicBezTo>
                    <a:pt x="6063" y="4175"/>
                    <a:pt x="5964" y="4359"/>
                    <a:pt x="5808" y="4445"/>
                  </a:cubicBezTo>
                  <a:lnTo>
                    <a:pt x="5722" y="4516"/>
                  </a:lnTo>
                  <a:lnTo>
                    <a:pt x="5722" y="4516"/>
                  </a:lnTo>
                  <a:cubicBezTo>
                    <a:pt x="5651" y="4487"/>
                    <a:pt x="5580" y="4501"/>
                    <a:pt x="5524" y="4558"/>
                  </a:cubicBezTo>
                  <a:lnTo>
                    <a:pt x="5524" y="4558"/>
                  </a:lnTo>
                  <a:cubicBezTo>
                    <a:pt x="5495" y="4587"/>
                    <a:pt x="5453" y="4615"/>
                    <a:pt x="5424" y="4643"/>
                  </a:cubicBezTo>
                  <a:cubicBezTo>
                    <a:pt x="5396" y="4643"/>
                    <a:pt x="5368" y="4643"/>
                    <a:pt x="5339" y="4643"/>
                  </a:cubicBezTo>
                  <a:cubicBezTo>
                    <a:pt x="5240" y="4700"/>
                    <a:pt x="5140" y="4757"/>
                    <a:pt x="5041" y="4828"/>
                  </a:cubicBezTo>
                  <a:lnTo>
                    <a:pt x="5041" y="4828"/>
                  </a:lnTo>
                  <a:cubicBezTo>
                    <a:pt x="5013" y="4856"/>
                    <a:pt x="4984" y="4899"/>
                    <a:pt x="4942" y="4927"/>
                  </a:cubicBezTo>
                  <a:lnTo>
                    <a:pt x="4942" y="4927"/>
                  </a:lnTo>
                  <a:cubicBezTo>
                    <a:pt x="4899" y="5069"/>
                    <a:pt x="4785" y="5197"/>
                    <a:pt x="4629" y="5240"/>
                  </a:cubicBezTo>
                  <a:cubicBezTo>
                    <a:pt x="4516" y="5254"/>
                    <a:pt x="4487" y="5382"/>
                    <a:pt x="4473" y="5495"/>
                  </a:cubicBezTo>
                  <a:lnTo>
                    <a:pt x="4374" y="5595"/>
                  </a:lnTo>
                  <a:cubicBezTo>
                    <a:pt x="4217" y="5708"/>
                    <a:pt x="4076" y="5864"/>
                    <a:pt x="3976" y="6049"/>
                  </a:cubicBezTo>
                  <a:cubicBezTo>
                    <a:pt x="3863" y="6077"/>
                    <a:pt x="3763" y="6106"/>
                    <a:pt x="3749" y="6248"/>
                  </a:cubicBezTo>
                  <a:cubicBezTo>
                    <a:pt x="3749" y="6376"/>
                    <a:pt x="3664" y="6347"/>
                    <a:pt x="3579" y="6347"/>
                  </a:cubicBezTo>
                  <a:cubicBezTo>
                    <a:pt x="3508" y="6333"/>
                    <a:pt x="3465" y="6305"/>
                    <a:pt x="3408" y="6305"/>
                  </a:cubicBezTo>
                  <a:cubicBezTo>
                    <a:pt x="3408" y="6305"/>
                    <a:pt x="3380" y="6347"/>
                    <a:pt x="3380" y="6376"/>
                  </a:cubicBezTo>
                  <a:cubicBezTo>
                    <a:pt x="3394" y="6404"/>
                    <a:pt x="3408" y="6418"/>
                    <a:pt x="3437" y="6432"/>
                  </a:cubicBezTo>
                  <a:cubicBezTo>
                    <a:pt x="3522" y="6461"/>
                    <a:pt x="3607" y="6489"/>
                    <a:pt x="3607" y="6574"/>
                  </a:cubicBezTo>
                  <a:cubicBezTo>
                    <a:pt x="3607" y="6674"/>
                    <a:pt x="3536" y="6716"/>
                    <a:pt x="3465" y="6759"/>
                  </a:cubicBezTo>
                  <a:cubicBezTo>
                    <a:pt x="3394" y="6802"/>
                    <a:pt x="3309" y="6873"/>
                    <a:pt x="3238" y="6929"/>
                  </a:cubicBezTo>
                  <a:cubicBezTo>
                    <a:pt x="3167" y="6901"/>
                    <a:pt x="3096" y="6887"/>
                    <a:pt x="3025" y="6901"/>
                  </a:cubicBezTo>
                  <a:cubicBezTo>
                    <a:pt x="2897" y="6915"/>
                    <a:pt x="2783" y="6929"/>
                    <a:pt x="2670" y="6929"/>
                  </a:cubicBezTo>
                  <a:lnTo>
                    <a:pt x="2670" y="6929"/>
                  </a:lnTo>
                  <a:cubicBezTo>
                    <a:pt x="2642" y="6972"/>
                    <a:pt x="2599" y="7000"/>
                    <a:pt x="2571" y="7029"/>
                  </a:cubicBezTo>
                  <a:cubicBezTo>
                    <a:pt x="2542" y="7114"/>
                    <a:pt x="2471" y="7185"/>
                    <a:pt x="2386" y="7213"/>
                  </a:cubicBezTo>
                  <a:cubicBezTo>
                    <a:pt x="2358" y="7171"/>
                    <a:pt x="2315" y="7171"/>
                    <a:pt x="2287" y="7213"/>
                  </a:cubicBezTo>
                  <a:lnTo>
                    <a:pt x="2187" y="7298"/>
                  </a:lnTo>
                  <a:cubicBezTo>
                    <a:pt x="2187" y="7298"/>
                    <a:pt x="2173" y="7313"/>
                    <a:pt x="2173" y="7341"/>
                  </a:cubicBezTo>
                  <a:cubicBezTo>
                    <a:pt x="2159" y="7355"/>
                    <a:pt x="2173" y="7384"/>
                    <a:pt x="2187" y="7398"/>
                  </a:cubicBezTo>
                  <a:cubicBezTo>
                    <a:pt x="2315" y="7398"/>
                    <a:pt x="2400" y="7469"/>
                    <a:pt x="2372" y="7597"/>
                  </a:cubicBezTo>
                  <a:cubicBezTo>
                    <a:pt x="2343" y="7739"/>
                    <a:pt x="2358" y="7781"/>
                    <a:pt x="2485" y="7781"/>
                  </a:cubicBezTo>
                  <a:cubicBezTo>
                    <a:pt x="2542" y="7810"/>
                    <a:pt x="2613" y="7781"/>
                    <a:pt x="2670" y="7810"/>
                  </a:cubicBezTo>
                  <a:cubicBezTo>
                    <a:pt x="2656" y="7866"/>
                    <a:pt x="2642" y="7937"/>
                    <a:pt x="2556" y="7952"/>
                  </a:cubicBezTo>
                  <a:cubicBezTo>
                    <a:pt x="2471" y="7966"/>
                    <a:pt x="2400" y="7980"/>
                    <a:pt x="2329" y="8008"/>
                  </a:cubicBezTo>
                  <a:cubicBezTo>
                    <a:pt x="2272" y="8023"/>
                    <a:pt x="2244" y="8065"/>
                    <a:pt x="2272" y="8122"/>
                  </a:cubicBezTo>
                  <a:cubicBezTo>
                    <a:pt x="2187" y="8136"/>
                    <a:pt x="2102" y="8221"/>
                    <a:pt x="2003" y="8150"/>
                  </a:cubicBezTo>
                  <a:lnTo>
                    <a:pt x="1917" y="8150"/>
                  </a:lnTo>
                  <a:cubicBezTo>
                    <a:pt x="1861" y="8108"/>
                    <a:pt x="1775" y="8108"/>
                    <a:pt x="1719" y="8150"/>
                  </a:cubicBezTo>
                  <a:lnTo>
                    <a:pt x="1719" y="8150"/>
                  </a:lnTo>
                  <a:cubicBezTo>
                    <a:pt x="1690" y="8193"/>
                    <a:pt x="1662" y="8221"/>
                    <a:pt x="1633" y="8250"/>
                  </a:cubicBezTo>
                  <a:lnTo>
                    <a:pt x="1633" y="8349"/>
                  </a:lnTo>
                  <a:cubicBezTo>
                    <a:pt x="1633" y="8349"/>
                    <a:pt x="1619" y="8363"/>
                    <a:pt x="1605" y="8378"/>
                  </a:cubicBezTo>
                  <a:cubicBezTo>
                    <a:pt x="1605" y="8406"/>
                    <a:pt x="1605" y="8434"/>
                    <a:pt x="1633" y="8448"/>
                  </a:cubicBezTo>
                  <a:lnTo>
                    <a:pt x="1633" y="8448"/>
                  </a:lnTo>
                  <a:cubicBezTo>
                    <a:pt x="1861" y="8505"/>
                    <a:pt x="1690" y="8562"/>
                    <a:pt x="1633" y="8633"/>
                  </a:cubicBezTo>
                  <a:lnTo>
                    <a:pt x="1534" y="8732"/>
                  </a:lnTo>
                  <a:cubicBezTo>
                    <a:pt x="1534" y="8732"/>
                    <a:pt x="1520" y="8747"/>
                    <a:pt x="1506" y="8761"/>
                  </a:cubicBezTo>
                  <a:cubicBezTo>
                    <a:pt x="1506" y="8789"/>
                    <a:pt x="1506" y="8803"/>
                    <a:pt x="1534" y="8818"/>
                  </a:cubicBezTo>
                  <a:lnTo>
                    <a:pt x="1633" y="8917"/>
                  </a:lnTo>
                  <a:cubicBezTo>
                    <a:pt x="1591" y="8945"/>
                    <a:pt x="1562" y="8988"/>
                    <a:pt x="1534" y="9016"/>
                  </a:cubicBezTo>
                  <a:lnTo>
                    <a:pt x="1435" y="9016"/>
                  </a:lnTo>
                  <a:cubicBezTo>
                    <a:pt x="1420" y="9031"/>
                    <a:pt x="1406" y="9073"/>
                    <a:pt x="1406" y="9102"/>
                  </a:cubicBezTo>
                  <a:cubicBezTo>
                    <a:pt x="1420" y="9116"/>
                    <a:pt x="1420" y="9130"/>
                    <a:pt x="1435" y="9144"/>
                  </a:cubicBezTo>
                  <a:lnTo>
                    <a:pt x="1435" y="9201"/>
                  </a:lnTo>
                  <a:lnTo>
                    <a:pt x="1477" y="9201"/>
                  </a:lnTo>
                  <a:lnTo>
                    <a:pt x="1491" y="9229"/>
                  </a:lnTo>
                  <a:cubicBezTo>
                    <a:pt x="1477" y="9244"/>
                    <a:pt x="1449" y="9272"/>
                    <a:pt x="1435" y="9300"/>
                  </a:cubicBezTo>
                  <a:lnTo>
                    <a:pt x="1435" y="9386"/>
                  </a:lnTo>
                  <a:cubicBezTo>
                    <a:pt x="1349" y="9329"/>
                    <a:pt x="1236" y="9329"/>
                    <a:pt x="1151" y="9386"/>
                  </a:cubicBezTo>
                  <a:cubicBezTo>
                    <a:pt x="1293" y="9499"/>
                    <a:pt x="1293" y="9499"/>
                    <a:pt x="1435" y="9386"/>
                  </a:cubicBezTo>
                  <a:lnTo>
                    <a:pt x="1506" y="9386"/>
                  </a:lnTo>
                  <a:lnTo>
                    <a:pt x="1506" y="9386"/>
                  </a:lnTo>
                  <a:cubicBezTo>
                    <a:pt x="1491" y="9400"/>
                    <a:pt x="1491" y="9428"/>
                    <a:pt x="1506" y="9442"/>
                  </a:cubicBezTo>
                  <a:cubicBezTo>
                    <a:pt x="1392" y="9627"/>
                    <a:pt x="1307" y="9826"/>
                    <a:pt x="1051" y="9868"/>
                  </a:cubicBezTo>
                  <a:lnTo>
                    <a:pt x="1051" y="9868"/>
                  </a:lnTo>
                  <a:cubicBezTo>
                    <a:pt x="1023" y="9897"/>
                    <a:pt x="995" y="9925"/>
                    <a:pt x="966" y="9968"/>
                  </a:cubicBezTo>
                  <a:cubicBezTo>
                    <a:pt x="966" y="9996"/>
                    <a:pt x="966" y="10024"/>
                    <a:pt x="966" y="10053"/>
                  </a:cubicBezTo>
                  <a:cubicBezTo>
                    <a:pt x="966" y="10053"/>
                    <a:pt x="952" y="10067"/>
                    <a:pt x="938" y="10081"/>
                  </a:cubicBezTo>
                  <a:cubicBezTo>
                    <a:pt x="938" y="10110"/>
                    <a:pt x="938" y="10138"/>
                    <a:pt x="966" y="10152"/>
                  </a:cubicBezTo>
                  <a:cubicBezTo>
                    <a:pt x="966" y="10152"/>
                    <a:pt x="980" y="10152"/>
                    <a:pt x="980" y="10181"/>
                  </a:cubicBezTo>
                  <a:cubicBezTo>
                    <a:pt x="995" y="10209"/>
                    <a:pt x="980" y="10223"/>
                    <a:pt x="966" y="10237"/>
                  </a:cubicBezTo>
                  <a:lnTo>
                    <a:pt x="966" y="10237"/>
                  </a:lnTo>
                  <a:cubicBezTo>
                    <a:pt x="853" y="10308"/>
                    <a:pt x="924" y="10450"/>
                    <a:pt x="867" y="10536"/>
                  </a:cubicBezTo>
                  <a:lnTo>
                    <a:pt x="867" y="10536"/>
                  </a:lnTo>
                  <a:lnTo>
                    <a:pt x="782" y="10621"/>
                  </a:lnTo>
                  <a:lnTo>
                    <a:pt x="682" y="10720"/>
                  </a:lnTo>
                  <a:cubicBezTo>
                    <a:pt x="682" y="10720"/>
                    <a:pt x="668" y="10734"/>
                    <a:pt x="654" y="10749"/>
                  </a:cubicBezTo>
                  <a:cubicBezTo>
                    <a:pt x="654" y="10777"/>
                    <a:pt x="654" y="10805"/>
                    <a:pt x="682" y="10820"/>
                  </a:cubicBezTo>
                  <a:lnTo>
                    <a:pt x="867" y="10820"/>
                  </a:lnTo>
                  <a:cubicBezTo>
                    <a:pt x="980" y="10763"/>
                    <a:pt x="1108" y="10749"/>
                    <a:pt x="1222" y="10734"/>
                  </a:cubicBezTo>
                  <a:cubicBezTo>
                    <a:pt x="1207" y="10749"/>
                    <a:pt x="1193" y="10749"/>
                    <a:pt x="1193" y="10763"/>
                  </a:cubicBezTo>
                  <a:lnTo>
                    <a:pt x="1151" y="10763"/>
                  </a:lnTo>
                  <a:cubicBezTo>
                    <a:pt x="1066" y="10763"/>
                    <a:pt x="995" y="10834"/>
                    <a:pt x="966" y="10905"/>
                  </a:cubicBezTo>
                  <a:lnTo>
                    <a:pt x="966" y="11004"/>
                  </a:lnTo>
                  <a:cubicBezTo>
                    <a:pt x="924" y="11018"/>
                    <a:pt x="881" y="11061"/>
                    <a:pt x="838" y="11047"/>
                  </a:cubicBezTo>
                  <a:cubicBezTo>
                    <a:pt x="611" y="10976"/>
                    <a:pt x="498" y="11118"/>
                    <a:pt x="398" y="11288"/>
                  </a:cubicBezTo>
                  <a:cubicBezTo>
                    <a:pt x="498" y="11345"/>
                    <a:pt x="611" y="11373"/>
                    <a:pt x="725" y="11373"/>
                  </a:cubicBezTo>
                  <a:cubicBezTo>
                    <a:pt x="696" y="11473"/>
                    <a:pt x="782" y="11586"/>
                    <a:pt x="696" y="11671"/>
                  </a:cubicBezTo>
                  <a:lnTo>
                    <a:pt x="696" y="11671"/>
                  </a:lnTo>
                  <a:cubicBezTo>
                    <a:pt x="654" y="11700"/>
                    <a:pt x="625" y="11742"/>
                    <a:pt x="597" y="11771"/>
                  </a:cubicBezTo>
                  <a:lnTo>
                    <a:pt x="597" y="11771"/>
                  </a:lnTo>
                  <a:cubicBezTo>
                    <a:pt x="512" y="11856"/>
                    <a:pt x="384" y="11771"/>
                    <a:pt x="313" y="11856"/>
                  </a:cubicBezTo>
                  <a:cubicBezTo>
                    <a:pt x="299" y="11998"/>
                    <a:pt x="327" y="12126"/>
                    <a:pt x="412" y="12239"/>
                  </a:cubicBezTo>
                  <a:lnTo>
                    <a:pt x="412" y="12239"/>
                  </a:lnTo>
                  <a:cubicBezTo>
                    <a:pt x="455" y="12296"/>
                    <a:pt x="512" y="12353"/>
                    <a:pt x="583" y="12381"/>
                  </a:cubicBezTo>
                  <a:cubicBezTo>
                    <a:pt x="554" y="12452"/>
                    <a:pt x="540" y="12523"/>
                    <a:pt x="668" y="12538"/>
                  </a:cubicBezTo>
                  <a:cubicBezTo>
                    <a:pt x="711" y="12538"/>
                    <a:pt x="739" y="12594"/>
                    <a:pt x="782" y="12623"/>
                  </a:cubicBezTo>
                  <a:lnTo>
                    <a:pt x="725" y="12623"/>
                  </a:lnTo>
                  <a:cubicBezTo>
                    <a:pt x="540" y="12609"/>
                    <a:pt x="398" y="12637"/>
                    <a:pt x="398" y="12878"/>
                  </a:cubicBezTo>
                  <a:cubicBezTo>
                    <a:pt x="398" y="12963"/>
                    <a:pt x="313" y="12992"/>
                    <a:pt x="228" y="13020"/>
                  </a:cubicBezTo>
                  <a:cubicBezTo>
                    <a:pt x="228" y="13034"/>
                    <a:pt x="228" y="13063"/>
                    <a:pt x="228" y="13091"/>
                  </a:cubicBezTo>
                  <a:cubicBezTo>
                    <a:pt x="469" y="13034"/>
                    <a:pt x="526" y="13290"/>
                    <a:pt x="668" y="13389"/>
                  </a:cubicBezTo>
                  <a:cubicBezTo>
                    <a:pt x="682" y="13389"/>
                    <a:pt x="696" y="13432"/>
                    <a:pt x="696" y="13446"/>
                  </a:cubicBezTo>
                  <a:cubicBezTo>
                    <a:pt x="611" y="13517"/>
                    <a:pt x="483" y="13432"/>
                    <a:pt x="398" y="13531"/>
                  </a:cubicBezTo>
                  <a:cubicBezTo>
                    <a:pt x="455" y="13617"/>
                    <a:pt x="640" y="13531"/>
                    <a:pt x="625" y="13659"/>
                  </a:cubicBezTo>
                  <a:cubicBezTo>
                    <a:pt x="583" y="13801"/>
                    <a:pt x="583" y="13943"/>
                    <a:pt x="625" y="14085"/>
                  </a:cubicBezTo>
                  <a:cubicBezTo>
                    <a:pt x="625" y="14128"/>
                    <a:pt x="597" y="14170"/>
                    <a:pt x="569" y="14213"/>
                  </a:cubicBezTo>
                  <a:cubicBezTo>
                    <a:pt x="526" y="14241"/>
                    <a:pt x="483" y="14199"/>
                    <a:pt x="455" y="14170"/>
                  </a:cubicBezTo>
                  <a:cubicBezTo>
                    <a:pt x="313" y="14099"/>
                    <a:pt x="270" y="14114"/>
                    <a:pt x="285" y="14241"/>
                  </a:cubicBezTo>
                  <a:cubicBezTo>
                    <a:pt x="327" y="14497"/>
                    <a:pt x="214" y="14752"/>
                    <a:pt x="228" y="15022"/>
                  </a:cubicBezTo>
                  <a:lnTo>
                    <a:pt x="228" y="15022"/>
                  </a:lnTo>
                  <a:cubicBezTo>
                    <a:pt x="171" y="15079"/>
                    <a:pt x="143" y="15178"/>
                    <a:pt x="157" y="15278"/>
                  </a:cubicBezTo>
                  <a:lnTo>
                    <a:pt x="157" y="15604"/>
                  </a:lnTo>
                  <a:lnTo>
                    <a:pt x="242" y="15604"/>
                  </a:lnTo>
                  <a:lnTo>
                    <a:pt x="270" y="15576"/>
                  </a:lnTo>
                  <a:lnTo>
                    <a:pt x="270" y="15576"/>
                  </a:lnTo>
                  <a:lnTo>
                    <a:pt x="242" y="15590"/>
                  </a:lnTo>
                  <a:lnTo>
                    <a:pt x="157" y="15689"/>
                  </a:lnTo>
                  <a:lnTo>
                    <a:pt x="157" y="15775"/>
                  </a:lnTo>
                  <a:cubicBezTo>
                    <a:pt x="128" y="15789"/>
                    <a:pt x="100" y="15789"/>
                    <a:pt x="86" y="15789"/>
                  </a:cubicBezTo>
                  <a:cubicBezTo>
                    <a:pt x="57" y="16030"/>
                    <a:pt x="57" y="16030"/>
                    <a:pt x="256" y="15973"/>
                  </a:cubicBezTo>
                  <a:cubicBezTo>
                    <a:pt x="285" y="16002"/>
                    <a:pt x="327" y="16059"/>
                    <a:pt x="327" y="16073"/>
                  </a:cubicBezTo>
                  <a:cubicBezTo>
                    <a:pt x="270" y="16229"/>
                    <a:pt x="270" y="16428"/>
                    <a:pt x="72" y="16499"/>
                  </a:cubicBezTo>
                  <a:cubicBezTo>
                    <a:pt x="43" y="16513"/>
                    <a:pt x="29" y="16541"/>
                    <a:pt x="15" y="16570"/>
                  </a:cubicBezTo>
                  <a:cubicBezTo>
                    <a:pt x="1" y="16598"/>
                    <a:pt x="1" y="16627"/>
                    <a:pt x="15" y="16655"/>
                  </a:cubicBezTo>
                  <a:cubicBezTo>
                    <a:pt x="43" y="16698"/>
                    <a:pt x="100" y="16712"/>
                    <a:pt x="143" y="16683"/>
                  </a:cubicBezTo>
                  <a:cubicBezTo>
                    <a:pt x="185" y="16655"/>
                    <a:pt x="214" y="16627"/>
                    <a:pt x="242" y="16598"/>
                  </a:cubicBezTo>
                  <a:cubicBezTo>
                    <a:pt x="341" y="16470"/>
                    <a:pt x="455" y="16485"/>
                    <a:pt x="569" y="16556"/>
                  </a:cubicBezTo>
                  <a:cubicBezTo>
                    <a:pt x="625" y="16584"/>
                    <a:pt x="682" y="16598"/>
                    <a:pt x="739" y="16627"/>
                  </a:cubicBezTo>
                  <a:lnTo>
                    <a:pt x="739" y="16627"/>
                  </a:lnTo>
                  <a:lnTo>
                    <a:pt x="824" y="16698"/>
                  </a:lnTo>
                  <a:lnTo>
                    <a:pt x="838" y="16698"/>
                  </a:lnTo>
                  <a:lnTo>
                    <a:pt x="838" y="16698"/>
                  </a:lnTo>
                  <a:cubicBezTo>
                    <a:pt x="824" y="16769"/>
                    <a:pt x="753" y="16797"/>
                    <a:pt x="696" y="16783"/>
                  </a:cubicBezTo>
                  <a:cubicBezTo>
                    <a:pt x="597" y="16769"/>
                    <a:pt x="512" y="16740"/>
                    <a:pt x="427" y="16726"/>
                  </a:cubicBezTo>
                  <a:cubicBezTo>
                    <a:pt x="370" y="16726"/>
                    <a:pt x="327" y="16754"/>
                    <a:pt x="299" y="16783"/>
                  </a:cubicBezTo>
                  <a:cubicBezTo>
                    <a:pt x="299" y="16825"/>
                    <a:pt x="299" y="16882"/>
                    <a:pt x="313" y="16925"/>
                  </a:cubicBezTo>
                  <a:cubicBezTo>
                    <a:pt x="356" y="17053"/>
                    <a:pt x="512" y="17109"/>
                    <a:pt x="540" y="17280"/>
                  </a:cubicBezTo>
                  <a:cubicBezTo>
                    <a:pt x="583" y="17450"/>
                    <a:pt x="341" y="17507"/>
                    <a:pt x="370" y="17677"/>
                  </a:cubicBezTo>
                  <a:cubicBezTo>
                    <a:pt x="540" y="17805"/>
                    <a:pt x="554" y="17833"/>
                    <a:pt x="469" y="17975"/>
                  </a:cubicBezTo>
                  <a:cubicBezTo>
                    <a:pt x="512" y="18259"/>
                    <a:pt x="654" y="18529"/>
                    <a:pt x="867" y="18728"/>
                  </a:cubicBezTo>
                  <a:cubicBezTo>
                    <a:pt x="980" y="18841"/>
                    <a:pt x="895" y="18813"/>
                    <a:pt x="838" y="18841"/>
                  </a:cubicBezTo>
                  <a:cubicBezTo>
                    <a:pt x="782" y="18870"/>
                    <a:pt x="696" y="18983"/>
                    <a:pt x="782" y="19026"/>
                  </a:cubicBezTo>
                  <a:cubicBezTo>
                    <a:pt x="909" y="19097"/>
                    <a:pt x="952" y="19168"/>
                    <a:pt x="881" y="19310"/>
                  </a:cubicBezTo>
                  <a:cubicBezTo>
                    <a:pt x="853" y="19367"/>
                    <a:pt x="796" y="19452"/>
                    <a:pt x="810" y="19523"/>
                  </a:cubicBezTo>
                  <a:cubicBezTo>
                    <a:pt x="824" y="19580"/>
                    <a:pt x="938" y="19566"/>
                    <a:pt x="1009" y="19594"/>
                  </a:cubicBezTo>
                  <a:cubicBezTo>
                    <a:pt x="1080" y="19608"/>
                    <a:pt x="1066" y="19693"/>
                    <a:pt x="1066" y="19750"/>
                  </a:cubicBezTo>
                  <a:cubicBezTo>
                    <a:pt x="1066" y="19892"/>
                    <a:pt x="1108" y="19992"/>
                    <a:pt x="1264" y="20006"/>
                  </a:cubicBezTo>
                  <a:cubicBezTo>
                    <a:pt x="1293" y="20006"/>
                    <a:pt x="1307" y="20048"/>
                    <a:pt x="1321" y="20062"/>
                  </a:cubicBezTo>
                  <a:cubicBezTo>
                    <a:pt x="1307" y="20105"/>
                    <a:pt x="1278" y="20148"/>
                    <a:pt x="1264" y="20190"/>
                  </a:cubicBezTo>
                  <a:cubicBezTo>
                    <a:pt x="1236" y="20304"/>
                    <a:pt x="1264" y="20346"/>
                    <a:pt x="1378" y="20332"/>
                  </a:cubicBezTo>
                  <a:cubicBezTo>
                    <a:pt x="1420" y="20332"/>
                    <a:pt x="1477" y="20247"/>
                    <a:pt x="1534" y="20346"/>
                  </a:cubicBezTo>
                  <a:cubicBezTo>
                    <a:pt x="1378" y="20517"/>
                    <a:pt x="1236" y="20687"/>
                    <a:pt x="1406" y="20929"/>
                  </a:cubicBezTo>
                  <a:cubicBezTo>
                    <a:pt x="1463" y="21000"/>
                    <a:pt x="1307" y="21099"/>
                    <a:pt x="1420" y="21170"/>
                  </a:cubicBezTo>
                  <a:cubicBezTo>
                    <a:pt x="1534" y="21170"/>
                    <a:pt x="1591" y="21028"/>
                    <a:pt x="1719" y="21056"/>
                  </a:cubicBezTo>
                  <a:cubicBezTo>
                    <a:pt x="1818" y="21198"/>
                    <a:pt x="1861" y="21383"/>
                    <a:pt x="1832" y="21567"/>
                  </a:cubicBezTo>
                  <a:cubicBezTo>
                    <a:pt x="1832" y="21624"/>
                    <a:pt x="1875" y="21638"/>
                    <a:pt x="1889" y="21681"/>
                  </a:cubicBezTo>
                  <a:cubicBezTo>
                    <a:pt x="1946" y="21795"/>
                    <a:pt x="1988" y="21908"/>
                    <a:pt x="2017" y="22036"/>
                  </a:cubicBezTo>
                  <a:cubicBezTo>
                    <a:pt x="2045" y="22079"/>
                    <a:pt x="1974" y="22164"/>
                    <a:pt x="2059" y="22192"/>
                  </a:cubicBezTo>
                  <a:cubicBezTo>
                    <a:pt x="2130" y="22192"/>
                    <a:pt x="2187" y="22178"/>
                    <a:pt x="2244" y="22164"/>
                  </a:cubicBezTo>
                  <a:cubicBezTo>
                    <a:pt x="2201" y="22490"/>
                    <a:pt x="2201" y="22490"/>
                    <a:pt x="2429" y="22746"/>
                  </a:cubicBezTo>
                  <a:cubicBezTo>
                    <a:pt x="2514" y="22860"/>
                    <a:pt x="2627" y="22973"/>
                    <a:pt x="2755" y="23044"/>
                  </a:cubicBezTo>
                  <a:cubicBezTo>
                    <a:pt x="2911" y="23129"/>
                    <a:pt x="3011" y="23285"/>
                    <a:pt x="3011" y="23456"/>
                  </a:cubicBezTo>
                  <a:cubicBezTo>
                    <a:pt x="3011" y="23697"/>
                    <a:pt x="3124" y="23924"/>
                    <a:pt x="3309" y="24081"/>
                  </a:cubicBezTo>
                  <a:cubicBezTo>
                    <a:pt x="3493" y="24223"/>
                    <a:pt x="3635" y="24407"/>
                    <a:pt x="3749" y="24620"/>
                  </a:cubicBezTo>
                  <a:cubicBezTo>
                    <a:pt x="3806" y="24734"/>
                    <a:pt x="3820" y="24833"/>
                    <a:pt x="3962" y="24876"/>
                  </a:cubicBezTo>
                  <a:cubicBezTo>
                    <a:pt x="4047" y="24890"/>
                    <a:pt x="4104" y="24975"/>
                    <a:pt x="4189" y="25032"/>
                  </a:cubicBezTo>
                  <a:cubicBezTo>
                    <a:pt x="4345" y="25145"/>
                    <a:pt x="4161" y="25358"/>
                    <a:pt x="4260" y="25401"/>
                  </a:cubicBezTo>
                  <a:cubicBezTo>
                    <a:pt x="4345" y="25444"/>
                    <a:pt x="4530" y="25373"/>
                    <a:pt x="4558" y="25571"/>
                  </a:cubicBezTo>
                  <a:cubicBezTo>
                    <a:pt x="4587" y="25671"/>
                    <a:pt x="4643" y="25756"/>
                    <a:pt x="4743" y="25784"/>
                  </a:cubicBezTo>
                  <a:cubicBezTo>
                    <a:pt x="4743" y="25898"/>
                    <a:pt x="4842" y="25983"/>
                    <a:pt x="4814" y="26097"/>
                  </a:cubicBezTo>
                  <a:cubicBezTo>
                    <a:pt x="4814" y="26139"/>
                    <a:pt x="4856" y="26210"/>
                    <a:pt x="4871" y="26210"/>
                  </a:cubicBezTo>
                  <a:cubicBezTo>
                    <a:pt x="5084" y="26196"/>
                    <a:pt x="5055" y="26437"/>
                    <a:pt x="5169" y="26494"/>
                  </a:cubicBezTo>
                  <a:cubicBezTo>
                    <a:pt x="5311" y="26565"/>
                    <a:pt x="5410" y="26693"/>
                    <a:pt x="5481" y="26821"/>
                  </a:cubicBezTo>
                  <a:cubicBezTo>
                    <a:pt x="5552" y="26934"/>
                    <a:pt x="5623" y="27020"/>
                    <a:pt x="5708" y="27119"/>
                  </a:cubicBezTo>
                  <a:cubicBezTo>
                    <a:pt x="5737" y="27204"/>
                    <a:pt x="5808" y="27275"/>
                    <a:pt x="5907" y="27289"/>
                  </a:cubicBezTo>
                  <a:lnTo>
                    <a:pt x="5907" y="27488"/>
                  </a:lnTo>
                  <a:cubicBezTo>
                    <a:pt x="5964" y="27531"/>
                    <a:pt x="5992" y="27602"/>
                    <a:pt x="5978" y="27687"/>
                  </a:cubicBezTo>
                  <a:cubicBezTo>
                    <a:pt x="5978" y="27758"/>
                    <a:pt x="6021" y="27829"/>
                    <a:pt x="6092" y="27871"/>
                  </a:cubicBezTo>
                  <a:cubicBezTo>
                    <a:pt x="6120" y="27815"/>
                    <a:pt x="6148" y="27729"/>
                    <a:pt x="6234" y="27758"/>
                  </a:cubicBezTo>
                  <a:cubicBezTo>
                    <a:pt x="6262" y="27758"/>
                    <a:pt x="6262" y="27829"/>
                    <a:pt x="6276" y="27871"/>
                  </a:cubicBezTo>
                  <a:cubicBezTo>
                    <a:pt x="6305" y="27871"/>
                    <a:pt x="6319" y="27871"/>
                    <a:pt x="6347" y="27871"/>
                  </a:cubicBezTo>
                  <a:lnTo>
                    <a:pt x="6347" y="27871"/>
                  </a:lnTo>
                  <a:cubicBezTo>
                    <a:pt x="6361" y="27999"/>
                    <a:pt x="6234" y="28113"/>
                    <a:pt x="6276" y="28255"/>
                  </a:cubicBezTo>
                  <a:lnTo>
                    <a:pt x="6276" y="28255"/>
                  </a:lnTo>
                  <a:cubicBezTo>
                    <a:pt x="6333" y="28312"/>
                    <a:pt x="6418" y="28283"/>
                    <a:pt x="6475" y="28340"/>
                  </a:cubicBezTo>
                  <a:lnTo>
                    <a:pt x="6475" y="28340"/>
                  </a:lnTo>
                  <a:cubicBezTo>
                    <a:pt x="6546" y="28468"/>
                    <a:pt x="6702" y="28510"/>
                    <a:pt x="6759" y="28624"/>
                  </a:cubicBezTo>
                  <a:cubicBezTo>
                    <a:pt x="6787" y="28624"/>
                    <a:pt x="6830" y="28624"/>
                    <a:pt x="6858" y="28624"/>
                  </a:cubicBezTo>
                  <a:cubicBezTo>
                    <a:pt x="6929" y="28681"/>
                    <a:pt x="7029" y="28681"/>
                    <a:pt x="7114" y="28652"/>
                  </a:cubicBezTo>
                  <a:cubicBezTo>
                    <a:pt x="7114" y="28638"/>
                    <a:pt x="7114" y="28624"/>
                    <a:pt x="7114" y="28610"/>
                  </a:cubicBezTo>
                  <a:lnTo>
                    <a:pt x="7142" y="28624"/>
                  </a:lnTo>
                  <a:lnTo>
                    <a:pt x="7142" y="28624"/>
                  </a:lnTo>
                  <a:lnTo>
                    <a:pt x="7142" y="28723"/>
                  </a:lnTo>
                  <a:lnTo>
                    <a:pt x="7227" y="28723"/>
                  </a:lnTo>
                  <a:lnTo>
                    <a:pt x="7227" y="28723"/>
                  </a:lnTo>
                  <a:cubicBezTo>
                    <a:pt x="7242" y="28723"/>
                    <a:pt x="7242" y="28723"/>
                    <a:pt x="7256" y="28738"/>
                  </a:cubicBezTo>
                  <a:lnTo>
                    <a:pt x="7227" y="28738"/>
                  </a:lnTo>
                  <a:cubicBezTo>
                    <a:pt x="7171" y="28823"/>
                    <a:pt x="7171" y="28922"/>
                    <a:pt x="7227" y="29007"/>
                  </a:cubicBezTo>
                  <a:lnTo>
                    <a:pt x="7327" y="29021"/>
                  </a:lnTo>
                  <a:lnTo>
                    <a:pt x="7426" y="28993"/>
                  </a:lnTo>
                  <a:cubicBezTo>
                    <a:pt x="7469" y="29021"/>
                    <a:pt x="7540" y="29036"/>
                    <a:pt x="7540" y="29050"/>
                  </a:cubicBezTo>
                  <a:cubicBezTo>
                    <a:pt x="7568" y="29206"/>
                    <a:pt x="7682" y="29192"/>
                    <a:pt x="7781" y="29206"/>
                  </a:cubicBezTo>
                  <a:lnTo>
                    <a:pt x="7781" y="29206"/>
                  </a:lnTo>
                  <a:cubicBezTo>
                    <a:pt x="7881" y="29462"/>
                    <a:pt x="8179" y="29447"/>
                    <a:pt x="8335" y="29618"/>
                  </a:cubicBezTo>
                  <a:cubicBezTo>
                    <a:pt x="8420" y="29703"/>
                    <a:pt x="8534" y="29675"/>
                    <a:pt x="8647" y="29646"/>
                  </a:cubicBezTo>
                  <a:cubicBezTo>
                    <a:pt x="8747" y="29632"/>
                    <a:pt x="8732" y="29717"/>
                    <a:pt x="8761" y="29760"/>
                  </a:cubicBezTo>
                  <a:cubicBezTo>
                    <a:pt x="8846" y="29902"/>
                    <a:pt x="9002" y="29902"/>
                    <a:pt x="9130" y="29916"/>
                  </a:cubicBezTo>
                  <a:cubicBezTo>
                    <a:pt x="9187" y="29930"/>
                    <a:pt x="9244" y="29831"/>
                    <a:pt x="9315" y="29774"/>
                  </a:cubicBezTo>
                  <a:cubicBezTo>
                    <a:pt x="9315" y="29774"/>
                    <a:pt x="9329" y="29760"/>
                    <a:pt x="9329" y="29760"/>
                  </a:cubicBezTo>
                  <a:lnTo>
                    <a:pt x="9329" y="29760"/>
                  </a:lnTo>
                  <a:lnTo>
                    <a:pt x="9315" y="29774"/>
                  </a:lnTo>
                  <a:cubicBezTo>
                    <a:pt x="9329" y="29873"/>
                    <a:pt x="9315" y="29987"/>
                    <a:pt x="9414" y="30058"/>
                  </a:cubicBezTo>
                  <a:lnTo>
                    <a:pt x="9428" y="30030"/>
                  </a:lnTo>
                  <a:lnTo>
                    <a:pt x="9428" y="30030"/>
                  </a:lnTo>
                  <a:lnTo>
                    <a:pt x="9414" y="30058"/>
                  </a:lnTo>
                  <a:cubicBezTo>
                    <a:pt x="9485" y="30172"/>
                    <a:pt x="9655" y="30186"/>
                    <a:pt x="9712" y="30313"/>
                  </a:cubicBezTo>
                  <a:cubicBezTo>
                    <a:pt x="9741" y="30313"/>
                    <a:pt x="9755" y="30328"/>
                    <a:pt x="9783" y="30328"/>
                  </a:cubicBezTo>
                  <a:cubicBezTo>
                    <a:pt x="9854" y="30285"/>
                    <a:pt x="9939" y="30285"/>
                    <a:pt x="10010" y="30328"/>
                  </a:cubicBezTo>
                  <a:cubicBezTo>
                    <a:pt x="10039" y="30328"/>
                    <a:pt x="10067" y="30342"/>
                    <a:pt x="10081" y="30342"/>
                  </a:cubicBezTo>
                  <a:cubicBezTo>
                    <a:pt x="10592" y="30541"/>
                    <a:pt x="11132" y="30626"/>
                    <a:pt x="11686" y="30569"/>
                  </a:cubicBezTo>
                  <a:cubicBezTo>
                    <a:pt x="11700" y="30569"/>
                    <a:pt x="11714" y="30555"/>
                    <a:pt x="11728" y="30541"/>
                  </a:cubicBezTo>
                  <a:lnTo>
                    <a:pt x="11757" y="30541"/>
                  </a:lnTo>
                  <a:lnTo>
                    <a:pt x="11799" y="30541"/>
                  </a:lnTo>
                  <a:lnTo>
                    <a:pt x="11799" y="30612"/>
                  </a:lnTo>
                  <a:cubicBezTo>
                    <a:pt x="11884" y="30626"/>
                    <a:pt x="11955" y="30612"/>
                    <a:pt x="12026" y="30597"/>
                  </a:cubicBezTo>
                  <a:cubicBezTo>
                    <a:pt x="12140" y="30526"/>
                    <a:pt x="12225" y="30526"/>
                    <a:pt x="12310" y="30640"/>
                  </a:cubicBezTo>
                  <a:cubicBezTo>
                    <a:pt x="12339" y="30683"/>
                    <a:pt x="12410" y="30697"/>
                    <a:pt x="12467" y="30725"/>
                  </a:cubicBezTo>
                  <a:lnTo>
                    <a:pt x="12467" y="30810"/>
                  </a:lnTo>
                  <a:lnTo>
                    <a:pt x="12566" y="30810"/>
                  </a:lnTo>
                  <a:cubicBezTo>
                    <a:pt x="12637" y="30896"/>
                    <a:pt x="12708" y="30981"/>
                    <a:pt x="12850" y="30910"/>
                  </a:cubicBezTo>
                  <a:cubicBezTo>
                    <a:pt x="12949" y="30896"/>
                    <a:pt x="13063" y="30910"/>
                    <a:pt x="13134" y="30810"/>
                  </a:cubicBezTo>
                  <a:cubicBezTo>
                    <a:pt x="13162" y="30796"/>
                    <a:pt x="13191" y="30796"/>
                    <a:pt x="13219" y="30796"/>
                  </a:cubicBezTo>
                  <a:cubicBezTo>
                    <a:pt x="13318" y="30825"/>
                    <a:pt x="13418" y="30910"/>
                    <a:pt x="13517" y="30796"/>
                  </a:cubicBezTo>
                  <a:cubicBezTo>
                    <a:pt x="13560" y="30683"/>
                    <a:pt x="13673" y="30612"/>
                    <a:pt x="13801" y="30626"/>
                  </a:cubicBezTo>
                  <a:cubicBezTo>
                    <a:pt x="13830" y="30683"/>
                    <a:pt x="13886" y="30711"/>
                    <a:pt x="13957" y="30711"/>
                  </a:cubicBezTo>
                  <a:cubicBezTo>
                    <a:pt x="14142" y="30711"/>
                    <a:pt x="14312" y="30825"/>
                    <a:pt x="14511" y="30768"/>
                  </a:cubicBezTo>
                  <a:cubicBezTo>
                    <a:pt x="14625" y="30924"/>
                    <a:pt x="14738" y="30839"/>
                    <a:pt x="14866" y="30768"/>
                  </a:cubicBezTo>
                  <a:cubicBezTo>
                    <a:pt x="15008" y="30711"/>
                    <a:pt x="15164" y="30597"/>
                    <a:pt x="15349" y="30739"/>
                  </a:cubicBezTo>
                  <a:cubicBezTo>
                    <a:pt x="15406" y="30796"/>
                    <a:pt x="15491" y="30697"/>
                    <a:pt x="15519" y="30640"/>
                  </a:cubicBezTo>
                  <a:lnTo>
                    <a:pt x="15519" y="30640"/>
                  </a:lnTo>
                  <a:cubicBezTo>
                    <a:pt x="15548" y="30626"/>
                    <a:pt x="15576" y="30626"/>
                    <a:pt x="15604" y="30597"/>
                  </a:cubicBezTo>
                  <a:cubicBezTo>
                    <a:pt x="15690" y="30583"/>
                    <a:pt x="15775" y="30526"/>
                    <a:pt x="15846" y="30640"/>
                  </a:cubicBezTo>
                  <a:cubicBezTo>
                    <a:pt x="15917" y="30754"/>
                    <a:pt x="16044" y="30825"/>
                    <a:pt x="16186" y="30796"/>
                  </a:cubicBezTo>
                  <a:cubicBezTo>
                    <a:pt x="16243" y="30796"/>
                    <a:pt x="16314" y="30796"/>
                    <a:pt x="16371" y="30810"/>
                  </a:cubicBezTo>
                  <a:cubicBezTo>
                    <a:pt x="16385" y="30796"/>
                    <a:pt x="16414" y="30796"/>
                    <a:pt x="16442" y="30796"/>
                  </a:cubicBezTo>
                  <a:cubicBezTo>
                    <a:pt x="16485" y="30782"/>
                    <a:pt x="16499" y="30739"/>
                    <a:pt x="16485" y="30697"/>
                  </a:cubicBezTo>
                  <a:lnTo>
                    <a:pt x="16598" y="30640"/>
                  </a:lnTo>
                  <a:cubicBezTo>
                    <a:pt x="16598" y="30725"/>
                    <a:pt x="16570" y="30825"/>
                    <a:pt x="16655" y="30896"/>
                  </a:cubicBezTo>
                  <a:lnTo>
                    <a:pt x="16840" y="30896"/>
                  </a:lnTo>
                  <a:cubicBezTo>
                    <a:pt x="16953" y="30810"/>
                    <a:pt x="17109" y="30896"/>
                    <a:pt x="17223" y="30825"/>
                  </a:cubicBezTo>
                  <a:lnTo>
                    <a:pt x="17322" y="30711"/>
                  </a:lnTo>
                  <a:cubicBezTo>
                    <a:pt x="17379" y="30654"/>
                    <a:pt x="17478" y="30683"/>
                    <a:pt x="17521" y="30626"/>
                  </a:cubicBezTo>
                  <a:lnTo>
                    <a:pt x="17706" y="30626"/>
                  </a:lnTo>
                  <a:cubicBezTo>
                    <a:pt x="17805" y="30484"/>
                    <a:pt x="17961" y="30541"/>
                    <a:pt x="18089" y="30512"/>
                  </a:cubicBezTo>
                  <a:cubicBezTo>
                    <a:pt x="18203" y="30484"/>
                    <a:pt x="18274" y="30384"/>
                    <a:pt x="18359" y="30342"/>
                  </a:cubicBezTo>
                  <a:cubicBezTo>
                    <a:pt x="18274" y="30441"/>
                    <a:pt x="18160" y="30541"/>
                    <a:pt x="18288" y="30711"/>
                  </a:cubicBezTo>
                  <a:lnTo>
                    <a:pt x="18316" y="30711"/>
                  </a:lnTo>
                  <a:lnTo>
                    <a:pt x="18359" y="30711"/>
                  </a:lnTo>
                  <a:cubicBezTo>
                    <a:pt x="18416" y="30654"/>
                    <a:pt x="18501" y="30683"/>
                    <a:pt x="18558" y="30612"/>
                  </a:cubicBezTo>
                  <a:lnTo>
                    <a:pt x="18558" y="30612"/>
                  </a:lnTo>
                  <a:cubicBezTo>
                    <a:pt x="18629" y="30512"/>
                    <a:pt x="18770" y="30597"/>
                    <a:pt x="18841" y="30526"/>
                  </a:cubicBezTo>
                  <a:lnTo>
                    <a:pt x="18841" y="30526"/>
                  </a:lnTo>
                  <a:cubicBezTo>
                    <a:pt x="18870" y="30498"/>
                    <a:pt x="18898" y="30470"/>
                    <a:pt x="18941" y="30441"/>
                  </a:cubicBezTo>
                  <a:lnTo>
                    <a:pt x="19211" y="30427"/>
                  </a:lnTo>
                  <a:cubicBezTo>
                    <a:pt x="19253" y="30399"/>
                    <a:pt x="19296" y="30370"/>
                    <a:pt x="19324" y="30328"/>
                  </a:cubicBezTo>
                  <a:lnTo>
                    <a:pt x="19324" y="30328"/>
                  </a:lnTo>
                  <a:cubicBezTo>
                    <a:pt x="19551" y="30228"/>
                    <a:pt x="19892" y="30328"/>
                    <a:pt x="20006" y="30001"/>
                  </a:cubicBezTo>
                  <a:cubicBezTo>
                    <a:pt x="19906" y="30328"/>
                    <a:pt x="19921" y="30328"/>
                    <a:pt x="20176" y="30328"/>
                  </a:cubicBezTo>
                  <a:lnTo>
                    <a:pt x="20176" y="30328"/>
                  </a:lnTo>
                  <a:cubicBezTo>
                    <a:pt x="20204" y="30299"/>
                    <a:pt x="20247" y="30271"/>
                    <a:pt x="20275" y="30243"/>
                  </a:cubicBezTo>
                  <a:lnTo>
                    <a:pt x="20275" y="30243"/>
                  </a:lnTo>
                  <a:cubicBezTo>
                    <a:pt x="20290" y="30200"/>
                    <a:pt x="20346" y="30200"/>
                    <a:pt x="20375" y="30243"/>
                  </a:cubicBezTo>
                  <a:lnTo>
                    <a:pt x="20460" y="30243"/>
                  </a:lnTo>
                  <a:cubicBezTo>
                    <a:pt x="20488" y="30200"/>
                    <a:pt x="20531" y="30172"/>
                    <a:pt x="20559" y="30143"/>
                  </a:cubicBezTo>
                  <a:lnTo>
                    <a:pt x="20559" y="30143"/>
                  </a:lnTo>
                  <a:cubicBezTo>
                    <a:pt x="20630" y="30058"/>
                    <a:pt x="20758" y="30129"/>
                    <a:pt x="20843" y="30044"/>
                  </a:cubicBezTo>
                  <a:cubicBezTo>
                    <a:pt x="20872" y="30015"/>
                    <a:pt x="20900" y="29987"/>
                    <a:pt x="20929" y="29959"/>
                  </a:cubicBezTo>
                  <a:cubicBezTo>
                    <a:pt x="20971" y="29959"/>
                    <a:pt x="21000" y="29959"/>
                    <a:pt x="21028" y="29959"/>
                  </a:cubicBezTo>
                  <a:cubicBezTo>
                    <a:pt x="21056" y="29916"/>
                    <a:pt x="21099" y="29916"/>
                    <a:pt x="21127" y="29959"/>
                  </a:cubicBezTo>
                  <a:lnTo>
                    <a:pt x="21213" y="29959"/>
                  </a:lnTo>
                  <a:cubicBezTo>
                    <a:pt x="21284" y="29902"/>
                    <a:pt x="21213" y="29788"/>
                    <a:pt x="21312" y="29760"/>
                  </a:cubicBezTo>
                  <a:lnTo>
                    <a:pt x="21411" y="29760"/>
                  </a:lnTo>
                  <a:cubicBezTo>
                    <a:pt x="21468" y="29817"/>
                    <a:pt x="21553" y="29817"/>
                    <a:pt x="21596" y="29760"/>
                  </a:cubicBezTo>
                  <a:lnTo>
                    <a:pt x="21596" y="29760"/>
                  </a:lnTo>
                  <a:cubicBezTo>
                    <a:pt x="21624" y="29731"/>
                    <a:pt x="21624" y="29689"/>
                    <a:pt x="21596" y="29675"/>
                  </a:cubicBezTo>
                  <a:lnTo>
                    <a:pt x="21596" y="29575"/>
                  </a:lnTo>
                  <a:cubicBezTo>
                    <a:pt x="21596" y="29575"/>
                    <a:pt x="21582" y="29561"/>
                    <a:pt x="21582" y="29547"/>
                  </a:cubicBezTo>
                  <a:cubicBezTo>
                    <a:pt x="21568" y="29518"/>
                    <a:pt x="21582" y="29504"/>
                    <a:pt x="21596" y="29476"/>
                  </a:cubicBezTo>
                  <a:lnTo>
                    <a:pt x="21695" y="29476"/>
                  </a:lnTo>
                  <a:cubicBezTo>
                    <a:pt x="21752" y="29533"/>
                    <a:pt x="21837" y="29533"/>
                    <a:pt x="21880" y="29476"/>
                  </a:cubicBezTo>
                  <a:cubicBezTo>
                    <a:pt x="21922" y="29447"/>
                    <a:pt x="21951" y="29419"/>
                    <a:pt x="21979" y="29376"/>
                  </a:cubicBezTo>
                  <a:cubicBezTo>
                    <a:pt x="22022" y="29348"/>
                    <a:pt x="22050" y="29320"/>
                    <a:pt x="22079" y="29277"/>
                  </a:cubicBezTo>
                  <a:cubicBezTo>
                    <a:pt x="22121" y="29249"/>
                    <a:pt x="22135" y="29192"/>
                    <a:pt x="22121" y="29135"/>
                  </a:cubicBezTo>
                  <a:cubicBezTo>
                    <a:pt x="22164" y="29149"/>
                    <a:pt x="22235" y="29149"/>
                    <a:pt x="22277" y="29192"/>
                  </a:cubicBezTo>
                  <a:cubicBezTo>
                    <a:pt x="22306" y="29192"/>
                    <a:pt x="22334" y="29192"/>
                    <a:pt x="22363" y="29192"/>
                  </a:cubicBezTo>
                  <a:cubicBezTo>
                    <a:pt x="22391" y="29149"/>
                    <a:pt x="22434" y="29121"/>
                    <a:pt x="22462" y="29092"/>
                  </a:cubicBezTo>
                  <a:cubicBezTo>
                    <a:pt x="22462" y="29064"/>
                    <a:pt x="22462" y="29021"/>
                    <a:pt x="22462" y="28993"/>
                  </a:cubicBezTo>
                  <a:lnTo>
                    <a:pt x="22462" y="28894"/>
                  </a:lnTo>
                  <a:cubicBezTo>
                    <a:pt x="22618" y="28766"/>
                    <a:pt x="22831" y="28709"/>
                    <a:pt x="23030" y="28709"/>
                  </a:cubicBezTo>
                  <a:cubicBezTo>
                    <a:pt x="23243" y="28695"/>
                    <a:pt x="23456" y="28652"/>
                    <a:pt x="23655" y="28553"/>
                  </a:cubicBezTo>
                  <a:cubicBezTo>
                    <a:pt x="23811" y="28312"/>
                    <a:pt x="24109" y="28411"/>
                    <a:pt x="24294" y="28255"/>
                  </a:cubicBezTo>
                  <a:cubicBezTo>
                    <a:pt x="24577" y="28312"/>
                    <a:pt x="24776" y="28127"/>
                    <a:pt x="24961" y="27971"/>
                  </a:cubicBezTo>
                  <a:cubicBezTo>
                    <a:pt x="25344" y="27673"/>
                    <a:pt x="25699" y="27360"/>
                    <a:pt x="26111" y="27105"/>
                  </a:cubicBezTo>
                  <a:lnTo>
                    <a:pt x="26267" y="26977"/>
                  </a:lnTo>
                  <a:cubicBezTo>
                    <a:pt x="26295" y="26892"/>
                    <a:pt x="26338" y="26807"/>
                    <a:pt x="26381" y="26721"/>
                  </a:cubicBezTo>
                  <a:lnTo>
                    <a:pt x="27034" y="26693"/>
                  </a:lnTo>
                  <a:cubicBezTo>
                    <a:pt x="27133" y="26508"/>
                    <a:pt x="27332" y="26537"/>
                    <a:pt x="27502" y="26508"/>
                  </a:cubicBezTo>
                  <a:cubicBezTo>
                    <a:pt x="27516" y="26409"/>
                    <a:pt x="27559" y="26324"/>
                    <a:pt x="27644" y="26267"/>
                  </a:cubicBezTo>
                  <a:cubicBezTo>
                    <a:pt x="27900" y="26139"/>
                    <a:pt x="28099" y="25926"/>
                    <a:pt x="28198" y="25671"/>
                  </a:cubicBezTo>
                  <a:cubicBezTo>
                    <a:pt x="28226" y="25628"/>
                    <a:pt x="28255" y="25600"/>
                    <a:pt x="28297" y="25586"/>
                  </a:cubicBezTo>
                  <a:cubicBezTo>
                    <a:pt x="28525" y="25543"/>
                    <a:pt x="28581" y="25358"/>
                    <a:pt x="28667" y="25188"/>
                  </a:cubicBezTo>
                  <a:cubicBezTo>
                    <a:pt x="28766" y="25103"/>
                    <a:pt x="28837" y="25003"/>
                    <a:pt x="28936" y="24918"/>
                  </a:cubicBezTo>
                  <a:cubicBezTo>
                    <a:pt x="29121" y="24776"/>
                    <a:pt x="29263" y="24592"/>
                    <a:pt x="29376" y="24379"/>
                  </a:cubicBezTo>
                  <a:cubicBezTo>
                    <a:pt x="29504" y="24166"/>
                    <a:pt x="29675" y="23981"/>
                    <a:pt x="29888" y="23853"/>
                  </a:cubicBezTo>
                  <a:cubicBezTo>
                    <a:pt x="29888" y="23711"/>
                    <a:pt x="29888" y="23569"/>
                    <a:pt x="29902" y="23427"/>
                  </a:cubicBezTo>
                  <a:cubicBezTo>
                    <a:pt x="29930" y="23271"/>
                    <a:pt x="29973" y="23115"/>
                    <a:pt x="30172" y="23072"/>
                  </a:cubicBezTo>
                  <a:cubicBezTo>
                    <a:pt x="30172" y="22973"/>
                    <a:pt x="30257" y="22888"/>
                    <a:pt x="30370" y="22888"/>
                  </a:cubicBezTo>
                  <a:cubicBezTo>
                    <a:pt x="30384" y="22789"/>
                    <a:pt x="30370" y="22661"/>
                    <a:pt x="30498" y="22618"/>
                  </a:cubicBezTo>
                  <a:cubicBezTo>
                    <a:pt x="30626" y="22590"/>
                    <a:pt x="30697" y="22448"/>
                    <a:pt x="30754" y="22334"/>
                  </a:cubicBezTo>
                  <a:lnTo>
                    <a:pt x="30739" y="22306"/>
                  </a:lnTo>
                  <a:lnTo>
                    <a:pt x="30739" y="22306"/>
                  </a:lnTo>
                  <a:lnTo>
                    <a:pt x="30754" y="22334"/>
                  </a:lnTo>
                  <a:lnTo>
                    <a:pt x="30952" y="22050"/>
                  </a:lnTo>
                  <a:lnTo>
                    <a:pt x="30952" y="22050"/>
                  </a:lnTo>
                  <a:lnTo>
                    <a:pt x="31123" y="21937"/>
                  </a:lnTo>
                  <a:lnTo>
                    <a:pt x="31208" y="21837"/>
                  </a:lnTo>
                  <a:cubicBezTo>
                    <a:pt x="31222" y="21752"/>
                    <a:pt x="31251" y="21681"/>
                    <a:pt x="31322" y="21638"/>
                  </a:cubicBezTo>
                  <a:lnTo>
                    <a:pt x="31364" y="21638"/>
                  </a:lnTo>
                  <a:lnTo>
                    <a:pt x="31407" y="21638"/>
                  </a:lnTo>
                  <a:cubicBezTo>
                    <a:pt x="31407" y="21567"/>
                    <a:pt x="31449" y="21497"/>
                    <a:pt x="31506" y="21454"/>
                  </a:cubicBezTo>
                  <a:cubicBezTo>
                    <a:pt x="31563" y="21340"/>
                    <a:pt x="31563" y="21213"/>
                    <a:pt x="31520" y="21085"/>
                  </a:cubicBezTo>
                  <a:cubicBezTo>
                    <a:pt x="31520" y="21014"/>
                    <a:pt x="31535" y="20929"/>
                    <a:pt x="31535" y="20858"/>
                  </a:cubicBezTo>
                  <a:cubicBezTo>
                    <a:pt x="31535" y="20716"/>
                    <a:pt x="31606" y="20588"/>
                    <a:pt x="31733" y="20531"/>
                  </a:cubicBezTo>
                  <a:cubicBezTo>
                    <a:pt x="31790" y="20503"/>
                    <a:pt x="31833" y="20460"/>
                    <a:pt x="31875" y="20403"/>
                  </a:cubicBezTo>
                  <a:cubicBezTo>
                    <a:pt x="31889" y="20219"/>
                    <a:pt x="32003" y="20034"/>
                    <a:pt x="32173" y="19935"/>
                  </a:cubicBezTo>
                  <a:lnTo>
                    <a:pt x="32173" y="19850"/>
                  </a:lnTo>
                  <a:lnTo>
                    <a:pt x="32259" y="19850"/>
                  </a:lnTo>
                  <a:cubicBezTo>
                    <a:pt x="32259" y="19665"/>
                    <a:pt x="32358" y="19495"/>
                    <a:pt x="32202" y="19310"/>
                  </a:cubicBezTo>
                  <a:cubicBezTo>
                    <a:pt x="32145" y="19253"/>
                    <a:pt x="32188" y="19140"/>
                    <a:pt x="32259" y="19069"/>
                  </a:cubicBezTo>
                  <a:cubicBezTo>
                    <a:pt x="32330" y="18998"/>
                    <a:pt x="32401" y="18941"/>
                    <a:pt x="32472" y="18884"/>
                  </a:cubicBezTo>
                  <a:cubicBezTo>
                    <a:pt x="32543" y="18841"/>
                    <a:pt x="32571" y="18756"/>
                    <a:pt x="32543" y="18685"/>
                  </a:cubicBezTo>
                  <a:cubicBezTo>
                    <a:pt x="32514" y="18600"/>
                    <a:pt x="32486" y="18501"/>
                    <a:pt x="32457" y="18416"/>
                  </a:cubicBezTo>
                  <a:lnTo>
                    <a:pt x="32557" y="18430"/>
                  </a:lnTo>
                  <a:lnTo>
                    <a:pt x="32557" y="18430"/>
                  </a:lnTo>
                  <a:lnTo>
                    <a:pt x="32557" y="18430"/>
                  </a:lnTo>
                  <a:lnTo>
                    <a:pt x="32557" y="18430"/>
                  </a:lnTo>
                  <a:cubicBezTo>
                    <a:pt x="32599" y="18501"/>
                    <a:pt x="32670" y="18529"/>
                    <a:pt x="32741" y="18501"/>
                  </a:cubicBezTo>
                  <a:cubicBezTo>
                    <a:pt x="32741" y="18430"/>
                    <a:pt x="32770" y="18359"/>
                    <a:pt x="32855" y="18330"/>
                  </a:cubicBezTo>
                  <a:cubicBezTo>
                    <a:pt x="32855" y="18217"/>
                    <a:pt x="32784" y="18103"/>
                    <a:pt x="32883" y="17975"/>
                  </a:cubicBezTo>
                  <a:cubicBezTo>
                    <a:pt x="32983" y="17862"/>
                    <a:pt x="32713" y="17805"/>
                    <a:pt x="32798" y="17663"/>
                  </a:cubicBezTo>
                  <a:cubicBezTo>
                    <a:pt x="32855" y="17592"/>
                    <a:pt x="32841" y="17507"/>
                    <a:pt x="32770" y="17450"/>
                  </a:cubicBezTo>
                  <a:lnTo>
                    <a:pt x="32770" y="17450"/>
                  </a:lnTo>
                  <a:cubicBezTo>
                    <a:pt x="32756" y="17336"/>
                    <a:pt x="32855" y="17209"/>
                    <a:pt x="32756" y="17095"/>
                  </a:cubicBezTo>
                  <a:lnTo>
                    <a:pt x="32756" y="17095"/>
                  </a:lnTo>
                  <a:cubicBezTo>
                    <a:pt x="32756" y="16911"/>
                    <a:pt x="32898" y="16911"/>
                    <a:pt x="33040" y="16896"/>
                  </a:cubicBezTo>
                  <a:lnTo>
                    <a:pt x="33040" y="16811"/>
                  </a:lnTo>
                  <a:cubicBezTo>
                    <a:pt x="33040" y="16740"/>
                    <a:pt x="33111" y="16740"/>
                    <a:pt x="33139" y="16712"/>
                  </a:cubicBezTo>
                  <a:lnTo>
                    <a:pt x="33139" y="16712"/>
                  </a:lnTo>
                  <a:cubicBezTo>
                    <a:pt x="33139" y="16712"/>
                    <a:pt x="33153" y="16712"/>
                    <a:pt x="33167" y="16683"/>
                  </a:cubicBezTo>
                  <a:cubicBezTo>
                    <a:pt x="33182" y="16655"/>
                    <a:pt x="33167" y="16641"/>
                    <a:pt x="33139" y="16612"/>
                  </a:cubicBezTo>
                  <a:lnTo>
                    <a:pt x="33139" y="16527"/>
                  </a:lnTo>
                  <a:cubicBezTo>
                    <a:pt x="33167" y="16499"/>
                    <a:pt x="33196" y="16456"/>
                    <a:pt x="33238" y="16428"/>
                  </a:cubicBezTo>
                  <a:cubicBezTo>
                    <a:pt x="33281" y="16328"/>
                    <a:pt x="33167" y="16272"/>
                    <a:pt x="33125" y="16172"/>
                  </a:cubicBezTo>
                  <a:close/>
                  <a:moveTo>
                    <a:pt x="16158" y="30285"/>
                  </a:moveTo>
                  <a:close/>
                  <a:moveTo>
                    <a:pt x="17876" y="739"/>
                  </a:moveTo>
                  <a:lnTo>
                    <a:pt x="17876" y="725"/>
                  </a:lnTo>
                  <a:lnTo>
                    <a:pt x="17890" y="739"/>
                  </a:lnTo>
                  <a:lnTo>
                    <a:pt x="17876" y="739"/>
                  </a:lnTo>
                  <a:lnTo>
                    <a:pt x="17876" y="753"/>
                  </a:lnTo>
                  <a:lnTo>
                    <a:pt x="17876" y="753"/>
                  </a:lnTo>
                  <a:close/>
                  <a:moveTo>
                    <a:pt x="19125" y="1406"/>
                  </a:moveTo>
                  <a:lnTo>
                    <a:pt x="19125" y="1406"/>
                  </a:lnTo>
                  <a:lnTo>
                    <a:pt x="19111" y="1406"/>
                  </a:lnTo>
                  <a:lnTo>
                    <a:pt x="19111" y="1406"/>
                  </a:lnTo>
                  <a:close/>
                  <a:moveTo>
                    <a:pt x="21312" y="4090"/>
                  </a:moveTo>
                  <a:cubicBezTo>
                    <a:pt x="21312" y="4090"/>
                    <a:pt x="21298" y="4104"/>
                    <a:pt x="21298" y="4104"/>
                  </a:cubicBezTo>
                  <a:lnTo>
                    <a:pt x="21298" y="4090"/>
                  </a:lnTo>
                  <a:close/>
                  <a:moveTo>
                    <a:pt x="31677" y="13617"/>
                  </a:moveTo>
                  <a:cubicBezTo>
                    <a:pt x="31691" y="13602"/>
                    <a:pt x="31691" y="13602"/>
                    <a:pt x="31705" y="13602"/>
                  </a:cubicBezTo>
                  <a:lnTo>
                    <a:pt x="31705" y="13602"/>
                  </a:lnTo>
                  <a:close/>
                  <a:moveTo>
                    <a:pt x="4345" y="7980"/>
                  </a:moveTo>
                  <a:cubicBezTo>
                    <a:pt x="4345" y="7980"/>
                    <a:pt x="4345" y="7994"/>
                    <a:pt x="4345" y="7994"/>
                  </a:cubicBezTo>
                  <a:close/>
                  <a:moveTo>
                    <a:pt x="16371" y="6063"/>
                  </a:moveTo>
                  <a:lnTo>
                    <a:pt x="16371" y="6077"/>
                  </a:lnTo>
                  <a:lnTo>
                    <a:pt x="16357" y="6077"/>
                  </a:lnTo>
                  <a:close/>
                  <a:moveTo>
                    <a:pt x="20460" y="27020"/>
                  </a:moveTo>
                  <a:lnTo>
                    <a:pt x="20460" y="27034"/>
                  </a:lnTo>
                  <a:lnTo>
                    <a:pt x="20446" y="27034"/>
                  </a:lnTo>
                  <a:close/>
                  <a:moveTo>
                    <a:pt x="20446" y="27048"/>
                  </a:moveTo>
                  <a:lnTo>
                    <a:pt x="20446" y="27034"/>
                  </a:lnTo>
                  <a:lnTo>
                    <a:pt x="20446" y="27048"/>
                  </a:lnTo>
                  <a:close/>
                  <a:moveTo>
                    <a:pt x="20275" y="27048"/>
                  </a:moveTo>
                  <a:lnTo>
                    <a:pt x="20261" y="27048"/>
                  </a:lnTo>
                  <a:lnTo>
                    <a:pt x="20261" y="27048"/>
                  </a:lnTo>
                  <a:cubicBezTo>
                    <a:pt x="20261" y="27048"/>
                    <a:pt x="20261" y="27034"/>
                    <a:pt x="20275" y="27048"/>
                  </a:cubicBezTo>
                  <a:close/>
                  <a:moveTo>
                    <a:pt x="6745" y="7966"/>
                  </a:moveTo>
                  <a:lnTo>
                    <a:pt x="6745" y="7994"/>
                  </a:lnTo>
                  <a:lnTo>
                    <a:pt x="6731" y="7994"/>
                  </a:lnTo>
                  <a:lnTo>
                    <a:pt x="6731" y="7994"/>
                  </a:lnTo>
                  <a:close/>
                  <a:moveTo>
                    <a:pt x="26182" y="19523"/>
                  </a:moveTo>
                  <a:lnTo>
                    <a:pt x="26168" y="19509"/>
                  </a:lnTo>
                  <a:lnTo>
                    <a:pt x="26182" y="19509"/>
                  </a:lnTo>
                  <a:cubicBezTo>
                    <a:pt x="26182" y="19523"/>
                    <a:pt x="26168" y="19523"/>
                    <a:pt x="26182" y="19523"/>
                  </a:cubicBezTo>
                  <a:close/>
                  <a:moveTo>
                    <a:pt x="12580" y="23995"/>
                  </a:moveTo>
                  <a:lnTo>
                    <a:pt x="12651" y="23995"/>
                  </a:lnTo>
                  <a:cubicBezTo>
                    <a:pt x="12651" y="23995"/>
                    <a:pt x="12651" y="24010"/>
                    <a:pt x="12651" y="24024"/>
                  </a:cubicBezTo>
                  <a:close/>
                  <a:moveTo>
                    <a:pt x="11246" y="24024"/>
                  </a:moveTo>
                  <a:lnTo>
                    <a:pt x="11217" y="23995"/>
                  </a:lnTo>
                  <a:lnTo>
                    <a:pt x="11246" y="24024"/>
                  </a:lnTo>
                  <a:cubicBezTo>
                    <a:pt x="11260" y="24024"/>
                    <a:pt x="11260" y="24038"/>
                    <a:pt x="11274" y="24052"/>
                  </a:cubicBezTo>
                  <a:lnTo>
                    <a:pt x="11274" y="24052"/>
                  </a:lnTo>
                  <a:cubicBezTo>
                    <a:pt x="11274" y="24038"/>
                    <a:pt x="11274" y="24038"/>
                    <a:pt x="11246" y="24024"/>
                  </a:cubicBezTo>
                  <a:close/>
                  <a:moveTo>
                    <a:pt x="9102" y="7114"/>
                  </a:moveTo>
                  <a:cubicBezTo>
                    <a:pt x="9116" y="7114"/>
                    <a:pt x="9130" y="7100"/>
                    <a:pt x="9144" y="7085"/>
                  </a:cubicBezTo>
                  <a:lnTo>
                    <a:pt x="9173" y="7057"/>
                  </a:lnTo>
                  <a:lnTo>
                    <a:pt x="9187" y="7057"/>
                  </a:lnTo>
                  <a:lnTo>
                    <a:pt x="9158" y="7085"/>
                  </a:lnTo>
                  <a:lnTo>
                    <a:pt x="9144" y="7100"/>
                  </a:lnTo>
                  <a:lnTo>
                    <a:pt x="9116" y="7128"/>
                  </a:lnTo>
                  <a:cubicBezTo>
                    <a:pt x="9116" y="7128"/>
                    <a:pt x="9116" y="7114"/>
                    <a:pt x="9102" y="7114"/>
                  </a:cubicBezTo>
                  <a:close/>
                  <a:moveTo>
                    <a:pt x="17195" y="5495"/>
                  </a:moveTo>
                  <a:cubicBezTo>
                    <a:pt x="17180" y="5467"/>
                    <a:pt x="17180" y="5439"/>
                    <a:pt x="17195" y="5410"/>
                  </a:cubicBezTo>
                  <a:cubicBezTo>
                    <a:pt x="17195" y="5396"/>
                    <a:pt x="17251" y="5368"/>
                    <a:pt x="17265" y="5382"/>
                  </a:cubicBezTo>
                  <a:lnTo>
                    <a:pt x="17280" y="5396"/>
                  </a:lnTo>
                  <a:cubicBezTo>
                    <a:pt x="17251" y="5424"/>
                    <a:pt x="17209" y="5467"/>
                    <a:pt x="17180" y="5509"/>
                  </a:cubicBezTo>
                  <a:close/>
                  <a:moveTo>
                    <a:pt x="4729" y="10933"/>
                  </a:moveTo>
                  <a:lnTo>
                    <a:pt x="4729" y="10933"/>
                  </a:lnTo>
                  <a:lnTo>
                    <a:pt x="4729" y="10933"/>
                  </a:lnTo>
                  <a:lnTo>
                    <a:pt x="4714" y="10933"/>
                  </a:lnTo>
                  <a:close/>
                  <a:moveTo>
                    <a:pt x="29021" y="17038"/>
                  </a:moveTo>
                  <a:lnTo>
                    <a:pt x="29021" y="17038"/>
                  </a:lnTo>
                  <a:close/>
                  <a:moveTo>
                    <a:pt x="9684" y="21426"/>
                  </a:moveTo>
                  <a:lnTo>
                    <a:pt x="9684" y="21426"/>
                  </a:lnTo>
                  <a:close/>
                  <a:moveTo>
                    <a:pt x="15533" y="5694"/>
                  </a:moveTo>
                  <a:lnTo>
                    <a:pt x="15533" y="5694"/>
                  </a:lnTo>
                  <a:lnTo>
                    <a:pt x="15533" y="5708"/>
                  </a:lnTo>
                  <a:close/>
                  <a:moveTo>
                    <a:pt x="28950" y="14071"/>
                  </a:moveTo>
                  <a:lnTo>
                    <a:pt x="28950" y="14071"/>
                  </a:lnTo>
                  <a:cubicBezTo>
                    <a:pt x="28979" y="14071"/>
                    <a:pt x="28993" y="14071"/>
                    <a:pt x="29007" y="14057"/>
                  </a:cubicBezTo>
                  <a:cubicBezTo>
                    <a:pt x="28993" y="14071"/>
                    <a:pt x="28965" y="14071"/>
                    <a:pt x="28950" y="14071"/>
                  </a:cubicBezTo>
                  <a:close/>
                  <a:moveTo>
                    <a:pt x="29220" y="13404"/>
                  </a:moveTo>
                  <a:close/>
                  <a:moveTo>
                    <a:pt x="28269" y="14738"/>
                  </a:moveTo>
                  <a:lnTo>
                    <a:pt x="28269" y="14738"/>
                  </a:lnTo>
                  <a:lnTo>
                    <a:pt x="28269" y="14696"/>
                  </a:lnTo>
                  <a:cubicBezTo>
                    <a:pt x="28269" y="14710"/>
                    <a:pt x="28283" y="14738"/>
                    <a:pt x="28283" y="14752"/>
                  </a:cubicBezTo>
                  <a:close/>
                  <a:moveTo>
                    <a:pt x="26551" y="15391"/>
                  </a:moveTo>
                  <a:lnTo>
                    <a:pt x="26551" y="15406"/>
                  </a:lnTo>
                  <a:lnTo>
                    <a:pt x="26537" y="15391"/>
                  </a:lnTo>
                  <a:close/>
                  <a:moveTo>
                    <a:pt x="17152" y="23853"/>
                  </a:moveTo>
                  <a:cubicBezTo>
                    <a:pt x="17152" y="23839"/>
                    <a:pt x="17152" y="23839"/>
                    <a:pt x="17152" y="23839"/>
                  </a:cubicBezTo>
                  <a:lnTo>
                    <a:pt x="17152" y="23839"/>
                  </a:lnTo>
                  <a:lnTo>
                    <a:pt x="17152" y="23839"/>
                  </a:lnTo>
                  <a:close/>
                  <a:moveTo>
                    <a:pt x="17024" y="23498"/>
                  </a:moveTo>
                  <a:lnTo>
                    <a:pt x="17024" y="23513"/>
                  </a:lnTo>
                  <a:lnTo>
                    <a:pt x="17024" y="23513"/>
                  </a:lnTo>
                  <a:lnTo>
                    <a:pt x="17024" y="23513"/>
                  </a:lnTo>
                  <a:lnTo>
                    <a:pt x="17024" y="23513"/>
                  </a:lnTo>
                  <a:close/>
                  <a:moveTo>
                    <a:pt x="12566" y="8832"/>
                  </a:moveTo>
                  <a:cubicBezTo>
                    <a:pt x="12566" y="8832"/>
                    <a:pt x="12566" y="8832"/>
                    <a:pt x="12566" y="8818"/>
                  </a:cubicBezTo>
                  <a:close/>
                  <a:moveTo>
                    <a:pt x="11714" y="18671"/>
                  </a:moveTo>
                  <a:lnTo>
                    <a:pt x="11714" y="18671"/>
                  </a:lnTo>
                  <a:close/>
                  <a:moveTo>
                    <a:pt x="9116" y="15533"/>
                  </a:moveTo>
                  <a:lnTo>
                    <a:pt x="9102" y="15533"/>
                  </a:lnTo>
                  <a:lnTo>
                    <a:pt x="9116" y="15519"/>
                  </a:lnTo>
                  <a:cubicBezTo>
                    <a:pt x="9116" y="15519"/>
                    <a:pt x="9116" y="15533"/>
                    <a:pt x="9116" y="15533"/>
                  </a:cubicBezTo>
                  <a:close/>
                  <a:moveTo>
                    <a:pt x="8449" y="17351"/>
                  </a:moveTo>
                  <a:cubicBezTo>
                    <a:pt x="8491" y="17308"/>
                    <a:pt x="8449" y="17422"/>
                    <a:pt x="8420" y="17365"/>
                  </a:cubicBezTo>
                  <a:cubicBezTo>
                    <a:pt x="8420" y="17336"/>
                    <a:pt x="8434" y="17322"/>
                    <a:pt x="8434" y="17308"/>
                  </a:cubicBezTo>
                  <a:cubicBezTo>
                    <a:pt x="8434" y="17322"/>
                    <a:pt x="8434" y="17336"/>
                    <a:pt x="8449" y="17351"/>
                  </a:cubicBezTo>
                  <a:close/>
                  <a:moveTo>
                    <a:pt x="6447" y="19211"/>
                  </a:moveTo>
                  <a:close/>
                  <a:moveTo>
                    <a:pt x="10152" y="21497"/>
                  </a:moveTo>
                  <a:close/>
                  <a:moveTo>
                    <a:pt x="12452" y="21894"/>
                  </a:moveTo>
                  <a:lnTo>
                    <a:pt x="12452" y="21894"/>
                  </a:lnTo>
                  <a:lnTo>
                    <a:pt x="12452" y="21894"/>
                  </a:lnTo>
                  <a:lnTo>
                    <a:pt x="12438" y="21880"/>
                  </a:lnTo>
                  <a:close/>
                  <a:moveTo>
                    <a:pt x="12736" y="8747"/>
                  </a:moveTo>
                  <a:lnTo>
                    <a:pt x="12736" y="8747"/>
                  </a:lnTo>
                  <a:lnTo>
                    <a:pt x="12736" y="8732"/>
                  </a:lnTo>
                  <a:lnTo>
                    <a:pt x="12736" y="8732"/>
                  </a:lnTo>
                  <a:lnTo>
                    <a:pt x="12736" y="8732"/>
                  </a:lnTo>
                  <a:lnTo>
                    <a:pt x="12736" y="8732"/>
                  </a:lnTo>
                  <a:lnTo>
                    <a:pt x="12736" y="8732"/>
                  </a:lnTo>
                  <a:close/>
                  <a:moveTo>
                    <a:pt x="12637" y="8463"/>
                  </a:moveTo>
                  <a:lnTo>
                    <a:pt x="12637" y="8463"/>
                  </a:lnTo>
                  <a:cubicBezTo>
                    <a:pt x="12637" y="8448"/>
                    <a:pt x="12637" y="8448"/>
                    <a:pt x="12623" y="8448"/>
                  </a:cubicBezTo>
                  <a:lnTo>
                    <a:pt x="12637" y="8448"/>
                  </a:lnTo>
                  <a:close/>
                  <a:moveTo>
                    <a:pt x="4658" y="14795"/>
                  </a:moveTo>
                  <a:cubicBezTo>
                    <a:pt x="4615" y="14795"/>
                    <a:pt x="4587" y="14809"/>
                    <a:pt x="4544" y="14809"/>
                  </a:cubicBezTo>
                  <a:cubicBezTo>
                    <a:pt x="4572" y="14752"/>
                    <a:pt x="4615" y="14710"/>
                    <a:pt x="4672" y="14681"/>
                  </a:cubicBezTo>
                  <a:cubicBezTo>
                    <a:pt x="4672" y="14724"/>
                    <a:pt x="4672" y="14752"/>
                    <a:pt x="4658" y="14795"/>
                  </a:cubicBezTo>
                  <a:close/>
                  <a:moveTo>
                    <a:pt x="23456" y="14114"/>
                  </a:moveTo>
                  <a:cubicBezTo>
                    <a:pt x="23456" y="14114"/>
                    <a:pt x="23470" y="14128"/>
                    <a:pt x="23470" y="14142"/>
                  </a:cubicBezTo>
                  <a:cubicBezTo>
                    <a:pt x="23470" y="14128"/>
                    <a:pt x="23456" y="14114"/>
                    <a:pt x="23456" y="14099"/>
                  </a:cubicBezTo>
                  <a:close/>
                  <a:moveTo>
                    <a:pt x="23612" y="13077"/>
                  </a:moveTo>
                  <a:cubicBezTo>
                    <a:pt x="23669" y="13049"/>
                    <a:pt x="23711" y="13049"/>
                    <a:pt x="23768" y="13049"/>
                  </a:cubicBezTo>
                  <a:lnTo>
                    <a:pt x="23768" y="13049"/>
                  </a:lnTo>
                  <a:cubicBezTo>
                    <a:pt x="23726" y="13077"/>
                    <a:pt x="23669" y="13077"/>
                    <a:pt x="23626" y="13077"/>
                  </a:cubicBezTo>
                  <a:close/>
                  <a:moveTo>
                    <a:pt x="6617" y="10422"/>
                  </a:moveTo>
                  <a:lnTo>
                    <a:pt x="6617" y="10422"/>
                  </a:lnTo>
                  <a:lnTo>
                    <a:pt x="6617" y="10422"/>
                  </a:lnTo>
                  <a:close/>
                  <a:moveTo>
                    <a:pt x="5311" y="15789"/>
                  </a:moveTo>
                  <a:lnTo>
                    <a:pt x="5282" y="15817"/>
                  </a:lnTo>
                  <a:cubicBezTo>
                    <a:pt x="5282" y="15803"/>
                    <a:pt x="5282" y="15803"/>
                    <a:pt x="5282" y="15789"/>
                  </a:cubicBezTo>
                  <a:close/>
                  <a:moveTo>
                    <a:pt x="21482" y="18586"/>
                  </a:moveTo>
                  <a:lnTo>
                    <a:pt x="21482" y="18572"/>
                  </a:lnTo>
                  <a:lnTo>
                    <a:pt x="21482" y="18572"/>
                  </a:lnTo>
                  <a:close/>
                  <a:moveTo>
                    <a:pt x="21227" y="16243"/>
                  </a:moveTo>
                  <a:close/>
                  <a:moveTo>
                    <a:pt x="23498" y="14142"/>
                  </a:moveTo>
                  <a:close/>
                  <a:moveTo>
                    <a:pt x="10678" y="9428"/>
                  </a:moveTo>
                  <a:cubicBezTo>
                    <a:pt x="10635" y="9457"/>
                    <a:pt x="10592" y="9457"/>
                    <a:pt x="10550" y="9428"/>
                  </a:cubicBezTo>
                  <a:cubicBezTo>
                    <a:pt x="10621" y="9428"/>
                    <a:pt x="10692" y="9414"/>
                    <a:pt x="10749" y="9400"/>
                  </a:cubicBezTo>
                  <a:close/>
                  <a:moveTo>
                    <a:pt x="5978" y="10450"/>
                  </a:moveTo>
                  <a:close/>
                  <a:moveTo>
                    <a:pt x="5211" y="9130"/>
                  </a:moveTo>
                  <a:close/>
                  <a:moveTo>
                    <a:pt x="3976" y="14838"/>
                  </a:moveTo>
                  <a:lnTo>
                    <a:pt x="3976" y="14838"/>
                  </a:lnTo>
                  <a:close/>
                  <a:moveTo>
                    <a:pt x="9769" y="21426"/>
                  </a:moveTo>
                  <a:lnTo>
                    <a:pt x="9755" y="21426"/>
                  </a:lnTo>
                  <a:cubicBezTo>
                    <a:pt x="9755" y="21426"/>
                    <a:pt x="9769" y="21411"/>
                    <a:pt x="9769" y="21426"/>
                  </a:cubicBezTo>
                  <a:close/>
                  <a:moveTo>
                    <a:pt x="14923" y="25330"/>
                  </a:moveTo>
                  <a:close/>
                  <a:moveTo>
                    <a:pt x="24549" y="17819"/>
                  </a:moveTo>
                  <a:lnTo>
                    <a:pt x="24549" y="17791"/>
                  </a:lnTo>
                  <a:lnTo>
                    <a:pt x="24549" y="17791"/>
                  </a:lnTo>
                  <a:lnTo>
                    <a:pt x="24549" y="17805"/>
                  </a:lnTo>
                  <a:close/>
                  <a:moveTo>
                    <a:pt x="25642" y="12097"/>
                  </a:moveTo>
                  <a:lnTo>
                    <a:pt x="25657" y="12126"/>
                  </a:lnTo>
                  <a:cubicBezTo>
                    <a:pt x="25657" y="12126"/>
                    <a:pt x="25642" y="12112"/>
                    <a:pt x="25642" y="12097"/>
                  </a:cubicBezTo>
                  <a:close/>
                  <a:moveTo>
                    <a:pt x="24663" y="7526"/>
                  </a:moveTo>
                  <a:close/>
                  <a:moveTo>
                    <a:pt x="14355" y="5595"/>
                  </a:moveTo>
                  <a:close/>
                  <a:moveTo>
                    <a:pt x="7682" y="7298"/>
                  </a:moveTo>
                  <a:cubicBezTo>
                    <a:pt x="7682" y="7298"/>
                    <a:pt x="7682" y="7298"/>
                    <a:pt x="7668" y="7298"/>
                  </a:cubicBezTo>
                  <a:lnTo>
                    <a:pt x="7682" y="7298"/>
                  </a:lnTo>
                  <a:close/>
                  <a:moveTo>
                    <a:pt x="4842" y="10962"/>
                  </a:moveTo>
                  <a:close/>
                  <a:moveTo>
                    <a:pt x="7937" y="23910"/>
                  </a:moveTo>
                  <a:cubicBezTo>
                    <a:pt x="7909" y="23896"/>
                    <a:pt x="7895" y="23882"/>
                    <a:pt x="7881" y="23853"/>
                  </a:cubicBezTo>
                  <a:lnTo>
                    <a:pt x="7881" y="23782"/>
                  </a:lnTo>
                  <a:cubicBezTo>
                    <a:pt x="7937" y="23811"/>
                    <a:pt x="7980" y="23825"/>
                    <a:pt x="8037" y="23853"/>
                  </a:cubicBezTo>
                  <a:cubicBezTo>
                    <a:pt x="8037" y="23853"/>
                    <a:pt x="8037" y="23853"/>
                    <a:pt x="8037" y="23868"/>
                  </a:cubicBezTo>
                  <a:cubicBezTo>
                    <a:pt x="8008" y="23896"/>
                    <a:pt x="7980" y="23910"/>
                    <a:pt x="7937" y="23910"/>
                  </a:cubicBezTo>
                  <a:close/>
                  <a:moveTo>
                    <a:pt x="28922" y="17975"/>
                  </a:moveTo>
                  <a:close/>
                  <a:moveTo>
                    <a:pt x="22050" y="7653"/>
                  </a:moveTo>
                  <a:lnTo>
                    <a:pt x="22064" y="7653"/>
                  </a:lnTo>
                  <a:close/>
                  <a:moveTo>
                    <a:pt x="12552" y="5311"/>
                  </a:moveTo>
                  <a:cubicBezTo>
                    <a:pt x="12566" y="5325"/>
                    <a:pt x="12566" y="5339"/>
                    <a:pt x="12580" y="5353"/>
                  </a:cubicBezTo>
                  <a:lnTo>
                    <a:pt x="12623" y="5382"/>
                  </a:lnTo>
                  <a:cubicBezTo>
                    <a:pt x="12623" y="5396"/>
                    <a:pt x="12637" y="5396"/>
                    <a:pt x="12651" y="5410"/>
                  </a:cubicBezTo>
                  <a:lnTo>
                    <a:pt x="12651" y="5410"/>
                  </a:lnTo>
                  <a:cubicBezTo>
                    <a:pt x="12637" y="5396"/>
                    <a:pt x="12637" y="5396"/>
                    <a:pt x="12637" y="5382"/>
                  </a:cubicBezTo>
                  <a:lnTo>
                    <a:pt x="12637" y="5382"/>
                  </a:lnTo>
                  <a:lnTo>
                    <a:pt x="12637" y="5382"/>
                  </a:lnTo>
                  <a:lnTo>
                    <a:pt x="12594" y="5339"/>
                  </a:lnTo>
                  <a:lnTo>
                    <a:pt x="12566" y="5311"/>
                  </a:lnTo>
                  <a:close/>
                  <a:moveTo>
                    <a:pt x="13503" y="24180"/>
                  </a:moveTo>
                  <a:close/>
                  <a:moveTo>
                    <a:pt x="24648" y="23243"/>
                  </a:moveTo>
                  <a:lnTo>
                    <a:pt x="24648" y="23229"/>
                  </a:lnTo>
                  <a:cubicBezTo>
                    <a:pt x="24648" y="23214"/>
                    <a:pt x="24648" y="23229"/>
                    <a:pt x="24634" y="23214"/>
                  </a:cubicBezTo>
                  <a:lnTo>
                    <a:pt x="24648" y="23229"/>
                  </a:lnTo>
                  <a:lnTo>
                    <a:pt x="24648" y="23229"/>
                  </a:lnTo>
                  <a:lnTo>
                    <a:pt x="24648" y="23229"/>
                  </a:lnTo>
                  <a:cubicBezTo>
                    <a:pt x="24648" y="23229"/>
                    <a:pt x="24648" y="23229"/>
                    <a:pt x="24648" y="23243"/>
                  </a:cubicBezTo>
                  <a:close/>
                  <a:moveTo>
                    <a:pt x="30455" y="16754"/>
                  </a:moveTo>
                  <a:lnTo>
                    <a:pt x="30455" y="16754"/>
                  </a:lnTo>
                  <a:lnTo>
                    <a:pt x="30470" y="16754"/>
                  </a:lnTo>
                  <a:close/>
                  <a:moveTo>
                    <a:pt x="16783" y="4189"/>
                  </a:moveTo>
                  <a:close/>
                  <a:moveTo>
                    <a:pt x="5992" y="8818"/>
                  </a:moveTo>
                  <a:lnTo>
                    <a:pt x="5992" y="8846"/>
                  </a:lnTo>
                  <a:lnTo>
                    <a:pt x="5992" y="8846"/>
                  </a:lnTo>
                  <a:cubicBezTo>
                    <a:pt x="5992" y="8832"/>
                    <a:pt x="5992" y="8818"/>
                    <a:pt x="5992" y="8818"/>
                  </a:cubicBezTo>
                  <a:close/>
                  <a:moveTo>
                    <a:pt x="11884" y="26395"/>
                  </a:moveTo>
                  <a:close/>
                  <a:moveTo>
                    <a:pt x="20446" y="25969"/>
                  </a:moveTo>
                  <a:lnTo>
                    <a:pt x="20432" y="25969"/>
                  </a:lnTo>
                  <a:lnTo>
                    <a:pt x="20432" y="25969"/>
                  </a:lnTo>
                  <a:close/>
                  <a:moveTo>
                    <a:pt x="27786" y="21894"/>
                  </a:moveTo>
                  <a:close/>
                  <a:moveTo>
                    <a:pt x="29348" y="11089"/>
                  </a:moveTo>
                  <a:close/>
                  <a:moveTo>
                    <a:pt x="24052" y="5268"/>
                  </a:moveTo>
                  <a:lnTo>
                    <a:pt x="24052" y="5254"/>
                  </a:lnTo>
                  <a:close/>
                  <a:moveTo>
                    <a:pt x="20602" y="5623"/>
                  </a:moveTo>
                  <a:lnTo>
                    <a:pt x="20602" y="5609"/>
                  </a:lnTo>
                  <a:lnTo>
                    <a:pt x="20616" y="5609"/>
                  </a:lnTo>
                  <a:close/>
                  <a:moveTo>
                    <a:pt x="8079" y="27304"/>
                  </a:moveTo>
                  <a:lnTo>
                    <a:pt x="8079" y="27304"/>
                  </a:lnTo>
                  <a:lnTo>
                    <a:pt x="8065" y="27318"/>
                  </a:lnTo>
                  <a:lnTo>
                    <a:pt x="8065" y="27318"/>
                  </a:lnTo>
                  <a:close/>
                  <a:moveTo>
                    <a:pt x="15888" y="28283"/>
                  </a:moveTo>
                  <a:lnTo>
                    <a:pt x="15888" y="28269"/>
                  </a:lnTo>
                  <a:lnTo>
                    <a:pt x="15888" y="28269"/>
                  </a:lnTo>
                  <a:lnTo>
                    <a:pt x="15888" y="28269"/>
                  </a:lnTo>
                  <a:close/>
                  <a:moveTo>
                    <a:pt x="19693" y="27886"/>
                  </a:moveTo>
                  <a:lnTo>
                    <a:pt x="19693" y="27886"/>
                  </a:lnTo>
                  <a:lnTo>
                    <a:pt x="19693" y="27886"/>
                  </a:lnTo>
                  <a:close/>
                  <a:moveTo>
                    <a:pt x="29405" y="19977"/>
                  </a:moveTo>
                  <a:lnTo>
                    <a:pt x="29405" y="19977"/>
                  </a:lnTo>
                  <a:lnTo>
                    <a:pt x="29433" y="20006"/>
                  </a:lnTo>
                  <a:lnTo>
                    <a:pt x="29433" y="20006"/>
                  </a:lnTo>
                  <a:cubicBezTo>
                    <a:pt x="29419" y="19992"/>
                    <a:pt x="29419" y="19992"/>
                    <a:pt x="29405" y="19977"/>
                  </a:cubicBezTo>
                  <a:close/>
                  <a:moveTo>
                    <a:pt x="31719" y="13617"/>
                  </a:moveTo>
                  <a:lnTo>
                    <a:pt x="31719" y="13631"/>
                  </a:lnTo>
                  <a:lnTo>
                    <a:pt x="31677" y="13617"/>
                  </a:lnTo>
                  <a:lnTo>
                    <a:pt x="31691" y="13602"/>
                  </a:lnTo>
                  <a:close/>
                  <a:moveTo>
                    <a:pt x="30257" y="11217"/>
                  </a:moveTo>
                  <a:close/>
                  <a:moveTo>
                    <a:pt x="22774" y="5765"/>
                  </a:moveTo>
                  <a:cubicBezTo>
                    <a:pt x="22746" y="5765"/>
                    <a:pt x="22718" y="5765"/>
                    <a:pt x="22703" y="5779"/>
                  </a:cubicBezTo>
                  <a:lnTo>
                    <a:pt x="22845" y="5708"/>
                  </a:lnTo>
                  <a:cubicBezTo>
                    <a:pt x="22831" y="5722"/>
                    <a:pt x="22803" y="5751"/>
                    <a:pt x="22774" y="5765"/>
                  </a:cubicBezTo>
                  <a:close/>
                  <a:moveTo>
                    <a:pt x="12963" y="4175"/>
                  </a:moveTo>
                  <a:cubicBezTo>
                    <a:pt x="13006" y="4217"/>
                    <a:pt x="13034" y="4246"/>
                    <a:pt x="13063" y="4274"/>
                  </a:cubicBezTo>
                  <a:cubicBezTo>
                    <a:pt x="13020" y="4274"/>
                    <a:pt x="12978" y="4232"/>
                    <a:pt x="12978" y="4175"/>
                  </a:cubicBezTo>
                  <a:close/>
                  <a:moveTo>
                    <a:pt x="19509" y="28269"/>
                  </a:moveTo>
                  <a:lnTo>
                    <a:pt x="19509" y="28269"/>
                  </a:lnTo>
                  <a:lnTo>
                    <a:pt x="19509" y="28269"/>
                  </a:lnTo>
                  <a:cubicBezTo>
                    <a:pt x="19523" y="28269"/>
                    <a:pt x="19523" y="28269"/>
                    <a:pt x="19509" y="28269"/>
                  </a:cubicBezTo>
                  <a:close/>
                  <a:moveTo>
                    <a:pt x="27502" y="23612"/>
                  </a:moveTo>
                  <a:close/>
                  <a:moveTo>
                    <a:pt x="22916" y="3976"/>
                  </a:moveTo>
                  <a:close/>
                  <a:moveTo>
                    <a:pt x="19793" y="1690"/>
                  </a:moveTo>
                  <a:lnTo>
                    <a:pt x="19793" y="1690"/>
                  </a:lnTo>
                  <a:cubicBezTo>
                    <a:pt x="19793" y="1690"/>
                    <a:pt x="19793" y="1690"/>
                    <a:pt x="19793" y="1690"/>
                  </a:cubicBezTo>
                  <a:close/>
                  <a:moveTo>
                    <a:pt x="5495" y="7227"/>
                  </a:moveTo>
                  <a:close/>
                  <a:moveTo>
                    <a:pt x="12822" y="27815"/>
                  </a:moveTo>
                  <a:lnTo>
                    <a:pt x="12822" y="27800"/>
                  </a:lnTo>
                  <a:lnTo>
                    <a:pt x="12822" y="27800"/>
                  </a:lnTo>
                  <a:lnTo>
                    <a:pt x="12822" y="27800"/>
                  </a:lnTo>
                  <a:lnTo>
                    <a:pt x="12807" y="27800"/>
                  </a:lnTo>
                  <a:lnTo>
                    <a:pt x="12807" y="27786"/>
                  </a:lnTo>
                  <a:close/>
                  <a:moveTo>
                    <a:pt x="16840" y="29334"/>
                  </a:moveTo>
                  <a:close/>
                  <a:moveTo>
                    <a:pt x="23484" y="25742"/>
                  </a:moveTo>
                  <a:lnTo>
                    <a:pt x="23484" y="25742"/>
                  </a:lnTo>
                  <a:cubicBezTo>
                    <a:pt x="23456" y="25685"/>
                    <a:pt x="23555" y="25657"/>
                    <a:pt x="23612" y="25699"/>
                  </a:cubicBezTo>
                  <a:lnTo>
                    <a:pt x="23640" y="25713"/>
                  </a:lnTo>
                  <a:cubicBezTo>
                    <a:pt x="23584" y="25713"/>
                    <a:pt x="23527" y="25728"/>
                    <a:pt x="23484" y="25742"/>
                  </a:cubicBezTo>
                  <a:close/>
                  <a:moveTo>
                    <a:pt x="26352" y="5382"/>
                  </a:moveTo>
                  <a:cubicBezTo>
                    <a:pt x="26338" y="5368"/>
                    <a:pt x="26324" y="5339"/>
                    <a:pt x="26324" y="5325"/>
                  </a:cubicBezTo>
                  <a:cubicBezTo>
                    <a:pt x="26352" y="5325"/>
                    <a:pt x="26366" y="5339"/>
                    <a:pt x="26366" y="5353"/>
                  </a:cubicBezTo>
                  <a:cubicBezTo>
                    <a:pt x="26352" y="5368"/>
                    <a:pt x="26366" y="5368"/>
                    <a:pt x="26352" y="5382"/>
                  </a:cubicBezTo>
                  <a:close/>
                  <a:moveTo>
                    <a:pt x="1974" y="9130"/>
                  </a:moveTo>
                  <a:close/>
                  <a:moveTo>
                    <a:pt x="7866" y="27687"/>
                  </a:moveTo>
                  <a:cubicBezTo>
                    <a:pt x="7866" y="27687"/>
                    <a:pt x="7881" y="27701"/>
                    <a:pt x="7881" y="27701"/>
                  </a:cubicBezTo>
                  <a:lnTo>
                    <a:pt x="7881" y="27701"/>
                  </a:lnTo>
                  <a:close/>
                  <a:moveTo>
                    <a:pt x="18330" y="29036"/>
                  </a:moveTo>
                  <a:lnTo>
                    <a:pt x="18359" y="29036"/>
                  </a:lnTo>
                  <a:cubicBezTo>
                    <a:pt x="18345" y="29050"/>
                    <a:pt x="18345" y="29064"/>
                    <a:pt x="18330" y="29078"/>
                  </a:cubicBezTo>
                  <a:close/>
                  <a:moveTo>
                    <a:pt x="26466" y="25018"/>
                  </a:moveTo>
                  <a:lnTo>
                    <a:pt x="26551" y="24932"/>
                  </a:lnTo>
                  <a:lnTo>
                    <a:pt x="26551" y="24932"/>
                  </a:lnTo>
                  <a:cubicBezTo>
                    <a:pt x="26523" y="24961"/>
                    <a:pt x="26494" y="24989"/>
                    <a:pt x="26466" y="25018"/>
                  </a:cubicBezTo>
                  <a:close/>
                  <a:moveTo>
                    <a:pt x="20275" y="1804"/>
                  </a:moveTo>
                  <a:cubicBezTo>
                    <a:pt x="20304" y="1804"/>
                    <a:pt x="20332" y="1790"/>
                    <a:pt x="20375" y="1790"/>
                  </a:cubicBezTo>
                  <a:cubicBezTo>
                    <a:pt x="20417" y="1790"/>
                    <a:pt x="20460" y="1818"/>
                    <a:pt x="20474" y="1861"/>
                  </a:cubicBezTo>
                  <a:cubicBezTo>
                    <a:pt x="20417" y="1846"/>
                    <a:pt x="20346" y="1818"/>
                    <a:pt x="20275" y="1804"/>
                  </a:cubicBezTo>
                  <a:close/>
                  <a:moveTo>
                    <a:pt x="20460" y="924"/>
                  </a:moveTo>
                  <a:lnTo>
                    <a:pt x="20432" y="938"/>
                  </a:lnTo>
                  <a:lnTo>
                    <a:pt x="20432" y="938"/>
                  </a:lnTo>
                  <a:lnTo>
                    <a:pt x="20460" y="924"/>
                  </a:lnTo>
                  <a:close/>
                  <a:moveTo>
                    <a:pt x="4260" y="6262"/>
                  </a:moveTo>
                  <a:close/>
                  <a:moveTo>
                    <a:pt x="1207" y="18841"/>
                  </a:moveTo>
                  <a:lnTo>
                    <a:pt x="1222" y="18841"/>
                  </a:lnTo>
                  <a:close/>
                  <a:moveTo>
                    <a:pt x="3465" y="22959"/>
                  </a:moveTo>
                  <a:cubicBezTo>
                    <a:pt x="3493" y="22931"/>
                    <a:pt x="3536" y="22916"/>
                    <a:pt x="3579" y="22902"/>
                  </a:cubicBezTo>
                  <a:cubicBezTo>
                    <a:pt x="3579" y="22916"/>
                    <a:pt x="3579" y="22931"/>
                    <a:pt x="3564" y="22931"/>
                  </a:cubicBezTo>
                  <a:cubicBezTo>
                    <a:pt x="3522" y="22973"/>
                    <a:pt x="3493" y="22973"/>
                    <a:pt x="3465" y="22959"/>
                  </a:cubicBezTo>
                  <a:close/>
                  <a:moveTo>
                    <a:pt x="5410" y="25231"/>
                  </a:moveTo>
                  <a:lnTo>
                    <a:pt x="5410" y="25231"/>
                  </a:lnTo>
                  <a:lnTo>
                    <a:pt x="5410" y="25231"/>
                  </a:lnTo>
                  <a:lnTo>
                    <a:pt x="5410" y="25231"/>
                  </a:lnTo>
                  <a:lnTo>
                    <a:pt x="5410" y="25231"/>
                  </a:lnTo>
                  <a:lnTo>
                    <a:pt x="5410" y="25259"/>
                  </a:lnTo>
                  <a:lnTo>
                    <a:pt x="5410" y="25259"/>
                  </a:lnTo>
                  <a:cubicBezTo>
                    <a:pt x="5410" y="25245"/>
                    <a:pt x="5396" y="25245"/>
                    <a:pt x="5396" y="25231"/>
                  </a:cubicBezTo>
                  <a:close/>
                  <a:moveTo>
                    <a:pt x="5992" y="25543"/>
                  </a:moveTo>
                  <a:cubicBezTo>
                    <a:pt x="5992" y="25500"/>
                    <a:pt x="6021" y="25458"/>
                    <a:pt x="6077" y="25458"/>
                  </a:cubicBezTo>
                  <a:cubicBezTo>
                    <a:pt x="6077" y="25458"/>
                    <a:pt x="6092" y="25472"/>
                    <a:pt x="6092" y="25472"/>
                  </a:cubicBezTo>
                  <a:cubicBezTo>
                    <a:pt x="6063" y="25486"/>
                    <a:pt x="6021" y="25515"/>
                    <a:pt x="5992" y="25543"/>
                  </a:cubicBezTo>
                  <a:close/>
                  <a:moveTo>
                    <a:pt x="15690" y="30172"/>
                  </a:moveTo>
                  <a:cubicBezTo>
                    <a:pt x="15690" y="30172"/>
                    <a:pt x="15675" y="30172"/>
                    <a:pt x="15675" y="30157"/>
                  </a:cubicBezTo>
                  <a:close/>
                  <a:moveTo>
                    <a:pt x="27375" y="25571"/>
                  </a:moveTo>
                  <a:cubicBezTo>
                    <a:pt x="27389" y="25571"/>
                    <a:pt x="27431" y="25600"/>
                    <a:pt x="27431" y="25628"/>
                  </a:cubicBezTo>
                  <a:cubicBezTo>
                    <a:pt x="27445" y="25628"/>
                    <a:pt x="27445" y="25628"/>
                    <a:pt x="27431" y="25628"/>
                  </a:cubicBezTo>
                  <a:lnTo>
                    <a:pt x="27375" y="25571"/>
                  </a:lnTo>
                  <a:close/>
                  <a:moveTo>
                    <a:pt x="29107" y="23243"/>
                  </a:moveTo>
                  <a:close/>
                  <a:moveTo>
                    <a:pt x="31776" y="17620"/>
                  </a:moveTo>
                  <a:lnTo>
                    <a:pt x="31776" y="17606"/>
                  </a:lnTo>
                  <a:lnTo>
                    <a:pt x="31790" y="17635"/>
                  </a:lnTo>
                  <a:close/>
                  <a:moveTo>
                    <a:pt x="32557" y="16641"/>
                  </a:moveTo>
                  <a:lnTo>
                    <a:pt x="32557" y="16641"/>
                  </a:lnTo>
                  <a:close/>
                  <a:moveTo>
                    <a:pt x="16769" y="554"/>
                  </a:moveTo>
                  <a:lnTo>
                    <a:pt x="16797" y="554"/>
                  </a:lnTo>
                  <a:lnTo>
                    <a:pt x="16797" y="554"/>
                  </a:lnTo>
                  <a:cubicBezTo>
                    <a:pt x="16783" y="569"/>
                    <a:pt x="16769" y="569"/>
                    <a:pt x="16754" y="583"/>
                  </a:cubicBezTo>
                  <a:cubicBezTo>
                    <a:pt x="16754" y="569"/>
                    <a:pt x="16769" y="569"/>
                    <a:pt x="16769" y="554"/>
                  </a:cubicBezTo>
                  <a:close/>
                  <a:moveTo>
                    <a:pt x="4544" y="24180"/>
                  </a:moveTo>
                  <a:close/>
                  <a:moveTo>
                    <a:pt x="6816" y="26239"/>
                  </a:moveTo>
                  <a:cubicBezTo>
                    <a:pt x="6802" y="26239"/>
                    <a:pt x="6773" y="26239"/>
                    <a:pt x="6759" y="26239"/>
                  </a:cubicBezTo>
                  <a:lnTo>
                    <a:pt x="6759" y="26210"/>
                  </a:lnTo>
                  <a:close/>
                  <a:moveTo>
                    <a:pt x="18359" y="30086"/>
                  </a:moveTo>
                  <a:close/>
                  <a:moveTo>
                    <a:pt x="22292" y="28865"/>
                  </a:moveTo>
                  <a:close/>
                  <a:moveTo>
                    <a:pt x="21681" y="1293"/>
                  </a:moveTo>
                  <a:close/>
                  <a:moveTo>
                    <a:pt x="16442" y="938"/>
                  </a:moveTo>
                  <a:lnTo>
                    <a:pt x="16442" y="938"/>
                  </a:lnTo>
                  <a:cubicBezTo>
                    <a:pt x="16470" y="938"/>
                    <a:pt x="16485" y="938"/>
                    <a:pt x="16499" y="952"/>
                  </a:cubicBezTo>
                  <a:cubicBezTo>
                    <a:pt x="16485" y="952"/>
                    <a:pt x="16470" y="938"/>
                    <a:pt x="16456" y="938"/>
                  </a:cubicBezTo>
                  <a:close/>
                  <a:moveTo>
                    <a:pt x="228" y="15022"/>
                  </a:moveTo>
                  <a:cubicBezTo>
                    <a:pt x="242" y="15022"/>
                    <a:pt x="256" y="15022"/>
                    <a:pt x="270" y="15036"/>
                  </a:cubicBezTo>
                  <a:lnTo>
                    <a:pt x="270" y="15036"/>
                  </a:lnTo>
                  <a:close/>
                  <a:moveTo>
                    <a:pt x="867" y="16712"/>
                  </a:moveTo>
                  <a:cubicBezTo>
                    <a:pt x="853" y="16655"/>
                    <a:pt x="895" y="16669"/>
                    <a:pt x="895" y="16726"/>
                  </a:cubicBezTo>
                  <a:lnTo>
                    <a:pt x="867" y="16726"/>
                  </a:lnTo>
                  <a:close/>
                  <a:moveTo>
                    <a:pt x="2443" y="22079"/>
                  </a:moveTo>
                  <a:lnTo>
                    <a:pt x="2443" y="22079"/>
                  </a:lnTo>
                  <a:lnTo>
                    <a:pt x="2443" y="22079"/>
                  </a:lnTo>
                  <a:lnTo>
                    <a:pt x="2443" y="22079"/>
                  </a:lnTo>
                  <a:cubicBezTo>
                    <a:pt x="2457" y="22036"/>
                    <a:pt x="2500" y="22022"/>
                    <a:pt x="2528" y="22008"/>
                  </a:cubicBezTo>
                  <a:cubicBezTo>
                    <a:pt x="2500" y="22036"/>
                    <a:pt x="2471" y="22050"/>
                    <a:pt x="2443" y="22079"/>
                  </a:cubicBezTo>
                  <a:close/>
                  <a:moveTo>
                    <a:pt x="19977" y="29987"/>
                  </a:moveTo>
                  <a:lnTo>
                    <a:pt x="19992" y="29987"/>
                  </a:lnTo>
                  <a:lnTo>
                    <a:pt x="19992" y="29987"/>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1" name="Google Shape;471;p30"/>
            <p:cNvPicPr preferRelativeResize="0"/>
            <p:nvPr/>
          </p:nvPicPr>
          <p:blipFill>
            <a:blip r:embed="rId5">
              <a:alphaModFix/>
            </a:blip>
            <a:stretch>
              <a:fillRect/>
            </a:stretch>
          </p:blipFill>
          <p:spPr>
            <a:xfrm>
              <a:off x="10415772" y="-60500"/>
              <a:ext cx="1155836" cy="1075904"/>
            </a:xfrm>
            <a:prstGeom prst="rect">
              <a:avLst/>
            </a:prstGeom>
            <a:noFill/>
            <a:ln>
              <a:noFill/>
            </a:ln>
          </p:spPr>
        </p:pic>
      </p:grpSp>
      <p:grpSp>
        <p:nvGrpSpPr>
          <p:cNvPr id="472" name="Google Shape;472;p30"/>
          <p:cNvGrpSpPr/>
          <p:nvPr/>
        </p:nvGrpSpPr>
        <p:grpSpPr>
          <a:xfrm rot="-1992665">
            <a:off x="1469860" y="3344795"/>
            <a:ext cx="872342" cy="873206"/>
            <a:chOff x="13220370" y="-1086226"/>
            <a:chExt cx="1674742" cy="1676400"/>
          </a:xfrm>
        </p:grpSpPr>
        <p:sp>
          <p:nvSpPr>
            <p:cNvPr id="473" name="Google Shape;473;p30"/>
            <p:cNvSpPr/>
            <p:nvPr/>
          </p:nvSpPr>
          <p:spPr>
            <a:xfrm>
              <a:off x="13220370" y="-1078109"/>
              <a:ext cx="1674742" cy="1660166"/>
            </a:xfrm>
            <a:custGeom>
              <a:rect b="b" l="l" r="r" t="t"/>
              <a:pathLst>
                <a:path extrusionOk="0" h="31891" w="32171">
                  <a:moveTo>
                    <a:pt x="32141" y="14540"/>
                  </a:moveTo>
                  <a:cubicBezTo>
                    <a:pt x="32171" y="14349"/>
                    <a:pt x="32156" y="14157"/>
                    <a:pt x="32097" y="13966"/>
                  </a:cubicBezTo>
                  <a:cubicBezTo>
                    <a:pt x="32097" y="13966"/>
                    <a:pt x="32068" y="13951"/>
                    <a:pt x="32068" y="13937"/>
                  </a:cubicBezTo>
                  <a:cubicBezTo>
                    <a:pt x="32053" y="13922"/>
                    <a:pt x="32068" y="13878"/>
                    <a:pt x="32097" y="13863"/>
                  </a:cubicBezTo>
                  <a:lnTo>
                    <a:pt x="32097" y="13657"/>
                  </a:lnTo>
                  <a:cubicBezTo>
                    <a:pt x="31965" y="13584"/>
                    <a:pt x="31979" y="13510"/>
                    <a:pt x="32082" y="13436"/>
                  </a:cubicBezTo>
                  <a:cubicBezTo>
                    <a:pt x="32023" y="13274"/>
                    <a:pt x="31876" y="13157"/>
                    <a:pt x="31994" y="12965"/>
                  </a:cubicBezTo>
                  <a:cubicBezTo>
                    <a:pt x="32023" y="12921"/>
                    <a:pt x="31994" y="12862"/>
                    <a:pt x="31979" y="12804"/>
                  </a:cubicBezTo>
                  <a:cubicBezTo>
                    <a:pt x="31920" y="12759"/>
                    <a:pt x="31906" y="12701"/>
                    <a:pt x="31906" y="12627"/>
                  </a:cubicBezTo>
                  <a:cubicBezTo>
                    <a:pt x="31906" y="12539"/>
                    <a:pt x="31891" y="12450"/>
                    <a:pt x="31891" y="12362"/>
                  </a:cubicBezTo>
                  <a:cubicBezTo>
                    <a:pt x="31891" y="12333"/>
                    <a:pt x="31876" y="12303"/>
                    <a:pt x="31862" y="12274"/>
                  </a:cubicBezTo>
                  <a:cubicBezTo>
                    <a:pt x="31876" y="12230"/>
                    <a:pt x="31876" y="12200"/>
                    <a:pt x="31876" y="12171"/>
                  </a:cubicBezTo>
                  <a:lnTo>
                    <a:pt x="31788" y="12156"/>
                  </a:lnTo>
                  <a:lnTo>
                    <a:pt x="31788" y="12156"/>
                  </a:lnTo>
                  <a:cubicBezTo>
                    <a:pt x="31714" y="12156"/>
                    <a:pt x="31626" y="12038"/>
                    <a:pt x="31567" y="12171"/>
                  </a:cubicBezTo>
                  <a:cubicBezTo>
                    <a:pt x="31538" y="12230"/>
                    <a:pt x="31538" y="12288"/>
                    <a:pt x="31538" y="12347"/>
                  </a:cubicBezTo>
                  <a:cubicBezTo>
                    <a:pt x="31494" y="12274"/>
                    <a:pt x="31420" y="12230"/>
                    <a:pt x="31361" y="12171"/>
                  </a:cubicBezTo>
                  <a:cubicBezTo>
                    <a:pt x="31361" y="12112"/>
                    <a:pt x="31361" y="12053"/>
                    <a:pt x="31376" y="12009"/>
                  </a:cubicBezTo>
                  <a:cubicBezTo>
                    <a:pt x="31405" y="11891"/>
                    <a:pt x="31332" y="11862"/>
                    <a:pt x="31243" y="11832"/>
                  </a:cubicBezTo>
                  <a:lnTo>
                    <a:pt x="31332" y="11626"/>
                  </a:lnTo>
                  <a:lnTo>
                    <a:pt x="31332" y="11626"/>
                  </a:lnTo>
                  <a:cubicBezTo>
                    <a:pt x="31332" y="11626"/>
                    <a:pt x="31317" y="11626"/>
                    <a:pt x="31317" y="11597"/>
                  </a:cubicBezTo>
                  <a:cubicBezTo>
                    <a:pt x="31302" y="11567"/>
                    <a:pt x="31317" y="11538"/>
                    <a:pt x="31346" y="11523"/>
                  </a:cubicBezTo>
                  <a:lnTo>
                    <a:pt x="31346" y="11332"/>
                  </a:lnTo>
                  <a:lnTo>
                    <a:pt x="31346" y="11332"/>
                  </a:lnTo>
                  <a:cubicBezTo>
                    <a:pt x="31361" y="11332"/>
                    <a:pt x="31361" y="11317"/>
                    <a:pt x="31376" y="11302"/>
                  </a:cubicBezTo>
                  <a:lnTo>
                    <a:pt x="31405" y="11288"/>
                  </a:lnTo>
                  <a:cubicBezTo>
                    <a:pt x="31405" y="11288"/>
                    <a:pt x="31405" y="11288"/>
                    <a:pt x="31405" y="11302"/>
                  </a:cubicBezTo>
                  <a:cubicBezTo>
                    <a:pt x="31435" y="11332"/>
                    <a:pt x="31464" y="11347"/>
                    <a:pt x="31508" y="11347"/>
                  </a:cubicBezTo>
                  <a:lnTo>
                    <a:pt x="31552" y="11302"/>
                  </a:lnTo>
                  <a:cubicBezTo>
                    <a:pt x="31626" y="11214"/>
                    <a:pt x="31626" y="11082"/>
                    <a:pt x="31552" y="10993"/>
                  </a:cubicBezTo>
                  <a:cubicBezTo>
                    <a:pt x="31508" y="10979"/>
                    <a:pt x="31479" y="10979"/>
                    <a:pt x="31449" y="10964"/>
                  </a:cubicBezTo>
                  <a:lnTo>
                    <a:pt x="31376" y="10905"/>
                  </a:lnTo>
                  <a:cubicBezTo>
                    <a:pt x="31405" y="10905"/>
                    <a:pt x="31435" y="10876"/>
                    <a:pt x="31435" y="10861"/>
                  </a:cubicBezTo>
                  <a:cubicBezTo>
                    <a:pt x="31435" y="10743"/>
                    <a:pt x="31449" y="10640"/>
                    <a:pt x="31346" y="10567"/>
                  </a:cubicBezTo>
                  <a:lnTo>
                    <a:pt x="31140" y="10567"/>
                  </a:lnTo>
                  <a:lnTo>
                    <a:pt x="31140" y="10567"/>
                  </a:lnTo>
                  <a:lnTo>
                    <a:pt x="31008" y="10228"/>
                  </a:lnTo>
                  <a:lnTo>
                    <a:pt x="31008" y="10228"/>
                  </a:lnTo>
                  <a:lnTo>
                    <a:pt x="31008" y="10066"/>
                  </a:lnTo>
                  <a:cubicBezTo>
                    <a:pt x="30787" y="10125"/>
                    <a:pt x="30787" y="10125"/>
                    <a:pt x="30743" y="9919"/>
                  </a:cubicBezTo>
                  <a:cubicBezTo>
                    <a:pt x="30728" y="9816"/>
                    <a:pt x="30714" y="9713"/>
                    <a:pt x="30699" y="9625"/>
                  </a:cubicBezTo>
                  <a:cubicBezTo>
                    <a:pt x="30537" y="9507"/>
                    <a:pt x="30449" y="9301"/>
                    <a:pt x="30463" y="9095"/>
                  </a:cubicBezTo>
                  <a:cubicBezTo>
                    <a:pt x="30331" y="9021"/>
                    <a:pt x="30169" y="9007"/>
                    <a:pt x="30096" y="8801"/>
                  </a:cubicBezTo>
                  <a:cubicBezTo>
                    <a:pt x="29963" y="8418"/>
                    <a:pt x="29654" y="8124"/>
                    <a:pt x="29448" y="7785"/>
                  </a:cubicBezTo>
                  <a:cubicBezTo>
                    <a:pt x="29433" y="7653"/>
                    <a:pt x="29374" y="7550"/>
                    <a:pt x="29271" y="7461"/>
                  </a:cubicBezTo>
                  <a:cubicBezTo>
                    <a:pt x="29007" y="7226"/>
                    <a:pt x="28771" y="6932"/>
                    <a:pt x="28594" y="6623"/>
                  </a:cubicBezTo>
                  <a:cubicBezTo>
                    <a:pt x="28477" y="6387"/>
                    <a:pt x="28300" y="6196"/>
                    <a:pt x="28065" y="6078"/>
                  </a:cubicBezTo>
                  <a:cubicBezTo>
                    <a:pt x="27873" y="5990"/>
                    <a:pt x="27829" y="5784"/>
                    <a:pt x="27814" y="5592"/>
                  </a:cubicBezTo>
                  <a:cubicBezTo>
                    <a:pt x="27785" y="5578"/>
                    <a:pt x="27756" y="5578"/>
                    <a:pt x="27726" y="5563"/>
                  </a:cubicBezTo>
                  <a:cubicBezTo>
                    <a:pt x="27697" y="5504"/>
                    <a:pt x="27653" y="5445"/>
                    <a:pt x="27608" y="5401"/>
                  </a:cubicBezTo>
                  <a:cubicBezTo>
                    <a:pt x="27373" y="5239"/>
                    <a:pt x="27226" y="5004"/>
                    <a:pt x="27167" y="4739"/>
                  </a:cubicBezTo>
                  <a:cubicBezTo>
                    <a:pt x="26990" y="4709"/>
                    <a:pt x="26828" y="4577"/>
                    <a:pt x="26770" y="4400"/>
                  </a:cubicBezTo>
                  <a:cubicBezTo>
                    <a:pt x="26696" y="4356"/>
                    <a:pt x="26652" y="4283"/>
                    <a:pt x="26637" y="4209"/>
                  </a:cubicBezTo>
                  <a:lnTo>
                    <a:pt x="26534" y="4106"/>
                  </a:lnTo>
                  <a:cubicBezTo>
                    <a:pt x="26490" y="4106"/>
                    <a:pt x="26461" y="4106"/>
                    <a:pt x="26431" y="4106"/>
                  </a:cubicBezTo>
                  <a:cubicBezTo>
                    <a:pt x="26181" y="4033"/>
                    <a:pt x="25975" y="3871"/>
                    <a:pt x="25842" y="3635"/>
                  </a:cubicBezTo>
                  <a:cubicBezTo>
                    <a:pt x="25798" y="3562"/>
                    <a:pt x="25710" y="3517"/>
                    <a:pt x="25622" y="3532"/>
                  </a:cubicBezTo>
                  <a:cubicBezTo>
                    <a:pt x="25592" y="3532"/>
                    <a:pt x="25578" y="3547"/>
                    <a:pt x="25563" y="3562"/>
                  </a:cubicBezTo>
                  <a:lnTo>
                    <a:pt x="25563" y="3562"/>
                  </a:lnTo>
                  <a:cubicBezTo>
                    <a:pt x="25578" y="3547"/>
                    <a:pt x="25592" y="3532"/>
                    <a:pt x="25622" y="3532"/>
                  </a:cubicBezTo>
                  <a:cubicBezTo>
                    <a:pt x="25563" y="3459"/>
                    <a:pt x="25489" y="3414"/>
                    <a:pt x="25401" y="3429"/>
                  </a:cubicBezTo>
                  <a:lnTo>
                    <a:pt x="25372" y="3459"/>
                  </a:lnTo>
                  <a:lnTo>
                    <a:pt x="25372" y="3459"/>
                  </a:lnTo>
                  <a:lnTo>
                    <a:pt x="25401" y="3429"/>
                  </a:lnTo>
                  <a:cubicBezTo>
                    <a:pt x="25357" y="3356"/>
                    <a:pt x="25283" y="3311"/>
                    <a:pt x="25195" y="3297"/>
                  </a:cubicBezTo>
                  <a:cubicBezTo>
                    <a:pt x="25180" y="3253"/>
                    <a:pt x="25166" y="3194"/>
                    <a:pt x="25151" y="3135"/>
                  </a:cubicBezTo>
                  <a:cubicBezTo>
                    <a:pt x="25018" y="3135"/>
                    <a:pt x="24886" y="3047"/>
                    <a:pt x="24842" y="2914"/>
                  </a:cubicBezTo>
                  <a:lnTo>
                    <a:pt x="24665" y="2899"/>
                  </a:lnTo>
                  <a:lnTo>
                    <a:pt x="24518" y="2708"/>
                  </a:lnTo>
                  <a:cubicBezTo>
                    <a:pt x="24415" y="2679"/>
                    <a:pt x="24341" y="2605"/>
                    <a:pt x="24297" y="2517"/>
                  </a:cubicBezTo>
                  <a:lnTo>
                    <a:pt x="24209" y="2517"/>
                  </a:lnTo>
                  <a:cubicBezTo>
                    <a:pt x="24106" y="2428"/>
                    <a:pt x="24032" y="2311"/>
                    <a:pt x="23885" y="2281"/>
                  </a:cubicBezTo>
                  <a:lnTo>
                    <a:pt x="23664" y="2075"/>
                  </a:lnTo>
                  <a:cubicBezTo>
                    <a:pt x="23547" y="2031"/>
                    <a:pt x="23444" y="1943"/>
                    <a:pt x="23370" y="1840"/>
                  </a:cubicBezTo>
                  <a:cubicBezTo>
                    <a:pt x="23179" y="1840"/>
                    <a:pt x="23061" y="1648"/>
                    <a:pt x="22870" y="1604"/>
                  </a:cubicBezTo>
                  <a:cubicBezTo>
                    <a:pt x="22826" y="1545"/>
                    <a:pt x="22767" y="1487"/>
                    <a:pt x="22723" y="1413"/>
                  </a:cubicBezTo>
                  <a:lnTo>
                    <a:pt x="22517" y="1384"/>
                  </a:lnTo>
                  <a:lnTo>
                    <a:pt x="22296" y="1192"/>
                  </a:lnTo>
                  <a:cubicBezTo>
                    <a:pt x="22075" y="1119"/>
                    <a:pt x="21840" y="1060"/>
                    <a:pt x="21604" y="972"/>
                  </a:cubicBezTo>
                  <a:cubicBezTo>
                    <a:pt x="21398" y="913"/>
                    <a:pt x="21192" y="810"/>
                    <a:pt x="21030" y="662"/>
                  </a:cubicBezTo>
                  <a:cubicBezTo>
                    <a:pt x="20603" y="559"/>
                    <a:pt x="20206" y="368"/>
                    <a:pt x="19750" y="442"/>
                  </a:cubicBezTo>
                  <a:lnTo>
                    <a:pt x="19750" y="398"/>
                  </a:lnTo>
                  <a:cubicBezTo>
                    <a:pt x="19588" y="162"/>
                    <a:pt x="19294" y="383"/>
                    <a:pt x="19117" y="221"/>
                  </a:cubicBezTo>
                  <a:lnTo>
                    <a:pt x="19117" y="221"/>
                  </a:lnTo>
                  <a:lnTo>
                    <a:pt x="17719" y="221"/>
                  </a:lnTo>
                  <a:cubicBezTo>
                    <a:pt x="17690" y="221"/>
                    <a:pt x="17660" y="221"/>
                    <a:pt x="17631" y="206"/>
                  </a:cubicBezTo>
                  <a:cubicBezTo>
                    <a:pt x="17454" y="206"/>
                    <a:pt x="17454" y="206"/>
                    <a:pt x="17484" y="15"/>
                  </a:cubicBezTo>
                  <a:lnTo>
                    <a:pt x="17307" y="15"/>
                  </a:lnTo>
                  <a:cubicBezTo>
                    <a:pt x="17307" y="30"/>
                    <a:pt x="17292" y="44"/>
                    <a:pt x="17277" y="59"/>
                  </a:cubicBezTo>
                  <a:cubicBezTo>
                    <a:pt x="16910" y="147"/>
                    <a:pt x="16512" y="133"/>
                    <a:pt x="16144" y="30"/>
                  </a:cubicBezTo>
                  <a:cubicBezTo>
                    <a:pt x="16100" y="59"/>
                    <a:pt x="16071" y="103"/>
                    <a:pt x="16027" y="133"/>
                  </a:cubicBezTo>
                  <a:cubicBezTo>
                    <a:pt x="15909" y="118"/>
                    <a:pt x="15776" y="74"/>
                    <a:pt x="15703" y="221"/>
                  </a:cubicBezTo>
                  <a:lnTo>
                    <a:pt x="15703" y="221"/>
                  </a:lnTo>
                  <a:cubicBezTo>
                    <a:pt x="15497" y="162"/>
                    <a:pt x="15276" y="162"/>
                    <a:pt x="15070" y="221"/>
                  </a:cubicBezTo>
                  <a:lnTo>
                    <a:pt x="15070" y="0"/>
                  </a:lnTo>
                  <a:lnTo>
                    <a:pt x="14967" y="15"/>
                  </a:lnTo>
                  <a:lnTo>
                    <a:pt x="14849" y="221"/>
                  </a:lnTo>
                  <a:cubicBezTo>
                    <a:pt x="14717" y="177"/>
                    <a:pt x="14570" y="103"/>
                    <a:pt x="14452" y="265"/>
                  </a:cubicBezTo>
                  <a:cubicBezTo>
                    <a:pt x="14393" y="324"/>
                    <a:pt x="14305" y="353"/>
                    <a:pt x="14216" y="324"/>
                  </a:cubicBezTo>
                  <a:cubicBezTo>
                    <a:pt x="13952" y="442"/>
                    <a:pt x="13672" y="589"/>
                    <a:pt x="13363" y="559"/>
                  </a:cubicBezTo>
                  <a:cubicBezTo>
                    <a:pt x="13466" y="295"/>
                    <a:pt x="13466" y="295"/>
                    <a:pt x="13260" y="221"/>
                  </a:cubicBezTo>
                  <a:lnTo>
                    <a:pt x="13054" y="236"/>
                  </a:lnTo>
                  <a:cubicBezTo>
                    <a:pt x="12966" y="339"/>
                    <a:pt x="12848" y="309"/>
                    <a:pt x="12745" y="353"/>
                  </a:cubicBezTo>
                  <a:lnTo>
                    <a:pt x="12730" y="412"/>
                  </a:lnTo>
                  <a:cubicBezTo>
                    <a:pt x="12686" y="383"/>
                    <a:pt x="12642" y="353"/>
                    <a:pt x="12583" y="353"/>
                  </a:cubicBezTo>
                  <a:cubicBezTo>
                    <a:pt x="12554" y="353"/>
                    <a:pt x="12524" y="353"/>
                    <a:pt x="12509" y="324"/>
                  </a:cubicBezTo>
                  <a:cubicBezTo>
                    <a:pt x="12333" y="383"/>
                    <a:pt x="12068" y="324"/>
                    <a:pt x="11994" y="559"/>
                  </a:cubicBezTo>
                  <a:lnTo>
                    <a:pt x="11965" y="559"/>
                  </a:lnTo>
                  <a:cubicBezTo>
                    <a:pt x="11906" y="574"/>
                    <a:pt x="11832" y="604"/>
                    <a:pt x="11774" y="633"/>
                  </a:cubicBezTo>
                  <a:lnTo>
                    <a:pt x="11553" y="633"/>
                  </a:lnTo>
                  <a:cubicBezTo>
                    <a:pt x="11494" y="589"/>
                    <a:pt x="11406" y="589"/>
                    <a:pt x="11347" y="633"/>
                  </a:cubicBezTo>
                  <a:lnTo>
                    <a:pt x="11023" y="633"/>
                  </a:lnTo>
                  <a:cubicBezTo>
                    <a:pt x="10994" y="662"/>
                    <a:pt x="10979" y="692"/>
                    <a:pt x="10994" y="736"/>
                  </a:cubicBezTo>
                  <a:cubicBezTo>
                    <a:pt x="10964" y="736"/>
                    <a:pt x="10949" y="751"/>
                    <a:pt x="10920" y="751"/>
                  </a:cubicBezTo>
                  <a:cubicBezTo>
                    <a:pt x="10920" y="765"/>
                    <a:pt x="10920" y="780"/>
                    <a:pt x="10920" y="795"/>
                  </a:cubicBezTo>
                  <a:cubicBezTo>
                    <a:pt x="10876" y="780"/>
                    <a:pt x="10832" y="765"/>
                    <a:pt x="10788" y="751"/>
                  </a:cubicBezTo>
                  <a:lnTo>
                    <a:pt x="10743" y="751"/>
                  </a:lnTo>
                  <a:cubicBezTo>
                    <a:pt x="10685" y="765"/>
                    <a:pt x="10640" y="810"/>
                    <a:pt x="10611" y="854"/>
                  </a:cubicBezTo>
                  <a:lnTo>
                    <a:pt x="10611" y="854"/>
                  </a:lnTo>
                  <a:cubicBezTo>
                    <a:pt x="10434" y="942"/>
                    <a:pt x="10228" y="1001"/>
                    <a:pt x="10037" y="1016"/>
                  </a:cubicBezTo>
                  <a:cubicBezTo>
                    <a:pt x="9963" y="1016"/>
                    <a:pt x="9978" y="1104"/>
                    <a:pt x="9949" y="1133"/>
                  </a:cubicBezTo>
                  <a:cubicBezTo>
                    <a:pt x="9919" y="1104"/>
                    <a:pt x="9875" y="1104"/>
                    <a:pt x="9860" y="1133"/>
                  </a:cubicBezTo>
                  <a:lnTo>
                    <a:pt x="9743" y="1148"/>
                  </a:lnTo>
                  <a:cubicBezTo>
                    <a:pt x="9684" y="1104"/>
                    <a:pt x="9595" y="1104"/>
                    <a:pt x="9551" y="1163"/>
                  </a:cubicBezTo>
                  <a:cubicBezTo>
                    <a:pt x="9478" y="1222"/>
                    <a:pt x="9448" y="1354"/>
                    <a:pt x="9316" y="1281"/>
                  </a:cubicBezTo>
                  <a:cubicBezTo>
                    <a:pt x="9301" y="1281"/>
                    <a:pt x="9272" y="1281"/>
                    <a:pt x="9257" y="1281"/>
                  </a:cubicBezTo>
                  <a:cubicBezTo>
                    <a:pt x="9154" y="1369"/>
                    <a:pt x="9036" y="1442"/>
                    <a:pt x="8904" y="1457"/>
                  </a:cubicBezTo>
                  <a:lnTo>
                    <a:pt x="8713" y="1487"/>
                  </a:lnTo>
                  <a:cubicBezTo>
                    <a:pt x="8639" y="1531"/>
                    <a:pt x="8551" y="1531"/>
                    <a:pt x="8477" y="1575"/>
                  </a:cubicBezTo>
                  <a:lnTo>
                    <a:pt x="8300" y="1590"/>
                  </a:lnTo>
                  <a:cubicBezTo>
                    <a:pt x="8242" y="1766"/>
                    <a:pt x="7991" y="1899"/>
                    <a:pt x="8139" y="2105"/>
                  </a:cubicBezTo>
                  <a:lnTo>
                    <a:pt x="7653" y="2252"/>
                  </a:lnTo>
                  <a:cubicBezTo>
                    <a:pt x="7594" y="2311"/>
                    <a:pt x="7535" y="2370"/>
                    <a:pt x="7476" y="2414"/>
                  </a:cubicBezTo>
                  <a:cubicBezTo>
                    <a:pt x="7373" y="2458"/>
                    <a:pt x="7314" y="2561"/>
                    <a:pt x="7314" y="2664"/>
                  </a:cubicBezTo>
                  <a:lnTo>
                    <a:pt x="7314" y="2649"/>
                  </a:lnTo>
                  <a:cubicBezTo>
                    <a:pt x="7270" y="2708"/>
                    <a:pt x="7241" y="2767"/>
                    <a:pt x="7211" y="2826"/>
                  </a:cubicBezTo>
                  <a:cubicBezTo>
                    <a:pt x="7182" y="2899"/>
                    <a:pt x="7153" y="2929"/>
                    <a:pt x="7094" y="2885"/>
                  </a:cubicBezTo>
                  <a:cubicBezTo>
                    <a:pt x="6991" y="2811"/>
                    <a:pt x="6917" y="2841"/>
                    <a:pt x="6844" y="2944"/>
                  </a:cubicBezTo>
                  <a:cubicBezTo>
                    <a:pt x="6726" y="3105"/>
                    <a:pt x="6593" y="3253"/>
                    <a:pt x="6461" y="3414"/>
                  </a:cubicBezTo>
                  <a:cubicBezTo>
                    <a:pt x="6373" y="3400"/>
                    <a:pt x="6284" y="3414"/>
                    <a:pt x="6211" y="3444"/>
                  </a:cubicBezTo>
                  <a:cubicBezTo>
                    <a:pt x="6064" y="3517"/>
                    <a:pt x="5902" y="3576"/>
                    <a:pt x="5740" y="3635"/>
                  </a:cubicBezTo>
                  <a:lnTo>
                    <a:pt x="5902" y="3797"/>
                  </a:lnTo>
                  <a:cubicBezTo>
                    <a:pt x="5754" y="3812"/>
                    <a:pt x="5607" y="3856"/>
                    <a:pt x="5504" y="3959"/>
                  </a:cubicBezTo>
                  <a:cubicBezTo>
                    <a:pt x="5519" y="4018"/>
                    <a:pt x="5519" y="4091"/>
                    <a:pt x="5578" y="4136"/>
                  </a:cubicBezTo>
                  <a:cubicBezTo>
                    <a:pt x="5681" y="4209"/>
                    <a:pt x="5622" y="4283"/>
                    <a:pt x="5607" y="4356"/>
                  </a:cubicBezTo>
                  <a:lnTo>
                    <a:pt x="5298" y="4371"/>
                  </a:lnTo>
                  <a:lnTo>
                    <a:pt x="5078" y="4371"/>
                  </a:lnTo>
                  <a:cubicBezTo>
                    <a:pt x="5048" y="4386"/>
                    <a:pt x="5019" y="4386"/>
                    <a:pt x="4989" y="4386"/>
                  </a:cubicBezTo>
                  <a:cubicBezTo>
                    <a:pt x="4989" y="4445"/>
                    <a:pt x="4975" y="4503"/>
                    <a:pt x="4960" y="4562"/>
                  </a:cubicBezTo>
                  <a:lnTo>
                    <a:pt x="4975" y="4606"/>
                  </a:lnTo>
                  <a:lnTo>
                    <a:pt x="4989" y="4606"/>
                  </a:lnTo>
                  <a:lnTo>
                    <a:pt x="4989" y="4606"/>
                  </a:lnTo>
                  <a:cubicBezTo>
                    <a:pt x="4975" y="4592"/>
                    <a:pt x="4960" y="4577"/>
                    <a:pt x="4960" y="4548"/>
                  </a:cubicBezTo>
                  <a:cubicBezTo>
                    <a:pt x="4754" y="4636"/>
                    <a:pt x="4827" y="4813"/>
                    <a:pt x="4827" y="4974"/>
                  </a:cubicBezTo>
                  <a:lnTo>
                    <a:pt x="4548" y="5004"/>
                  </a:lnTo>
                  <a:cubicBezTo>
                    <a:pt x="4445" y="5122"/>
                    <a:pt x="4298" y="5180"/>
                    <a:pt x="4327" y="5386"/>
                  </a:cubicBezTo>
                  <a:cubicBezTo>
                    <a:pt x="4356" y="5592"/>
                    <a:pt x="4180" y="5622"/>
                    <a:pt x="4018" y="5651"/>
                  </a:cubicBezTo>
                  <a:cubicBezTo>
                    <a:pt x="3930" y="5784"/>
                    <a:pt x="3915" y="5975"/>
                    <a:pt x="3694" y="5960"/>
                  </a:cubicBezTo>
                  <a:cubicBezTo>
                    <a:pt x="3694" y="6019"/>
                    <a:pt x="3650" y="6063"/>
                    <a:pt x="3591" y="6078"/>
                  </a:cubicBezTo>
                  <a:cubicBezTo>
                    <a:pt x="3518" y="6166"/>
                    <a:pt x="3385" y="6255"/>
                    <a:pt x="3547" y="6387"/>
                  </a:cubicBezTo>
                  <a:cubicBezTo>
                    <a:pt x="3562" y="6402"/>
                    <a:pt x="3562" y="6417"/>
                    <a:pt x="3562" y="6431"/>
                  </a:cubicBezTo>
                  <a:lnTo>
                    <a:pt x="3503" y="6431"/>
                  </a:lnTo>
                  <a:cubicBezTo>
                    <a:pt x="3356" y="6490"/>
                    <a:pt x="3238" y="6578"/>
                    <a:pt x="3135" y="6696"/>
                  </a:cubicBezTo>
                  <a:cubicBezTo>
                    <a:pt x="3120" y="6726"/>
                    <a:pt x="3091" y="6726"/>
                    <a:pt x="3076" y="6711"/>
                  </a:cubicBezTo>
                  <a:cubicBezTo>
                    <a:pt x="2796" y="6902"/>
                    <a:pt x="2826" y="7270"/>
                    <a:pt x="2679" y="7520"/>
                  </a:cubicBezTo>
                  <a:lnTo>
                    <a:pt x="2664" y="7564"/>
                  </a:lnTo>
                  <a:cubicBezTo>
                    <a:pt x="2649" y="7564"/>
                    <a:pt x="2635" y="7564"/>
                    <a:pt x="2620" y="7564"/>
                  </a:cubicBezTo>
                  <a:lnTo>
                    <a:pt x="2620" y="7682"/>
                  </a:lnTo>
                  <a:lnTo>
                    <a:pt x="2620" y="7682"/>
                  </a:lnTo>
                  <a:lnTo>
                    <a:pt x="2620" y="7682"/>
                  </a:lnTo>
                  <a:cubicBezTo>
                    <a:pt x="2576" y="7667"/>
                    <a:pt x="2546" y="7667"/>
                    <a:pt x="2517" y="7682"/>
                  </a:cubicBezTo>
                  <a:cubicBezTo>
                    <a:pt x="2473" y="7771"/>
                    <a:pt x="2429" y="7874"/>
                    <a:pt x="2384" y="7977"/>
                  </a:cubicBezTo>
                  <a:cubicBezTo>
                    <a:pt x="2370" y="7991"/>
                    <a:pt x="2340" y="7991"/>
                    <a:pt x="2311" y="7991"/>
                  </a:cubicBezTo>
                  <a:cubicBezTo>
                    <a:pt x="2355" y="8109"/>
                    <a:pt x="2340" y="8183"/>
                    <a:pt x="2208" y="8212"/>
                  </a:cubicBezTo>
                  <a:cubicBezTo>
                    <a:pt x="2164" y="8447"/>
                    <a:pt x="2105" y="8654"/>
                    <a:pt x="2016" y="8874"/>
                  </a:cubicBezTo>
                  <a:cubicBezTo>
                    <a:pt x="1899" y="9213"/>
                    <a:pt x="1752" y="9551"/>
                    <a:pt x="1575" y="9860"/>
                  </a:cubicBezTo>
                  <a:cubicBezTo>
                    <a:pt x="1501" y="10007"/>
                    <a:pt x="1457" y="10155"/>
                    <a:pt x="1428" y="10316"/>
                  </a:cubicBezTo>
                  <a:cubicBezTo>
                    <a:pt x="1354" y="10640"/>
                    <a:pt x="1251" y="10979"/>
                    <a:pt x="1134" y="11302"/>
                  </a:cubicBezTo>
                  <a:cubicBezTo>
                    <a:pt x="1192" y="11567"/>
                    <a:pt x="1178" y="11862"/>
                    <a:pt x="1104" y="12127"/>
                  </a:cubicBezTo>
                  <a:cubicBezTo>
                    <a:pt x="1030" y="12494"/>
                    <a:pt x="869" y="12833"/>
                    <a:pt x="913" y="13216"/>
                  </a:cubicBezTo>
                  <a:cubicBezTo>
                    <a:pt x="913" y="13260"/>
                    <a:pt x="883" y="13319"/>
                    <a:pt x="839" y="13333"/>
                  </a:cubicBezTo>
                  <a:cubicBezTo>
                    <a:pt x="545" y="13510"/>
                    <a:pt x="501" y="13790"/>
                    <a:pt x="501" y="14084"/>
                  </a:cubicBezTo>
                  <a:lnTo>
                    <a:pt x="471" y="14113"/>
                  </a:lnTo>
                  <a:cubicBezTo>
                    <a:pt x="398" y="14275"/>
                    <a:pt x="339" y="14437"/>
                    <a:pt x="280" y="14599"/>
                  </a:cubicBezTo>
                  <a:lnTo>
                    <a:pt x="280" y="14599"/>
                  </a:lnTo>
                  <a:cubicBezTo>
                    <a:pt x="192" y="15614"/>
                    <a:pt x="0" y="16645"/>
                    <a:pt x="162" y="17689"/>
                  </a:cubicBezTo>
                  <a:lnTo>
                    <a:pt x="162" y="17792"/>
                  </a:lnTo>
                  <a:cubicBezTo>
                    <a:pt x="162" y="17792"/>
                    <a:pt x="148" y="17792"/>
                    <a:pt x="133" y="17822"/>
                  </a:cubicBezTo>
                  <a:cubicBezTo>
                    <a:pt x="118" y="17851"/>
                    <a:pt x="133" y="17866"/>
                    <a:pt x="162" y="17895"/>
                  </a:cubicBezTo>
                  <a:lnTo>
                    <a:pt x="162" y="17895"/>
                  </a:lnTo>
                  <a:cubicBezTo>
                    <a:pt x="192" y="17910"/>
                    <a:pt x="221" y="17925"/>
                    <a:pt x="251" y="17925"/>
                  </a:cubicBezTo>
                  <a:lnTo>
                    <a:pt x="251" y="17925"/>
                  </a:lnTo>
                  <a:cubicBezTo>
                    <a:pt x="206" y="18057"/>
                    <a:pt x="221" y="18204"/>
                    <a:pt x="265" y="18337"/>
                  </a:cubicBezTo>
                  <a:cubicBezTo>
                    <a:pt x="265" y="18499"/>
                    <a:pt x="280" y="18675"/>
                    <a:pt x="280" y="18837"/>
                  </a:cubicBezTo>
                  <a:cubicBezTo>
                    <a:pt x="471" y="19161"/>
                    <a:pt x="589" y="19529"/>
                    <a:pt x="604" y="19912"/>
                  </a:cubicBezTo>
                  <a:cubicBezTo>
                    <a:pt x="707" y="19941"/>
                    <a:pt x="766" y="20029"/>
                    <a:pt x="780" y="20147"/>
                  </a:cubicBezTo>
                  <a:cubicBezTo>
                    <a:pt x="780" y="20221"/>
                    <a:pt x="810" y="20309"/>
                    <a:pt x="869" y="20368"/>
                  </a:cubicBezTo>
                  <a:cubicBezTo>
                    <a:pt x="957" y="20544"/>
                    <a:pt x="913" y="20795"/>
                    <a:pt x="1104" y="20956"/>
                  </a:cubicBezTo>
                  <a:cubicBezTo>
                    <a:pt x="1148" y="20986"/>
                    <a:pt x="1119" y="21118"/>
                    <a:pt x="1119" y="21192"/>
                  </a:cubicBezTo>
                  <a:cubicBezTo>
                    <a:pt x="1251" y="21280"/>
                    <a:pt x="1340" y="21369"/>
                    <a:pt x="1295" y="21530"/>
                  </a:cubicBezTo>
                  <a:cubicBezTo>
                    <a:pt x="1281" y="21604"/>
                    <a:pt x="1295" y="21678"/>
                    <a:pt x="1340" y="21722"/>
                  </a:cubicBezTo>
                  <a:lnTo>
                    <a:pt x="1457" y="21619"/>
                  </a:lnTo>
                  <a:cubicBezTo>
                    <a:pt x="1487" y="21575"/>
                    <a:pt x="1560" y="21575"/>
                    <a:pt x="1575" y="21619"/>
                  </a:cubicBezTo>
                  <a:cubicBezTo>
                    <a:pt x="1663" y="21854"/>
                    <a:pt x="1869" y="22090"/>
                    <a:pt x="1752" y="22369"/>
                  </a:cubicBezTo>
                  <a:cubicBezTo>
                    <a:pt x="1766" y="22399"/>
                    <a:pt x="1766" y="22428"/>
                    <a:pt x="1766" y="22472"/>
                  </a:cubicBezTo>
                  <a:cubicBezTo>
                    <a:pt x="1810" y="22502"/>
                    <a:pt x="1855" y="22531"/>
                    <a:pt x="1899" y="22561"/>
                  </a:cubicBezTo>
                  <a:cubicBezTo>
                    <a:pt x="2149" y="22737"/>
                    <a:pt x="2399" y="22914"/>
                    <a:pt x="2473" y="23238"/>
                  </a:cubicBezTo>
                  <a:cubicBezTo>
                    <a:pt x="2473" y="23282"/>
                    <a:pt x="2546" y="23311"/>
                    <a:pt x="2590" y="23341"/>
                  </a:cubicBezTo>
                  <a:cubicBezTo>
                    <a:pt x="2649" y="23576"/>
                    <a:pt x="2796" y="23782"/>
                    <a:pt x="2988" y="23929"/>
                  </a:cubicBezTo>
                  <a:cubicBezTo>
                    <a:pt x="3017" y="23973"/>
                    <a:pt x="3017" y="24032"/>
                    <a:pt x="3032" y="24076"/>
                  </a:cubicBezTo>
                  <a:lnTo>
                    <a:pt x="3356" y="24297"/>
                  </a:lnTo>
                  <a:lnTo>
                    <a:pt x="3356" y="24297"/>
                  </a:lnTo>
                  <a:lnTo>
                    <a:pt x="3356" y="24341"/>
                  </a:lnTo>
                  <a:cubicBezTo>
                    <a:pt x="3562" y="24591"/>
                    <a:pt x="3782" y="24842"/>
                    <a:pt x="4003" y="25077"/>
                  </a:cubicBezTo>
                  <a:cubicBezTo>
                    <a:pt x="4047" y="25121"/>
                    <a:pt x="4121" y="25136"/>
                    <a:pt x="4180" y="25151"/>
                  </a:cubicBezTo>
                  <a:lnTo>
                    <a:pt x="4180" y="25151"/>
                  </a:lnTo>
                  <a:cubicBezTo>
                    <a:pt x="4165" y="25239"/>
                    <a:pt x="4224" y="25327"/>
                    <a:pt x="4298" y="25357"/>
                  </a:cubicBezTo>
                  <a:cubicBezTo>
                    <a:pt x="4371" y="25504"/>
                    <a:pt x="4474" y="25607"/>
                    <a:pt x="4607" y="25680"/>
                  </a:cubicBezTo>
                  <a:cubicBezTo>
                    <a:pt x="4607" y="25901"/>
                    <a:pt x="4783" y="26004"/>
                    <a:pt x="4930" y="26107"/>
                  </a:cubicBezTo>
                  <a:lnTo>
                    <a:pt x="4930" y="26107"/>
                  </a:lnTo>
                  <a:cubicBezTo>
                    <a:pt x="5019" y="26210"/>
                    <a:pt x="5122" y="26328"/>
                    <a:pt x="5210" y="26431"/>
                  </a:cubicBezTo>
                  <a:cubicBezTo>
                    <a:pt x="5298" y="26505"/>
                    <a:pt x="5357" y="26622"/>
                    <a:pt x="5342" y="26755"/>
                  </a:cubicBezTo>
                  <a:lnTo>
                    <a:pt x="5342" y="26755"/>
                  </a:lnTo>
                  <a:cubicBezTo>
                    <a:pt x="5387" y="26784"/>
                    <a:pt x="5431" y="26799"/>
                    <a:pt x="5475" y="26828"/>
                  </a:cubicBezTo>
                  <a:lnTo>
                    <a:pt x="5490" y="26828"/>
                  </a:lnTo>
                  <a:cubicBezTo>
                    <a:pt x="5637" y="27049"/>
                    <a:pt x="5902" y="27108"/>
                    <a:pt x="6093" y="27270"/>
                  </a:cubicBezTo>
                  <a:cubicBezTo>
                    <a:pt x="6196" y="27417"/>
                    <a:pt x="6402" y="27461"/>
                    <a:pt x="6446" y="27667"/>
                  </a:cubicBezTo>
                  <a:cubicBezTo>
                    <a:pt x="6534" y="27726"/>
                    <a:pt x="6593" y="27814"/>
                    <a:pt x="6623" y="27917"/>
                  </a:cubicBezTo>
                  <a:cubicBezTo>
                    <a:pt x="6652" y="27917"/>
                    <a:pt x="6696" y="27932"/>
                    <a:pt x="6726" y="27932"/>
                  </a:cubicBezTo>
                  <a:lnTo>
                    <a:pt x="6755" y="28315"/>
                  </a:lnTo>
                  <a:lnTo>
                    <a:pt x="6858" y="28329"/>
                  </a:lnTo>
                  <a:cubicBezTo>
                    <a:pt x="6961" y="28477"/>
                    <a:pt x="7094" y="28609"/>
                    <a:pt x="7270" y="28683"/>
                  </a:cubicBezTo>
                  <a:cubicBezTo>
                    <a:pt x="7314" y="28771"/>
                    <a:pt x="7388" y="28844"/>
                    <a:pt x="7491" y="28874"/>
                  </a:cubicBezTo>
                  <a:lnTo>
                    <a:pt x="8551" y="29536"/>
                  </a:lnTo>
                  <a:cubicBezTo>
                    <a:pt x="8609" y="29580"/>
                    <a:pt x="8683" y="29639"/>
                    <a:pt x="8757" y="29683"/>
                  </a:cubicBezTo>
                  <a:cubicBezTo>
                    <a:pt x="8933" y="29801"/>
                    <a:pt x="9125" y="29919"/>
                    <a:pt x="9301" y="30022"/>
                  </a:cubicBezTo>
                  <a:cubicBezTo>
                    <a:pt x="9360" y="30051"/>
                    <a:pt x="9434" y="30051"/>
                    <a:pt x="9507" y="30051"/>
                  </a:cubicBezTo>
                  <a:cubicBezTo>
                    <a:pt x="9625" y="30213"/>
                    <a:pt x="9757" y="30360"/>
                    <a:pt x="9919" y="30463"/>
                  </a:cubicBezTo>
                  <a:lnTo>
                    <a:pt x="10155" y="30684"/>
                  </a:lnTo>
                  <a:cubicBezTo>
                    <a:pt x="10375" y="30772"/>
                    <a:pt x="10626" y="30802"/>
                    <a:pt x="10802" y="30993"/>
                  </a:cubicBezTo>
                  <a:cubicBezTo>
                    <a:pt x="10891" y="30964"/>
                    <a:pt x="10979" y="31008"/>
                    <a:pt x="11023" y="31081"/>
                  </a:cubicBezTo>
                  <a:lnTo>
                    <a:pt x="11376" y="31111"/>
                  </a:lnTo>
                  <a:cubicBezTo>
                    <a:pt x="11376" y="31111"/>
                    <a:pt x="11376" y="31126"/>
                    <a:pt x="11376" y="31126"/>
                  </a:cubicBezTo>
                  <a:cubicBezTo>
                    <a:pt x="11420" y="31287"/>
                    <a:pt x="11582" y="31243"/>
                    <a:pt x="11671" y="31317"/>
                  </a:cubicBezTo>
                  <a:lnTo>
                    <a:pt x="11715" y="31302"/>
                  </a:lnTo>
                  <a:lnTo>
                    <a:pt x="11744" y="31302"/>
                  </a:lnTo>
                  <a:cubicBezTo>
                    <a:pt x="12038" y="31287"/>
                    <a:pt x="12318" y="31273"/>
                    <a:pt x="12612" y="31229"/>
                  </a:cubicBezTo>
                  <a:cubicBezTo>
                    <a:pt x="12612" y="31229"/>
                    <a:pt x="12612" y="31214"/>
                    <a:pt x="12612" y="31214"/>
                  </a:cubicBezTo>
                  <a:cubicBezTo>
                    <a:pt x="12774" y="31287"/>
                    <a:pt x="12951" y="31332"/>
                    <a:pt x="13142" y="31302"/>
                  </a:cubicBezTo>
                  <a:cubicBezTo>
                    <a:pt x="13142" y="31346"/>
                    <a:pt x="13142" y="31376"/>
                    <a:pt x="13142" y="31405"/>
                  </a:cubicBezTo>
                  <a:cubicBezTo>
                    <a:pt x="13378" y="31464"/>
                    <a:pt x="13613" y="31508"/>
                    <a:pt x="13849" y="31508"/>
                  </a:cubicBezTo>
                  <a:cubicBezTo>
                    <a:pt x="14216" y="31493"/>
                    <a:pt x="14570" y="31493"/>
                    <a:pt x="14938" y="31523"/>
                  </a:cubicBezTo>
                  <a:cubicBezTo>
                    <a:pt x="15188" y="31596"/>
                    <a:pt x="15467" y="31552"/>
                    <a:pt x="15688" y="31714"/>
                  </a:cubicBezTo>
                  <a:lnTo>
                    <a:pt x="16130" y="31538"/>
                  </a:lnTo>
                  <a:lnTo>
                    <a:pt x="16174" y="31538"/>
                  </a:lnTo>
                  <a:cubicBezTo>
                    <a:pt x="16277" y="31626"/>
                    <a:pt x="16409" y="31655"/>
                    <a:pt x="16542" y="31626"/>
                  </a:cubicBezTo>
                  <a:lnTo>
                    <a:pt x="16748" y="31641"/>
                  </a:lnTo>
                  <a:cubicBezTo>
                    <a:pt x="16762" y="31670"/>
                    <a:pt x="16762" y="31699"/>
                    <a:pt x="16792" y="31714"/>
                  </a:cubicBezTo>
                  <a:lnTo>
                    <a:pt x="16821" y="31714"/>
                  </a:lnTo>
                  <a:cubicBezTo>
                    <a:pt x="16880" y="31685"/>
                    <a:pt x="16968" y="31685"/>
                    <a:pt x="17027" y="31655"/>
                  </a:cubicBezTo>
                  <a:cubicBezTo>
                    <a:pt x="17086" y="31685"/>
                    <a:pt x="17160" y="31699"/>
                    <a:pt x="17219" y="31714"/>
                  </a:cubicBezTo>
                  <a:cubicBezTo>
                    <a:pt x="17263" y="31685"/>
                    <a:pt x="17336" y="31685"/>
                    <a:pt x="17381" y="31714"/>
                  </a:cubicBezTo>
                  <a:cubicBezTo>
                    <a:pt x="17645" y="31802"/>
                    <a:pt x="17910" y="31802"/>
                    <a:pt x="18175" y="31744"/>
                  </a:cubicBezTo>
                  <a:cubicBezTo>
                    <a:pt x="18205" y="31744"/>
                    <a:pt x="18234" y="31758"/>
                    <a:pt x="18263" y="31773"/>
                  </a:cubicBezTo>
                  <a:cubicBezTo>
                    <a:pt x="18411" y="31758"/>
                    <a:pt x="18573" y="31773"/>
                    <a:pt x="18720" y="31817"/>
                  </a:cubicBezTo>
                  <a:lnTo>
                    <a:pt x="18734" y="31802"/>
                  </a:lnTo>
                  <a:lnTo>
                    <a:pt x="18764" y="31817"/>
                  </a:lnTo>
                  <a:cubicBezTo>
                    <a:pt x="19176" y="31699"/>
                    <a:pt x="19617" y="31891"/>
                    <a:pt x="20029" y="31699"/>
                  </a:cubicBezTo>
                  <a:cubicBezTo>
                    <a:pt x="20059" y="31685"/>
                    <a:pt x="20074" y="31655"/>
                    <a:pt x="20059" y="31626"/>
                  </a:cubicBezTo>
                  <a:cubicBezTo>
                    <a:pt x="20250" y="31670"/>
                    <a:pt x="20427" y="31582"/>
                    <a:pt x="20603" y="31699"/>
                  </a:cubicBezTo>
                  <a:lnTo>
                    <a:pt x="20633" y="31685"/>
                  </a:lnTo>
                  <a:lnTo>
                    <a:pt x="20662" y="31699"/>
                  </a:lnTo>
                  <a:cubicBezTo>
                    <a:pt x="20736" y="31567"/>
                    <a:pt x="20883" y="31596"/>
                    <a:pt x="20986" y="31523"/>
                  </a:cubicBezTo>
                  <a:lnTo>
                    <a:pt x="20986" y="31523"/>
                  </a:lnTo>
                  <a:cubicBezTo>
                    <a:pt x="21251" y="31670"/>
                    <a:pt x="21589" y="31626"/>
                    <a:pt x="21810" y="31420"/>
                  </a:cubicBezTo>
                  <a:lnTo>
                    <a:pt x="22487" y="31376"/>
                  </a:lnTo>
                  <a:cubicBezTo>
                    <a:pt x="22752" y="31126"/>
                    <a:pt x="23120" y="31155"/>
                    <a:pt x="23429" y="31008"/>
                  </a:cubicBezTo>
                  <a:cubicBezTo>
                    <a:pt x="23591" y="30949"/>
                    <a:pt x="23738" y="30875"/>
                    <a:pt x="23885" y="30772"/>
                  </a:cubicBezTo>
                  <a:cubicBezTo>
                    <a:pt x="23959" y="30758"/>
                    <a:pt x="24018" y="30743"/>
                    <a:pt x="24091" y="30743"/>
                  </a:cubicBezTo>
                  <a:cubicBezTo>
                    <a:pt x="24400" y="30758"/>
                    <a:pt x="24680" y="30552"/>
                    <a:pt x="24768" y="30257"/>
                  </a:cubicBezTo>
                  <a:cubicBezTo>
                    <a:pt x="25077" y="30184"/>
                    <a:pt x="25239" y="29889"/>
                    <a:pt x="25489" y="29727"/>
                  </a:cubicBezTo>
                  <a:cubicBezTo>
                    <a:pt x="25622" y="29742"/>
                    <a:pt x="25769" y="29698"/>
                    <a:pt x="25887" y="29595"/>
                  </a:cubicBezTo>
                  <a:cubicBezTo>
                    <a:pt x="26122" y="29418"/>
                    <a:pt x="26358" y="29227"/>
                    <a:pt x="26564" y="28992"/>
                  </a:cubicBezTo>
                  <a:cubicBezTo>
                    <a:pt x="26770" y="28859"/>
                    <a:pt x="26770" y="28830"/>
                    <a:pt x="26564" y="28727"/>
                  </a:cubicBezTo>
                  <a:cubicBezTo>
                    <a:pt x="26814" y="28580"/>
                    <a:pt x="27093" y="28491"/>
                    <a:pt x="27285" y="28256"/>
                  </a:cubicBezTo>
                  <a:cubicBezTo>
                    <a:pt x="27417" y="28079"/>
                    <a:pt x="27491" y="27873"/>
                    <a:pt x="27623" y="27697"/>
                  </a:cubicBezTo>
                  <a:cubicBezTo>
                    <a:pt x="27814" y="27711"/>
                    <a:pt x="27888" y="27549"/>
                    <a:pt x="28006" y="27476"/>
                  </a:cubicBezTo>
                  <a:lnTo>
                    <a:pt x="27932" y="27358"/>
                  </a:lnTo>
                  <a:lnTo>
                    <a:pt x="28035" y="27240"/>
                  </a:lnTo>
                  <a:cubicBezTo>
                    <a:pt x="28079" y="27078"/>
                    <a:pt x="28241" y="27034"/>
                    <a:pt x="28344" y="26917"/>
                  </a:cubicBezTo>
                  <a:cubicBezTo>
                    <a:pt x="28536" y="26872"/>
                    <a:pt x="28668" y="26740"/>
                    <a:pt x="28697" y="26549"/>
                  </a:cubicBezTo>
                  <a:cubicBezTo>
                    <a:pt x="28712" y="26460"/>
                    <a:pt x="28771" y="26387"/>
                    <a:pt x="28859" y="26372"/>
                  </a:cubicBezTo>
                  <a:cubicBezTo>
                    <a:pt x="28845" y="26092"/>
                    <a:pt x="29036" y="25916"/>
                    <a:pt x="29183" y="25725"/>
                  </a:cubicBezTo>
                  <a:cubicBezTo>
                    <a:pt x="29227" y="25636"/>
                    <a:pt x="29301" y="25563"/>
                    <a:pt x="29404" y="25519"/>
                  </a:cubicBezTo>
                  <a:cubicBezTo>
                    <a:pt x="29433" y="25430"/>
                    <a:pt x="29522" y="25342"/>
                    <a:pt x="29433" y="25239"/>
                  </a:cubicBezTo>
                  <a:lnTo>
                    <a:pt x="29433" y="25239"/>
                  </a:lnTo>
                  <a:cubicBezTo>
                    <a:pt x="29595" y="25268"/>
                    <a:pt x="29683" y="25165"/>
                    <a:pt x="29787" y="25077"/>
                  </a:cubicBezTo>
                  <a:cubicBezTo>
                    <a:pt x="29845" y="24959"/>
                    <a:pt x="30125" y="25048"/>
                    <a:pt x="30037" y="24797"/>
                  </a:cubicBezTo>
                  <a:lnTo>
                    <a:pt x="30051" y="24812"/>
                  </a:lnTo>
                  <a:cubicBezTo>
                    <a:pt x="29890" y="24621"/>
                    <a:pt x="30022" y="24547"/>
                    <a:pt x="30169" y="24474"/>
                  </a:cubicBezTo>
                  <a:lnTo>
                    <a:pt x="30184" y="24459"/>
                  </a:lnTo>
                  <a:lnTo>
                    <a:pt x="30213" y="24459"/>
                  </a:lnTo>
                  <a:cubicBezTo>
                    <a:pt x="30243" y="24165"/>
                    <a:pt x="30611" y="23973"/>
                    <a:pt x="30463" y="23620"/>
                  </a:cubicBezTo>
                  <a:cubicBezTo>
                    <a:pt x="30405" y="23561"/>
                    <a:pt x="30419" y="23488"/>
                    <a:pt x="30419" y="23414"/>
                  </a:cubicBezTo>
                  <a:cubicBezTo>
                    <a:pt x="30449" y="23414"/>
                    <a:pt x="30463" y="23399"/>
                    <a:pt x="30493" y="23399"/>
                  </a:cubicBezTo>
                  <a:cubicBezTo>
                    <a:pt x="30522" y="23326"/>
                    <a:pt x="30596" y="23282"/>
                    <a:pt x="30669" y="23267"/>
                  </a:cubicBezTo>
                  <a:cubicBezTo>
                    <a:pt x="30669" y="23252"/>
                    <a:pt x="30669" y="23223"/>
                    <a:pt x="30669" y="23208"/>
                  </a:cubicBezTo>
                  <a:cubicBezTo>
                    <a:pt x="30640" y="23208"/>
                    <a:pt x="30611" y="23208"/>
                    <a:pt x="30581" y="23193"/>
                  </a:cubicBezTo>
                  <a:cubicBezTo>
                    <a:pt x="30449" y="22855"/>
                    <a:pt x="30552" y="22472"/>
                    <a:pt x="30390" y="22148"/>
                  </a:cubicBezTo>
                  <a:lnTo>
                    <a:pt x="30390" y="22148"/>
                  </a:lnTo>
                  <a:lnTo>
                    <a:pt x="30449" y="22222"/>
                  </a:lnTo>
                  <a:cubicBezTo>
                    <a:pt x="30449" y="22237"/>
                    <a:pt x="30449" y="22251"/>
                    <a:pt x="30434" y="22266"/>
                  </a:cubicBezTo>
                  <a:cubicBezTo>
                    <a:pt x="30449" y="22399"/>
                    <a:pt x="30552" y="22487"/>
                    <a:pt x="30669" y="22502"/>
                  </a:cubicBezTo>
                  <a:cubicBezTo>
                    <a:pt x="30714" y="22502"/>
                    <a:pt x="30758" y="22472"/>
                    <a:pt x="30787" y="22428"/>
                  </a:cubicBezTo>
                  <a:lnTo>
                    <a:pt x="30787" y="22428"/>
                  </a:lnTo>
                  <a:cubicBezTo>
                    <a:pt x="30787" y="22428"/>
                    <a:pt x="30802" y="22428"/>
                    <a:pt x="30817" y="22399"/>
                  </a:cubicBezTo>
                  <a:cubicBezTo>
                    <a:pt x="30817" y="22369"/>
                    <a:pt x="30817" y="22355"/>
                    <a:pt x="30787" y="22325"/>
                  </a:cubicBezTo>
                  <a:lnTo>
                    <a:pt x="30787" y="22325"/>
                  </a:lnTo>
                  <a:cubicBezTo>
                    <a:pt x="30758" y="22296"/>
                    <a:pt x="30728" y="22266"/>
                    <a:pt x="30699" y="22222"/>
                  </a:cubicBezTo>
                  <a:lnTo>
                    <a:pt x="30699" y="22119"/>
                  </a:lnTo>
                  <a:cubicBezTo>
                    <a:pt x="30758" y="22045"/>
                    <a:pt x="30743" y="21957"/>
                    <a:pt x="30787" y="21884"/>
                  </a:cubicBezTo>
                  <a:cubicBezTo>
                    <a:pt x="30787" y="21854"/>
                    <a:pt x="30787" y="21839"/>
                    <a:pt x="30787" y="21810"/>
                  </a:cubicBezTo>
                  <a:cubicBezTo>
                    <a:pt x="30773" y="21781"/>
                    <a:pt x="30758" y="21751"/>
                    <a:pt x="30728" y="21722"/>
                  </a:cubicBezTo>
                  <a:cubicBezTo>
                    <a:pt x="30728" y="21722"/>
                    <a:pt x="30743" y="21722"/>
                    <a:pt x="30758" y="21722"/>
                  </a:cubicBezTo>
                  <a:lnTo>
                    <a:pt x="30787" y="21678"/>
                  </a:lnTo>
                  <a:lnTo>
                    <a:pt x="30787" y="21678"/>
                  </a:lnTo>
                  <a:cubicBezTo>
                    <a:pt x="30831" y="21648"/>
                    <a:pt x="30861" y="21604"/>
                    <a:pt x="30905" y="21560"/>
                  </a:cubicBezTo>
                  <a:cubicBezTo>
                    <a:pt x="30890" y="21530"/>
                    <a:pt x="30890" y="21516"/>
                    <a:pt x="30905" y="21486"/>
                  </a:cubicBezTo>
                  <a:cubicBezTo>
                    <a:pt x="30876" y="21442"/>
                    <a:pt x="30831" y="21398"/>
                    <a:pt x="30787" y="21369"/>
                  </a:cubicBezTo>
                  <a:lnTo>
                    <a:pt x="30787" y="21369"/>
                  </a:lnTo>
                  <a:cubicBezTo>
                    <a:pt x="30699" y="21280"/>
                    <a:pt x="30787" y="21133"/>
                    <a:pt x="30684" y="21045"/>
                  </a:cubicBezTo>
                  <a:cubicBezTo>
                    <a:pt x="30625" y="20986"/>
                    <a:pt x="30625" y="20883"/>
                    <a:pt x="30684" y="20824"/>
                  </a:cubicBezTo>
                  <a:lnTo>
                    <a:pt x="30684" y="20824"/>
                  </a:lnTo>
                  <a:lnTo>
                    <a:pt x="30684" y="20824"/>
                  </a:lnTo>
                  <a:lnTo>
                    <a:pt x="30684" y="20824"/>
                  </a:lnTo>
                  <a:cubicBezTo>
                    <a:pt x="30699" y="20809"/>
                    <a:pt x="30714" y="20809"/>
                    <a:pt x="30714" y="20795"/>
                  </a:cubicBezTo>
                  <a:cubicBezTo>
                    <a:pt x="30714" y="20765"/>
                    <a:pt x="30714" y="20750"/>
                    <a:pt x="30684" y="20721"/>
                  </a:cubicBezTo>
                  <a:lnTo>
                    <a:pt x="30684" y="20721"/>
                  </a:lnTo>
                  <a:cubicBezTo>
                    <a:pt x="30566" y="20633"/>
                    <a:pt x="30699" y="20456"/>
                    <a:pt x="30566" y="20368"/>
                  </a:cubicBezTo>
                  <a:lnTo>
                    <a:pt x="30537" y="20368"/>
                  </a:lnTo>
                  <a:cubicBezTo>
                    <a:pt x="30625" y="20338"/>
                    <a:pt x="30728" y="20368"/>
                    <a:pt x="30802" y="20279"/>
                  </a:cubicBezTo>
                  <a:cubicBezTo>
                    <a:pt x="30787" y="20250"/>
                    <a:pt x="30787" y="20221"/>
                    <a:pt x="30802" y="20191"/>
                  </a:cubicBezTo>
                  <a:cubicBezTo>
                    <a:pt x="30802" y="20191"/>
                    <a:pt x="30773" y="20176"/>
                    <a:pt x="30773" y="20162"/>
                  </a:cubicBezTo>
                  <a:cubicBezTo>
                    <a:pt x="30758" y="20132"/>
                    <a:pt x="30773" y="20103"/>
                    <a:pt x="30802" y="20088"/>
                  </a:cubicBezTo>
                  <a:cubicBezTo>
                    <a:pt x="30920" y="19956"/>
                    <a:pt x="30758" y="19764"/>
                    <a:pt x="30905" y="19661"/>
                  </a:cubicBezTo>
                  <a:lnTo>
                    <a:pt x="30905" y="19661"/>
                  </a:lnTo>
                  <a:cubicBezTo>
                    <a:pt x="30949" y="19603"/>
                    <a:pt x="30964" y="19529"/>
                    <a:pt x="30920" y="19470"/>
                  </a:cubicBezTo>
                  <a:cubicBezTo>
                    <a:pt x="30949" y="19426"/>
                    <a:pt x="30979" y="19397"/>
                    <a:pt x="31008" y="19352"/>
                  </a:cubicBezTo>
                  <a:cubicBezTo>
                    <a:pt x="31037" y="19338"/>
                    <a:pt x="31067" y="19323"/>
                    <a:pt x="31096" y="19338"/>
                  </a:cubicBezTo>
                  <a:cubicBezTo>
                    <a:pt x="31185" y="19279"/>
                    <a:pt x="31170" y="19190"/>
                    <a:pt x="31214" y="19117"/>
                  </a:cubicBezTo>
                  <a:lnTo>
                    <a:pt x="31214" y="19117"/>
                  </a:lnTo>
                  <a:lnTo>
                    <a:pt x="31214" y="19117"/>
                  </a:lnTo>
                  <a:cubicBezTo>
                    <a:pt x="31317" y="19029"/>
                    <a:pt x="31243" y="18881"/>
                    <a:pt x="31317" y="18793"/>
                  </a:cubicBezTo>
                  <a:lnTo>
                    <a:pt x="31317" y="18793"/>
                  </a:lnTo>
                  <a:lnTo>
                    <a:pt x="31317" y="18793"/>
                  </a:lnTo>
                  <a:lnTo>
                    <a:pt x="31317" y="18793"/>
                  </a:lnTo>
                  <a:cubicBezTo>
                    <a:pt x="31332" y="18793"/>
                    <a:pt x="31346" y="18778"/>
                    <a:pt x="31346" y="18764"/>
                  </a:cubicBezTo>
                  <a:cubicBezTo>
                    <a:pt x="31361" y="18749"/>
                    <a:pt x="31346" y="18720"/>
                    <a:pt x="31317" y="18690"/>
                  </a:cubicBezTo>
                  <a:cubicBezTo>
                    <a:pt x="31302" y="18558"/>
                    <a:pt x="31288" y="18425"/>
                    <a:pt x="31302" y="18293"/>
                  </a:cubicBezTo>
                  <a:cubicBezTo>
                    <a:pt x="31346" y="18116"/>
                    <a:pt x="31258" y="17940"/>
                    <a:pt x="31111" y="17851"/>
                  </a:cubicBezTo>
                  <a:cubicBezTo>
                    <a:pt x="31052" y="17807"/>
                    <a:pt x="31052" y="17719"/>
                    <a:pt x="31111" y="17660"/>
                  </a:cubicBezTo>
                  <a:cubicBezTo>
                    <a:pt x="31229" y="17454"/>
                    <a:pt x="31111" y="17189"/>
                    <a:pt x="31258" y="16983"/>
                  </a:cubicBezTo>
                  <a:cubicBezTo>
                    <a:pt x="31288" y="16939"/>
                    <a:pt x="31229" y="16851"/>
                    <a:pt x="31214" y="16777"/>
                  </a:cubicBezTo>
                  <a:lnTo>
                    <a:pt x="31435" y="16571"/>
                  </a:lnTo>
                  <a:cubicBezTo>
                    <a:pt x="31479" y="16556"/>
                    <a:pt x="31523" y="16527"/>
                    <a:pt x="31538" y="16468"/>
                  </a:cubicBezTo>
                  <a:lnTo>
                    <a:pt x="31538" y="16468"/>
                  </a:lnTo>
                  <a:lnTo>
                    <a:pt x="31744" y="16247"/>
                  </a:lnTo>
                  <a:cubicBezTo>
                    <a:pt x="31744" y="16335"/>
                    <a:pt x="31744" y="16439"/>
                    <a:pt x="31862" y="16468"/>
                  </a:cubicBezTo>
                  <a:cubicBezTo>
                    <a:pt x="31876" y="16453"/>
                    <a:pt x="31906" y="16453"/>
                    <a:pt x="31935" y="16439"/>
                  </a:cubicBezTo>
                  <a:cubicBezTo>
                    <a:pt x="31950" y="16306"/>
                    <a:pt x="31876" y="16262"/>
                    <a:pt x="31759" y="16247"/>
                  </a:cubicBezTo>
                  <a:cubicBezTo>
                    <a:pt x="31744" y="16100"/>
                    <a:pt x="31773" y="15953"/>
                    <a:pt x="31847" y="15835"/>
                  </a:cubicBezTo>
                  <a:cubicBezTo>
                    <a:pt x="31759" y="15835"/>
                    <a:pt x="31670" y="15791"/>
                    <a:pt x="31626" y="15703"/>
                  </a:cubicBezTo>
                  <a:cubicBezTo>
                    <a:pt x="31494" y="15188"/>
                    <a:pt x="31538" y="14658"/>
                    <a:pt x="31538" y="14113"/>
                  </a:cubicBezTo>
                  <a:cubicBezTo>
                    <a:pt x="31641" y="14113"/>
                    <a:pt x="31685" y="13966"/>
                    <a:pt x="31847" y="13996"/>
                  </a:cubicBezTo>
                  <a:cubicBezTo>
                    <a:pt x="31803" y="14216"/>
                    <a:pt x="31744" y="14437"/>
                    <a:pt x="31876" y="14643"/>
                  </a:cubicBezTo>
                  <a:cubicBezTo>
                    <a:pt x="31935" y="14717"/>
                    <a:pt x="31817" y="14746"/>
                    <a:pt x="31788" y="14805"/>
                  </a:cubicBezTo>
                  <a:cubicBezTo>
                    <a:pt x="31773" y="14864"/>
                    <a:pt x="31714" y="14982"/>
                    <a:pt x="31847" y="14996"/>
                  </a:cubicBezTo>
                  <a:cubicBezTo>
                    <a:pt x="31979" y="15011"/>
                    <a:pt x="31994" y="15202"/>
                    <a:pt x="32156" y="15173"/>
                  </a:cubicBezTo>
                  <a:lnTo>
                    <a:pt x="32156" y="14555"/>
                  </a:lnTo>
                  <a:cubicBezTo>
                    <a:pt x="32171" y="14599"/>
                    <a:pt x="32141" y="14555"/>
                    <a:pt x="32141" y="14540"/>
                  </a:cubicBezTo>
                  <a:close/>
                  <a:moveTo>
                    <a:pt x="31523" y="12774"/>
                  </a:moveTo>
                  <a:lnTo>
                    <a:pt x="31479" y="12833"/>
                  </a:lnTo>
                  <a:lnTo>
                    <a:pt x="31464" y="12818"/>
                  </a:lnTo>
                  <a:cubicBezTo>
                    <a:pt x="31494" y="12804"/>
                    <a:pt x="31508" y="12789"/>
                    <a:pt x="31523" y="12774"/>
                  </a:cubicBezTo>
                  <a:close/>
                  <a:moveTo>
                    <a:pt x="7844" y="2737"/>
                  </a:moveTo>
                  <a:close/>
                  <a:moveTo>
                    <a:pt x="18322" y="30375"/>
                  </a:moveTo>
                  <a:lnTo>
                    <a:pt x="18263" y="30360"/>
                  </a:lnTo>
                  <a:cubicBezTo>
                    <a:pt x="18293" y="30346"/>
                    <a:pt x="18308" y="30360"/>
                    <a:pt x="18337" y="30360"/>
                  </a:cubicBezTo>
                  <a:close/>
                  <a:moveTo>
                    <a:pt x="6637" y="24827"/>
                  </a:moveTo>
                  <a:close/>
                  <a:moveTo>
                    <a:pt x="29286" y="9816"/>
                  </a:moveTo>
                  <a:lnTo>
                    <a:pt x="29257" y="9816"/>
                  </a:lnTo>
                  <a:lnTo>
                    <a:pt x="29286" y="9816"/>
                  </a:lnTo>
                  <a:cubicBezTo>
                    <a:pt x="29286" y="9816"/>
                    <a:pt x="29286" y="9816"/>
                    <a:pt x="29286" y="9831"/>
                  </a:cubicBezTo>
                  <a:close/>
                  <a:moveTo>
                    <a:pt x="29227" y="9816"/>
                  </a:moveTo>
                  <a:lnTo>
                    <a:pt x="29227" y="9816"/>
                  </a:lnTo>
                  <a:lnTo>
                    <a:pt x="29227" y="9816"/>
                  </a:lnTo>
                  <a:lnTo>
                    <a:pt x="29227" y="9816"/>
                  </a:lnTo>
                  <a:cubicBezTo>
                    <a:pt x="29227" y="9816"/>
                    <a:pt x="29227" y="9816"/>
                    <a:pt x="29227" y="9816"/>
                  </a:cubicBezTo>
                  <a:close/>
                  <a:moveTo>
                    <a:pt x="2326" y="11906"/>
                  </a:moveTo>
                  <a:cubicBezTo>
                    <a:pt x="2355" y="11906"/>
                    <a:pt x="2399" y="11906"/>
                    <a:pt x="2414" y="11935"/>
                  </a:cubicBezTo>
                  <a:cubicBezTo>
                    <a:pt x="2384" y="11921"/>
                    <a:pt x="2355" y="11921"/>
                    <a:pt x="2326" y="11906"/>
                  </a:cubicBezTo>
                  <a:close/>
                  <a:moveTo>
                    <a:pt x="3135" y="15997"/>
                  </a:moveTo>
                  <a:cubicBezTo>
                    <a:pt x="3135" y="15997"/>
                    <a:pt x="3120" y="15997"/>
                    <a:pt x="3120" y="15997"/>
                  </a:cubicBezTo>
                  <a:lnTo>
                    <a:pt x="3120" y="15997"/>
                  </a:lnTo>
                  <a:lnTo>
                    <a:pt x="3120" y="15997"/>
                  </a:lnTo>
                  <a:lnTo>
                    <a:pt x="3120" y="15997"/>
                  </a:lnTo>
                  <a:close/>
                  <a:moveTo>
                    <a:pt x="13569" y="4268"/>
                  </a:moveTo>
                  <a:close/>
                  <a:moveTo>
                    <a:pt x="23473" y="23444"/>
                  </a:moveTo>
                  <a:lnTo>
                    <a:pt x="23473" y="23444"/>
                  </a:lnTo>
                  <a:lnTo>
                    <a:pt x="23473" y="23444"/>
                  </a:lnTo>
                  <a:close/>
                  <a:moveTo>
                    <a:pt x="20059" y="28138"/>
                  </a:moveTo>
                  <a:lnTo>
                    <a:pt x="20000" y="28109"/>
                  </a:lnTo>
                  <a:lnTo>
                    <a:pt x="20059" y="28094"/>
                  </a:lnTo>
                  <a:close/>
                  <a:moveTo>
                    <a:pt x="8889" y="5563"/>
                  </a:moveTo>
                  <a:close/>
                  <a:moveTo>
                    <a:pt x="8889" y="5548"/>
                  </a:moveTo>
                  <a:cubicBezTo>
                    <a:pt x="8889" y="5548"/>
                    <a:pt x="8889" y="5548"/>
                    <a:pt x="8904" y="5534"/>
                  </a:cubicBezTo>
                  <a:lnTo>
                    <a:pt x="8904" y="5548"/>
                  </a:lnTo>
                  <a:close/>
                  <a:moveTo>
                    <a:pt x="5666" y="11082"/>
                  </a:moveTo>
                  <a:lnTo>
                    <a:pt x="5666" y="11082"/>
                  </a:lnTo>
                  <a:lnTo>
                    <a:pt x="5666" y="11082"/>
                  </a:lnTo>
                  <a:lnTo>
                    <a:pt x="5666" y="11082"/>
                  </a:lnTo>
                  <a:lnTo>
                    <a:pt x="5666" y="11082"/>
                  </a:lnTo>
                  <a:close/>
                  <a:moveTo>
                    <a:pt x="23370" y="9507"/>
                  </a:moveTo>
                  <a:close/>
                  <a:moveTo>
                    <a:pt x="25739" y="23458"/>
                  </a:moveTo>
                  <a:cubicBezTo>
                    <a:pt x="25725" y="23473"/>
                    <a:pt x="25725" y="23488"/>
                    <a:pt x="25710" y="23502"/>
                  </a:cubicBezTo>
                  <a:cubicBezTo>
                    <a:pt x="25710" y="23488"/>
                    <a:pt x="25710" y="23458"/>
                    <a:pt x="25725" y="23458"/>
                  </a:cubicBezTo>
                  <a:close/>
                  <a:moveTo>
                    <a:pt x="9816" y="13495"/>
                  </a:moveTo>
                  <a:lnTo>
                    <a:pt x="9816" y="13495"/>
                  </a:lnTo>
                  <a:lnTo>
                    <a:pt x="9831" y="13495"/>
                  </a:lnTo>
                  <a:cubicBezTo>
                    <a:pt x="9831" y="13495"/>
                    <a:pt x="9831" y="13495"/>
                    <a:pt x="9816" y="13495"/>
                  </a:cubicBezTo>
                  <a:close/>
                  <a:moveTo>
                    <a:pt x="18617" y="19926"/>
                  </a:moveTo>
                  <a:cubicBezTo>
                    <a:pt x="18617" y="19926"/>
                    <a:pt x="18631" y="19926"/>
                    <a:pt x="18646" y="19926"/>
                  </a:cubicBezTo>
                  <a:close/>
                  <a:moveTo>
                    <a:pt x="23149" y="14157"/>
                  </a:moveTo>
                  <a:cubicBezTo>
                    <a:pt x="23164" y="14172"/>
                    <a:pt x="23179" y="14172"/>
                    <a:pt x="23194" y="14187"/>
                  </a:cubicBezTo>
                  <a:cubicBezTo>
                    <a:pt x="23179" y="14187"/>
                    <a:pt x="23164" y="14187"/>
                    <a:pt x="23149" y="14187"/>
                  </a:cubicBezTo>
                  <a:close/>
                  <a:moveTo>
                    <a:pt x="17778" y="13245"/>
                  </a:moveTo>
                  <a:lnTo>
                    <a:pt x="17822" y="13216"/>
                  </a:lnTo>
                  <a:cubicBezTo>
                    <a:pt x="17822" y="13245"/>
                    <a:pt x="17807" y="13245"/>
                    <a:pt x="17778" y="13245"/>
                  </a:cubicBezTo>
                  <a:close/>
                  <a:moveTo>
                    <a:pt x="19205" y="16851"/>
                  </a:moveTo>
                  <a:lnTo>
                    <a:pt x="19176" y="16851"/>
                  </a:lnTo>
                  <a:lnTo>
                    <a:pt x="19205" y="16851"/>
                  </a:lnTo>
                  <a:close/>
                  <a:moveTo>
                    <a:pt x="20486" y="13775"/>
                  </a:moveTo>
                  <a:lnTo>
                    <a:pt x="20471" y="13775"/>
                  </a:lnTo>
                  <a:lnTo>
                    <a:pt x="20471" y="13775"/>
                  </a:lnTo>
                  <a:close/>
                  <a:moveTo>
                    <a:pt x="20780" y="15408"/>
                  </a:moveTo>
                  <a:cubicBezTo>
                    <a:pt x="20765" y="15408"/>
                    <a:pt x="20765" y="15423"/>
                    <a:pt x="20780" y="15423"/>
                  </a:cubicBezTo>
                  <a:lnTo>
                    <a:pt x="20765" y="15423"/>
                  </a:lnTo>
                  <a:cubicBezTo>
                    <a:pt x="20765" y="15423"/>
                    <a:pt x="20765" y="15408"/>
                    <a:pt x="20780" y="15408"/>
                  </a:cubicBezTo>
                  <a:close/>
                  <a:moveTo>
                    <a:pt x="20809" y="18440"/>
                  </a:moveTo>
                  <a:lnTo>
                    <a:pt x="20795" y="18440"/>
                  </a:lnTo>
                  <a:lnTo>
                    <a:pt x="20795" y="18440"/>
                  </a:lnTo>
                  <a:lnTo>
                    <a:pt x="20809" y="18440"/>
                  </a:lnTo>
                  <a:close/>
                  <a:moveTo>
                    <a:pt x="16880" y="13319"/>
                  </a:moveTo>
                  <a:lnTo>
                    <a:pt x="16880" y="13333"/>
                  </a:lnTo>
                  <a:lnTo>
                    <a:pt x="16880" y="13333"/>
                  </a:lnTo>
                  <a:close/>
                  <a:moveTo>
                    <a:pt x="18676" y="19941"/>
                  </a:moveTo>
                  <a:lnTo>
                    <a:pt x="18676" y="19941"/>
                  </a:lnTo>
                  <a:lnTo>
                    <a:pt x="18661" y="19941"/>
                  </a:lnTo>
                  <a:close/>
                  <a:moveTo>
                    <a:pt x="20957" y="22237"/>
                  </a:moveTo>
                  <a:cubicBezTo>
                    <a:pt x="20971" y="22222"/>
                    <a:pt x="20986" y="22207"/>
                    <a:pt x="21015" y="22207"/>
                  </a:cubicBezTo>
                  <a:cubicBezTo>
                    <a:pt x="21001" y="22222"/>
                    <a:pt x="20986" y="22237"/>
                    <a:pt x="20971" y="22251"/>
                  </a:cubicBezTo>
                  <a:cubicBezTo>
                    <a:pt x="20971" y="22237"/>
                    <a:pt x="20957" y="22237"/>
                    <a:pt x="20957" y="22237"/>
                  </a:cubicBezTo>
                  <a:close/>
                  <a:moveTo>
                    <a:pt x="23679" y="15040"/>
                  </a:moveTo>
                  <a:lnTo>
                    <a:pt x="23679" y="15040"/>
                  </a:lnTo>
                  <a:cubicBezTo>
                    <a:pt x="23679" y="15040"/>
                    <a:pt x="23679" y="15055"/>
                    <a:pt x="23679" y="15055"/>
                  </a:cubicBezTo>
                  <a:close/>
                  <a:moveTo>
                    <a:pt x="17410" y="9934"/>
                  </a:moveTo>
                  <a:lnTo>
                    <a:pt x="17410" y="9934"/>
                  </a:lnTo>
                  <a:lnTo>
                    <a:pt x="17410" y="9934"/>
                  </a:lnTo>
                  <a:lnTo>
                    <a:pt x="17410" y="9934"/>
                  </a:lnTo>
                  <a:lnTo>
                    <a:pt x="17410" y="9919"/>
                  </a:lnTo>
                  <a:lnTo>
                    <a:pt x="17410" y="9919"/>
                  </a:lnTo>
                  <a:close/>
                  <a:moveTo>
                    <a:pt x="9728" y="12053"/>
                  </a:moveTo>
                  <a:close/>
                  <a:moveTo>
                    <a:pt x="10802" y="18028"/>
                  </a:moveTo>
                  <a:close/>
                  <a:moveTo>
                    <a:pt x="17822" y="18984"/>
                  </a:moveTo>
                  <a:lnTo>
                    <a:pt x="17822" y="18984"/>
                  </a:lnTo>
                  <a:lnTo>
                    <a:pt x="17822" y="18984"/>
                  </a:lnTo>
                  <a:lnTo>
                    <a:pt x="17822" y="18984"/>
                  </a:lnTo>
                  <a:lnTo>
                    <a:pt x="17822" y="18984"/>
                  </a:lnTo>
                  <a:lnTo>
                    <a:pt x="17822" y="18984"/>
                  </a:lnTo>
                  <a:close/>
                  <a:moveTo>
                    <a:pt x="12289" y="12686"/>
                  </a:moveTo>
                  <a:lnTo>
                    <a:pt x="12289" y="12686"/>
                  </a:lnTo>
                  <a:cubicBezTo>
                    <a:pt x="12289" y="12686"/>
                    <a:pt x="12274" y="12701"/>
                    <a:pt x="12274" y="12701"/>
                  </a:cubicBezTo>
                  <a:cubicBezTo>
                    <a:pt x="12274" y="12701"/>
                    <a:pt x="12274" y="12686"/>
                    <a:pt x="12259" y="12686"/>
                  </a:cubicBezTo>
                  <a:lnTo>
                    <a:pt x="12289" y="12686"/>
                  </a:lnTo>
                  <a:lnTo>
                    <a:pt x="12289" y="12686"/>
                  </a:lnTo>
                  <a:lnTo>
                    <a:pt x="12289" y="12686"/>
                  </a:lnTo>
                  <a:lnTo>
                    <a:pt x="12303" y="12686"/>
                  </a:lnTo>
                  <a:cubicBezTo>
                    <a:pt x="12303" y="12701"/>
                    <a:pt x="12303" y="12701"/>
                    <a:pt x="12303" y="12715"/>
                  </a:cubicBezTo>
                  <a:close/>
                  <a:moveTo>
                    <a:pt x="21560" y="9934"/>
                  </a:moveTo>
                  <a:lnTo>
                    <a:pt x="21560" y="9934"/>
                  </a:lnTo>
                  <a:lnTo>
                    <a:pt x="21501" y="9949"/>
                  </a:lnTo>
                  <a:lnTo>
                    <a:pt x="21501" y="9949"/>
                  </a:lnTo>
                  <a:lnTo>
                    <a:pt x="21501" y="9949"/>
                  </a:lnTo>
                  <a:lnTo>
                    <a:pt x="21545" y="9949"/>
                  </a:lnTo>
                  <a:close/>
                  <a:moveTo>
                    <a:pt x="17395" y="8963"/>
                  </a:moveTo>
                  <a:lnTo>
                    <a:pt x="17395" y="8963"/>
                  </a:lnTo>
                  <a:lnTo>
                    <a:pt x="17395" y="8948"/>
                  </a:lnTo>
                  <a:cubicBezTo>
                    <a:pt x="17395" y="8948"/>
                    <a:pt x="17395" y="8948"/>
                    <a:pt x="17410" y="8933"/>
                  </a:cubicBezTo>
                  <a:lnTo>
                    <a:pt x="17410" y="8977"/>
                  </a:lnTo>
                  <a:lnTo>
                    <a:pt x="17410" y="8977"/>
                  </a:lnTo>
                  <a:lnTo>
                    <a:pt x="17410" y="8977"/>
                  </a:lnTo>
                  <a:close/>
                  <a:moveTo>
                    <a:pt x="19220" y="23399"/>
                  </a:moveTo>
                  <a:cubicBezTo>
                    <a:pt x="19205" y="23399"/>
                    <a:pt x="19191" y="23399"/>
                    <a:pt x="19191" y="23399"/>
                  </a:cubicBezTo>
                  <a:close/>
                  <a:moveTo>
                    <a:pt x="17307" y="8433"/>
                  </a:moveTo>
                  <a:lnTo>
                    <a:pt x="17307" y="8433"/>
                  </a:lnTo>
                  <a:close/>
                  <a:moveTo>
                    <a:pt x="15629" y="9640"/>
                  </a:moveTo>
                  <a:cubicBezTo>
                    <a:pt x="15629" y="9625"/>
                    <a:pt x="15615" y="9610"/>
                    <a:pt x="15615" y="9595"/>
                  </a:cubicBezTo>
                  <a:lnTo>
                    <a:pt x="15629" y="9595"/>
                  </a:lnTo>
                  <a:cubicBezTo>
                    <a:pt x="15629" y="9610"/>
                    <a:pt x="15629" y="9625"/>
                    <a:pt x="15629" y="9640"/>
                  </a:cubicBezTo>
                  <a:close/>
                  <a:moveTo>
                    <a:pt x="11862" y="20677"/>
                  </a:moveTo>
                  <a:lnTo>
                    <a:pt x="11862" y="20677"/>
                  </a:lnTo>
                  <a:close/>
                  <a:moveTo>
                    <a:pt x="16336" y="20456"/>
                  </a:moveTo>
                  <a:close/>
                  <a:moveTo>
                    <a:pt x="21707" y="23723"/>
                  </a:moveTo>
                  <a:cubicBezTo>
                    <a:pt x="21737" y="23738"/>
                    <a:pt x="21737" y="23767"/>
                    <a:pt x="21737" y="23797"/>
                  </a:cubicBezTo>
                  <a:close/>
                  <a:moveTo>
                    <a:pt x="25828" y="20147"/>
                  </a:moveTo>
                  <a:lnTo>
                    <a:pt x="25828" y="20147"/>
                  </a:lnTo>
                  <a:lnTo>
                    <a:pt x="25828" y="20147"/>
                  </a:lnTo>
                  <a:lnTo>
                    <a:pt x="25828" y="20147"/>
                  </a:lnTo>
                  <a:lnTo>
                    <a:pt x="25842" y="20147"/>
                  </a:lnTo>
                  <a:cubicBezTo>
                    <a:pt x="25842" y="20147"/>
                    <a:pt x="25842" y="20162"/>
                    <a:pt x="25842" y="20162"/>
                  </a:cubicBezTo>
                  <a:close/>
                  <a:moveTo>
                    <a:pt x="26196" y="15835"/>
                  </a:moveTo>
                  <a:cubicBezTo>
                    <a:pt x="26210" y="15865"/>
                    <a:pt x="26196" y="15909"/>
                    <a:pt x="26181" y="15938"/>
                  </a:cubicBezTo>
                  <a:cubicBezTo>
                    <a:pt x="26166" y="15953"/>
                    <a:pt x="26137" y="15953"/>
                    <a:pt x="26107" y="15953"/>
                  </a:cubicBezTo>
                  <a:cubicBezTo>
                    <a:pt x="26137" y="15923"/>
                    <a:pt x="26166" y="15879"/>
                    <a:pt x="26181" y="15835"/>
                  </a:cubicBezTo>
                  <a:close/>
                  <a:moveTo>
                    <a:pt x="27859" y="15909"/>
                  </a:moveTo>
                  <a:lnTo>
                    <a:pt x="27814" y="15894"/>
                  </a:lnTo>
                  <a:cubicBezTo>
                    <a:pt x="27829" y="15894"/>
                    <a:pt x="27844" y="15894"/>
                    <a:pt x="27859" y="15894"/>
                  </a:cubicBezTo>
                  <a:lnTo>
                    <a:pt x="27859" y="15894"/>
                  </a:lnTo>
                  <a:cubicBezTo>
                    <a:pt x="27859" y="15894"/>
                    <a:pt x="27844" y="15909"/>
                    <a:pt x="27844" y="15909"/>
                  </a:cubicBezTo>
                  <a:close/>
                  <a:moveTo>
                    <a:pt x="17189" y="7211"/>
                  </a:moveTo>
                  <a:cubicBezTo>
                    <a:pt x="17204" y="7182"/>
                    <a:pt x="17219" y="7167"/>
                    <a:pt x="17233" y="7138"/>
                  </a:cubicBezTo>
                  <a:lnTo>
                    <a:pt x="17233" y="7138"/>
                  </a:lnTo>
                  <a:cubicBezTo>
                    <a:pt x="17219" y="7167"/>
                    <a:pt x="17189" y="7182"/>
                    <a:pt x="17174" y="7211"/>
                  </a:cubicBezTo>
                  <a:close/>
                  <a:moveTo>
                    <a:pt x="15291" y="21001"/>
                  </a:moveTo>
                  <a:lnTo>
                    <a:pt x="15291" y="21001"/>
                  </a:lnTo>
                  <a:close/>
                  <a:moveTo>
                    <a:pt x="25725" y="23576"/>
                  </a:moveTo>
                  <a:cubicBezTo>
                    <a:pt x="25725" y="23576"/>
                    <a:pt x="25725" y="23561"/>
                    <a:pt x="25725" y="23561"/>
                  </a:cubicBezTo>
                  <a:lnTo>
                    <a:pt x="25725" y="23561"/>
                  </a:lnTo>
                  <a:lnTo>
                    <a:pt x="25725" y="23561"/>
                  </a:lnTo>
                  <a:cubicBezTo>
                    <a:pt x="25725" y="23561"/>
                    <a:pt x="25695" y="23576"/>
                    <a:pt x="25695" y="23576"/>
                  </a:cubicBezTo>
                  <a:close/>
                  <a:moveTo>
                    <a:pt x="25901" y="22708"/>
                  </a:moveTo>
                  <a:close/>
                  <a:moveTo>
                    <a:pt x="19367" y="7358"/>
                  </a:moveTo>
                  <a:cubicBezTo>
                    <a:pt x="19367" y="7344"/>
                    <a:pt x="19382" y="7329"/>
                    <a:pt x="19397" y="7314"/>
                  </a:cubicBezTo>
                  <a:lnTo>
                    <a:pt x="19411" y="7314"/>
                  </a:lnTo>
                  <a:close/>
                  <a:moveTo>
                    <a:pt x="15953" y="8830"/>
                  </a:moveTo>
                  <a:lnTo>
                    <a:pt x="15968" y="8830"/>
                  </a:lnTo>
                  <a:cubicBezTo>
                    <a:pt x="15997" y="8860"/>
                    <a:pt x="16012" y="8889"/>
                    <a:pt x="16012" y="8918"/>
                  </a:cubicBezTo>
                  <a:cubicBezTo>
                    <a:pt x="16012" y="8933"/>
                    <a:pt x="16012" y="8933"/>
                    <a:pt x="16012" y="8948"/>
                  </a:cubicBezTo>
                  <a:cubicBezTo>
                    <a:pt x="15997" y="8918"/>
                    <a:pt x="15968" y="8874"/>
                    <a:pt x="15953" y="8845"/>
                  </a:cubicBezTo>
                  <a:close/>
                  <a:moveTo>
                    <a:pt x="12715" y="6623"/>
                  </a:moveTo>
                  <a:lnTo>
                    <a:pt x="12715" y="6623"/>
                  </a:lnTo>
                  <a:lnTo>
                    <a:pt x="12701" y="6637"/>
                  </a:lnTo>
                  <a:cubicBezTo>
                    <a:pt x="12686" y="6637"/>
                    <a:pt x="12671" y="6637"/>
                    <a:pt x="12671" y="6637"/>
                  </a:cubicBezTo>
                  <a:cubicBezTo>
                    <a:pt x="12686" y="6637"/>
                    <a:pt x="12686" y="6623"/>
                    <a:pt x="12701" y="6623"/>
                  </a:cubicBezTo>
                  <a:lnTo>
                    <a:pt x="12715" y="6637"/>
                  </a:lnTo>
                  <a:lnTo>
                    <a:pt x="12715" y="6637"/>
                  </a:lnTo>
                  <a:lnTo>
                    <a:pt x="12715" y="6637"/>
                  </a:lnTo>
                  <a:cubicBezTo>
                    <a:pt x="12715" y="6637"/>
                    <a:pt x="12715" y="6623"/>
                    <a:pt x="12715" y="6623"/>
                  </a:cubicBezTo>
                  <a:close/>
                  <a:moveTo>
                    <a:pt x="11994" y="22928"/>
                  </a:moveTo>
                  <a:lnTo>
                    <a:pt x="11994" y="22928"/>
                  </a:lnTo>
                  <a:lnTo>
                    <a:pt x="11994" y="22928"/>
                  </a:lnTo>
                  <a:cubicBezTo>
                    <a:pt x="11994" y="22928"/>
                    <a:pt x="11994" y="22928"/>
                    <a:pt x="11994" y="22928"/>
                  </a:cubicBezTo>
                  <a:close/>
                  <a:moveTo>
                    <a:pt x="22943" y="26858"/>
                  </a:moveTo>
                  <a:close/>
                  <a:moveTo>
                    <a:pt x="26946" y="18896"/>
                  </a:moveTo>
                  <a:lnTo>
                    <a:pt x="26946" y="18926"/>
                  </a:lnTo>
                  <a:cubicBezTo>
                    <a:pt x="26932" y="18926"/>
                    <a:pt x="26932" y="18911"/>
                    <a:pt x="26932" y="18911"/>
                  </a:cubicBezTo>
                  <a:close/>
                  <a:moveTo>
                    <a:pt x="19294" y="7564"/>
                  </a:moveTo>
                  <a:cubicBezTo>
                    <a:pt x="19294" y="7564"/>
                    <a:pt x="19279" y="7579"/>
                    <a:pt x="19279" y="7579"/>
                  </a:cubicBezTo>
                  <a:cubicBezTo>
                    <a:pt x="19279" y="7579"/>
                    <a:pt x="19279" y="7564"/>
                    <a:pt x="19279" y="7550"/>
                  </a:cubicBezTo>
                  <a:close/>
                  <a:moveTo>
                    <a:pt x="9640" y="6431"/>
                  </a:moveTo>
                  <a:lnTo>
                    <a:pt x="9625" y="6417"/>
                  </a:lnTo>
                  <a:lnTo>
                    <a:pt x="9625" y="6417"/>
                  </a:lnTo>
                  <a:lnTo>
                    <a:pt x="9625" y="6417"/>
                  </a:lnTo>
                  <a:lnTo>
                    <a:pt x="9625" y="6417"/>
                  </a:lnTo>
                  <a:lnTo>
                    <a:pt x="9625" y="6417"/>
                  </a:lnTo>
                  <a:close/>
                  <a:moveTo>
                    <a:pt x="29551" y="14908"/>
                  </a:moveTo>
                  <a:lnTo>
                    <a:pt x="29566" y="14937"/>
                  </a:lnTo>
                  <a:lnTo>
                    <a:pt x="29566" y="14937"/>
                  </a:lnTo>
                  <a:lnTo>
                    <a:pt x="29566" y="14923"/>
                  </a:lnTo>
                  <a:close/>
                  <a:moveTo>
                    <a:pt x="26564" y="9507"/>
                  </a:moveTo>
                  <a:lnTo>
                    <a:pt x="26564" y="9507"/>
                  </a:lnTo>
                  <a:lnTo>
                    <a:pt x="26564" y="9507"/>
                  </a:lnTo>
                  <a:lnTo>
                    <a:pt x="26578" y="9507"/>
                  </a:lnTo>
                  <a:close/>
                  <a:moveTo>
                    <a:pt x="12289" y="6196"/>
                  </a:moveTo>
                  <a:close/>
                  <a:moveTo>
                    <a:pt x="11759" y="7476"/>
                  </a:moveTo>
                  <a:close/>
                  <a:moveTo>
                    <a:pt x="11656" y="24974"/>
                  </a:moveTo>
                  <a:cubicBezTo>
                    <a:pt x="11656" y="24959"/>
                    <a:pt x="11656" y="24945"/>
                    <a:pt x="11656" y="24945"/>
                  </a:cubicBezTo>
                  <a:lnTo>
                    <a:pt x="11729" y="24974"/>
                  </a:lnTo>
                  <a:cubicBezTo>
                    <a:pt x="11700" y="24974"/>
                    <a:pt x="11685" y="24974"/>
                    <a:pt x="11656" y="24974"/>
                  </a:cubicBezTo>
                  <a:close/>
                  <a:moveTo>
                    <a:pt x="23061" y="26652"/>
                  </a:moveTo>
                  <a:lnTo>
                    <a:pt x="23046" y="26652"/>
                  </a:lnTo>
                  <a:lnTo>
                    <a:pt x="23061" y="26681"/>
                  </a:lnTo>
                  <a:lnTo>
                    <a:pt x="23061" y="26696"/>
                  </a:lnTo>
                  <a:cubicBezTo>
                    <a:pt x="23061" y="26681"/>
                    <a:pt x="23061" y="26666"/>
                    <a:pt x="23046" y="26652"/>
                  </a:cubicBezTo>
                  <a:lnTo>
                    <a:pt x="23046" y="26652"/>
                  </a:lnTo>
                  <a:lnTo>
                    <a:pt x="23046" y="26652"/>
                  </a:lnTo>
                  <a:close/>
                  <a:moveTo>
                    <a:pt x="29316" y="21619"/>
                  </a:moveTo>
                  <a:lnTo>
                    <a:pt x="29316" y="21619"/>
                  </a:lnTo>
                  <a:lnTo>
                    <a:pt x="29316" y="21619"/>
                  </a:lnTo>
                  <a:close/>
                  <a:moveTo>
                    <a:pt x="14746" y="5666"/>
                  </a:moveTo>
                  <a:lnTo>
                    <a:pt x="14732" y="5666"/>
                  </a:lnTo>
                  <a:lnTo>
                    <a:pt x="14732" y="5666"/>
                  </a:lnTo>
                  <a:lnTo>
                    <a:pt x="14732" y="5666"/>
                  </a:lnTo>
                  <a:close/>
                  <a:moveTo>
                    <a:pt x="12392" y="3944"/>
                  </a:moveTo>
                  <a:close/>
                  <a:moveTo>
                    <a:pt x="8992" y="3856"/>
                  </a:moveTo>
                  <a:cubicBezTo>
                    <a:pt x="8992" y="3856"/>
                    <a:pt x="9007" y="3856"/>
                    <a:pt x="9007" y="3856"/>
                  </a:cubicBezTo>
                  <a:cubicBezTo>
                    <a:pt x="9007" y="3856"/>
                    <a:pt x="8992" y="3871"/>
                    <a:pt x="8992" y="3871"/>
                  </a:cubicBezTo>
                  <a:lnTo>
                    <a:pt x="8992" y="3871"/>
                  </a:lnTo>
                  <a:cubicBezTo>
                    <a:pt x="8992" y="3871"/>
                    <a:pt x="8992" y="3856"/>
                    <a:pt x="8992" y="3841"/>
                  </a:cubicBezTo>
                  <a:close/>
                  <a:moveTo>
                    <a:pt x="6844" y="8550"/>
                  </a:moveTo>
                  <a:cubicBezTo>
                    <a:pt x="6844" y="8565"/>
                    <a:pt x="6844" y="8565"/>
                    <a:pt x="6844" y="8565"/>
                  </a:cubicBezTo>
                  <a:close/>
                  <a:moveTo>
                    <a:pt x="8771" y="24739"/>
                  </a:moveTo>
                  <a:lnTo>
                    <a:pt x="8771" y="24739"/>
                  </a:lnTo>
                  <a:lnTo>
                    <a:pt x="8771" y="24739"/>
                  </a:lnTo>
                  <a:close/>
                  <a:moveTo>
                    <a:pt x="27947" y="22369"/>
                  </a:moveTo>
                  <a:lnTo>
                    <a:pt x="27947" y="22399"/>
                  </a:lnTo>
                  <a:cubicBezTo>
                    <a:pt x="27932" y="22384"/>
                    <a:pt x="27918" y="22369"/>
                    <a:pt x="27903" y="22369"/>
                  </a:cubicBezTo>
                  <a:close/>
                  <a:moveTo>
                    <a:pt x="18043" y="3120"/>
                  </a:moveTo>
                  <a:lnTo>
                    <a:pt x="18043" y="3120"/>
                  </a:lnTo>
                  <a:close/>
                  <a:moveTo>
                    <a:pt x="29625" y="22369"/>
                  </a:moveTo>
                  <a:lnTo>
                    <a:pt x="29625" y="22384"/>
                  </a:lnTo>
                  <a:lnTo>
                    <a:pt x="29625" y="22384"/>
                  </a:lnTo>
                  <a:cubicBezTo>
                    <a:pt x="29625" y="22384"/>
                    <a:pt x="29625" y="22384"/>
                    <a:pt x="29625" y="22384"/>
                  </a:cubicBezTo>
                  <a:close/>
                  <a:moveTo>
                    <a:pt x="25121" y="5960"/>
                  </a:moveTo>
                  <a:lnTo>
                    <a:pt x="25121" y="5960"/>
                  </a:lnTo>
                  <a:lnTo>
                    <a:pt x="25121" y="5975"/>
                  </a:lnTo>
                  <a:cubicBezTo>
                    <a:pt x="25121" y="5975"/>
                    <a:pt x="25121" y="5960"/>
                    <a:pt x="25121" y="5960"/>
                  </a:cubicBezTo>
                  <a:close/>
                  <a:moveTo>
                    <a:pt x="13142" y="25460"/>
                  </a:moveTo>
                  <a:lnTo>
                    <a:pt x="13142" y="25460"/>
                  </a:lnTo>
                  <a:lnTo>
                    <a:pt x="13142" y="25460"/>
                  </a:lnTo>
                  <a:lnTo>
                    <a:pt x="13142" y="25460"/>
                  </a:lnTo>
                  <a:cubicBezTo>
                    <a:pt x="13142" y="25460"/>
                    <a:pt x="13142" y="25460"/>
                    <a:pt x="13142" y="25460"/>
                  </a:cubicBezTo>
                  <a:close/>
                  <a:moveTo>
                    <a:pt x="23458" y="28035"/>
                  </a:moveTo>
                  <a:lnTo>
                    <a:pt x="23458" y="28035"/>
                  </a:lnTo>
                  <a:lnTo>
                    <a:pt x="23458" y="28050"/>
                  </a:lnTo>
                  <a:cubicBezTo>
                    <a:pt x="23458" y="28050"/>
                    <a:pt x="23458" y="28035"/>
                    <a:pt x="23458" y="28035"/>
                  </a:cubicBezTo>
                  <a:close/>
                  <a:moveTo>
                    <a:pt x="23473" y="28035"/>
                  </a:moveTo>
                  <a:close/>
                  <a:moveTo>
                    <a:pt x="29448" y="22502"/>
                  </a:moveTo>
                  <a:lnTo>
                    <a:pt x="29448" y="22516"/>
                  </a:lnTo>
                  <a:cubicBezTo>
                    <a:pt x="29433" y="22502"/>
                    <a:pt x="29433" y="22502"/>
                    <a:pt x="29448" y="22502"/>
                  </a:cubicBezTo>
                  <a:close/>
                  <a:moveTo>
                    <a:pt x="29522" y="21942"/>
                  </a:moveTo>
                  <a:lnTo>
                    <a:pt x="29522" y="21898"/>
                  </a:lnTo>
                  <a:cubicBezTo>
                    <a:pt x="29522" y="21913"/>
                    <a:pt x="29522" y="21928"/>
                    <a:pt x="29536" y="21957"/>
                  </a:cubicBezTo>
                  <a:close/>
                  <a:moveTo>
                    <a:pt x="20383" y="2782"/>
                  </a:moveTo>
                  <a:close/>
                  <a:moveTo>
                    <a:pt x="13348" y="2988"/>
                  </a:moveTo>
                  <a:lnTo>
                    <a:pt x="13348" y="2988"/>
                  </a:lnTo>
                  <a:lnTo>
                    <a:pt x="13348" y="2988"/>
                  </a:lnTo>
                  <a:cubicBezTo>
                    <a:pt x="13333" y="2958"/>
                    <a:pt x="13304" y="2929"/>
                    <a:pt x="13275" y="2914"/>
                  </a:cubicBezTo>
                  <a:lnTo>
                    <a:pt x="13275" y="2914"/>
                  </a:lnTo>
                  <a:cubicBezTo>
                    <a:pt x="13304" y="2944"/>
                    <a:pt x="13333" y="2973"/>
                    <a:pt x="13363" y="2988"/>
                  </a:cubicBezTo>
                  <a:close/>
                  <a:moveTo>
                    <a:pt x="22620" y="3635"/>
                  </a:moveTo>
                  <a:lnTo>
                    <a:pt x="22620" y="3635"/>
                  </a:lnTo>
                  <a:lnTo>
                    <a:pt x="22620" y="3620"/>
                  </a:lnTo>
                  <a:lnTo>
                    <a:pt x="22620" y="3635"/>
                  </a:lnTo>
                  <a:lnTo>
                    <a:pt x="22605" y="3635"/>
                  </a:lnTo>
                  <a:close/>
                  <a:moveTo>
                    <a:pt x="5136" y="6814"/>
                  </a:moveTo>
                  <a:lnTo>
                    <a:pt x="5136" y="6814"/>
                  </a:lnTo>
                  <a:lnTo>
                    <a:pt x="5136" y="6814"/>
                  </a:lnTo>
                  <a:cubicBezTo>
                    <a:pt x="5136" y="6814"/>
                    <a:pt x="5151" y="6814"/>
                    <a:pt x="5151" y="6829"/>
                  </a:cubicBezTo>
                  <a:close/>
                  <a:moveTo>
                    <a:pt x="11597" y="29109"/>
                  </a:moveTo>
                  <a:lnTo>
                    <a:pt x="11597" y="29109"/>
                  </a:lnTo>
                  <a:cubicBezTo>
                    <a:pt x="11567" y="29139"/>
                    <a:pt x="11538" y="29168"/>
                    <a:pt x="11494" y="29183"/>
                  </a:cubicBezTo>
                  <a:cubicBezTo>
                    <a:pt x="11538" y="29154"/>
                    <a:pt x="11567" y="29139"/>
                    <a:pt x="11612" y="29124"/>
                  </a:cubicBezTo>
                  <a:close/>
                  <a:moveTo>
                    <a:pt x="18425" y="30772"/>
                  </a:moveTo>
                  <a:cubicBezTo>
                    <a:pt x="18440" y="30772"/>
                    <a:pt x="18440" y="30772"/>
                    <a:pt x="18440" y="30787"/>
                  </a:cubicBezTo>
                  <a:close/>
                  <a:moveTo>
                    <a:pt x="24341" y="28521"/>
                  </a:moveTo>
                  <a:cubicBezTo>
                    <a:pt x="24327" y="28535"/>
                    <a:pt x="24312" y="28565"/>
                    <a:pt x="24297" y="28580"/>
                  </a:cubicBezTo>
                  <a:cubicBezTo>
                    <a:pt x="24312" y="28550"/>
                    <a:pt x="24327" y="28535"/>
                    <a:pt x="24341" y="28521"/>
                  </a:cubicBezTo>
                  <a:close/>
                  <a:moveTo>
                    <a:pt x="25710" y="29330"/>
                  </a:moveTo>
                  <a:lnTo>
                    <a:pt x="25710" y="29330"/>
                  </a:lnTo>
                  <a:lnTo>
                    <a:pt x="25695" y="29330"/>
                  </a:lnTo>
                  <a:close/>
                  <a:moveTo>
                    <a:pt x="25739" y="29301"/>
                  </a:moveTo>
                  <a:close/>
                  <a:moveTo>
                    <a:pt x="28712" y="24753"/>
                  </a:moveTo>
                  <a:lnTo>
                    <a:pt x="28712" y="24753"/>
                  </a:lnTo>
                  <a:cubicBezTo>
                    <a:pt x="28712" y="24783"/>
                    <a:pt x="28712" y="24768"/>
                    <a:pt x="28712" y="24753"/>
                  </a:cubicBezTo>
                  <a:close/>
                  <a:moveTo>
                    <a:pt x="30272" y="21751"/>
                  </a:moveTo>
                  <a:close/>
                  <a:moveTo>
                    <a:pt x="12715" y="662"/>
                  </a:moveTo>
                  <a:close/>
                  <a:moveTo>
                    <a:pt x="442" y="17410"/>
                  </a:moveTo>
                  <a:lnTo>
                    <a:pt x="412" y="17425"/>
                  </a:lnTo>
                  <a:lnTo>
                    <a:pt x="412" y="17425"/>
                  </a:lnTo>
                  <a:close/>
                  <a:moveTo>
                    <a:pt x="18470" y="30802"/>
                  </a:moveTo>
                  <a:cubicBezTo>
                    <a:pt x="18470" y="30802"/>
                    <a:pt x="18470" y="30816"/>
                    <a:pt x="18470" y="30816"/>
                  </a:cubicBezTo>
                  <a:lnTo>
                    <a:pt x="18470" y="30846"/>
                  </a:lnTo>
                  <a:cubicBezTo>
                    <a:pt x="18470" y="30831"/>
                    <a:pt x="18470" y="30816"/>
                    <a:pt x="18470" y="30802"/>
                  </a:cubicBezTo>
                  <a:close/>
                  <a:moveTo>
                    <a:pt x="24665" y="28079"/>
                  </a:moveTo>
                  <a:cubicBezTo>
                    <a:pt x="24636" y="28079"/>
                    <a:pt x="24592" y="28050"/>
                    <a:pt x="24592" y="28035"/>
                  </a:cubicBezTo>
                  <a:cubicBezTo>
                    <a:pt x="24592" y="28006"/>
                    <a:pt x="24606" y="27976"/>
                    <a:pt x="24636" y="27961"/>
                  </a:cubicBezTo>
                  <a:lnTo>
                    <a:pt x="24783" y="27903"/>
                  </a:lnTo>
                  <a:cubicBezTo>
                    <a:pt x="24739" y="27961"/>
                    <a:pt x="24709" y="28006"/>
                    <a:pt x="24665" y="28079"/>
                  </a:cubicBezTo>
                  <a:close/>
                  <a:moveTo>
                    <a:pt x="31464" y="13642"/>
                  </a:moveTo>
                  <a:close/>
                  <a:moveTo>
                    <a:pt x="10243" y="1428"/>
                  </a:moveTo>
                  <a:cubicBezTo>
                    <a:pt x="10228" y="1428"/>
                    <a:pt x="10199" y="1442"/>
                    <a:pt x="10184" y="1472"/>
                  </a:cubicBezTo>
                  <a:cubicBezTo>
                    <a:pt x="10199" y="1442"/>
                    <a:pt x="10214" y="1428"/>
                    <a:pt x="10243" y="1428"/>
                  </a:cubicBezTo>
                  <a:close/>
                  <a:moveTo>
                    <a:pt x="2708" y="8006"/>
                  </a:moveTo>
                  <a:close/>
                  <a:moveTo>
                    <a:pt x="14496" y="31184"/>
                  </a:moveTo>
                  <a:lnTo>
                    <a:pt x="14540" y="31155"/>
                  </a:lnTo>
                  <a:cubicBezTo>
                    <a:pt x="14540" y="31155"/>
                    <a:pt x="14526" y="31170"/>
                    <a:pt x="14526" y="31184"/>
                  </a:cubicBezTo>
                  <a:close/>
                  <a:moveTo>
                    <a:pt x="30684" y="21633"/>
                  </a:moveTo>
                  <a:cubicBezTo>
                    <a:pt x="30684" y="21648"/>
                    <a:pt x="30684" y="21663"/>
                    <a:pt x="30684" y="21678"/>
                  </a:cubicBezTo>
                  <a:lnTo>
                    <a:pt x="30655" y="21648"/>
                  </a:lnTo>
                  <a:close/>
                  <a:moveTo>
                    <a:pt x="30596" y="19838"/>
                  </a:moveTo>
                  <a:close/>
                </a:path>
              </a:pathLst>
            </a:custGeom>
            <a:solidFill>
              <a:schemeClr val="lt1"/>
            </a:solidFill>
            <a:ln cap="flat" cmpd="sng" w="110425">
              <a:solidFill>
                <a:schemeClr val="lt1"/>
              </a:solidFill>
              <a:prstDash val="solid"/>
              <a:round/>
              <a:headEnd len="sm" w="sm" type="none"/>
              <a:tailEnd len="sm" w="sm" type="none"/>
            </a:ln>
            <a:effectLst>
              <a:outerShdw blurRad="41409" rotWithShape="0" algn="bl" dir="5400000" dist="13803">
                <a:schemeClr val="dk1">
                  <a:alpha val="50000"/>
                </a:schemeClr>
              </a:outerShdw>
            </a:effectLst>
          </p:spPr>
          <p:txBody>
            <a:bodyPr anchorCtr="0" anchor="ctr" bIns="66250" lIns="66250" spcFirstLastPara="1" rIns="66250" wrap="square" tIns="66250">
              <a:noAutofit/>
            </a:bodyPr>
            <a:lstStyle/>
            <a:p>
              <a:pPr indent="0" lvl="0" marL="0" rtl="0" algn="l">
                <a:spcBef>
                  <a:spcPts val="0"/>
                </a:spcBef>
                <a:spcAft>
                  <a:spcPts val="0"/>
                </a:spcAft>
                <a:buNone/>
              </a:pPr>
              <a:r>
                <a:t/>
              </a:r>
              <a:endParaRPr/>
            </a:p>
          </p:txBody>
        </p:sp>
        <p:pic>
          <p:nvPicPr>
            <p:cNvPr id="474" name="Google Shape;474;p30"/>
            <p:cNvPicPr preferRelativeResize="0"/>
            <p:nvPr/>
          </p:nvPicPr>
          <p:blipFill>
            <a:blip r:embed="rId6">
              <a:alphaModFix amt="88000"/>
            </a:blip>
            <a:stretch>
              <a:fillRect/>
            </a:stretch>
          </p:blipFill>
          <p:spPr>
            <a:xfrm>
              <a:off x="13229066" y="-1086226"/>
              <a:ext cx="1657350" cy="16764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pic>
        <p:nvPicPr>
          <p:cNvPr id="479" name="Google Shape;479;p31"/>
          <p:cNvPicPr preferRelativeResize="0"/>
          <p:nvPr/>
        </p:nvPicPr>
        <p:blipFill>
          <a:blip r:embed="rId3">
            <a:alphaModFix amt="86000"/>
          </a:blip>
          <a:stretch>
            <a:fillRect/>
          </a:stretch>
        </p:blipFill>
        <p:spPr>
          <a:xfrm>
            <a:off x="0" y="2571750"/>
            <a:ext cx="1304925" cy="2809875"/>
          </a:xfrm>
          <a:prstGeom prst="rect">
            <a:avLst/>
          </a:prstGeom>
          <a:noFill/>
          <a:ln>
            <a:noFill/>
          </a:ln>
        </p:spPr>
      </p:pic>
      <p:sp>
        <p:nvSpPr>
          <p:cNvPr id="480" name="Google Shape;480;p31"/>
          <p:cNvSpPr txBox="1"/>
          <p:nvPr>
            <p:ph type="title"/>
          </p:nvPr>
        </p:nvSpPr>
        <p:spPr>
          <a:xfrm>
            <a:off x="2783172" y="2159387"/>
            <a:ext cx="6226200" cy="68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 and </a:t>
            </a:r>
            <a:endParaRPr/>
          </a:p>
          <a:p>
            <a:pPr indent="0" lvl="0" marL="0" rtl="0" algn="l">
              <a:spcBef>
                <a:spcPts val="0"/>
              </a:spcBef>
              <a:spcAft>
                <a:spcPts val="0"/>
              </a:spcAft>
              <a:buNone/>
            </a:pPr>
            <a:r>
              <a:rPr lang="en"/>
              <a:t>Classifiers used</a:t>
            </a:r>
            <a:endParaRPr/>
          </a:p>
          <a:p>
            <a:pPr indent="0" lvl="0" marL="0" rtl="0" algn="l">
              <a:spcBef>
                <a:spcPts val="0"/>
              </a:spcBef>
              <a:spcAft>
                <a:spcPts val="0"/>
              </a:spcAft>
              <a:buNone/>
            </a:pPr>
            <a:r>
              <a:t/>
            </a:r>
            <a:endParaRPr/>
          </a:p>
        </p:txBody>
      </p:sp>
      <p:sp>
        <p:nvSpPr>
          <p:cNvPr id="481" name="Google Shape;481;p31"/>
          <p:cNvSpPr txBox="1"/>
          <p:nvPr>
            <p:ph idx="2" type="title"/>
          </p:nvPr>
        </p:nvSpPr>
        <p:spPr>
          <a:xfrm>
            <a:off x="1075754" y="1585653"/>
            <a:ext cx="1375500" cy="1112700"/>
          </a:xfrm>
          <a:prstGeom prst="rect">
            <a:avLst/>
          </a:prstGeom>
          <a:solidFill>
            <a:schemeClr val="accent4"/>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pic>
        <p:nvPicPr>
          <p:cNvPr id="482" name="Google Shape;482;p31"/>
          <p:cNvPicPr preferRelativeResize="0"/>
          <p:nvPr/>
        </p:nvPicPr>
        <p:blipFill>
          <a:blip r:embed="rId4">
            <a:alphaModFix/>
          </a:blip>
          <a:stretch>
            <a:fillRect/>
          </a:stretch>
        </p:blipFill>
        <p:spPr>
          <a:xfrm>
            <a:off x="3931688" y="4498838"/>
            <a:ext cx="342900" cy="371475"/>
          </a:xfrm>
          <a:prstGeom prst="rect">
            <a:avLst/>
          </a:prstGeom>
          <a:noFill/>
          <a:ln>
            <a:noFill/>
          </a:ln>
        </p:spPr>
      </p:pic>
      <p:pic>
        <p:nvPicPr>
          <p:cNvPr id="483" name="Google Shape;483;p31"/>
          <p:cNvPicPr preferRelativeResize="0"/>
          <p:nvPr/>
        </p:nvPicPr>
        <p:blipFill>
          <a:blip r:embed="rId5">
            <a:alphaModFix amt="86000"/>
          </a:blip>
          <a:stretch>
            <a:fillRect/>
          </a:stretch>
        </p:blipFill>
        <p:spPr>
          <a:xfrm>
            <a:off x="5730738" y="3680813"/>
            <a:ext cx="733425" cy="1857375"/>
          </a:xfrm>
          <a:prstGeom prst="rect">
            <a:avLst/>
          </a:prstGeom>
          <a:noFill/>
          <a:ln>
            <a:noFill/>
          </a:ln>
        </p:spPr>
      </p:pic>
      <p:grpSp>
        <p:nvGrpSpPr>
          <p:cNvPr id="484" name="Google Shape;484;p31"/>
          <p:cNvGrpSpPr/>
          <p:nvPr/>
        </p:nvGrpSpPr>
        <p:grpSpPr>
          <a:xfrm rot="-827220">
            <a:off x="3333235" y="3640613"/>
            <a:ext cx="1102634" cy="1030883"/>
            <a:chOff x="10415772" y="-60500"/>
            <a:chExt cx="1156567" cy="1081307"/>
          </a:xfrm>
        </p:grpSpPr>
        <p:sp>
          <p:nvSpPr>
            <p:cNvPr id="485" name="Google Shape;485;p31"/>
            <p:cNvSpPr/>
            <p:nvPr/>
          </p:nvSpPr>
          <p:spPr>
            <a:xfrm>
              <a:off x="10418403" y="-53382"/>
              <a:ext cx="1153935" cy="1074189"/>
            </a:xfrm>
            <a:custGeom>
              <a:rect b="b" l="l" r="r" t="t"/>
              <a:pathLst>
                <a:path extrusionOk="0" h="30981" w="33281">
                  <a:moveTo>
                    <a:pt x="33125" y="16172"/>
                  </a:moveTo>
                  <a:cubicBezTo>
                    <a:pt x="33096" y="16158"/>
                    <a:pt x="33068" y="16144"/>
                    <a:pt x="33040" y="16144"/>
                  </a:cubicBezTo>
                  <a:cubicBezTo>
                    <a:pt x="33054" y="16115"/>
                    <a:pt x="33082" y="16087"/>
                    <a:pt x="33125" y="16073"/>
                  </a:cubicBezTo>
                  <a:cubicBezTo>
                    <a:pt x="33111" y="16030"/>
                    <a:pt x="33111" y="15959"/>
                    <a:pt x="33082" y="15945"/>
                  </a:cubicBezTo>
                  <a:cubicBezTo>
                    <a:pt x="32898" y="15846"/>
                    <a:pt x="32798" y="15633"/>
                    <a:pt x="32855" y="15434"/>
                  </a:cubicBezTo>
                  <a:cubicBezTo>
                    <a:pt x="32869" y="15264"/>
                    <a:pt x="32855" y="15093"/>
                    <a:pt x="32784" y="14937"/>
                  </a:cubicBezTo>
                  <a:cubicBezTo>
                    <a:pt x="32741" y="14838"/>
                    <a:pt x="32727" y="14738"/>
                    <a:pt x="32741" y="14625"/>
                  </a:cubicBezTo>
                  <a:cubicBezTo>
                    <a:pt x="32741" y="14525"/>
                    <a:pt x="32812" y="14454"/>
                    <a:pt x="32912" y="14454"/>
                  </a:cubicBezTo>
                  <a:cubicBezTo>
                    <a:pt x="32912" y="14426"/>
                    <a:pt x="32912" y="14397"/>
                    <a:pt x="32912" y="14383"/>
                  </a:cubicBezTo>
                  <a:lnTo>
                    <a:pt x="32812" y="14284"/>
                  </a:lnTo>
                  <a:cubicBezTo>
                    <a:pt x="32727" y="14213"/>
                    <a:pt x="32727" y="14142"/>
                    <a:pt x="32827" y="14085"/>
                  </a:cubicBezTo>
                  <a:cubicBezTo>
                    <a:pt x="32784" y="13972"/>
                    <a:pt x="32756" y="13858"/>
                    <a:pt x="32642" y="13801"/>
                  </a:cubicBezTo>
                  <a:lnTo>
                    <a:pt x="32557" y="13318"/>
                  </a:lnTo>
                  <a:lnTo>
                    <a:pt x="32642" y="13318"/>
                  </a:lnTo>
                  <a:lnTo>
                    <a:pt x="32741" y="13219"/>
                  </a:lnTo>
                  <a:lnTo>
                    <a:pt x="32741" y="13134"/>
                  </a:lnTo>
                  <a:cubicBezTo>
                    <a:pt x="32628" y="13134"/>
                    <a:pt x="32543" y="13049"/>
                    <a:pt x="32543" y="12935"/>
                  </a:cubicBezTo>
                  <a:lnTo>
                    <a:pt x="32244" y="12949"/>
                  </a:lnTo>
                  <a:lnTo>
                    <a:pt x="32173" y="12850"/>
                  </a:lnTo>
                  <a:cubicBezTo>
                    <a:pt x="32287" y="12751"/>
                    <a:pt x="32372" y="12651"/>
                    <a:pt x="32259" y="12495"/>
                  </a:cubicBezTo>
                  <a:cubicBezTo>
                    <a:pt x="32202" y="12438"/>
                    <a:pt x="32173" y="12353"/>
                    <a:pt x="32173" y="12282"/>
                  </a:cubicBezTo>
                  <a:cubicBezTo>
                    <a:pt x="32230" y="12097"/>
                    <a:pt x="32088" y="11970"/>
                    <a:pt x="32060" y="11799"/>
                  </a:cubicBezTo>
                  <a:cubicBezTo>
                    <a:pt x="31946" y="11799"/>
                    <a:pt x="31918" y="11700"/>
                    <a:pt x="31889" y="11615"/>
                  </a:cubicBezTo>
                  <a:cubicBezTo>
                    <a:pt x="31847" y="11544"/>
                    <a:pt x="31776" y="11529"/>
                    <a:pt x="31691" y="11586"/>
                  </a:cubicBezTo>
                  <a:cubicBezTo>
                    <a:pt x="31648" y="11629"/>
                    <a:pt x="31606" y="11700"/>
                    <a:pt x="31549" y="11629"/>
                  </a:cubicBezTo>
                  <a:cubicBezTo>
                    <a:pt x="31520" y="11600"/>
                    <a:pt x="31535" y="11544"/>
                    <a:pt x="31549" y="11501"/>
                  </a:cubicBezTo>
                  <a:cubicBezTo>
                    <a:pt x="31634" y="11359"/>
                    <a:pt x="31549" y="11302"/>
                    <a:pt x="31421" y="11288"/>
                  </a:cubicBezTo>
                  <a:lnTo>
                    <a:pt x="31421" y="11288"/>
                  </a:lnTo>
                  <a:cubicBezTo>
                    <a:pt x="31364" y="11118"/>
                    <a:pt x="31478" y="10990"/>
                    <a:pt x="31563" y="10862"/>
                  </a:cubicBezTo>
                  <a:lnTo>
                    <a:pt x="31307" y="10749"/>
                  </a:lnTo>
                  <a:cubicBezTo>
                    <a:pt x="31307" y="10678"/>
                    <a:pt x="31307" y="10621"/>
                    <a:pt x="31279" y="10564"/>
                  </a:cubicBezTo>
                  <a:cubicBezTo>
                    <a:pt x="31180" y="10337"/>
                    <a:pt x="31066" y="10110"/>
                    <a:pt x="30754" y="10181"/>
                  </a:cubicBezTo>
                  <a:cubicBezTo>
                    <a:pt x="30754" y="10081"/>
                    <a:pt x="30725" y="9982"/>
                    <a:pt x="30810" y="9911"/>
                  </a:cubicBezTo>
                  <a:cubicBezTo>
                    <a:pt x="30853" y="9882"/>
                    <a:pt x="30881" y="9868"/>
                    <a:pt x="30924" y="9840"/>
                  </a:cubicBezTo>
                  <a:cubicBezTo>
                    <a:pt x="31023" y="9726"/>
                    <a:pt x="31009" y="9655"/>
                    <a:pt x="30867" y="9584"/>
                  </a:cubicBezTo>
                  <a:cubicBezTo>
                    <a:pt x="30810" y="9556"/>
                    <a:pt x="30754" y="9528"/>
                    <a:pt x="30697" y="9513"/>
                  </a:cubicBezTo>
                  <a:cubicBezTo>
                    <a:pt x="30782" y="9471"/>
                    <a:pt x="30867" y="9400"/>
                    <a:pt x="30938" y="9315"/>
                  </a:cubicBezTo>
                  <a:lnTo>
                    <a:pt x="30938" y="9315"/>
                  </a:lnTo>
                  <a:cubicBezTo>
                    <a:pt x="30967" y="9286"/>
                    <a:pt x="30995" y="9258"/>
                    <a:pt x="31038" y="9229"/>
                  </a:cubicBezTo>
                  <a:lnTo>
                    <a:pt x="31038" y="9229"/>
                  </a:lnTo>
                  <a:cubicBezTo>
                    <a:pt x="31066" y="9187"/>
                    <a:pt x="31094" y="9158"/>
                    <a:pt x="31123" y="9116"/>
                  </a:cubicBezTo>
                  <a:cubicBezTo>
                    <a:pt x="31123" y="9087"/>
                    <a:pt x="31123" y="9073"/>
                    <a:pt x="31123" y="9045"/>
                  </a:cubicBezTo>
                  <a:cubicBezTo>
                    <a:pt x="31094" y="9002"/>
                    <a:pt x="31066" y="8974"/>
                    <a:pt x="31038" y="8945"/>
                  </a:cubicBezTo>
                  <a:lnTo>
                    <a:pt x="31038" y="8945"/>
                  </a:lnTo>
                  <a:cubicBezTo>
                    <a:pt x="30938" y="8874"/>
                    <a:pt x="30796" y="8874"/>
                    <a:pt x="30739" y="8747"/>
                  </a:cubicBezTo>
                  <a:lnTo>
                    <a:pt x="30739" y="8747"/>
                  </a:lnTo>
                  <a:cubicBezTo>
                    <a:pt x="30725" y="8718"/>
                    <a:pt x="30683" y="8718"/>
                    <a:pt x="30654" y="8747"/>
                  </a:cubicBezTo>
                  <a:cubicBezTo>
                    <a:pt x="30626" y="8747"/>
                    <a:pt x="30597" y="8747"/>
                    <a:pt x="30555" y="8747"/>
                  </a:cubicBezTo>
                  <a:cubicBezTo>
                    <a:pt x="30384" y="8860"/>
                    <a:pt x="30186" y="8661"/>
                    <a:pt x="30015" y="8789"/>
                  </a:cubicBezTo>
                  <a:cubicBezTo>
                    <a:pt x="30001" y="8803"/>
                    <a:pt x="30001" y="8832"/>
                    <a:pt x="29987" y="8846"/>
                  </a:cubicBezTo>
                  <a:lnTo>
                    <a:pt x="29987" y="8846"/>
                  </a:lnTo>
                  <a:lnTo>
                    <a:pt x="29902" y="8761"/>
                  </a:lnTo>
                  <a:cubicBezTo>
                    <a:pt x="30044" y="8633"/>
                    <a:pt x="30058" y="8619"/>
                    <a:pt x="29973" y="8406"/>
                  </a:cubicBezTo>
                  <a:lnTo>
                    <a:pt x="30015" y="8363"/>
                  </a:lnTo>
                  <a:cubicBezTo>
                    <a:pt x="30001" y="8335"/>
                    <a:pt x="29987" y="8307"/>
                    <a:pt x="29973" y="8278"/>
                  </a:cubicBezTo>
                  <a:cubicBezTo>
                    <a:pt x="29916" y="8023"/>
                    <a:pt x="30214" y="8108"/>
                    <a:pt x="30271" y="7966"/>
                  </a:cubicBezTo>
                  <a:cubicBezTo>
                    <a:pt x="30271" y="7937"/>
                    <a:pt x="30271" y="7909"/>
                    <a:pt x="30271" y="7895"/>
                  </a:cubicBezTo>
                  <a:cubicBezTo>
                    <a:pt x="30214" y="7838"/>
                    <a:pt x="30228" y="7753"/>
                    <a:pt x="30172" y="7696"/>
                  </a:cubicBezTo>
                  <a:lnTo>
                    <a:pt x="30172" y="7696"/>
                  </a:lnTo>
                  <a:cubicBezTo>
                    <a:pt x="29973" y="7497"/>
                    <a:pt x="29746" y="7895"/>
                    <a:pt x="29561" y="7653"/>
                  </a:cubicBezTo>
                  <a:cubicBezTo>
                    <a:pt x="29547" y="7611"/>
                    <a:pt x="29518" y="7554"/>
                    <a:pt x="29504" y="7511"/>
                  </a:cubicBezTo>
                  <a:lnTo>
                    <a:pt x="29504" y="7412"/>
                  </a:lnTo>
                  <a:lnTo>
                    <a:pt x="29447" y="7412"/>
                  </a:lnTo>
                  <a:cubicBezTo>
                    <a:pt x="29433" y="7384"/>
                    <a:pt x="29419" y="7355"/>
                    <a:pt x="29391" y="7327"/>
                  </a:cubicBezTo>
                  <a:cubicBezTo>
                    <a:pt x="29362" y="7298"/>
                    <a:pt x="29334" y="7270"/>
                    <a:pt x="29291" y="7256"/>
                  </a:cubicBezTo>
                  <a:cubicBezTo>
                    <a:pt x="29249" y="7242"/>
                    <a:pt x="29206" y="7227"/>
                    <a:pt x="29163" y="7227"/>
                  </a:cubicBezTo>
                  <a:lnTo>
                    <a:pt x="29149" y="7227"/>
                  </a:lnTo>
                  <a:cubicBezTo>
                    <a:pt x="29107" y="7213"/>
                    <a:pt x="29078" y="7213"/>
                    <a:pt x="29036" y="7213"/>
                  </a:cubicBezTo>
                  <a:cubicBezTo>
                    <a:pt x="29092" y="7142"/>
                    <a:pt x="29163" y="7085"/>
                    <a:pt x="29220" y="7014"/>
                  </a:cubicBezTo>
                  <a:lnTo>
                    <a:pt x="29220" y="7014"/>
                  </a:lnTo>
                  <a:cubicBezTo>
                    <a:pt x="29249" y="6986"/>
                    <a:pt x="29277" y="6943"/>
                    <a:pt x="29305" y="6915"/>
                  </a:cubicBezTo>
                  <a:cubicBezTo>
                    <a:pt x="29305" y="6887"/>
                    <a:pt x="29305" y="6858"/>
                    <a:pt x="29305" y="6830"/>
                  </a:cubicBezTo>
                  <a:cubicBezTo>
                    <a:pt x="29277" y="6802"/>
                    <a:pt x="29249" y="6759"/>
                    <a:pt x="29220" y="6731"/>
                  </a:cubicBezTo>
                  <a:lnTo>
                    <a:pt x="29220" y="6731"/>
                  </a:lnTo>
                  <a:cubicBezTo>
                    <a:pt x="29206" y="6716"/>
                    <a:pt x="29178" y="6688"/>
                    <a:pt x="29149" y="6688"/>
                  </a:cubicBezTo>
                  <a:cubicBezTo>
                    <a:pt x="29163" y="6660"/>
                    <a:pt x="29163" y="6631"/>
                    <a:pt x="29163" y="6603"/>
                  </a:cubicBezTo>
                  <a:cubicBezTo>
                    <a:pt x="29149" y="6589"/>
                    <a:pt x="29135" y="6560"/>
                    <a:pt x="29121" y="6546"/>
                  </a:cubicBezTo>
                  <a:cubicBezTo>
                    <a:pt x="29092" y="6546"/>
                    <a:pt x="29064" y="6546"/>
                    <a:pt x="29036" y="6546"/>
                  </a:cubicBezTo>
                  <a:cubicBezTo>
                    <a:pt x="28965" y="6617"/>
                    <a:pt x="28865" y="6574"/>
                    <a:pt x="28794" y="6603"/>
                  </a:cubicBezTo>
                  <a:cubicBezTo>
                    <a:pt x="28794" y="6546"/>
                    <a:pt x="28780" y="6489"/>
                    <a:pt x="28752" y="6447"/>
                  </a:cubicBezTo>
                  <a:lnTo>
                    <a:pt x="28752" y="6262"/>
                  </a:lnTo>
                  <a:cubicBezTo>
                    <a:pt x="28723" y="6219"/>
                    <a:pt x="28667" y="6205"/>
                    <a:pt x="28638" y="6234"/>
                  </a:cubicBezTo>
                  <a:lnTo>
                    <a:pt x="28624" y="6248"/>
                  </a:lnTo>
                  <a:cubicBezTo>
                    <a:pt x="28525" y="6177"/>
                    <a:pt x="28411" y="6148"/>
                    <a:pt x="28283" y="6163"/>
                  </a:cubicBezTo>
                  <a:lnTo>
                    <a:pt x="28269" y="6134"/>
                  </a:lnTo>
                  <a:cubicBezTo>
                    <a:pt x="28212" y="6106"/>
                    <a:pt x="28127" y="6092"/>
                    <a:pt x="28084" y="6035"/>
                  </a:cubicBezTo>
                  <a:cubicBezTo>
                    <a:pt x="28113" y="6021"/>
                    <a:pt x="28155" y="5992"/>
                    <a:pt x="28184" y="5978"/>
                  </a:cubicBezTo>
                  <a:lnTo>
                    <a:pt x="28184" y="5978"/>
                  </a:lnTo>
                  <a:cubicBezTo>
                    <a:pt x="28212" y="5935"/>
                    <a:pt x="28241" y="5907"/>
                    <a:pt x="28269" y="5879"/>
                  </a:cubicBezTo>
                  <a:lnTo>
                    <a:pt x="28269" y="5879"/>
                  </a:lnTo>
                  <a:cubicBezTo>
                    <a:pt x="28297" y="5850"/>
                    <a:pt x="28297" y="5808"/>
                    <a:pt x="28269" y="5779"/>
                  </a:cubicBezTo>
                  <a:lnTo>
                    <a:pt x="28269" y="5779"/>
                  </a:lnTo>
                  <a:cubicBezTo>
                    <a:pt x="28226" y="5722"/>
                    <a:pt x="28141" y="5722"/>
                    <a:pt x="28084" y="5779"/>
                  </a:cubicBezTo>
                  <a:lnTo>
                    <a:pt x="27999" y="5779"/>
                  </a:lnTo>
                  <a:cubicBezTo>
                    <a:pt x="27871" y="5850"/>
                    <a:pt x="27786" y="5779"/>
                    <a:pt x="27715" y="5708"/>
                  </a:cubicBezTo>
                  <a:cubicBezTo>
                    <a:pt x="27658" y="5623"/>
                    <a:pt x="27786" y="5637"/>
                    <a:pt x="27800" y="5580"/>
                  </a:cubicBezTo>
                  <a:lnTo>
                    <a:pt x="27800" y="5580"/>
                  </a:lnTo>
                  <a:cubicBezTo>
                    <a:pt x="27857" y="5538"/>
                    <a:pt x="27857" y="5453"/>
                    <a:pt x="27800" y="5396"/>
                  </a:cubicBezTo>
                  <a:lnTo>
                    <a:pt x="27800" y="5396"/>
                  </a:lnTo>
                  <a:cubicBezTo>
                    <a:pt x="27744" y="5339"/>
                    <a:pt x="27758" y="5254"/>
                    <a:pt x="27701" y="5211"/>
                  </a:cubicBezTo>
                  <a:lnTo>
                    <a:pt x="27701" y="5211"/>
                  </a:lnTo>
                  <a:cubicBezTo>
                    <a:pt x="27587" y="5098"/>
                    <a:pt x="27488" y="4998"/>
                    <a:pt x="27318" y="5112"/>
                  </a:cubicBezTo>
                  <a:lnTo>
                    <a:pt x="27318" y="5112"/>
                  </a:lnTo>
                  <a:cubicBezTo>
                    <a:pt x="27119" y="5183"/>
                    <a:pt x="27218" y="4970"/>
                    <a:pt x="27133" y="4913"/>
                  </a:cubicBezTo>
                  <a:lnTo>
                    <a:pt x="27133" y="4913"/>
                  </a:lnTo>
                  <a:cubicBezTo>
                    <a:pt x="27091" y="4856"/>
                    <a:pt x="27034" y="4814"/>
                    <a:pt x="26977" y="4785"/>
                  </a:cubicBezTo>
                  <a:cubicBezTo>
                    <a:pt x="26977" y="4771"/>
                    <a:pt x="26977" y="4743"/>
                    <a:pt x="26949" y="4729"/>
                  </a:cubicBezTo>
                  <a:lnTo>
                    <a:pt x="26949" y="4729"/>
                  </a:lnTo>
                  <a:cubicBezTo>
                    <a:pt x="26906" y="4700"/>
                    <a:pt x="26878" y="4672"/>
                    <a:pt x="26849" y="4629"/>
                  </a:cubicBezTo>
                  <a:lnTo>
                    <a:pt x="26750" y="4530"/>
                  </a:lnTo>
                  <a:cubicBezTo>
                    <a:pt x="26807" y="4359"/>
                    <a:pt x="26878" y="4175"/>
                    <a:pt x="26565" y="4246"/>
                  </a:cubicBezTo>
                  <a:lnTo>
                    <a:pt x="26466" y="4246"/>
                  </a:lnTo>
                  <a:cubicBezTo>
                    <a:pt x="26437" y="4288"/>
                    <a:pt x="26395" y="4317"/>
                    <a:pt x="26366" y="4345"/>
                  </a:cubicBezTo>
                  <a:lnTo>
                    <a:pt x="26366" y="4345"/>
                  </a:lnTo>
                  <a:cubicBezTo>
                    <a:pt x="26338" y="4374"/>
                    <a:pt x="26310" y="4402"/>
                    <a:pt x="26295" y="4445"/>
                  </a:cubicBezTo>
                  <a:lnTo>
                    <a:pt x="26210" y="4430"/>
                  </a:lnTo>
                  <a:cubicBezTo>
                    <a:pt x="26210" y="4430"/>
                    <a:pt x="26210" y="4416"/>
                    <a:pt x="26210" y="4402"/>
                  </a:cubicBezTo>
                  <a:cubicBezTo>
                    <a:pt x="26182" y="4274"/>
                    <a:pt x="25997" y="4288"/>
                    <a:pt x="25983" y="4146"/>
                  </a:cubicBezTo>
                  <a:cubicBezTo>
                    <a:pt x="25955" y="4161"/>
                    <a:pt x="25926" y="4161"/>
                    <a:pt x="25898" y="4146"/>
                  </a:cubicBezTo>
                  <a:lnTo>
                    <a:pt x="25855" y="4132"/>
                  </a:lnTo>
                  <a:lnTo>
                    <a:pt x="25827" y="4090"/>
                  </a:lnTo>
                  <a:lnTo>
                    <a:pt x="25841" y="4047"/>
                  </a:lnTo>
                  <a:cubicBezTo>
                    <a:pt x="25841" y="4019"/>
                    <a:pt x="25827" y="3990"/>
                    <a:pt x="25799" y="3962"/>
                  </a:cubicBezTo>
                  <a:lnTo>
                    <a:pt x="25799" y="3877"/>
                  </a:lnTo>
                  <a:cubicBezTo>
                    <a:pt x="25770" y="3834"/>
                    <a:pt x="25742" y="3806"/>
                    <a:pt x="25699" y="3777"/>
                  </a:cubicBezTo>
                  <a:cubicBezTo>
                    <a:pt x="25614" y="3692"/>
                    <a:pt x="25699" y="3564"/>
                    <a:pt x="25614" y="3493"/>
                  </a:cubicBezTo>
                  <a:cubicBezTo>
                    <a:pt x="25571" y="3422"/>
                    <a:pt x="25500" y="3380"/>
                    <a:pt x="25415" y="3394"/>
                  </a:cubicBezTo>
                  <a:cubicBezTo>
                    <a:pt x="25373" y="3337"/>
                    <a:pt x="25344" y="3238"/>
                    <a:pt x="25231" y="3295"/>
                  </a:cubicBezTo>
                  <a:lnTo>
                    <a:pt x="25046" y="3295"/>
                  </a:lnTo>
                  <a:cubicBezTo>
                    <a:pt x="25018" y="3266"/>
                    <a:pt x="25003" y="3266"/>
                    <a:pt x="24975" y="3266"/>
                  </a:cubicBezTo>
                  <a:lnTo>
                    <a:pt x="24975" y="3252"/>
                  </a:lnTo>
                  <a:lnTo>
                    <a:pt x="24932" y="3195"/>
                  </a:lnTo>
                  <a:lnTo>
                    <a:pt x="24932" y="3195"/>
                  </a:lnTo>
                  <a:cubicBezTo>
                    <a:pt x="24876" y="3153"/>
                    <a:pt x="24904" y="3067"/>
                    <a:pt x="24847" y="3011"/>
                  </a:cubicBezTo>
                  <a:lnTo>
                    <a:pt x="24847" y="2911"/>
                  </a:lnTo>
                  <a:lnTo>
                    <a:pt x="24748" y="2826"/>
                  </a:lnTo>
                  <a:cubicBezTo>
                    <a:pt x="24407" y="2982"/>
                    <a:pt x="24407" y="2982"/>
                    <a:pt x="24180" y="2727"/>
                  </a:cubicBezTo>
                  <a:cubicBezTo>
                    <a:pt x="24081" y="2812"/>
                    <a:pt x="23981" y="2741"/>
                    <a:pt x="23896" y="2727"/>
                  </a:cubicBezTo>
                  <a:lnTo>
                    <a:pt x="23797" y="2727"/>
                  </a:lnTo>
                  <a:cubicBezTo>
                    <a:pt x="23740" y="2684"/>
                    <a:pt x="23740" y="2599"/>
                    <a:pt x="23797" y="2542"/>
                  </a:cubicBezTo>
                  <a:lnTo>
                    <a:pt x="23797" y="2542"/>
                  </a:lnTo>
                  <a:cubicBezTo>
                    <a:pt x="23797" y="2542"/>
                    <a:pt x="23811" y="2542"/>
                    <a:pt x="23825" y="2514"/>
                  </a:cubicBezTo>
                  <a:cubicBezTo>
                    <a:pt x="23825" y="2500"/>
                    <a:pt x="23825" y="2471"/>
                    <a:pt x="23797" y="2457"/>
                  </a:cubicBezTo>
                  <a:lnTo>
                    <a:pt x="23782" y="2457"/>
                  </a:lnTo>
                  <a:cubicBezTo>
                    <a:pt x="23797" y="2443"/>
                    <a:pt x="23811" y="2429"/>
                    <a:pt x="23825" y="2429"/>
                  </a:cubicBezTo>
                  <a:cubicBezTo>
                    <a:pt x="23768" y="2216"/>
                    <a:pt x="23669" y="2074"/>
                    <a:pt x="23413" y="2173"/>
                  </a:cubicBezTo>
                  <a:lnTo>
                    <a:pt x="23413" y="2173"/>
                  </a:lnTo>
                  <a:cubicBezTo>
                    <a:pt x="23300" y="2230"/>
                    <a:pt x="23271" y="2130"/>
                    <a:pt x="23229" y="2074"/>
                  </a:cubicBezTo>
                  <a:lnTo>
                    <a:pt x="23229" y="2074"/>
                  </a:lnTo>
                  <a:cubicBezTo>
                    <a:pt x="23129" y="2003"/>
                    <a:pt x="23229" y="1861"/>
                    <a:pt x="23129" y="1790"/>
                  </a:cubicBezTo>
                  <a:lnTo>
                    <a:pt x="23129" y="1790"/>
                  </a:lnTo>
                  <a:cubicBezTo>
                    <a:pt x="23058" y="1747"/>
                    <a:pt x="23058" y="1662"/>
                    <a:pt x="23030" y="1591"/>
                  </a:cubicBezTo>
                  <a:cubicBezTo>
                    <a:pt x="22973" y="1548"/>
                    <a:pt x="22902" y="1548"/>
                    <a:pt x="22845" y="1591"/>
                  </a:cubicBezTo>
                  <a:cubicBezTo>
                    <a:pt x="22817" y="1605"/>
                    <a:pt x="22789" y="1605"/>
                    <a:pt x="22760" y="1591"/>
                  </a:cubicBezTo>
                  <a:cubicBezTo>
                    <a:pt x="22561" y="1690"/>
                    <a:pt x="22334" y="1662"/>
                    <a:pt x="22178" y="1506"/>
                  </a:cubicBezTo>
                  <a:cubicBezTo>
                    <a:pt x="22022" y="1520"/>
                    <a:pt x="21851" y="1477"/>
                    <a:pt x="21780" y="1676"/>
                  </a:cubicBezTo>
                  <a:lnTo>
                    <a:pt x="21709" y="1676"/>
                  </a:lnTo>
                  <a:cubicBezTo>
                    <a:pt x="21596" y="1591"/>
                    <a:pt x="21482" y="1491"/>
                    <a:pt x="21525" y="1307"/>
                  </a:cubicBezTo>
                  <a:lnTo>
                    <a:pt x="21525" y="1307"/>
                  </a:lnTo>
                  <a:lnTo>
                    <a:pt x="21695" y="1278"/>
                  </a:lnTo>
                  <a:lnTo>
                    <a:pt x="21695" y="1321"/>
                  </a:lnTo>
                  <a:lnTo>
                    <a:pt x="21795" y="1207"/>
                  </a:lnTo>
                  <a:cubicBezTo>
                    <a:pt x="21823" y="1179"/>
                    <a:pt x="21851" y="1179"/>
                    <a:pt x="21880" y="1207"/>
                  </a:cubicBezTo>
                  <a:lnTo>
                    <a:pt x="21880" y="1207"/>
                  </a:lnTo>
                  <a:cubicBezTo>
                    <a:pt x="21965" y="1278"/>
                    <a:pt x="22079" y="1264"/>
                    <a:pt x="22164" y="1207"/>
                  </a:cubicBezTo>
                  <a:cubicBezTo>
                    <a:pt x="22164" y="1179"/>
                    <a:pt x="22164" y="1151"/>
                    <a:pt x="22164" y="1122"/>
                  </a:cubicBezTo>
                  <a:cubicBezTo>
                    <a:pt x="22079" y="753"/>
                    <a:pt x="21809" y="909"/>
                    <a:pt x="21596" y="924"/>
                  </a:cubicBezTo>
                  <a:cubicBezTo>
                    <a:pt x="21568" y="924"/>
                    <a:pt x="21539" y="924"/>
                    <a:pt x="21511" y="924"/>
                  </a:cubicBezTo>
                  <a:cubicBezTo>
                    <a:pt x="21482" y="938"/>
                    <a:pt x="21468" y="980"/>
                    <a:pt x="21468" y="1009"/>
                  </a:cubicBezTo>
                  <a:cubicBezTo>
                    <a:pt x="21454" y="1009"/>
                    <a:pt x="21426" y="1009"/>
                    <a:pt x="21411" y="1009"/>
                  </a:cubicBezTo>
                  <a:lnTo>
                    <a:pt x="21411" y="1009"/>
                  </a:lnTo>
                  <a:cubicBezTo>
                    <a:pt x="21312" y="980"/>
                    <a:pt x="21298" y="909"/>
                    <a:pt x="21312" y="810"/>
                  </a:cubicBezTo>
                  <a:cubicBezTo>
                    <a:pt x="21284" y="810"/>
                    <a:pt x="21241" y="810"/>
                    <a:pt x="21213" y="810"/>
                  </a:cubicBezTo>
                  <a:cubicBezTo>
                    <a:pt x="21170" y="767"/>
                    <a:pt x="21085" y="767"/>
                    <a:pt x="21028" y="810"/>
                  </a:cubicBezTo>
                  <a:lnTo>
                    <a:pt x="21028" y="810"/>
                  </a:lnTo>
                  <a:cubicBezTo>
                    <a:pt x="21000" y="838"/>
                    <a:pt x="20957" y="838"/>
                    <a:pt x="20929" y="810"/>
                  </a:cubicBezTo>
                  <a:cubicBezTo>
                    <a:pt x="20900" y="810"/>
                    <a:pt x="20872" y="810"/>
                    <a:pt x="20843" y="810"/>
                  </a:cubicBezTo>
                  <a:cubicBezTo>
                    <a:pt x="20843" y="810"/>
                    <a:pt x="20829" y="796"/>
                    <a:pt x="20815" y="782"/>
                  </a:cubicBezTo>
                  <a:cubicBezTo>
                    <a:pt x="20815" y="767"/>
                    <a:pt x="20815" y="739"/>
                    <a:pt x="20843" y="725"/>
                  </a:cubicBezTo>
                  <a:lnTo>
                    <a:pt x="20843" y="725"/>
                  </a:lnTo>
                  <a:cubicBezTo>
                    <a:pt x="20943" y="554"/>
                    <a:pt x="20801" y="455"/>
                    <a:pt x="20744" y="341"/>
                  </a:cubicBezTo>
                  <a:lnTo>
                    <a:pt x="20645" y="341"/>
                  </a:lnTo>
                  <a:cubicBezTo>
                    <a:pt x="20616" y="370"/>
                    <a:pt x="20588" y="398"/>
                    <a:pt x="20559" y="427"/>
                  </a:cubicBezTo>
                  <a:lnTo>
                    <a:pt x="20446" y="540"/>
                  </a:lnTo>
                  <a:cubicBezTo>
                    <a:pt x="20417" y="569"/>
                    <a:pt x="20389" y="597"/>
                    <a:pt x="20361" y="625"/>
                  </a:cubicBezTo>
                  <a:lnTo>
                    <a:pt x="20261" y="640"/>
                  </a:lnTo>
                  <a:lnTo>
                    <a:pt x="20261" y="640"/>
                  </a:lnTo>
                  <a:lnTo>
                    <a:pt x="20176" y="640"/>
                  </a:lnTo>
                  <a:lnTo>
                    <a:pt x="20176" y="640"/>
                  </a:lnTo>
                  <a:lnTo>
                    <a:pt x="20077" y="625"/>
                  </a:lnTo>
                  <a:cubicBezTo>
                    <a:pt x="20077" y="640"/>
                    <a:pt x="20077" y="654"/>
                    <a:pt x="20077" y="668"/>
                  </a:cubicBezTo>
                  <a:lnTo>
                    <a:pt x="19992" y="668"/>
                  </a:lnTo>
                  <a:cubicBezTo>
                    <a:pt x="19821" y="597"/>
                    <a:pt x="19665" y="498"/>
                    <a:pt x="19523" y="384"/>
                  </a:cubicBezTo>
                  <a:cubicBezTo>
                    <a:pt x="19367" y="270"/>
                    <a:pt x="19253" y="114"/>
                    <a:pt x="19026" y="242"/>
                  </a:cubicBezTo>
                  <a:lnTo>
                    <a:pt x="19026" y="242"/>
                  </a:lnTo>
                  <a:cubicBezTo>
                    <a:pt x="18770" y="114"/>
                    <a:pt x="18472" y="72"/>
                    <a:pt x="18188" y="114"/>
                  </a:cubicBezTo>
                  <a:lnTo>
                    <a:pt x="18160" y="114"/>
                  </a:lnTo>
                  <a:cubicBezTo>
                    <a:pt x="18146" y="86"/>
                    <a:pt x="18103" y="72"/>
                    <a:pt x="18075" y="57"/>
                  </a:cubicBezTo>
                  <a:lnTo>
                    <a:pt x="17975" y="57"/>
                  </a:lnTo>
                  <a:cubicBezTo>
                    <a:pt x="17933" y="1"/>
                    <a:pt x="17848" y="1"/>
                    <a:pt x="17791" y="57"/>
                  </a:cubicBezTo>
                  <a:lnTo>
                    <a:pt x="17791" y="57"/>
                  </a:lnTo>
                  <a:cubicBezTo>
                    <a:pt x="17748" y="114"/>
                    <a:pt x="17649" y="114"/>
                    <a:pt x="17606" y="57"/>
                  </a:cubicBezTo>
                  <a:cubicBezTo>
                    <a:pt x="17578" y="57"/>
                    <a:pt x="17549" y="57"/>
                    <a:pt x="17507" y="57"/>
                  </a:cubicBezTo>
                  <a:cubicBezTo>
                    <a:pt x="17493" y="15"/>
                    <a:pt x="17450" y="15"/>
                    <a:pt x="17422" y="57"/>
                  </a:cubicBezTo>
                  <a:lnTo>
                    <a:pt x="17308" y="157"/>
                  </a:lnTo>
                  <a:cubicBezTo>
                    <a:pt x="17294" y="270"/>
                    <a:pt x="17223" y="370"/>
                    <a:pt x="17138" y="441"/>
                  </a:cubicBezTo>
                  <a:lnTo>
                    <a:pt x="17138" y="441"/>
                  </a:lnTo>
                  <a:cubicBezTo>
                    <a:pt x="17010" y="412"/>
                    <a:pt x="16939" y="228"/>
                    <a:pt x="16783" y="270"/>
                  </a:cubicBezTo>
                  <a:lnTo>
                    <a:pt x="16769" y="341"/>
                  </a:lnTo>
                  <a:cubicBezTo>
                    <a:pt x="16740" y="341"/>
                    <a:pt x="16726" y="341"/>
                    <a:pt x="16712" y="341"/>
                  </a:cubicBezTo>
                  <a:cubicBezTo>
                    <a:pt x="16698" y="341"/>
                    <a:pt x="16683" y="327"/>
                    <a:pt x="16669" y="327"/>
                  </a:cubicBezTo>
                  <a:cubicBezTo>
                    <a:pt x="16641" y="313"/>
                    <a:pt x="16598" y="327"/>
                    <a:pt x="16570" y="356"/>
                  </a:cubicBezTo>
                  <a:lnTo>
                    <a:pt x="16570" y="356"/>
                  </a:lnTo>
                  <a:cubicBezTo>
                    <a:pt x="16541" y="384"/>
                    <a:pt x="16513" y="412"/>
                    <a:pt x="16485" y="441"/>
                  </a:cubicBezTo>
                  <a:lnTo>
                    <a:pt x="16286" y="441"/>
                  </a:lnTo>
                  <a:cubicBezTo>
                    <a:pt x="16286" y="441"/>
                    <a:pt x="16272" y="427"/>
                    <a:pt x="16272" y="398"/>
                  </a:cubicBezTo>
                  <a:cubicBezTo>
                    <a:pt x="16257" y="384"/>
                    <a:pt x="16272" y="370"/>
                    <a:pt x="16286" y="341"/>
                  </a:cubicBezTo>
                  <a:lnTo>
                    <a:pt x="16286" y="341"/>
                  </a:lnTo>
                  <a:cubicBezTo>
                    <a:pt x="16286" y="341"/>
                    <a:pt x="16300" y="327"/>
                    <a:pt x="16300" y="313"/>
                  </a:cubicBezTo>
                  <a:cubicBezTo>
                    <a:pt x="16314" y="285"/>
                    <a:pt x="16300" y="270"/>
                    <a:pt x="16286" y="256"/>
                  </a:cubicBezTo>
                  <a:lnTo>
                    <a:pt x="16286" y="256"/>
                  </a:lnTo>
                  <a:cubicBezTo>
                    <a:pt x="16257" y="214"/>
                    <a:pt x="16215" y="185"/>
                    <a:pt x="16172" y="157"/>
                  </a:cubicBezTo>
                  <a:lnTo>
                    <a:pt x="16002" y="157"/>
                  </a:lnTo>
                  <a:cubicBezTo>
                    <a:pt x="15917" y="199"/>
                    <a:pt x="15874" y="398"/>
                    <a:pt x="15718" y="256"/>
                  </a:cubicBezTo>
                  <a:cubicBezTo>
                    <a:pt x="15690" y="256"/>
                    <a:pt x="15661" y="256"/>
                    <a:pt x="15633" y="256"/>
                  </a:cubicBezTo>
                  <a:cubicBezTo>
                    <a:pt x="15590" y="270"/>
                    <a:pt x="15576" y="313"/>
                    <a:pt x="15562" y="341"/>
                  </a:cubicBezTo>
                  <a:lnTo>
                    <a:pt x="15249" y="356"/>
                  </a:lnTo>
                  <a:cubicBezTo>
                    <a:pt x="15207" y="412"/>
                    <a:pt x="15136" y="441"/>
                    <a:pt x="15079" y="441"/>
                  </a:cubicBezTo>
                  <a:cubicBezTo>
                    <a:pt x="15107" y="412"/>
                    <a:pt x="15122" y="384"/>
                    <a:pt x="15150" y="341"/>
                  </a:cubicBezTo>
                  <a:lnTo>
                    <a:pt x="15150" y="256"/>
                  </a:lnTo>
                  <a:cubicBezTo>
                    <a:pt x="15093" y="199"/>
                    <a:pt x="15008" y="214"/>
                    <a:pt x="14965" y="157"/>
                  </a:cubicBezTo>
                  <a:lnTo>
                    <a:pt x="14866" y="157"/>
                  </a:lnTo>
                  <a:cubicBezTo>
                    <a:pt x="14809" y="185"/>
                    <a:pt x="14752" y="214"/>
                    <a:pt x="14696" y="199"/>
                  </a:cubicBezTo>
                  <a:cubicBezTo>
                    <a:pt x="14681" y="242"/>
                    <a:pt x="14653" y="256"/>
                    <a:pt x="14625" y="270"/>
                  </a:cubicBezTo>
                  <a:lnTo>
                    <a:pt x="14582" y="242"/>
                  </a:lnTo>
                  <a:lnTo>
                    <a:pt x="14483" y="341"/>
                  </a:lnTo>
                  <a:cubicBezTo>
                    <a:pt x="14341" y="455"/>
                    <a:pt x="14142" y="327"/>
                    <a:pt x="14000" y="441"/>
                  </a:cubicBezTo>
                  <a:lnTo>
                    <a:pt x="14000" y="540"/>
                  </a:lnTo>
                  <a:cubicBezTo>
                    <a:pt x="13929" y="625"/>
                    <a:pt x="13801" y="540"/>
                    <a:pt x="13730" y="625"/>
                  </a:cubicBezTo>
                  <a:lnTo>
                    <a:pt x="13730" y="625"/>
                  </a:lnTo>
                  <a:cubicBezTo>
                    <a:pt x="13702" y="654"/>
                    <a:pt x="13688" y="668"/>
                    <a:pt x="13688" y="696"/>
                  </a:cubicBezTo>
                  <a:cubicBezTo>
                    <a:pt x="13645" y="668"/>
                    <a:pt x="13574" y="682"/>
                    <a:pt x="13531" y="725"/>
                  </a:cubicBezTo>
                  <a:lnTo>
                    <a:pt x="13446" y="725"/>
                  </a:lnTo>
                  <a:cubicBezTo>
                    <a:pt x="13418" y="753"/>
                    <a:pt x="13375" y="782"/>
                    <a:pt x="13347" y="810"/>
                  </a:cubicBezTo>
                  <a:lnTo>
                    <a:pt x="13247" y="909"/>
                  </a:lnTo>
                  <a:cubicBezTo>
                    <a:pt x="13205" y="980"/>
                    <a:pt x="13134" y="995"/>
                    <a:pt x="13063" y="1009"/>
                  </a:cubicBezTo>
                  <a:lnTo>
                    <a:pt x="12396" y="1094"/>
                  </a:lnTo>
                  <a:lnTo>
                    <a:pt x="12396" y="1094"/>
                  </a:lnTo>
                  <a:lnTo>
                    <a:pt x="12396" y="1094"/>
                  </a:lnTo>
                  <a:lnTo>
                    <a:pt x="12396" y="1094"/>
                  </a:lnTo>
                  <a:lnTo>
                    <a:pt x="12424" y="1066"/>
                  </a:lnTo>
                  <a:cubicBezTo>
                    <a:pt x="12438" y="1023"/>
                    <a:pt x="12495" y="980"/>
                    <a:pt x="12495" y="952"/>
                  </a:cubicBezTo>
                  <a:cubicBezTo>
                    <a:pt x="12481" y="924"/>
                    <a:pt x="12424" y="909"/>
                    <a:pt x="12381" y="909"/>
                  </a:cubicBezTo>
                  <a:cubicBezTo>
                    <a:pt x="12254" y="895"/>
                    <a:pt x="12126" y="924"/>
                    <a:pt x="12026" y="1009"/>
                  </a:cubicBezTo>
                  <a:cubicBezTo>
                    <a:pt x="11941" y="1066"/>
                    <a:pt x="11870" y="1151"/>
                    <a:pt x="11728" y="1122"/>
                  </a:cubicBezTo>
                  <a:cubicBezTo>
                    <a:pt x="11671" y="1108"/>
                    <a:pt x="11686" y="1179"/>
                    <a:pt x="11714" y="1222"/>
                  </a:cubicBezTo>
                  <a:cubicBezTo>
                    <a:pt x="11742" y="1264"/>
                    <a:pt x="11771" y="1293"/>
                    <a:pt x="11742" y="1349"/>
                  </a:cubicBezTo>
                  <a:cubicBezTo>
                    <a:pt x="11402" y="1278"/>
                    <a:pt x="11416" y="1278"/>
                    <a:pt x="11089" y="1463"/>
                  </a:cubicBezTo>
                  <a:cubicBezTo>
                    <a:pt x="10990" y="1506"/>
                    <a:pt x="10876" y="1548"/>
                    <a:pt x="10777" y="1577"/>
                  </a:cubicBezTo>
                  <a:lnTo>
                    <a:pt x="10493" y="1577"/>
                  </a:lnTo>
                  <a:cubicBezTo>
                    <a:pt x="10408" y="1648"/>
                    <a:pt x="10294" y="1690"/>
                    <a:pt x="10209" y="1761"/>
                  </a:cubicBezTo>
                  <a:lnTo>
                    <a:pt x="9925" y="1761"/>
                  </a:lnTo>
                  <a:cubicBezTo>
                    <a:pt x="9868" y="1818"/>
                    <a:pt x="9854" y="1889"/>
                    <a:pt x="9897" y="1946"/>
                  </a:cubicBezTo>
                  <a:lnTo>
                    <a:pt x="9897" y="1946"/>
                  </a:lnTo>
                  <a:lnTo>
                    <a:pt x="9499" y="2074"/>
                  </a:lnTo>
                  <a:cubicBezTo>
                    <a:pt x="9457" y="2145"/>
                    <a:pt x="9386" y="2173"/>
                    <a:pt x="9300" y="2173"/>
                  </a:cubicBezTo>
                  <a:lnTo>
                    <a:pt x="9300" y="2343"/>
                  </a:lnTo>
                  <a:cubicBezTo>
                    <a:pt x="9315" y="2443"/>
                    <a:pt x="9244" y="2542"/>
                    <a:pt x="9144" y="2556"/>
                  </a:cubicBezTo>
                  <a:lnTo>
                    <a:pt x="9144" y="2556"/>
                  </a:lnTo>
                  <a:cubicBezTo>
                    <a:pt x="9116" y="2514"/>
                    <a:pt x="9059" y="2528"/>
                    <a:pt x="9031" y="2556"/>
                  </a:cubicBezTo>
                  <a:lnTo>
                    <a:pt x="9031" y="2556"/>
                  </a:lnTo>
                  <a:cubicBezTo>
                    <a:pt x="9002" y="2599"/>
                    <a:pt x="8960" y="2613"/>
                    <a:pt x="8931" y="2656"/>
                  </a:cubicBezTo>
                  <a:cubicBezTo>
                    <a:pt x="8903" y="2656"/>
                    <a:pt x="8874" y="2656"/>
                    <a:pt x="8832" y="2656"/>
                  </a:cubicBezTo>
                  <a:cubicBezTo>
                    <a:pt x="8803" y="2684"/>
                    <a:pt x="8775" y="2712"/>
                    <a:pt x="8747" y="2741"/>
                  </a:cubicBezTo>
                  <a:lnTo>
                    <a:pt x="8747" y="2741"/>
                  </a:lnTo>
                  <a:cubicBezTo>
                    <a:pt x="8676" y="2812"/>
                    <a:pt x="8661" y="2925"/>
                    <a:pt x="8718" y="3011"/>
                  </a:cubicBezTo>
                  <a:cubicBezTo>
                    <a:pt x="8718" y="3011"/>
                    <a:pt x="8732" y="3025"/>
                    <a:pt x="8747" y="3025"/>
                  </a:cubicBezTo>
                  <a:lnTo>
                    <a:pt x="8747" y="3025"/>
                  </a:lnTo>
                  <a:lnTo>
                    <a:pt x="8747" y="3025"/>
                  </a:lnTo>
                  <a:lnTo>
                    <a:pt x="8647" y="3110"/>
                  </a:lnTo>
                  <a:lnTo>
                    <a:pt x="8647" y="3110"/>
                  </a:lnTo>
                  <a:lnTo>
                    <a:pt x="8590" y="3110"/>
                  </a:lnTo>
                  <a:cubicBezTo>
                    <a:pt x="8576" y="2982"/>
                    <a:pt x="8576" y="2826"/>
                    <a:pt x="8378" y="2826"/>
                  </a:cubicBezTo>
                  <a:cubicBezTo>
                    <a:pt x="8264" y="3025"/>
                    <a:pt x="8065" y="3039"/>
                    <a:pt x="7895" y="3110"/>
                  </a:cubicBezTo>
                  <a:lnTo>
                    <a:pt x="7895" y="3110"/>
                  </a:lnTo>
                  <a:cubicBezTo>
                    <a:pt x="7866" y="3153"/>
                    <a:pt x="7838" y="3181"/>
                    <a:pt x="7795" y="3209"/>
                  </a:cubicBezTo>
                  <a:lnTo>
                    <a:pt x="7795" y="3295"/>
                  </a:lnTo>
                  <a:lnTo>
                    <a:pt x="7795" y="3295"/>
                  </a:lnTo>
                  <a:cubicBezTo>
                    <a:pt x="7739" y="3323"/>
                    <a:pt x="7668" y="3366"/>
                    <a:pt x="7625" y="3351"/>
                  </a:cubicBezTo>
                  <a:cubicBezTo>
                    <a:pt x="7497" y="3295"/>
                    <a:pt x="7412" y="3366"/>
                    <a:pt x="7313" y="3408"/>
                  </a:cubicBezTo>
                  <a:cubicBezTo>
                    <a:pt x="7298" y="3422"/>
                    <a:pt x="7284" y="3451"/>
                    <a:pt x="7298" y="3479"/>
                  </a:cubicBezTo>
                  <a:lnTo>
                    <a:pt x="7270" y="3465"/>
                  </a:lnTo>
                  <a:lnTo>
                    <a:pt x="7227" y="3493"/>
                  </a:lnTo>
                  <a:lnTo>
                    <a:pt x="7128" y="3493"/>
                  </a:lnTo>
                  <a:lnTo>
                    <a:pt x="7128" y="3593"/>
                  </a:lnTo>
                  <a:cubicBezTo>
                    <a:pt x="7029" y="3650"/>
                    <a:pt x="6901" y="3678"/>
                    <a:pt x="6844" y="3777"/>
                  </a:cubicBezTo>
                  <a:cubicBezTo>
                    <a:pt x="6702" y="3863"/>
                    <a:pt x="6532" y="3891"/>
                    <a:pt x="6461" y="4047"/>
                  </a:cubicBezTo>
                  <a:cubicBezTo>
                    <a:pt x="6376" y="4061"/>
                    <a:pt x="6319" y="4104"/>
                    <a:pt x="6276" y="4161"/>
                  </a:cubicBezTo>
                  <a:lnTo>
                    <a:pt x="6276" y="4161"/>
                  </a:lnTo>
                  <a:cubicBezTo>
                    <a:pt x="6063" y="4175"/>
                    <a:pt x="5964" y="4359"/>
                    <a:pt x="5808" y="4445"/>
                  </a:cubicBezTo>
                  <a:lnTo>
                    <a:pt x="5722" y="4516"/>
                  </a:lnTo>
                  <a:lnTo>
                    <a:pt x="5722" y="4516"/>
                  </a:lnTo>
                  <a:cubicBezTo>
                    <a:pt x="5651" y="4487"/>
                    <a:pt x="5580" y="4501"/>
                    <a:pt x="5524" y="4558"/>
                  </a:cubicBezTo>
                  <a:lnTo>
                    <a:pt x="5524" y="4558"/>
                  </a:lnTo>
                  <a:cubicBezTo>
                    <a:pt x="5495" y="4587"/>
                    <a:pt x="5453" y="4615"/>
                    <a:pt x="5424" y="4643"/>
                  </a:cubicBezTo>
                  <a:cubicBezTo>
                    <a:pt x="5396" y="4643"/>
                    <a:pt x="5368" y="4643"/>
                    <a:pt x="5339" y="4643"/>
                  </a:cubicBezTo>
                  <a:cubicBezTo>
                    <a:pt x="5240" y="4700"/>
                    <a:pt x="5140" y="4757"/>
                    <a:pt x="5041" y="4828"/>
                  </a:cubicBezTo>
                  <a:lnTo>
                    <a:pt x="5041" y="4828"/>
                  </a:lnTo>
                  <a:cubicBezTo>
                    <a:pt x="5013" y="4856"/>
                    <a:pt x="4984" y="4899"/>
                    <a:pt x="4942" y="4927"/>
                  </a:cubicBezTo>
                  <a:lnTo>
                    <a:pt x="4942" y="4927"/>
                  </a:lnTo>
                  <a:cubicBezTo>
                    <a:pt x="4899" y="5069"/>
                    <a:pt x="4785" y="5197"/>
                    <a:pt x="4629" y="5240"/>
                  </a:cubicBezTo>
                  <a:cubicBezTo>
                    <a:pt x="4516" y="5254"/>
                    <a:pt x="4487" y="5382"/>
                    <a:pt x="4473" y="5495"/>
                  </a:cubicBezTo>
                  <a:lnTo>
                    <a:pt x="4374" y="5595"/>
                  </a:lnTo>
                  <a:cubicBezTo>
                    <a:pt x="4217" y="5708"/>
                    <a:pt x="4076" y="5864"/>
                    <a:pt x="3976" y="6049"/>
                  </a:cubicBezTo>
                  <a:cubicBezTo>
                    <a:pt x="3863" y="6077"/>
                    <a:pt x="3763" y="6106"/>
                    <a:pt x="3749" y="6248"/>
                  </a:cubicBezTo>
                  <a:cubicBezTo>
                    <a:pt x="3749" y="6376"/>
                    <a:pt x="3664" y="6347"/>
                    <a:pt x="3579" y="6347"/>
                  </a:cubicBezTo>
                  <a:cubicBezTo>
                    <a:pt x="3508" y="6333"/>
                    <a:pt x="3465" y="6305"/>
                    <a:pt x="3408" y="6305"/>
                  </a:cubicBezTo>
                  <a:cubicBezTo>
                    <a:pt x="3408" y="6305"/>
                    <a:pt x="3380" y="6347"/>
                    <a:pt x="3380" y="6376"/>
                  </a:cubicBezTo>
                  <a:cubicBezTo>
                    <a:pt x="3394" y="6404"/>
                    <a:pt x="3408" y="6418"/>
                    <a:pt x="3437" y="6432"/>
                  </a:cubicBezTo>
                  <a:cubicBezTo>
                    <a:pt x="3522" y="6461"/>
                    <a:pt x="3607" y="6489"/>
                    <a:pt x="3607" y="6574"/>
                  </a:cubicBezTo>
                  <a:cubicBezTo>
                    <a:pt x="3607" y="6674"/>
                    <a:pt x="3536" y="6716"/>
                    <a:pt x="3465" y="6759"/>
                  </a:cubicBezTo>
                  <a:cubicBezTo>
                    <a:pt x="3394" y="6802"/>
                    <a:pt x="3309" y="6873"/>
                    <a:pt x="3238" y="6929"/>
                  </a:cubicBezTo>
                  <a:cubicBezTo>
                    <a:pt x="3167" y="6901"/>
                    <a:pt x="3096" y="6887"/>
                    <a:pt x="3025" y="6901"/>
                  </a:cubicBezTo>
                  <a:cubicBezTo>
                    <a:pt x="2897" y="6915"/>
                    <a:pt x="2783" y="6929"/>
                    <a:pt x="2670" y="6929"/>
                  </a:cubicBezTo>
                  <a:lnTo>
                    <a:pt x="2670" y="6929"/>
                  </a:lnTo>
                  <a:cubicBezTo>
                    <a:pt x="2642" y="6972"/>
                    <a:pt x="2599" y="7000"/>
                    <a:pt x="2571" y="7029"/>
                  </a:cubicBezTo>
                  <a:cubicBezTo>
                    <a:pt x="2542" y="7114"/>
                    <a:pt x="2471" y="7185"/>
                    <a:pt x="2386" y="7213"/>
                  </a:cubicBezTo>
                  <a:cubicBezTo>
                    <a:pt x="2358" y="7171"/>
                    <a:pt x="2315" y="7171"/>
                    <a:pt x="2287" y="7213"/>
                  </a:cubicBezTo>
                  <a:lnTo>
                    <a:pt x="2187" y="7298"/>
                  </a:lnTo>
                  <a:cubicBezTo>
                    <a:pt x="2187" y="7298"/>
                    <a:pt x="2173" y="7313"/>
                    <a:pt x="2173" y="7341"/>
                  </a:cubicBezTo>
                  <a:cubicBezTo>
                    <a:pt x="2159" y="7355"/>
                    <a:pt x="2173" y="7384"/>
                    <a:pt x="2187" y="7398"/>
                  </a:cubicBezTo>
                  <a:cubicBezTo>
                    <a:pt x="2315" y="7398"/>
                    <a:pt x="2400" y="7469"/>
                    <a:pt x="2372" y="7597"/>
                  </a:cubicBezTo>
                  <a:cubicBezTo>
                    <a:pt x="2343" y="7739"/>
                    <a:pt x="2358" y="7781"/>
                    <a:pt x="2485" y="7781"/>
                  </a:cubicBezTo>
                  <a:cubicBezTo>
                    <a:pt x="2542" y="7810"/>
                    <a:pt x="2613" y="7781"/>
                    <a:pt x="2670" y="7810"/>
                  </a:cubicBezTo>
                  <a:cubicBezTo>
                    <a:pt x="2656" y="7866"/>
                    <a:pt x="2642" y="7937"/>
                    <a:pt x="2556" y="7952"/>
                  </a:cubicBezTo>
                  <a:cubicBezTo>
                    <a:pt x="2471" y="7966"/>
                    <a:pt x="2400" y="7980"/>
                    <a:pt x="2329" y="8008"/>
                  </a:cubicBezTo>
                  <a:cubicBezTo>
                    <a:pt x="2272" y="8023"/>
                    <a:pt x="2244" y="8065"/>
                    <a:pt x="2272" y="8122"/>
                  </a:cubicBezTo>
                  <a:cubicBezTo>
                    <a:pt x="2187" y="8136"/>
                    <a:pt x="2102" y="8221"/>
                    <a:pt x="2003" y="8150"/>
                  </a:cubicBezTo>
                  <a:lnTo>
                    <a:pt x="1917" y="8150"/>
                  </a:lnTo>
                  <a:cubicBezTo>
                    <a:pt x="1861" y="8108"/>
                    <a:pt x="1775" y="8108"/>
                    <a:pt x="1719" y="8150"/>
                  </a:cubicBezTo>
                  <a:lnTo>
                    <a:pt x="1719" y="8150"/>
                  </a:lnTo>
                  <a:cubicBezTo>
                    <a:pt x="1690" y="8193"/>
                    <a:pt x="1662" y="8221"/>
                    <a:pt x="1633" y="8250"/>
                  </a:cubicBezTo>
                  <a:lnTo>
                    <a:pt x="1633" y="8349"/>
                  </a:lnTo>
                  <a:cubicBezTo>
                    <a:pt x="1633" y="8349"/>
                    <a:pt x="1619" y="8363"/>
                    <a:pt x="1605" y="8378"/>
                  </a:cubicBezTo>
                  <a:cubicBezTo>
                    <a:pt x="1605" y="8406"/>
                    <a:pt x="1605" y="8434"/>
                    <a:pt x="1633" y="8448"/>
                  </a:cubicBezTo>
                  <a:lnTo>
                    <a:pt x="1633" y="8448"/>
                  </a:lnTo>
                  <a:cubicBezTo>
                    <a:pt x="1861" y="8505"/>
                    <a:pt x="1690" y="8562"/>
                    <a:pt x="1633" y="8633"/>
                  </a:cubicBezTo>
                  <a:lnTo>
                    <a:pt x="1534" y="8732"/>
                  </a:lnTo>
                  <a:cubicBezTo>
                    <a:pt x="1534" y="8732"/>
                    <a:pt x="1520" y="8747"/>
                    <a:pt x="1506" y="8761"/>
                  </a:cubicBezTo>
                  <a:cubicBezTo>
                    <a:pt x="1506" y="8789"/>
                    <a:pt x="1506" y="8803"/>
                    <a:pt x="1534" y="8818"/>
                  </a:cubicBezTo>
                  <a:lnTo>
                    <a:pt x="1633" y="8917"/>
                  </a:lnTo>
                  <a:cubicBezTo>
                    <a:pt x="1591" y="8945"/>
                    <a:pt x="1562" y="8988"/>
                    <a:pt x="1534" y="9016"/>
                  </a:cubicBezTo>
                  <a:lnTo>
                    <a:pt x="1435" y="9016"/>
                  </a:lnTo>
                  <a:cubicBezTo>
                    <a:pt x="1420" y="9031"/>
                    <a:pt x="1406" y="9073"/>
                    <a:pt x="1406" y="9102"/>
                  </a:cubicBezTo>
                  <a:cubicBezTo>
                    <a:pt x="1420" y="9116"/>
                    <a:pt x="1420" y="9130"/>
                    <a:pt x="1435" y="9144"/>
                  </a:cubicBezTo>
                  <a:lnTo>
                    <a:pt x="1435" y="9201"/>
                  </a:lnTo>
                  <a:lnTo>
                    <a:pt x="1477" y="9201"/>
                  </a:lnTo>
                  <a:lnTo>
                    <a:pt x="1491" y="9229"/>
                  </a:lnTo>
                  <a:cubicBezTo>
                    <a:pt x="1477" y="9244"/>
                    <a:pt x="1449" y="9272"/>
                    <a:pt x="1435" y="9300"/>
                  </a:cubicBezTo>
                  <a:lnTo>
                    <a:pt x="1435" y="9386"/>
                  </a:lnTo>
                  <a:cubicBezTo>
                    <a:pt x="1349" y="9329"/>
                    <a:pt x="1236" y="9329"/>
                    <a:pt x="1151" y="9386"/>
                  </a:cubicBezTo>
                  <a:cubicBezTo>
                    <a:pt x="1293" y="9499"/>
                    <a:pt x="1293" y="9499"/>
                    <a:pt x="1435" y="9386"/>
                  </a:cubicBezTo>
                  <a:lnTo>
                    <a:pt x="1506" y="9386"/>
                  </a:lnTo>
                  <a:lnTo>
                    <a:pt x="1506" y="9386"/>
                  </a:lnTo>
                  <a:cubicBezTo>
                    <a:pt x="1491" y="9400"/>
                    <a:pt x="1491" y="9428"/>
                    <a:pt x="1506" y="9442"/>
                  </a:cubicBezTo>
                  <a:cubicBezTo>
                    <a:pt x="1392" y="9627"/>
                    <a:pt x="1307" y="9826"/>
                    <a:pt x="1051" y="9868"/>
                  </a:cubicBezTo>
                  <a:lnTo>
                    <a:pt x="1051" y="9868"/>
                  </a:lnTo>
                  <a:cubicBezTo>
                    <a:pt x="1023" y="9897"/>
                    <a:pt x="995" y="9925"/>
                    <a:pt x="966" y="9968"/>
                  </a:cubicBezTo>
                  <a:cubicBezTo>
                    <a:pt x="966" y="9996"/>
                    <a:pt x="966" y="10024"/>
                    <a:pt x="966" y="10053"/>
                  </a:cubicBezTo>
                  <a:cubicBezTo>
                    <a:pt x="966" y="10053"/>
                    <a:pt x="952" y="10067"/>
                    <a:pt x="938" y="10081"/>
                  </a:cubicBezTo>
                  <a:cubicBezTo>
                    <a:pt x="938" y="10110"/>
                    <a:pt x="938" y="10138"/>
                    <a:pt x="966" y="10152"/>
                  </a:cubicBezTo>
                  <a:cubicBezTo>
                    <a:pt x="966" y="10152"/>
                    <a:pt x="980" y="10152"/>
                    <a:pt x="980" y="10181"/>
                  </a:cubicBezTo>
                  <a:cubicBezTo>
                    <a:pt x="995" y="10209"/>
                    <a:pt x="980" y="10223"/>
                    <a:pt x="966" y="10237"/>
                  </a:cubicBezTo>
                  <a:lnTo>
                    <a:pt x="966" y="10237"/>
                  </a:lnTo>
                  <a:cubicBezTo>
                    <a:pt x="853" y="10308"/>
                    <a:pt x="924" y="10450"/>
                    <a:pt x="867" y="10536"/>
                  </a:cubicBezTo>
                  <a:lnTo>
                    <a:pt x="867" y="10536"/>
                  </a:lnTo>
                  <a:lnTo>
                    <a:pt x="782" y="10621"/>
                  </a:lnTo>
                  <a:lnTo>
                    <a:pt x="682" y="10720"/>
                  </a:lnTo>
                  <a:cubicBezTo>
                    <a:pt x="682" y="10720"/>
                    <a:pt x="668" y="10734"/>
                    <a:pt x="654" y="10749"/>
                  </a:cubicBezTo>
                  <a:cubicBezTo>
                    <a:pt x="654" y="10777"/>
                    <a:pt x="654" y="10805"/>
                    <a:pt x="682" y="10820"/>
                  </a:cubicBezTo>
                  <a:lnTo>
                    <a:pt x="867" y="10820"/>
                  </a:lnTo>
                  <a:cubicBezTo>
                    <a:pt x="980" y="10763"/>
                    <a:pt x="1108" y="10749"/>
                    <a:pt x="1222" y="10734"/>
                  </a:cubicBezTo>
                  <a:cubicBezTo>
                    <a:pt x="1207" y="10749"/>
                    <a:pt x="1193" y="10749"/>
                    <a:pt x="1193" y="10763"/>
                  </a:cubicBezTo>
                  <a:lnTo>
                    <a:pt x="1151" y="10763"/>
                  </a:lnTo>
                  <a:cubicBezTo>
                    <a:pt x="1066" y="10763"/>
                    <a:pt x="995" y="10834"/>
                    <a:pt x="966" y="10905"/>
                  </a:cubicBezTo>
                  <a:lnTo>
                    <a:pt x="966" y="11004"/>
                  </a:lnTo>
                  <a:cubicBezTo>
                    <a:pt x="924" y="11018"/>
                    <a:pt x="881" y="11061"/>
                    <a:pt x="838" y="11047"/>
                  </a:cubicBezTo>
                  <a:cubicBezTo>
                    <a:pt x="611" y="10976"/>
                    <a:pt x="498" y="11118"/>
                    <a:pt x="398" y="11288"/>
                  </a:cubicBezTo>
                  <a:cubicBezTo>
                    <a:pt x="498" y="11345"/>
                    <a:pt x="611" y="11373"/>
                    <a:pt x="725" y="11373"/>
                  </a:cubicBezTo>
                  <a:cubicBezTo>
                    <a:pt x="696" y="11473"/>
                    <a:pt x="782" y="11586"/>
                    <a:pt x="696" y="11671"/>
                  </a:cubicBezTo>
                  <a:lnTo>
                    <a:pt x="696" y="11671"/>
                  </a:lnTo>
                  <a:cubicBezTo>
                    <a:pt x="654" y="11700"/>
                    <a:pt x="625" y="11742"/>
                    <a:pt x="597" y="11771"/>
                  </a:cubicBezTo>
                  <a:lnTo>
                    <a:pt x="597" y="11771"/>
                  </a:lnTo>
                  <a:cubicBezTo>
                    <a:pt x="512" y="11856"/>
                    <a:pt x="384" y="11771"/>
                    <a:pt x="313" y="11856"/>
                  </a:cubicBezTo>
                  <a:cubicBezTo>
                    <a:pt x="299" y="11998"/>
                    <a:pt x="327" y="12126"/>
                    <a:pt x="412" y="12239"/>
                  </a:cubicBezTo>
                  <a:lnTo>
                    <a:pt x="412" y="12239"/>
                  </a:lnTo>
                  <a:cubicBezTo>
                    <a:pt x="455" y="12296"/>
                    <a:pt x="512" y="12353"/>
                    <a:pt x="583" y="12381"/>
                  </a:cubicBezTo>
                  <a:cubicBezTo>
                    <a:pt x="554" y="12452"/>
                    <a:pt x="540" y="12523"/>
                    <a:pt x="668" y="12538"/>
                  </a:cubicBezTo>
                  <a:cubicBezTo>
                    <a:pt x="711" y="12538"/>
                    <a:pt x="739" y="12594"/>
                    <a:pt x="782" y="12623"/>
                  </a:cubicBezTo>
                  <a:lnTo>
                    <a:pt x="725" y="12623"/>
                  </a:lnTo>
                  <a:cubicBezTo>
                    <a:pt x="540" y="12609"/>
                    <a:pt x="398" y="12637"/>
                    <a:pt x="398" y="12878"/>
                  </a:cubicBezTo>
                  <a:cubicBezTo>
                    <a:pt x="398" y="12963"/>
                    <a:pt x="313" y="12992"/>
                    <a:pt x="228" y="13020"/>
                  </a:cubicBezTo>
                  <a:cubicBezTo>
                    <a:pt x="228" y="13034"/>
                    <a:pt x="228" y="13063"/>
                    <a:pt x="228" y="13091"/>
                  </a:cubicBezTo>
                  <a:cubicBezTo>
                    <a:pt x="469" y="13034"/>
                    <a:pt x="526" y="13290"/>
                    <a:pt x="668" y="13389"/>
                  </a:cubicBezTo>
                  <a:cubicBezTo>
                    <a:pt x="682" y="13389"/>
                    <a:pt x="696" y="13432"/>
                    <a:pt x="696" y="13446"/>
                  </a:cubicBezTo>
                  <a:cubicBezTo>
                    <a:pt x="611" y="13517"/>
                    <a:pt x="483" y="13432"/>
                    <a:pt x="398" y="13531"/>
                  </a:cubicBezTo>
                  <a:cubicBezTo>
                    <a:pt x="455" y="13617"/>
                    <a:pt x="640" y="13531"/>
                    <a:pt x="625" y="13659"/>
                  </a:cubicBezTo>
                  <a:cubicBezTo>
                    <a:pt x="583" y="13801"/>
                    <a:pt x="583" y="13943"/>
                    <a:pt x="625" y="14085"/>
                  </a:cubicBezTo>
                  <a:cubicBezTo>
                    <a:pt x="625" y="14128"/>
                    <a:pt x="597" y="14170"/>
                    <a:pt x="569" y="14213"/>
                  </a:cubicBezTo>
                  <a:cubicBezTo>
                    <a:pt x="526" y="14241"/>
                    <a:pt x="483" y="14199"/>
                    <a:pt x="455" y="14170"/>
                  </a:cubicBezTo>
                  <a:cubicBezTo>
                    <a:pt x="313" y="14099"/>
                    <a:pt x="270" y="14114"/>
                    <a:pt x="285" y="14241"/>
                  </a:cubicBezTo>
                  <a:cubicBezTo>
                    <a:pt x="327" y="14497"/>
                    <a:pt x="214" y="14752"/>
                    <a:pt x="228" y="15022"/>
                  </a:cubicBezTo>
                  <a:lnTo>
                    <a:pt x="228" y="15022"/>
                  </a:lnTo>
                  <a:cubicBezTo>
                    <a:pt x="171" y="15079"/>
                    <a:pt x="143" y="15178"/>
                    <a:pt x="157" y="15278"/>
                  </a:cubicBezTo>
                  <a:lnTo>
                    <a:pt x="157" y="15604"/>
                  </a:lnTo>
                  <a:lnTo>
                    <a:pt x="242" y="15604"/>
                  </a:lnTo>
                  <a:lnTo>
                    <a:pt x="270" y="15576"/>
                  </a:lnTo>
                  <a:lnTo>
                    <a:pt x="270" y="15576"/>
                  </a:lnTo>
                  <a:lnTo>
                    <a:pt x="242" y="15590"/>
                  </a:lnTo>
                  <a:lnTo>
                    <a:pt x="157" y="15689"/>
                  </a:lnTo>
                  <a:lnTo>
                    <a:pt x="157" y="15775"/>
                  </a:lnTo>
                  <a:cubicBezTo>
                    <a:pt x="128" y="15789"/>
                    <a:pt x="100" y="15789"/>
                    <a:pt x="86" y="15789"/>
                  </a:cubicBezTo>
                  <a:cubicBezTo>
                    <a:pt x="57" y="16030"/>
                    <a:pt x="57" y="16030"/>
                    <a:pt x="256" y="15973"/>
                  </a:cubicBezTo>
                  <a:cubicBezTo>
                    <a:pt x="285" y="16002"/>
                    <a:pt x="327" y="16059"/>
                    <a:pt x="327" y="16073"/>
                  </a:cubicBezTo>
                  <a:cubicBezTo>
                    <a:pt x="270" y="16229"/>
                    <a:pt x="270" y="16428"/>
                    <a:pt x="72" y="16499"/>
                  </a:cubicBezTo>
                  <a:cubicBezTo>
                    <a:pt x="43" y="16513"/>
                    <a:pt x="29" y="16541"/>
                    <a:pt x="15" y="16570"/>
                  </a:cubicBezTo>
                  <a:cubicBezTo>
                    <a:pt x="1" y="16598"/>
                    <a:pt x="1" y="16627"/>
                    <a:pt x="15" y="16655"/>
                  </a:cubicBezTo>
                  <a:cubicBezTo>
                    <a:pt x="43" y="16698"/>
                    <a:pt x="100" y="16712"/>
                    <a:pt x="143" y="16683"/>
                  </a:cubicBezTo>
                  <a:cubicBezTo>
                    <a:pt x="185" y="16655"/>
                    <a:pt x="214" y="16627"/>
                    <a:pt x="242" y="16598"/>
                  </a:cubicBezTo>
                  <a:cubicBezTo>
                    <a:pt x="341" y="16470"/>
                    <a:pt x="455" y="16485"/>
                    <a:pt x="569" y="16556"/>
                  </a:cubicBezTo>
                  <a:cubicBezTo>
                    <a:pt x="625" y="16584"/>
                    <a:pt x="682" y="16598"/>
                    <a:pt x="739" y="16627"/>
                  </a:cubicBezTo>
                  <a:lnTo>
                    <a:pt x="739" y="16627"/>
                  </a:lnTo>
                  <a:lnTo>
                    <a:pt x="824" y="16698"/>
                  </a:lnTo>
                  <a:lnTo>
                    <a:pt x="838" y="16698"/>
                  </a:lnTo>
                  <a:lnTo>
                    <a:pt x="838" y="16698"/>
                  </a:lnTo>
                  <a:cubicBezTo>
                    <a:pt x="824" y="16769"/>
                    <a:pt x="753" y="16797"/>
                    <a:pt x="696" y="16783"/>
                  </a:cubicBezTo>
                  <a:cubicBezTo>
                    <a:pt x="597" y="16769"/>
                    <a:pt x="512" y="16740"/>
                    <a:pt x="427" y="16726"/>
                  </a:cubicBezTo>
                  <a:cubicBezTo>
                    <a:pt x="370" y="16726"/>
                    <a:pt x="327" y="16754"/>
                    <a:pt x="299" y="16783"/>
                  </a:cubicBezTo>
                  <a:cubicBezTo>
                    <a:pt x="299" y="16825"/>
                    <a:pt x="299" y="16882"/>
                    <a:pt x="313" y="16925"/>
                  </a:cubicBezTo>
                  <a:cubicBezTo>
                    <a:pt x="356" y="17053"/>
                    <a:pt x="512" y="17109"/>
                    <a:pt x="540" y="17280"/>
                  </a:cubicBezTo>
                  <a:cubicBezTo>
                    <a:pt x="583" y="17450"/>
                    <a:pt x="341" y="17507"/>
                    <a:pt x="370" y="17677"/>
                  </a:cubicBezTo>
                  <a:cubicBezTo>
                    <a:pt x="540" y="17805"/>
                    <a:pt x="554" y="17833"/>
                    <a:pt x="469" y="17975"/>
                  </a:cubicBezTo>
                  <a:cubicBezTo>
                    <a:pt x="512" y="18259"/>
                    <a:pt x="654" y="18529"/>
                    <a:pt x="867" y="18728"/>
                  </a:cubicBezTo>
                  <a:cubicBezTo>
                    <a:pt x="980" y="18841"/>
                    <a:pt x="895" y="18813"/>
                    <a:pt x="838" y="18841"/>
                  </a:cubicBezTo>
                  <a:cubicBezTo>
                    <a:pt x="782" y="18870"/>
                    <a:pt x="696" y="18983"/>
                    <a:pt x="782" y="19026"/>
                  </a:cubicBezTo>
                  <a:cubicBezTo>
                    <a:pt x="909" y="19097"/>
                    <a:pt x="952" y="19168"/>
                    <a:pt x="881" y="19310"/>
                  </a:cubicBezTo>
                  <a:cubicBezTo>
                    <a:pt x="853" y="19367"/>
                    <a:pt x="796" y="19452"/>
                    <a:pt x="810" y="19523"/>
                  </a:cubicBezTo>
                  <a:cubicBezTo>
                    <a:pt x="824" y="19580"/>
                    <a:pt x="938" y="19566"/>
                    <a:pt x="1009" y="19594"/>
                  </a:cubicBezTo>
                  <a:cubicBezTo>
                    <a:pt x="1080" y="19608"/>
                    <a:pt x="1066" y="19693"/>
                    <a:pt x="1066" y="19750"/>
                  </a:cubicBezTo>
                  <a:cubicBezTo>
                    <a:pt x="1066" y="19892"/>
                    <a:pt x="1108" y="19992"/>
                    <a:pt x="1264" y="20006"/>
                  </a:cubicBezTo>
                  <a:cubicBezTo>
                    <a:pt x="1293" y="20006"/>
                    <a:pt x="1307" y="20048"/>
                    <a:pt x="1321" y="20062"/>
                  </a:cubicBezTo>
                  <a:cubicBezTo>
                    <a:pt x="1307" y="20105"/>
                    <a:pt x="1278" y="20148"/>
                    <a:pt x="1264" y="20190"/>
                  </a:cubicBezTo>
                  <a:cubicBezTo>
                    <a:pt x="1236" y="20304"/>
                    <a:pt x="1264" y="20346"/>
                    <a:pt x="1378" y="20332"/>
                  </a:cubicBezTo>
                  <a:cubicBezTo>
                    <a:pt x="1420" y="20332"/>
                    <a:pt x="1477" y="20247"/>
                    <a:pt x="1534" y="20346"/>
                  </a:cubicBezTo>
                  <a:cubicBezTo>
                    <a:pt x="1378" y="20517"/>
                    <a:pt x="1236" y="20687"/>
                    <a:pt x="1406" y="20929"/>
                  </a:cubicBezTo>
                  <a:cubicBezTo>
                    <a:pt x="1463" y="21000"/>
                    <a:pt x="1307" y="21099"/>
                    <a:pt x="1420" y="21170"/>
                  </a:cubicBezTo>
                  <a:cubicBezTo>
                    <a:pt x="1534" y="21170"/>
                    <a:pt x="1591" y="21028"/>
                    <a:pt x="1719" y="21056"/>
                  </a:cubicBezTo>
                  <a:cubicBezTo>
                    <a:pt x="1818" y="21198"/>
                    <a:pt x="1861" y="21383"/>
                    <a:pt x="1832" y="21567"/>
                  </a:cubicBezTo>
                  <a:cubicBezTo>
                    <a:pt x="1832" y="21624"/>
                    <a:pt x="1875" y="21638"/>
                    <a:pt x="1889" y="21681"/>
                  </a:cubicBezTo>
                  <a:cubicBezTo>
                    <a:pt x="1946" y="21795"/>
                    <a:pt x="1988" y="21908"/>
                    <a:pt x="2017" y="22036"/>
                  </a:cubicBezTo>
                  <a:cubicBezTo>
                    <a:pt x="2045" y="22079"/>
                    <a:pt x="1974" y="22164"/>
                    <a:pt x="2059" y="22192"/>
                  </a:cubicBezTo>
                  <a:cubicBezTo>
                    <a:pt x="2130" y="22192"/>
                    <a:pt x="2187" y="22178"/>
                    <a:pt x="2244" y="22164"/>
                  </a:cubicBezTo>
                  <a:cubicBezTo>
                    <a:pt x="2201" y="22490"/>
                    <a:pt x="2201" y="22490"/>
                    <a:pt x="2429" y="22746"/>
                  </a:cubicBezTo>
                  <a:cubicBezTo>
                    <a:pt x="2514" y="22860"/>
                    <a:pt x="2627" y="22973"/>
                    <a:pt x="2755" y="23044"/>
                  </a:cubicBezTo>
                  <a:cubicBezTo>
                    <a:pt x="2911" y="23129"/>
                    <a:pt x="3011" y="23285"/>
                    <a:pt x="3011" y="23456"/>
                  </a:cubicBezTo>
                  <a:cubicBezTo>
                    <a:pt x="3011" y="23697"/>
                    <a:pt x="3124" y="23924"/>
                    <a:pt x="3309" y="24081"/>
                  </a:cubicBezTo>
                  <a:cubicBezTo>
                    <a:pt x="3493" y="24223"/>
                    <a:pt x="3635" y="24407"/>
                    <a:pt x="3749" y="24620"/>
                  </a:cubicBezTo>
                  <a:cubicBezTo>
                    <a:pt x="3806" y="24734"/>
                    <a:pt x="3820" y="24833"/>
                    <a:pt x="3962" y="24876"/>
                  </a:cubicBezTo>
                  <a:cubicBezTo>
                    <a:pt x="4047" y="24890"/>
                    <a:pt x="4104" y="24975"/>
                    <a:pt x="4189" y="25032"/>
                  </a:cubicBezTo>
                  <a:cubicBezTo>
                    <a:pt x="4345" y="25145"/>
                    <a:pt x="4161" y="25358"/>
                    <a:pt x="4260" y="25401"/>
                  </a:cubicBezTo>
                  <a:cubicBezTo>
                    <a:pt x="4345" y="25444"/>
                    <a:pt x="4530" y="25373"/>
                    <a:pt x="4558" y="25571"/>
                  </a:cubicBezTo>
                  <a:cubicBezTo>
                    <a:pt x="4587" y="25671"/>
                    <a:pt x="4643" y="25756"/>
                    <a:pt x="4743" y="25784"/>
                  </a:cubicBezTo>
                  <a:cubicBezTo>
                    <a:pt x="4743" y="25898"/>
                    <a:pt x="4842" y="25983"/>
                    <a:pt x="4814" y="26097"/>
                  </a:cubicBezTo>
                  <a:cubicBezTo>
                    <a:pt x="4814" y="26139"/>
                    <a:pt x="4856" y="26210"/>
                    <a:pt x="4871" y="26210"/>
                  </a:cubicBezTo>
                  <a:cubicBezTo>
                    <a:pt x="5084" y="26196"/>
                    <a:pt x="5055" y="26437"/>
                    <a:pt x="5169" y="26494"/>
                  </a:cubicBezTo>
                  <a:cubicBezTo>
                    <a:pt x="5311" y="26565"/>
                    <a:pt x="5410" y="26693"/>
                    <a:pt x="5481" y="26821"/>
                  </a:cubicBezTo>
                  <a:cubicBezTo>
                    <a:pt x="5552" y="26934"/>
                    <a:pt x="5623" y="27020"/>
                    <a:pt x="5708" y="27119"/>
                  </a:cubicBezTo>
                  <a:cubicBezTo>
                    <a:pt x="5737" y="27204"/>
                    <a:pt x="5808" y="27275"/>
                    <a:pt x="5907" y="27289"/>
                  </a:cubicBezTo>
                  <a:lnTo>
                    <a:pt x="5907" y="27488"/>
                  </a:lnTo>
                  <a:cubicBezTo>
                    <a:pt x="5964" y="27531"/>
                    <a:pt x="5992" y="27602"/>
                    <a:pt x="5978" y="27687"/>
                  </a:cubicBezTo>
                  <a:cubicBezTo>
                    <a:pt x="5978" y="27758"/>
                    <a:pt x="6021" y="27829"/>
                    <a:pt x="6092" y="27871"/>
                  </a:cubicBezTo>
                  <a:cubicBezTo>
                    <a:pt x="6120" y="27815"/>
                    <a:pt x="6148" y="27729"/>
                    <a:pt x="6234" y="27758"/>
                  </a:cubicBezTo>
                  <a:cubicBezTo>
                    <a:pt x="6262" y="27758"/>
                    <a:pt x="6262" y="27829"/>
                    <a:pt x="6276" y="27871"/>
                  </a:cubicBezTo>
                  <a:cubicBezTo>
                    <a:pt x="6305" y="27871"/>
                    <a:pt x="6319" y="27871"/>
                    <a:pt x="6347" y="27871"/>
                  </a:cubicBezTo>
                  <a:lnTo>
                    <a:pt x="6347" y="27871"/>
                  </a:lnTo>
                  <a:cubicBezTo>
                    <a:pt x="6361" y="27999"/>
                    <a:pt x="6234" y="28113"/>
                    <a:pt x="6276" y="28255"/>
                  </a:cubicBezTo>
                  <a:lnTo>
                    <a:pt x="6276" y="28255"/>
                  </a:lnTo>
                  <a:cubicBezTo>
                    <a:pt x="6333" y="28312"/>
                    <a:pt x="6418" y="28283"/>
                    <a:pt x="6475" y="28340"/>
                  </a:cubicBezTo>
                  <a:lnTo>
                    <a:pt x="6475" y="28340"/>
                  </a:lnTo>
                  <a:cubicBezTo>
                    <a:pt x="6546" y="28468"/>
                    <a:pt x="6702" y="28510"/>
                    <a:pt x="6759" y="28624"/>
                  </a:cubicBezTo>
                  <a:cubicBezTo>
                    <a:pt x="6787" y="28624"/>
                    <a:pt x="6830" y="28624"/>
                    <a:pt x="6858" y="28624"/>
                  </a:cubicBezTo>
                  <a:cubicBezTo>
                    <a:pt x="6929" y="28681"/>
                    <a:pt x="7029" y="28681"/>
                    <a:pt x="7114" y="28652"/>
                  </a:cubicBezTo>
                  <a:cubicBezTo>
                    <a:pt x="7114" y="28638"/>
                    <a:pt x="7114" y="28624"/>
                    <a:pt x="7114" y="28610"/>
                  </a:cubicBezTo>
                  <a:lnTo>
                    <a:pt x="7142" y="28624"/>
                  </a:lnTo>
                  <a:lnTo>
                    <a:pt x="7142" y="28624"/>
                  </a:lnTo>
                  <a:lnTo>
                    <a:pt x="7142" y="28723"/>
                  </a:lnTo>
                  <a:lnTo>
                    <a:pt x="7227" y="28723"/>
                  </a:lnTo>
                  <a:lnTo>
                    <a:pt x="7227" y="28723"/>
                  </a:lnTo>
                  <a:cubicBezTo>
                    <a:pt x="7242" y="28723"/>
                    <a:pt x="7242" y="28723"/>
                    <a:pt x="7256" y="28738"/>
                  </a:cubicBezTo>
                  <a:lnTo>
                    <a:pt x="7227" y="28738"/>
                  </a:lnTo>
                  <a:cubicBezTo>
                    <a:pt x="7171" y="28823"/>
                    <a:pt x="7171" y="28922"/>
                    <a:pt x="7227" y="29007"/>
                  </a:cubicBezTo>
                  <a:lnTo>
                    <a:pt x="7327" y="29021"/>
                  </a:lnTo>
                  <a:lnTo>
                    <a:pt x="7426" y="28993"/>
                  </a:lnTo>
                  <a:cubicBezTo>
                    <a:pt x="7469" y="29021"/>
                    <a:pt x="7540" y="29036"/>
                    <a:pt x="7540" y="29050"/>
                  </a:cubicBezTo>
                  <a:cubicBezTo>
                    <a:pt x="7568" y="29206"/>
                    <a:pt x="7682" y="29192"/>
                    <a:pt x="7781" y="29206"/>
                  </a:cubicBezTo>
                  <a:lnTo>
                    <a:pt x="7781" y="29206"/>
                  </a:lnTo>
                  <a:cubicBezTo>
                    <a:pt x="7881" y="29462"/>
                    <a:pt x="8179" y="29447"/>
                    <a:pt x="8335" y="29618"/>
                  </a:cubicBezTo>
                  <a:cubicBezTo>
                    <a:pt x="8420" y="29703"/>
                    <a:pt x="8534" y="29675"/>
                    <a:pt x="8647" y="29646"/>
                  </a:cubicBezTo>
                  <a:cubicBezTo>
                    <a:pt x="8747" y="29632"/>
                    <a:pt x="8732" y="29717"/>
                    <a:pt x="8761" y="29760"/>
                  </a:cubicBezTo>
                  <a:cubicBezTo>
                    <a:pt x="8846" y="29902"/>
                    <a:pt x="9002" y="29902"/>
                    <a:pt x="9130" y="29916"/>
                  </a:cubicBezTo>
                  <a:cubicBezTo>
                    <a:pt x="9187" y="29930"/>
                    <a:pt x="9244" y="29831"/>
                    <a:pt x="9315" y="29774"/>
                  </a:cubicBezTo>
                  <a:cubicBezTo>
                    <a:pt x="9315" y="29774"/>
                    <a:pt x="9329" y="29760"/>
                    <a:pt x="9329" y="29760"/>
                  </a:cubicBezTo>
                  <a:lnTo>
                    <a:pt x="9329" y="29760"/>
                  </a:lnTo>
                  <a:lnTo>
                    <a:pt x="9315" y="29774"/>
                  </a:lnTo>
                  <a:cubicBezTo>
                    <a:pt x="9329" y="29873"/>
                    <a:pt x="9315" y="29987"/>
                    <a:pt x="9414" y="30058"/>
                  </a:cubicBezTo>
                  <a:lnTo>
                    <a:pt x="9428" y="30030"/>
                  </a:lnTo>
                  <a:lnTo>
                    <a:pt x="9428" y="30030"/>
                  </a:lnTo>
                  <a:lnTo>
                    <a:pt x="9414" y="30058"/>
                  </a:lnTo>
                  <a:cubicBezTo>
                    <a:pt x="9485" y="30172"/>
                    <a:pt x="9655" y="30186"/>
                    <a:pt x="9712" y="30313"/>
                  </a:cubicBezTo>
                  <a:cubicBezTo>
                    <a:pt x="9741" y="30313"/>
                    <a:pt x="9755" y="30328"/>
                    <a:pt x="9783" y="30328"/>
                  </a:cubicBezTo>
                  <a:cubicBezTo>
                    <a:pt x="9854" y="30285"/>
                    <a:pt x="9939" y="30285"/>
                    <a:pt x="10010" y="30328"/>
                  </a:cubicBezTo>
                  <a:cubicBezTo>
                    <a:pt x="10039" y="30328"/>
                    <a:pt x="10067" y="30342"/>
                    <a:pt x="10081" y="30342"/>
                  </a:cubicBezTo>
                  <a:cubicBezTo>
                    <a:pt x="10592" y="30541"/>
                    <a:pt x="11132" y="30626"/>
                    <a:pt x="11686" y="30569"/>
                  </a:cubicBezTo>
                  <a:cubicBezTo>
                    <a:pt x="11700" y="30569"/>
                    <a:pt x="11714" y="30555"/>
                    <a:pt x="11728" y="30541"/>
                  </a:cubicBezTo>
                  <a:lnTo>
                    <a:pt x="11757" y="30541"/>
                  </a:lnTo>
                  <a:lnTo>
                    <a:pt x="11799" y="30541"/>
                  </a:lnTo>
                  <a:lnTo>
                    <a:pt x="11799" y="30612"/>
                  </a:lnTo>
                  <a:cubicBezTo>
                    <a:pt x="11884" y="30626"/>
                    <a:pt x="11955" y="30612"/>
                    <a:pt x="12026" y="30597"/>
                  </a:cubicBezTo>
                  <a:cubicBezTo>
                    <a:pt x="12140" y="30526"/>
                    <a:pt x="12225" y="30526"/>
                    <a:pt x="12310" y="30640"/>
                  </a:cubicBezTo>
                  <a:cubicBezTo>
                    <a:pt x="12339" y="30683"/>
                    <a:pt x="12410" y="30697"/>
                    <a:pt x="12467" y="30725"/>
                  </a:cubicBezTo>
                  <a:lnTo>
                    <a:pt x="12467" y="30810"/>
                  </a:lnTo>
                  <a:lnTo>
                    <a:pt x="12566" y="30810"/>
                  </a:lnTo>
                  <a:cubicBezTo>
                    <a:pt x="12637" y="30896"/>
                    <a:pt x="12708" y="30981"/>
                    <a:pt x="12850" y="30910"/>
                  </a:cubicBezTo>
                  <a:cubicBezTo>
                    <a:pt x="12949" y="30896"/>
                    <a:pt x="13063" y="30910"/>
                    <a:pt x="13134" y="30810"/>
                  </a:cubicBezTo>
                  <a:cubicBezTo>
                    <a:pt x="13162" y="30796"/>
                    <a:pt x="13191" y="30796"/>
                    <a:pt x="13219" y="30796"/>
                  </a:cubicBezTo>
                  <a:cubicBezTo>
                    <a:pt x="13318" y="30825"/>
                    <a:pt x="13418" y="30910"/>
                    <a:pt x="13517" y="30796"/>
                  </a:cubicBezTo>
                  <a:cubicBezTo>
                    <a:pt x="13560" y="30683"/>
                    <a:pt x="13673" y="30612"/>
                    <a:pt x="13801" y="30626"/>
                  </a:cubicBezTo>
                  <a:cubicBezTo>
                    <a:pt x="13830" y="30683"/>
                    <a:pt x="13886" y="30711"/>
                    <a:pt x="13957" y="30711"/>
                  </a:cubicBezTo>
                  <a:cubicBezTo>
                    <a:pt x="14142" y="30711"/>
                    <a:pt x="14312" y="30825"/>
                    <a:pt x="14511" y="30768"/>
                  </a:cubicBezTo>
                  <a:cubicBezTo>
                    <a:pt x="14625" y="30924"/>
                    <a:pt x="14738" y="30839"/>
                    <a:pt x="14866" y="30768"/>
                  </a:cubicBezTo>
                  <a:cubicBezTo>
                    <a:pt x="15008" y="30711"/>
                    <a:pt x="15164" y="30597"/>
                    <a:pt x="15349" y="30739"/>
                  </a:cubicBezTo>
                  <a:cubicBezTo>
                    <a:pt x="15406" y="30796"/>
                    <a:pt x="15491" y="30697"/>
                    <a:pt x="15519" y="30640"/>
                  </a:cubicBezTo>
                  <a:lnTo>
                    <a:pt x="15519" y="30640"/>
                  </a:lnTo>
                  <a:cubicBezTo>
                    <a:pt x="15548" y="30626"/>
                    <a:pt x="15576" y="30626"/>
                    <a:pt x="15604" y="30597"/>
                  </a:cubicBezTo>
                  <a:cubicBezTo>
                    <a:pt x="15690" y="30583"/>
                    <a:pt x="15775" y="30526"/>
                    <a:pt x="15846" y="30640"/>
                  </a:cubicBezTo>
                  <a:cubicBezTo>
                    <a:pt x="15917" y="30754"/>
                    <a:pt x="16044" y="30825"/>
                    <a:pt x="16186" y="30796"/>
                  </a:cubicBezTo>
                  <a:cubicBezTo>
                    <a:pt x="16243" y="30796"/>
                    <a:pt x="16314" y="30796"/>
                    <a:pt x="16371" y="30810"/>
                  </a:cubicBezTo>
                  <a:cubicBezTo>
                    <a:pt x="16385" y="30796"/>
                    <a:pt x="16414" y="30796"/>
                    <a:pt x="16442" y="30796"/>
                  </a:cubicBezTo>
                  <a:cubicBezTo>
                    <a:pt x="16485" y="30782"/>
                    <a:pt x="16499" y="30739"/>
                    <a:pt x="16485" y="30697"/>
                  </a:cubicBezTo>
                  <a:lnTo>
                    <a:pt x="16598" y="30640"/>
                  </a:lnTo>
                  <a:cubicBezTo>
                    <a:pt x="16598" y="30725"/>
                    <a:pt x="16570" y="30825"/>
                    <a:pt x="16655" y="30896"/>
                  </a:cubicBezTo>
                  <a:lnTo>
                    <a:pt x="16840" y="30896"/>
                  </a:lnTo>
                  <a:cubicBezTo>
                    <a:pt x="16953" y="30810"/>
                    <a:pt x="17109" y="30896"/>
                    <a:pt x="17223" y="30825"/>
                  </a:cubicBezTo>
                  <a:lnTo>
                    <a:pt x="17322" y="30711"/>
                  </a:lnTo>
                  <a:cubicBezTo>
                    <a:pt x="17379" y="30654"/>
                    <a:pt x="17478" y="30683"/>
                    <a:pt x="17521" y="30626"/>
                  </a:cubicBezTo>
                  <a:lnTo>
                    <a:pt x="17706" y="30626"/>
                  </a:lnTo>
                  <a:cubicBezTo>
                    <a:pt x="17805" y="30484"/>
                    <a:pt x="17961" y="30541"/>
                    <a:pt x="18089" y="30512"/>
                  </a:cubicBezTo>
                  <a:cubicBezTo>
                    <a:pt x="18203" y="30484"/>
                    <a:pt x="18274" y="30384"/>
                    <a:pt x="18359" y="30342"/>
                  </a:cubicBezTo>
                  <a:cubicBezTo>
                    <a:pt x="18274" y="30441"/>
                    <a:pt x="18160" y="30541"/>
                    <a:pt x="18288" y="30711"/>
                  </a:cubicBezTo>
                  <a:lnTo>
                    <a:pt x="18316" y="30711"/>
                  </a:lnTo>
                  <a:lnTo>
                    <a:pt x="18359" y="30711"/>
                  </a:lnTo>
                  <a:cubicBezTo>
                    <a:pt x="18416" y="30654"/>
                    <a:pt x="18501" y="30683"/>
                    <a:pt x="18558" y="30612"/>
                  </a:cubicBezTo>
                  <a:lnTo>
                    <a:pt x="18558" y="30612"/>
                  </a:lnTo>
                  <a:cubicBezTo>
                    <a:pt x="18629" y="30512"/>
                    <a:pt x="18770" y="30597"/>
                    <a:pt x="18841" y="30526"/>
                  </a:cubicBezTo>
                  <a:lnTo>
                    <a:pt x="18841" y="30526"/>
                  </a:lnTo>
                  <a:cubicBezTo>
                    <a:pt x="18870" y="30498"/>
                    <a:pt x="18898" y="30470"/>
                    <a:pt x="18941" y="30441"/>
                  </a:cubicBezTo>
                  <a:lnTo>
                    <a:pt x="19211" y="30427"/>
                  </a:lnTo>
                  <a:cubicBezTo>
                    <a:pt x="19253" y="30399"/>
                    <a:pt x="19296" y="30370"/>
                    <a:pt x="19324" y="30328"/>
                  </a:cubicBezTo>
                  <a:lnTo>
                    <a:pt x="19324" y="30328"/>
                  </a:lnTo>
                  <a:cubicBezTo>
                    <a:pt x="19551" y="30228"/>
                    <a:pt x="19892" y="30328"/>
                    <a:pt x="20006" y="30001"/>
                  </a:cubicBezTo>
                  <a:cubicBezTo>
                    <a:pt x="19906" y="30328"/>
                    <a:pt x="19921" y="30328"/>
                    <a:pt x="20176" y="30328"/>
                  </a:cubicBezTo>
                  <a:lnTo>
                    <a:pt x="20176" y="30328"/>
                  </a:lnTo>
                  <a:cubicBezTo>
                    <a:pt x="20204" y="30299"/>
                    <a:pt x="20247" y="30271"/>
                    <a:pt x="20275" y="30243"/>
                  </a:cubicBezTo>
                  <a:lnTo>
                    <a:pt x="20275" y="30243"/>
                  </a:lnTo>
                  <a:cubicBezTo>
                    <a:pt x="20290" y="30200"/>
                    <a:pt x="20346" y="30200"/>
                    <a:pt x="20375" y="30243"/>
                  </a:cubicBezTo>
                  <a:lnTo>
                    <a:pt x="20460" y="30243"/>
                  </a:lnTo>
                  <a:cubicBezTo>
                    <a:pt x="20488" y="30200"/>
                    <a:pt x="20531" y="30172"/>
                    <a:pt x="20559" y="30143"/>
                  </a:cubicBezTo>
                  <a:lnTo>
                    <a:pt x="20559" y="30143"/>
                  </a:lnTo>
                  <a:cubicBezTo>
                    <a:pt x="20630" y="30058"/>
                    <a:pt x="20758" y="30129"/>
                    <a:pt x="20843" y="30044"/>
                  </a:cubicBezTo>
                  <a:cubicBezTo>
                    <a:pt x="20872" y="30015"/>
                    <a:pt x="20900" y="29987"/>
                    <a:pt x="20929" y="29959"/>
                  </a:cubicBezTo>
                  <a:cubicBezTo>
                    <a:pt x="20971" y="29959"/>
                    <a:pt x="21000" y="29959"/>
                    <a:pt x="21028" y="29959"/>
                  </a:cubicBezTo>
                  <a:cubicBezTo>
                    <a:pt x="21056" y="29916"/>
                    <a:pt x="21099" y="29916"/>
                    <a:pt x="21127" y="29959"/>
                  </a:cubicBezTo>
                  <a:lnTo>
                    <a:pt x="21213" y="29959"/>
                  </a:lnTo>
                  <a:cubicBezTo>
                    <a:pt x="21284" y="29902"/>
                    <a:pt x="21213" y="29788"/>
                    <a:pt x="21312" y="29760"/>
                  </a:cubicBezTo>
                  <a:lnTo>
                    <a:pt x="21411" y="29760"/>
                  </a:lnTo>
                  <a:cubicBezTo>
                    <a:pt x="21468" y="29817"/>
                    <a:pt x="21553" y="29817"/>
                    <a:pt x="21596" y="29760"/>
                  </a:cubicBezTo>
                  <a:lnTo>
                    <a:pt x="21596" y="29760"/>
                  </a:lnTo>
                  <a:cubicBezTo>
                    <a:pt x="21624" y="29731"/>
                    <a:pt x="21624" y="29689"/>
                    <a:pt x="21596" y="29675"/>
                  </a:cubicBezTo>
                  <a:lnTo>
                    <a:pt x="21596" y="29575"/>
                  </a:lnTo>
                  <a:cubicBezTo>
                    <a:pt x="21596" y="29575"/>
                    <a:pt x="21582" y="29561"/>
                    <a:pt x="21582" y="29547"/>
                  </a:cubicBezTo>
                  <a:cubicBezTo>
                    <a:pt x="21568" y="29518"/>
                    <a:pt x="21582" y="29504"/>
                    <a:pt x="21596" y="29476"/>
                  </a:cubicBezTo>
                  <a:lnTo>
                    <a:pt x="21695" y="29476"/>
                  </a:lnTo>
                  <a:cubicBezTo>
                    <a:pt x="21752" y="29533"/>
                    <a:pt x="21837" y="29533"/>
                    <a:pt x="21880" y="29476"/>
                  </a:cubicBezTo>
                  <a:cubicBezTo>
                    <a:pt x="21922" y="29447"/>
                    <a:pt x="21951" y="29419"/>
                    <a:pt x="21979" y="29376"/>
                  </a:cubicBezTo>
                  <a:cubicBezTo>
                    <a:pt x="22022" y="29348"/>
                    <a:pt x="22050" y="29320"/>
                    <a:pt x="22079" y="29277"/>
                  </a:cubicBezTo>
                  <a:cubicBezTo>
                    <a:pt x="22121" y="29249"/>
                    <a:pt x="22135" y="29192"/>
                    <a:pt x="22121" y="29135"/>
                  </a:cubicBezTo>
                  <a:cubicBezTo>
                    <a:pt x="22164" y="29149"/>
                    <a:pt x="22235" y="29149"/>
                    <a:pt x="22277" y="29192"/>
                  </a:cubicBezTo>
                  <a:cubicBezTo>
                    <a:pt x="22306" y="29192"/>
                    <a:pt x="22334" y="29192"/>
                    <a:pt x="22363" y="29192"/>
                  </a:cubicBezTo>
                  <a:cubicBezTo>
                    <a:pt x="22391" y="29149"/>
                    <a:pt x="22434" y="29121"/>
                    <a:pt x="22462" y="29092"/>
                  </a:cubicBezTo>
                  <a:cubicBezTo>
                    <a:pt x="22462" y="29064"/>
                    <a:pt x="22462" y="29021"/>
                    <a:pt x="22462" y="28993"/>
                  </a:cubicBezTo>
                  <a:lnTo>
                    <a:pt x="22462" y="28894"/>
                  </a:lnTo>
                  <a:cubicBezTo>
                    <a:pt x="22618" y="28766"/>
                    <a:pt x="22831" y="28709"/>
                    <a:pt x="23030" y="28709"/>
                  </a:cubicBezTo>
                  <a:cubicBezTo>
                    <a:pt x="23243" y="28695"/>
                    <a:pt x="23456" y="28652"/>
                    <a:pt x="23655" y="28553"/>
                  </a:cubicBezTo>
                  <a:cubicBezTo>
                    <a:pt x="23811" y="28312"/>
                    <a:pt x="24109" y="28411"/>
                    <a:pt x="24294" y="28255"/>
                  </a:cubicBezTo>
                  <a:cubicBezTo>
                    <a:pt x="24577" y="28312"/>
                    <a:pt x="24776" y="28127"/>
                    <a:pt x="24961" y="27971"/>
                  </a:cubicBezTo>
                  <a:cubicBezTo>
                    <a:pt x="25344" y="27673"/>
                    <a:pt x="25699" y="27360"/>
                    <a:pt x="26111" y="27105"/>
                  </a:cubicBezTo>
                  <a:lnTo>
                    <a:pt x="26267" y="26977"/>
                  </a:lnTo>
                  <a:cubicBezTo>
                    <a:pt x="26295" y="26892"/>
                    <a:pt x="26338" y="26807"/>
                    <a:pt x="26381" y="26721"/>
                  </a:cubicBezTo>
                  <a:lnTo>
                    <a:pt x="27034" y="26693"/>
                  </a:lnTo>
                  <a:cubicBezTo>
                    <a:pt x="27133" y="26508"/>
                    <a:pt x="27332" y="26537"/>
                    <a:pt x="27502" y="26508"/>
                  </a:cubicBezTo>
                  <a:cubicBezTo>
                    <a:pt x="27516" y="26409"/>
                    <a:pt x="27559" y="26324"/>
                    <a:pt x="27644" y="26267"/>
                  </a:cubicBezTo>
                  <a:cubicBezTo>
                    <a:pt x="27900" y="26139"/>
                    <a:pt x="28099" y="25926"/>
                    <a:pt x="28198" y="25671"/>
                  </a:cubicBezTo>
                  <a:cubicBezTo>
                    <a:pt x="28226" y="25628"/>
                    <a:pt x="28255" y="25600"/>
                    <a:pt x="28297" y="25586"/>
                  </a:cubicBezTo>
                  <a:cubicBezTo>
                    <a:pt x="28525" y="25543"/>
                    <a:pt x="28581" y="25358"/>
                    <a:pt x="28667" y="25188"/>
                  </a:cubicBezTo>
                  <a:cubicBezTo>
                    <a:pt x="28766" y="25103"/>
                    <a:pt x="28837" y="25003"/>
                    <a:pt x="28936" y="24918"/>
                  </a:cubicBezTo>
                  <a:cubicBezTo>
                    <a:pt x="29121" y="24776"/>
                    <a:pt x="29263" y="24592"/>
                    <a:pt x="29376" y="24379"/>
                  </a:cubicBezTo>
                  <a:cubicBezTo>
                    <a:pt x="29504" y="24166"/>
                    <a:pt x="29675" y="23981"/>
                    <a:pt x="29888" y="23853"/>
                  </a:cubicBezTo>
                  <a:cubicBezTo>
                    <a:pt x="29888" y="23711"/>
                    <a:pt x="29888" y="23569"/>
                    <a:pt x="29902" y="23427"/>
                  </a:cubicBezTo>
                  <a:cubicBezTo>
                    <a:pt x="29930" y="23271"/>
                    <a:pt x="29973" y="23115"/>
                    <a:pt x="30172" y="23072"/>
                  </a:cubicBezTo>
                  <a:cubicBezTo>
                    <a:pt x="30172" y="22973"/>
                    <a:pt x="30257" y="22888"/>
                    <a:pt x="30370" y="22888"/>
                  </a:cubicBezTo>
                  <a:cubicBezTo>
                    <a:pt x="30384" y="22789"/>
                    <a:pt x="30370" y="22661"/>
                    <a:pt x="30498" y="22618"/>
                  </a:cubicBezTo>
                  <a:cubicBezTo>
                    <a:pt x="30626" y="22590"/>
                    <a:pt x="30697" y="22448"/>
                    <a:pt x="30754" y="22334"/>
                  </a:cubicBezTo>
                  <a:lnTo>
                    <a:pt x="30739" y="22306"/>
                  </a:lnTo>
                  <a:lnTo>
                    <a:pt x="30739" y="22306"/>
                  </a:lnTo>
                  <a:lnTo>
                    <a:pt x="30754" y="22334"/>
                  </a:lnTo>
                  <a:lnTo>
                    <a:pt x="30952" y="22050"/>
                  </a:lnTo>
                  <a:lnTo>
                    <a:pt x="30952" y="22050"/>
                  </a:lnTo>
                  <a:lnTo>
                    <a:pt x="31123" y="21937"/>
                  </a:lnTo>
                  <a:lnTo>
                    <a:pt x="31208" y="21837"/>
                  </a:lnTo>
                  <a:cubicBezTo>
                    <a:pt x="31222" y="21752"/>
                    <a:pt x="31251" y="21681"/>
                    <a:pt x="31322" y="21638"/>
                  </a:cubicBezTo>
                  <a:lnTo>
                    <a:pt x="31364" y="21638"/>
                  </a:lnTo>
                  <a:lnTo>
                    <a:pt x="31407" y="21638"/>
                  </a:lnTo>
                  <a:cubicBezTo>
                    <a:pt x="31407" y="21567"/>
                    <a:pt x="31449" y="21497"/>
                    <a:pt x="31506" y="21454"/>
                  </a:cubicBezTo>
                  <a:cubicBezTo>
                    <a:pt x="31563" y="21340"/>
                    <a:pt x="31563" y="21213"/>
                    <a:pt x="31520" y="21085"/>
                  </a:cubicBezTo>
                  <a:cubicBezTo>
                    <a:pt x="31520" y="21014"/>
                    <a:pt x="31535" y="20929"/>
                    <a:pt x="31535" y="20858"/>
                  </a:cubicBezTo>
                  <a:cubicBezTo>
                    <a:pt x="31535" y="20716"/>
                    <a:pt x="31606" y="20588"/>
                    <a:pt x="31733" y="20531"/>
                  </a:cubicBezTo>
                  <a:cubicBezTo>
                    <a:pt x="31790" y="20503"/>
                    <a:pt x="31833" y="20460"/>
                    <a:pt x="31875" y="20403"/>
                  </a:cubicBezTo>
                  <a:cubicBezTo>
                    <a:pt x="31889" y="20219"/>
                    <a:pt x="32003" y="20034"/>
                    <a:pt x="32173" y="19935"/>
                  </a:cubicBezTo>
                  <a:lnTo>
                    <a:pt x="32173" y="19850"/>
                  </a:lnTo>
                  <a:lnTo>
                    <a:pt x="32259" y="19850"/>
                  </a:lnTo>
                  <a:cubicBezTo>
                    <a:pt x="32259" y="19665"/>
                    <a:pt x="32358" y="19495"/>
                    <a:pt x="32202" y="19310"/>
                  </a:cubicBezTo>
                  <a:cubicBezTo>
                    <a:pt x="32145" y="19253"/>
                    <a:pt x="32188" y="19140"/>
                    <a:pt x="32259" y="19069"/>
                  </a:cubicBezTo>
                  <a:cubicBezTo>
                    <a:pt x="32330" y="18998"/>
                    <a:pt x="32401" y="18941"/>
                    <a:pt x="32472" y="18884"/>
                  </a:cubicBezTo>
                  <a:cubicBezTo>
                    <a:pt x="32543" y="18841"/>
                    <a:pt x="32571" y="18756"/>
                    <a:pt x="32543" y="18685"/>
                  </a:cubicBezTo>
                  <a:cubicBezTo>
                    <a:pt x="32514" y="18600"/>
                    <a:pt x="32486" y="18501"/>
                    <a:pt x="32457" y="18416"/>
                  </a:cubicBezTo>
                  <a:lnTo>
                    <a:pt x="32557" y="18430"/>
                  </a:lnTo>
                  <a:lnTo>
                    <a:pt x="32557" y="18430"/>
                  </a:lnTo>
                  <a:lnTo>
                    <a:pt x="32557" y="18430"/>
                  </a:lnTo>
                  <a:lnTo>
                    <a:pt x="32557" y="18430"/>
                  </a:lnTo>
                  <a:cubicBezTo>
                    <a:pt x="32599" y="18501"/>
                    <a:pt x="32670" y="18529"/>
                    <a:pt x="32741" y="18501"/>
                  </a:cubicBezTo>
                  <a:cubicBezTo>
                    <a:pt x="32741" y="18430"/>
                    <a:pt x="32770" y="18359"/>
                    <a:pt x="32855" y="18330"/>
                  </a:cubicBezTo>
                  <a:cubicBezTo>
                    <a:pt x="32855" y="18217"/>
                    <a:pt x="32784" y="18103"/>
                    <a:pt x="32883" y="17975"/>
                  </a:cubicBezTo>
                  <a:cubicBezTo>
                    <a:pt x="32983" y="17862"/>
                    <a:pt x="32713" y="17805"/>
                    <a:pt x="32798" y="17663"/>
                  </a:cubicBezTo>
                  <a:cubicBezTo>
                    <a:pt x="32855" y="17592"/>
                    <a:pt x="32841" y="17507"/>
                    <a:pt x="32770" y="17450"/>
                  </a:cubicBezTo>
                  <a:lnTo>
                    <a:pt x="32770" y="17450"/>
                  </a:lnTo>
                  <a:cubicBezTo>
                    <a:pt x="32756" y="17336"/>
                    <a:pt x="32855" y="17209"/>
                    <a:pt x="32756" y="17095"/>
                  </a:cubicBezTo>
                  <a:lnTo>
                    <a:pt x="32756" y="17095"/>
                  </a:lnTo>
                  <a:cubicBezTo>
                    <a:pt x="32756" y="16911"/>
                    <a:pt x="32898" y="16911"/>
                    <a:pt x="33040" y="16896"/>
                  </a:cubicBezTo>
                  <a:lnTo>
                    <a:pt x="33040" y="16811"/>
                  </a:lnTo>
                  <a:cubicBezTo>
                    <a:pt x="33040" y="16740"/>
                    <a:pt x="33111" y="16740"/>
                    <a:pt x="33139" y="16712"/>
                  </a:cubicBezTo>
                  <a:lnTo>
                    <a:pt x="33139" y="16712"/>
                  </a:lnTo>
                  <a:cubicBezTo>
                    <a:pt x="33139" y="16712"/>
                    <a:pt x="33153" y="16712"/>
                    <a:pt x="33167" y="16683"/>
                  </a:cubicBezTo>
                  <a:cubicBezTo>
                    <a:pt x="33182" y="16655"/>
                    <a:pt x="33167" y="16641"/>
                    <a:pt x="33139" y="16612"/>
                  </a:cubicBezTo>
                  <a:lnTo>
                    <a:pt x="33139" y="16527"/>
                  </a:lnTo>
                  <a:cubicBezTo>
                    <a:pt x="33167" y="16499"/>
                    <a:pt x="33196" y="16456"/>
                    <a:pt x="33238" y="16428"/>
                  </a:cubicBezTo>
                  <a:cubicBezTo>
                    <a:pt x="33281" y="16328"/>
                    <a:pt x="33167" y="16272"/>
                    <a:pt x="33125" y="16172"/>
                  </a:cubicBezTo>
                  <a:close/>
                  <a:moveTo>
                    <a:pt x="16158" y="30285"/>
                  </a:moveTo>
                  <a:close/>
                  <a:moveTo>
                    <a:pt x="17876" y="739"/>
                  </a:moveTo>
                  <a:lnTo>
                    <a:pt x="17876" y="725"/>
                  </a:lnTo>
                  <a:lnTo>
                    <a:pt x="17890" y="739"/>
                  </a:lnTo>
                  <a:lnTo>
                    <a:pt x="17876" y="739"/>
                  </a:lnTo>
                  <a:lnTo>
                    <a:pt x="17876" y="753"/>
                  </a:lnTo>
                  <a:lnTo>
                    <a:pt x="17876" y="753"/>
                  </a:lnTo>
                  <a:close/>
                  <a:moveTo>
                    <a:pt x="19125" y="1406"/>
                  </a:moveTo>
                  <a:lnTo>
                    <a:pt x="19125" y="1406"/>
                  </a:lnTo>
                  <a:lnTo>
                    <a:pt x="19111" y="1406"/>
                  </a:lnTo>
                  <a:lnTo>
                    <a:pt x="19111" y="1406"/>
                  </a:lnTo>
                  <a:close/>
                  <a:moveTo>
                    <a:pt x="21312" y="4090"/>
                  </a:moveTo>
                  <a:cubicBezTo>
                    <a:pt x="21312" y="4090"/>
                    <a:pt x="21298" y="4104"/>
                    <a:pt x="21298" y="4104"/>
                  </a:cubicBezTo>
                  <a:lnTo>
                    <a:pt x="21298" y="4090"/>
                  </a:lnTo>
                  <a:close/>
                  <a:moveTo>
                    <a:pt x="31677" y="13617"/>
                  </a:moveTo>
                  <a:cubicBezTo>
                    <a:pt x="31691" y="13602"/>
                    <a:pt x="31691" y="13602"/>
                    <a:pt x="31705" y="13602"/>
                  </a:cubicBezTo>
                  <a:lnTo>
                    <a:pt x="31705" y="13602"/>
                  </a:lnTo>
                  <a:close/>
                  <a:moveTo>
                    <a:pt x="4345" y="7980"/>
                  </a:moveTo>
                  <a:cubicBezTo>
                    <a:pt x="4345" y="7980"/>
                    <a:pt x="4345" y="7994"/>
                    <a:pt x="4345" y="7994"/>
                  </a:cubicBezTo>
                  <a:close/>
                  <a:moveTo>
                    <a:pt x="16371" y="6063"/>
                  </a:moveTo>
                  <a:lnTo>
                    <a:pt x="16371" y="6077"/>
                  </a:lnTo>
                  <a:lnTo>
                    <a:pt x="16357" y="6077"/>
                  </a:lnTo>
                  <a:close/>
                  <a:moveTo>
                    <a:pt x="20460" y="27020"/>
                  </a:moveTo>
                  <a:lnTo>
                    <a:pt x="20460" y="27034"/>
                  </a:lnTo>
                  <a:lnTo>
                    <a:pt x="20446" y="27034"/>
                  </a:lnTo>
                  <a:close/>
                  <a:moveTo>
                    <a:pt x="20446" y="27048"/>
                  </a:moveTo>
                  <a:lnTo>
                    <a:pt x="20446" y="27034"/>
                  </a:lnTo>
                  <a:lnTo>
                    <a:pt x="20446" y="27048"/>
                  </a:lnTo>
                  <a:close/>
                  <a:moveTo>
                    <a:pt x="20275" y="27048"/>
                  </a:moveTo>
                  <a:lnTo>
                    <a:pt x="20261" y="27048"/>
                  </a:lnTo>
                  <a:lnTo>
                    <a:pt x="20261" y="27048"/>
                  </a:lnTo>
                  <a:cubicBezTo>
                    <a:pt x="20261" y="27048"/>
                    <a:pt x="20261" y="27034"/>
                    <a:pt x="20275" y="27048"/>
                  </a:cubicBezTo>
                  <a:close/>
                  <a:moveTo>
                    <a:pt x="6745" y="7966"/>
                  </a:moveTo>
                  <a:lnTo>
                    <a:pt x="6745" y="7994"/>
                  </a:lnTo>
                  <a:lnTo>
                    <a:pt x="6731" y="7994"/>
                  </a:lnTo>
                  <a:lnTo>
                    <a:pt x="6731" y="7994"/>
                  </a:lnTo>
                  <a:close/>
                  <a:moveTo>
                    <a:pt x="26182" y="19523"/>
                  </a:moveTo>
                  <a:lnTo>
                    <a:pt x="26168" y="19509"/>
                  </a:lnTo>
                  <a:lnTo>
                    <a:pt x="26182" y="19509"/>
                  </a:lnTo>
                  <a:cubicBezTo>
                    <a:pt x="26182" y="19523"/>
                    <a:pt x="26168" y="19523"/>
                    <a:pt x="26182" y="19523"/>
                  </a:cubicBezTo>
                  <a:close/>
                  <a:moveTo>
                    <a:pt x="12580" y="23995"/>
                  </a:moveTo>
                  <a:lnTo>
                    <a:pt x="12651" y="23995"/>
                  </a:lnTo>
                  <a:cubicBezTo>
                    <a:pt x="12651" y="23995"/>
                    <a:pt x="12651" y="24010"/>
                    <a:pt x="12651" y="24024"/>
                  </a:cubicBezTo>
                  <a:close/>
                  <a:moveTo>
                    <a:pt x="11246" y="24024"/>
                  </a:moveTo>
                  <a:lnTo>
                    <a:pt x="11217" y="23995"/>
                  </a:lnTo>
                  <a:lnTo>
                    <a:pt x="11246" y="24024"/>
                  </a:lnTo>
                  <a:cubicBezTo>
                    <a:pt x="11260" y="24024"/>
                    <a:pt x="11260" y="24038"/>
                    <a:pt x="11274" y="24052"/>
                  </a:cubicBezTo>
                  <a:lnTo>
                    <a:pt x="11274" y="24052"/>
                  </a:lnTo>
                  <a:cubicBezTo>
                    <a:pt x="11274" y="24038"/>
                    <a:pt x="11274" y="24038"/>
                    <a:pt x="11246" y="24024"/>
                  </a:cubicBezTo>
                  <a:close/>
                  <a:moveTo>
                    <a:pt x="9102" y="7114"/>
                  </a:moveTo>
                  <a:cubicBezTo>
                    <a:pt x="9116" y="7114"/>
                    <a:pt x="9130" y="7100"/>
                    <a:pt x="9144" y="7085"/>
                  </a:cubicBezTo>
                  <a:lnTo>
                    <a:pt x="9173" y="7057"/>
                  </a:lnTo>
                  <a:lnTo>
                    <a:pt x="9187" y="7057"/>
                  </a:lnTo>
                  <a:lnTo>
                    <a:pt x="9158" y="7085"/>
                  </a:lnTo>
                  <a:lnTo>
                    <a:pt x="9144" y="7100"/>
                  </a:lnTo>
                  <a:lnTo>
                    <a:pt x="9116" y="7128"/>
                  </a:lnTo>
                  <a:cubicBezTo>
                    <a:pt x="9116" y="7128"/>
                    <a:pt x="9116" y="7114"/>
                    <a:pt x="9102" y="7114"/>
                  </a:cubicBezTo>
                  <a:close/>
                  <a:moveTo>
                    <a:pt x="17195" y="5495"/>
                  </a:moveTo>
                  <a:cubicBezTo>
                    <a:pt x="17180" y="5467"/>
                    <a:pt x="17180" y="5439"/>
                    <a:pt x="17195" y="5410"/>
                  </a:cubicBezTo>
                  <a:cubicBezTo>
                    <a:pt x="17195" y="5396"/>
                    <a:pt x="17251" y="5368"/>
                    <a:pt x="17265" y="5382"/>
                  </a:cubicBezTo>
                  <a:lnTo>
                    <a:pt x="17280" y="5396"/>
                  </a:lnTo>
                  <a:cubicBezTo>
                    <a:pt x="17251" y="5424"/>
                    <a:pt x="17209" y="5467"/>
                    <a:pt x="17180" y="5509"/>
                  </a:cubicBezTo>
                  <a:close/>
                  <a:moveTo>
                    <a:pt x="4729" y="10933"/>
                  </a:moveTo>
                  <a:lnTo>
                    <a:pt x="4729" y="10933"/>
                  </a:lnTo>
                  <a:lnTo>
                    <a:pt x="4729" y="10933"/>
                  </a:lnTo>
                  <a:lnTo>
                    <a:pt x="4714" y="10933"/>
                  </a:lnTo>
                  <a:close/>
                  <a:moveTo>
                    <a:pt x="29021" y="17038"/>
                  </a:moveTo>
                  <a:lnTo>
                    <a:pt x="29021" y="17038"/>
                  </a:lnTo>
                  <a:close/>
                  <a:moveTo>
                    <a:pt x="9684" y="21426"/>
                  </a:moveTo>
                  <a:lnTo>
                    <a:pt x="9684" y="21426"/>
                  </a:lnTo>
                  <a:close/>
                  <a:moveTo>
                    <a:pt x="15533" y="5694"/>
                  </a:moveTo>
                  <a:lnTo>
                    <a:pt x="15533" y="5694"/>
                  </a:lnTo>
                  <a:lnTo>
                    <a:pt x="15533" y="5708"/>
                  </a:lnTo>
                  <a:close/>
                  <a:moveTo>
                    <a:pt x="28950" y="14071"/>
                  </a:moveTo>
                  <a:lnTo>
                    <a:pt x="28950" y="14071"/>
                  </a:lnTo>
                  <a:cubicBezTo>
                    <a:pt x="28979" y="14071"/>
                    <a:pt x="28993" y="14071"/>
                    <a:pt x="29007" y="14057"/>
                  </a:cubicBezTo>
                  <a:cubicBezTo>
                    <a:pt x="28993" y="14071"/>
                    <a:pt x="28965" y="14071"/>
                    <a:pt x="28950" y="14071"/>
                  </a:cubicBezTo>
                  <a:close/>
                  <a:moveTo>
                    <a:pt x="29220" y="13404"/>
                  </a:moveTo>
                  <a:close/>
                  <a:moveTo>
                    <a:pt x="28269" y="14738"/>
                  </a:moveTo>
                  <a:lnTo>
                    <a:pt x="28269" y="14738"/>
                  </a:lnTo>
                  <a:lnTo>
                    <a:pt x="28269" y="14696"/>
                  </a:lnTo>
                  <a:cubicBezTo>
                    <a:pt x="28269" y="14710"/>
                    <a:pt x="28283" y="14738"/>
                    <a:pt x="28283" y="14752"/>
                  </a:cubicBezTo>
                  <a:close/>
                  <a:moveTo>
                    <a:pt x="26551" y="15391"/>
                  </a:moveTo>
                  <a:lnTo>
                    <a:pt x="26551" y="15406"/>
                  </a:lnTo>
                  <a:lnTo>
                    <a:pt x="26537" y="15391"/>
                  </a:lnTo>
                  <a:close/>
                  <a:moveTo>
                    <a:pt x="17152" y="23853"/>
                  </a:moveTo>
                  <a:cubicBezTo>
                    <a:pt x="17152" y="23839"/>
                    <a:pt x="17152" y="23839"/>
                    <a:pt x="17152" y="23839"/>
                  </a:cubicBezTo>
                  <a:lnTo>
                    <a:pt x="17152" y="23839"/>
                  </a:lnTo>
                  <a:lnTo>
                    <a:pt x="17152" y="23839"/>
                  </a:lnTo>
                  <a:close/>
                  <a:moveTo>
                    <a:pt x="17024" y="23498"/>
                  </a:moveTo>
                  <a:lnTo>
                    <a:pt x="17024" y="23513"/>
                  </a:lnTo>
                  <a:lnTo>
                    <a:pt x="17024" y="23513"/>
                  </a:lnTo>
                  <a:lnTo>
                    <a:pt x="17024" y="23513"/>
                  </a:lnTo>
                  <a:lnTo>
                    <a:pt x="17024" y="23513"/>
                  </a:lnTo>
                  <a:close/>
                  <a:moveTo>
                    <a:pt x="12566" y="8832"/>
                  </a:moveTo>
                  <a:cubicBezTo>
                    <a:pt x="12566" y="8832"/>
                    <a:pt x="12566" y="8832"/>
                    <a:pt x="12566" y="8818"/>
                  </a:cubicBezTo>
                  <a:close/>
                  <a:moveTo>
                    <a:pt x="11714" y="18671"/>
                  </a:moveTo>
                  <a:lnTo>
                    <a:pt x="11714" y="18671"/>
                  </a:lnTo>
                  <a:close/>
                  <a:moveTo>
                    <a:pt x="9116" y="15533"/>
                  </a:moveTo>
                  <a:lnTo>
                    <a:pt x="9102" y="15533"/>
                  </a:lnTo>
                  <a:lnTo>
                    <a:pt x="9116" y="15519"/>
                  </a:lnTo>
                  <a:cubicBezTo>
                    <a:pt x="9116" y="15519"/>
                    <a:pt x="9116" y="15533"/>
                    <a:pt x="9116" y="15533"/>
                  </a:cubicBezTo>
                  <a:close/>
                  <a:moveTo>
                    <a:pt x="8449" y="17351"/>
                  </a:moveTo>
                  <a:cubicBezTo>
                    <a:pt x="8491" y="17308"/>
                    <a:pt x="8449" y="17422"/>
                    <a:pt x="8420" y="17365"/>
                  </a:cubicBezTo>
                  <a:cubicBezTo>
                    <a:pt x="8420" y="17336"/>
                    <a:pt x="8434" y="17322"/>
                    <a:pt x="8434" y="17308"/>
                  </a:cubicBezTo>
                  <a:cubicBezTo>
                    <a:pt x="8434" y="17322"/>
                    <a:pt x="8434" y="17336"/>
                    <a:pt x="8449" y="17351"/>
                  </a:cubicBezTo>
                  <a:close/>
                  <a:moveTo>
                    <a:pt x="6447" y="19211"/>
                  </a:moveTo>
                  <a:close/>
                  <a:moveTo>
                    <a:pt x="10152" y="21497"/>
                  </a:moveTo>
                  <a:close/>
                  <a:moveTo>
                    <a:pt x="12452" y="21894"/>
                  </a:moveTo>
                  <a:lnTo>
                    <a:pt x="12452" y="21894"/>
                  </a:lnTo>
                  <a:lnTo>
                    <a:pt x="12452" y="21894"/>
                  </a:lnTo>
                  <a:lnTo>
                    <a:pt x="12438" y="21880"/>
                  </a:lnTo>
                  <a:close/>
                  <a:moveTo>
                    <a:pt x="12736" y="8747"/>
                  </a:moveTo>
                  <a:lnTo>
                    <a:pt x="12736" y="8747"/>
                  </a:lnTo>
                  <a:lnTo>
                    <a:pt x="12736" y="8732"/>
                  </a:lnTo>
                  <a:lnTo>
                    <a:pt x="12736" y="8732"/>
                  </a:lnTo>
                  <a:lnTo>
                    <a:pt x="12736" y="8732"/>
                  </a:lnTo>
                  <a:lnTo>
                    <a:pt x="12736" y="8732"/>
                  </a:lnTo>
                  <a:lnTo>
                    <a:pt x="12736" y="8732"/>
                  </a:lnTo>
                  <a:close/>
                  <a:moveTo>
                    <a:pt x="12637" y="8463"/>
                  </a:moveTo>
                  <a:lnTo>
                    <a:pt x="12637" y="8463"/>
                  </a:lnTo>
                  <a:cubicBezTo>
                    <a:pt x="12637" y="8448"/>
                    <a:pt x="12637" y="8448"/>
                    <a:pt x="12623" y="8448"/>
                  </a:cubicBezTo>
                  <a:lnTo>
                    <a:pt x="12637" y="8448"/>
                  </a:lnTo>
                  <a:close/>
                  <a:moveTo>
                    <a:pt x="4658" y="14795"/>
                  </a:moveTo>
                  <a:cubicBezTo>
                    <a:pt x="4615" y="14795"/>
                    <a:pt x="4587" y="14809"/>
                    <a:pt x="4544" y="14809"/>
                  </a:cubicBezTo>
                  <a:cubicBezTo>
                    <a:pt x="4572" y="14752"/>
                    <a:pt x="4615" y="14710"/>
                    <a:pt x="4672" y="14681"/>
                  </a:cubicBezTo>
                  <a:cubicBezTo>
                    <a:pt x="4672" y="14724"/>
                    <a:pt x="4672" y="14752"/>
                    <a:pt x="4658" y="14795"/>
                  </a:cubicBezTo>
                  <a:close/>
                  <a:moveTo>
                    <a:pt x="23456" y="14114"/>
                  </a:moveTo>
                  <a:cubicBezTo>
                    <a:pt x="23456" y="14114"/>
                    <a:pt x="23470" y="14128"/>
                    <a:pt x="23470" y="14142"/>
                  </a:cubicBezTo>
                  <a:cubicBezTo>
                    <a:pt x="23470" y="14128"/>
                    <a:pt x="23456" y="14114"/>
                    <a:pt x="23456" y="14099"/>
                  </a:cubicBezTo>
                  <a:close/>
                  <a:moveTo>
                    <a:pt x="23612" y="13077"/>
                  </a:moveTo>
                  <a:cubicBezTo>
                    <a:pt x="23669" y="13049"/>
                    <a:pt x="23711" y="13049"/>
                    <a:pt x="23768" y="13049"/>
                  </a:cubicBezTo>
                  <a:lnTo>
                    <a:pt x="23768" y="13049"/>
                  </a:lnTo>
                  <a:cubicBezTo>
                    <a:pt x="23726" y="13077"/>
                    <a:pt x="23669" y="13077"/>
                    <a:pt x="23626" y="13077"/>
                  </a:cubicBezTo>
                  <a:close/>
                  <a:moveTo>
                    <a:pt x="6617" y="10422"/>
                  </a:moveTo>
                  <a:lnTo>
                    <a:pt x="6617" y="10422"/>
                  </a:lnTo>
                  <a:lnTo>
                    <a:pt x="6617" y="10422"/>
                  </a:lnTo>
                  <a:close/>
                  <a:moveTo>
                    <a:pt x="5311" y="15789"/>
                  </a:moveTo>
                  <a:lnTo>
                    <a:pt x="5282" y="15817"/>
                  </a:lnTo>
                  <a:cubicBezTo>
                    <a:pt x="5282" y="15803"/>
                    <a:pt x="5282" y="15803"/>
                    <a:pt x="5282" y="15789"/>
                  </a:cubicBezTo>
                  <a:close/>
                  <a:moveTo>
                    <a:pt x="21482" y="18586"/>
                  </a:moveTo>
                  <a:lnTo>
                    <a:pt x="21482" y="18572"/>
                  </a:lnTo>
                  <a:lnTo>
                    <a:pt x="21482" y="18572"/>
                  </a:lnTo>
                  <a:close/>
                  <a:moveTo>
                    <a:pt x="21227" y="16243"/>
                  </a:moveTo>
                  <a:close/>
                  <a:moveTo>
                    <a:pt x="23498" y="14142"/>
                  </a:moveTo>
                  <a:close/>
                  <a:moveTo>
                    <a:pt x="10678" y="9428"/>
                  </a:moveTo>
                  <a:cubicBezTo>
                    <a:pt x="10635" y="9457"/>
                    <a:pt x="10592" y="9457"/>
                    <a:pt x="10550" y="9428"/>
                  </a:cubicBezTo>
                  <a:cubicBezTo>
                    <a:pt x="10621" y="9428"/>
                    <a:pt x="10692" y="9414"/>
                    <a:pt x="10749" y="9400"/>
                  </a:cubicBezTo>
                  <a:close/>
                  <a:moveTo>
                    <a:pt x="5978" y="10450"/>
                  </a:moveTo>
                  <a:close/>
                  <a:moveTo>
                    <a:pt x="5211" y="9130"/>
                  </a:moveTo>
                  <a:close/>
                  <a:moveTo>
                    <a:pt x="3976" y="14838"/>
                  </a:moveTo>
                  <a:lnTo>
                    <a:pt x="3976" y="14838"/>
                  </a:lnTo>
                  <a:close/>
                  <a:moveTo>
                    <a:pt x="9769" y="21426"/>
                  </a:moveTo>
                  <a:lnTo>
                    <a:pt x="9755" y="21426"/>
                  </a:lnTo>
                  <a:cubicBezTo>
                    <a:pt x="9755" y="21426"/>
                    <a:pt x="9769" y="21411"/>
                    <a:pt x="9769" y="21426"/>
                  </a:cubicBezTo>
                  <a:close/>
                  <a:moveTo>
                    <a:pt x="14923" y="25330"/>
                  </a:moveTo>
                  <a:close/>
                  <a:moveTo>
                    <a:pt x="24549" y="17819"/>
                  </a:moveTo>
                  <a:lnTo>
                    <a:pt x="24549" y="17791"/>
                  </a:lnTo>
                  <a:lnTo>
                    <a:pt x="24549" y="17791"/>
                  </a:lnTo>
                  <a:lnTo>
                    <a:pt x="24549" y="17805"/>
                  </a:lnTo>
                  <a:close/>
                  <a:moveTo>
                    <a:pt x="25642" y="12097"/>
                  </a:moveTo>
                  <a:lnTo>
                    <a:pt x="25657" y="12126"/>
                  </a:lnTo>
                  <a:cubicBezTo>
                    <a:pt x="25657" y="12126"/>
                    <a:pt x="25642" y="12112"/>
                    <a:pt x="25642" y="12097"/>
                  </a:cubicBezTo>
                  <a:close/>
                  <a:moveTo>
                    <a:pt x="24663" y="7526"/>
                  </a:moveTo>
                  <a:close/>
                  <a:moveTo>
                    <a:pt x="14355" y="5595"/>
                  </a:moveTo>
                  <a:close/>
                  <a:moveTo>
                    <a:pt x="7682" y="7298"/>
                  </a:moveTo>
                  <a:cubicBezTo>
                    <a:pt x="7682" y="7298"/>
                    <a:pt x="7682" y="7298"/>
                    <a:pt x="7668" y="7298"/>
                  </a:cubicBezTo>
                  <a:lnTo>
                    <a:pt x="7682" y="7298"/>
                  </a:lnTo>
                  <a:close/>
                  <a:moveTo>
                    <a:pt x="4842" y="10962"/>
                  </a:moveTo>
                  <a:close/>
                  <a:moveTo>
                    <a:pt x="7937" y="23910"/>
                  </a:moveTo>
                  <a:cubicBezTo>
                    <a:pt x="7909" y="23896"/>
                    <a:pt x="7895" y="23882"/>
                    <a:pt x="7881" y="23853"/>
                  </a:cubicBezTo>
                  <a:lnTo>
                    <a:pt x="7881" y="23782"/>
                  </a:lnTo>
                  <a:cubicBezTo>
                    <a:pt x="7937" y="23811"/>
                    <a:pt x="7980" y="23825"/>
                    <a:pt x="8037" y="23853"/>
                  </a:cubicBezTo>
                  <a:cubicBezTo>
                    <a:pt x="8037" y="23853"/>
                    <a:pt x="8037" y="23853"/>
                    <a:pt x="8037" y="23868"/>
                  </a:cubicBezTo>
                  <a:cubicBezTo>
                    <a:pt x="8008" y="23896"/>
                    <a:pt x="7980" y="23910"/>
                    <a:pt x="7937" y="23910"/>
                  </a:cubicBezTo>
                  <a:close/>
                  <a:moveTo>
                    <a:pt x="28922" y="17975"/>
                  </a:moveTo>
                  <a:close/>
                  <a:moveTo>
                    <a:pt x="22050" y="7653"/>
                  </a:moveTo>
                  <a:lnTo>
                    <a:pt x="22064" y="7653"/>
                  </a:lnTo>
                  <a:close/>
                  <a:moveTo>
                    <a:pt x="12552" y="5311"/>
                  </a:moveTo>
                  <a:cubicBezTo>
                    <a:pt x="12566" y="5325"/>
                    <a:pt x="12566" y="5339"/>
                    <a:pt x="12580" y="5353"/>
                  </a:cubicBezTo>
                  <a:lnTo>
                    <a:pt x="12623" y="5382"/>
                  </a:lnTo>
                  <a:cubicBezTo>
                    <a:pt x="12623" y="5396"/>
                    <a:pt x="12637" y="5396"/>
                    <a:pt x="12651" y="5410"/>
                  </a:cubicBezTo>
                  <a:lnTo>
                    <a:pt x="12651" y="5410"/>
                  </a:lnTo>
                  <a:cubicBezTo>
                    <a:pt x="12637" y="5396"/>
                    <a:pt x="12637" y="5396"/>
                    <a:pt x="12637" y="5382"/>
                  </a:cubicBezTo>
                  <a:lnTo>
                    <a:pt x="12637" y="5382"/>
                  </a:lnTo>
                  <a:lnTo>
                    <a:pt x="12637" y="5382"/>
                  </a:lnTo>
                  <a:lnTo>
                    <a:pt x="12594" y="5339"/>
                  </a:lnTo>
                  <a:lnTo>
                    <a:pt x="12566" y="5311"/>
                  </a:lnTo>
                  <a:close/>
                  <a:moveTo>
                    <a:pt x="13503" y="24180"/>
                  </a:moveTo>
                  <a:close/>
                  <a:moveTo>
                    <a:pt x="24648" y="23243"/>
                  </a:moveTo>
                  <a:lnTo>
                    <a:pt x="24648" y="23229"/>
                  </a:lnTo>
                  <a:cubicBezTo>
                    <a:pt x="24648" y="23214"/>
                    <a:pt x="24648" y="23229"/>
                    <a:pt x="24634" y="23214"/>
                  </a:cubicBezTo>
                  <a:lnTo>
                    <a:pt x="24648" y="23229"/>
                  </a:lnTo>
                  <a:lnTo>
                    <a:pt x="24648" y="23229"/>
                  </a:lnTo>
                  <a:lnTo>
                    <a:pt x="24648" y="23229"/>
                  </a:lnTo>
                  <a:cubicBezTo>
                    <a:pt x="24648" y="23229"/>
                    <a:pt x="24648" y="23229"/>
                    <a:pt x="24648" y="23243"/>
                  </a:cubicBezTo>
                  <a:close/>
                  <a:moveTo>
                    <a:pt x="30455" y="16754"/>
                  </a:moveTo>
                  <a:lnTo>
                    <a:pt x="30455" y="16754"/>
                  </a:lnTo>
                  <a:lnTo>
                    <a:pt x="30470" y="16754"/>
                  </a:lnTo>
                  <a:close/>
                  <a:moveTo>
                    <a:pt x="16783" y="4189"/>
                  </a:moveTo>
                  <a:close/>
                  <a:moveTo>
                    <a:pt x="5992" y="8818"/>
                  </a:moveTo>
                  <a:lnTo>
                    <a:pt x="5992" y="8846"/>
                  </a:lnTo>
                  <a:lnTo>
                    <a:pt x="5992" y="8846"/>
                  </a:lnTo>
                  <a:cubicBezTo>
                    <a:pt x="5992" y="8832"/>
                    <a:pt x="5992" y="8818"/>
                    <a:pt x="5992" y="8818"/>
                  </a:cubicBezTo>
                  <a:close/>
                  <a:moveTo>
                    <a:pt x="11884" y="26395"/>
                  </a:moveTo>
                  <a:close/>
                  <a:moveTo>
                    <a:pt x="20446" y="25969"/>
                  </a:moveTo>
                  <a:lnTo>
                    <a:pt x="20432" y="25969"/>
                  </a:lnTo>
                  <a:lnTo>
                    <a:pt x="20432" y="25969"/>
                  </a:lnTo>
                  <a:close/>
                  <a:moveTo>
                    <a:pt x="27786" y="21894"/>
                  </a:moveTo>
                  <a:close/>
                  <a:moveTo>
                    <a:pt x="29348" y="11089"/>
                  </a:moveTo>
                  <a:close/>
                  <a:moveTo>
                    <a:pt x="24052" y="5268"/>
                  </a:moveTo>
                  <a:lnTo>
                    <a:pt x="24052" y="5254"/>
                  </a:lnTo>
                  <a:close/>
                  <a:moveTo>
                    <a:pt x="20602" y="5623"/>
                  </a:moveTo>
                  <a:lnTo>
                    <a:pt x="20602" y="5609"/>
                  </a:lnTo>
                  <a:lnTo>
                    <a:pt x="20616" y="5609"/>
                  </a:lnTo>
                  <a:close/>
                  <a:moveTo>
                    <a:pt x="8079" y="27304"/>
                  </a:moveTo>
                  <a:lnTo>
                    <a:pt x="8079" y="27304"/>
                  </a:lnTo>
                  <a:lnTo>
                    <a:pt x="8065" y="27318"/>
                  </a:lnTo>
                  <a:lnTo>
                    <a:pt x="8065" y="27318"/>
                  </a:lnTo>
                  <a:close/>
                  <a:moveTo>
                    <a:pt x="15888" y="28283"/>
                  </a:moveTo>
                  <a:lnTo>
                    <a:pt x="15888" y="28269"/>
                  </a:lnTo>
                  <a:lnTo>
                    <a:pt x="15888" y="28269"/>
                  </a:lnTo>
                  <a:lnTo>
                    <a:pt x="15888" y="28269"/>
                  </a:lnTo>
                  <a:close/>
                  <a:moveTo>
                    <a:pt x="19693" y="27886"/>
                  </a:moveTo>
                  <a:lnTo>
                    <a:pt x="19693" y="27886"/>
                  </a:lnTo>
                  <a:lnTo>
                    <a:pt x="19693" y="27886"/>
                  </a:lnTo>
                  <a:close/>
                  <a:moveTo>
                    <a:pt x="29405" y="19977"/>
                  </a:moveTo>
                  <a:lnTo>
                    <a:pt x="29405" y="19977"/>
                  </a:lnTo>
                  <a:lnTo>
                    <a:pt x="29433" y="20006"/>
                  </a:lnTo>
                  <a:lnTo>
                    <a:pt x="29433" y="20006"/>
                  </a:lnTo>
                  <a:cubicBezTo>
                    <a:pt x="29419" y="19992"/>
                    <a:pt x="29419" y="19992"/>
                    <a:pt x="29405" y="19977"/>
                  </a:cubicBezTo>
                  <a:close/>
                  <a:moveTo>
                    <a:pt x="31719" y="13617"/>
                  </a:moveTo>
                  <a:lnTo>
                    <a:pt x="31719" y="13631"/>
                  </a:lnTo>
                  <a:lnTo>
                    <a:pt x="31677" y="13617"/>
                  </a:lnTo>
                  <a:lnTo>
                    <a:pt x="31691" y="13602"/>
                  </a:lnTo>
                  <a:close/>
                  <a:moveTo>
                    <a:pt x="30257" y="11217"/>
                  </a:moveTo>
                  <a:close/>
                  <a:moveTo>
                    <a:pt x="22774" y="5765"/>
                  </a:moveTo>
                  <a:cubicBezTo>
                    <a:pt x="22746" y="5765"/>
                    <a:pt x="22718" y="5765"/>
                    <a:pt x="22703" y="5779"/>
                  </a:cubicBezTo>
                  <a:lnTo>
                    <a:pt x="22845" y="5708"/>
                  </a:lnTo>
                  <a:cubicBezTo>
                    <a:pt x="22831" y="5722"/>
                    <a:pt x="22803" y="5751"/>
                    <a:pt x="22774" y="5765"/>
                  </a:cubicBezTo>
                  <a:close/>
                  <a:moveTo>
                    <a:pt x="12963" y="4175"/>
                  </a:moveTo>
                  <a:cubicBezTo>
                    <a:pt x="13006" y="4217"/>
                    <a:pt x="13034" y="4246"/>
                    <a:pt x="13063" y="4274"/>
                  </a:cubicBezTo>
                  <a:cubicBezTo>
                    <a:pt x="13020" y="4274"/>
                    <a:pt x="12978" y="4232"/>
                    <a:pt x="12978" y="4175"/>
                  </a:cubicBezTo>
                  <a:close/>
                  <a:moveTo>
                    <a:pt x="19509" y="28269"/>
                  </a:moveTo>
                  <a:lnTo>
                    <a:pt x="19509" y="28269"/>
                  </a:lnTo>
                  <a:lnTo>
                    <a:pt x="19509" y="28269"/>
                  </a:lnTo>
                  <a:cubicBezTo>
                    <a:pt x="19523" y="28269"/>
                    <a:pt x="19523" y="28269"/>
                    <a:pt x="19509" y="28269"/>
                  </a:cubicBezTo>
                  <a:close/>
                  <a:moveTo>
                    <a:pt x="27502" y="23612"/>
                  </a:moveTo>
                  <a:close/>
                  <a:moveTo>
                    <a:pt x="22916" y="3976"/>
                  </a:moveTo>
                  <a:close/>
                  <a:moveTo>
                    <a:pt x="19793" y="1690"/>
                  </a:moveTo>
                  <a:lnTo>
                    <a:pt x="19793" y="1690"/>
                  </a:lnTo>
                  <a:cubicBezTo>
                    <a:pt x="19793" y="1690"/>
                    <a:pt x="19793" y="1690"/>
                    <a:pt x="19793" y="1690"/>
                  </a:cubicBezTo>
                  <a:close/>
                  <a:moveTo>
                    <a:pt x="5495" y="7227"/>
                  </a:moveTo>
                  <a:close/>
                  <a:moveTo>
                    <a:pt x="12822" y="27815"/>
                  </a:moveTo>
                  <a:lnTo>
                    <a:pt x="12822" y="27800"/>
                  </a:lnTo>
                  <a:lnTo>
                    <a:pt x="12822" y="27800"/>
                  </a:lnTo>
                  <a:lnTo>
                    <a:pt x="12822" y="27800"/>
                  </a:lnTo>
                  <a:lnTo>
                    <a:pt x="12807" y="27800"/>
                  </a:lnTo>
                  <a:lnTo>
                    <a:pt x="12807" y="27786"/>
                  </a:lnTo>
                  <a:close/>
                  <a:moveTo>
                    <a:pt x="16840" y="29334"/>
                  </a:moveTo>
                  <a:close/>
                  <a:moveTo>
                    <a:pt x="23484" y="25742"/>
                  </a:moveTo>
                  <a:lnTo>
                    <a:pt x="23484" y="25742"/>
                  </a:lnTo>
                  <a:cubicBezTo>
                    <a:pt x="23456" y="25685"/>
                    <a:pt x="23555" y="25657"/>
                    <a:pt x="23612" y="25699"/>
                  </a:cubicBezTo>
                  <a:lnTo>
                    <a:pt x="23640" y="25713"/>
                  </a:lnTo>
                  <a:cubicBezTo>
                    <a:pt x="23584" y="25713"/>
                    <a:pt x="23527" y="25728"/>
                    <a:pt x="23484" y="25742"/>
                  </a:cubicBezTo>
                  <a:close/>
                  <a:moveTo>
                    <a:pt x="26352" y="5382"/>
                  </a:moveTo>
                  <a:cubicBezTo>
                    <a:pt x="26338" y="5368"/>
                    <a:pt x="26324" y="5339"/>
                    <a:pt x="26324" y="5325"/>
                  </a:cubicBezTo>
                  <a:cubicBezTo>
                    <a:pt x="26352" y="5325"/>
                    <a:pt x="26366" y="5339"/>
                    <a:pt x="26366" y="5353"/>
                  </a:cubicBezTo>
                  <a:cubicBezTo>
                    <a:pt x="26352" y="5368"/>
                    <a:pt x="26366" y="5368"/>
                    <a:pt x="26352" y="5382"/>
                  </a:cubicBezTo>
                  <a:close/>
                  <a:moveTo>
                    <a:pt x="1974" y="9130"/>
                  </a:moveTo>
                  <a:close/>
                  <a:moveTo>
                    <a:pt x="7866" y="27687"/>
                  </a:moveTo>
                  <a:cubicBezTo>
                    <a:pt x="7866" y="27687"/>
                    <a:pt x="7881" y="27701"/>
                    <a:pt x="7881" y="27701"/>
                  </a:cubicBezTo>
                  <a:lnTo>
                    <a:pt x="7881" y="27701"/>
                  </a:lnTo>
                  <a:close/>
                  <a:moveTo>
                    <a:pt x="18330" y="29036"/>
                  </a:moveTo>
                  <a:lnTo>
                    <a:pt x="18359" y="29036"/>
                  </a:lnTo>
                  <a:cubicBezTo>
                    <a:pt x="18345" y="29050"/>
                    <a:pt x="18345" y="29064"/>
                    <a:pt x="18330" y="29078"/>
                  </a:cubicBezTo>
                  <a:close/>
                  <a:moveTo>
                    <a:pt x="26466" y="25018"/>
                  </a:moveTo>
                  <a:lnTo>
                    <a:pt x="26551" y="24932"/>
                  </a:lnTo>
                  <a:lnTo>
                    <a:pt x="26551" y="24932"/>
                  </a:lnTo>
                  <a:cubicBezTo>
                    <a:pt x="26523" y="24961"/>
                    <a:pt x="26494" y="24989"/>
                    <a:pt x="26466" y="25018"/>
                  </a:cubicBezTo>
                  <a:close/>
                  <a:moveTo>
                    <a:pt x="20275" y="1804"/>
                  </a:moveTo>
                  <a:cubicBezTo>
                    <a:pt x="20304" y="1804"/>
                    <a:pt x="20332" y="1790"/>
                    <a:pt x="20375" y="1790"/>
                  </a:cubicBezTo>
                  <a:cubicBezTo>
                    <a:pt x="20417" y="1790"/>
                    <a:pt x="20460" y="1818"/>
                    <a:pt x="20474" y="1861"/>
                  </a:cubicBezTo>
                  <a:cubicBezTo>
                    <a:pt x="20417" y="1846"/>
                    <a:pt x="20346" y="1818"/>
                    <a:pt x="20275" y="1804"/>
                  </a:cubicBezTo>
                  <a:close/>
                  <a:moveTo>
                    <a:pt x="20460" y="924"/>
                  </a:moveTo>
                  <a:lnTo>
                    <a:pt x="20432" y="938"/>
                  </a:lnTo>
                  <a:lnTo>
                    <a:pt x="20432" y="938"/>
                  </a:lnTo>
                  <a:lnTo>
                    <a:pt x="20460" y="924"/>
                  </a:lnTo>
                  <a:close/>
                  <a:moveTo>
                    <a:pt x="4260" y="6262"/>
                  </a:moveTo>
                  <a:close/>
                  <a:moveTo>
                    <a:pt x="1207" y="18841"/>
                  </a:moveTo>
                  <a:lnTo>
                    <a:pt x="1222" y="18841"/>
                  </a:lnTo>
                  <a:close/>
                  <a:moveTo>
                    <a:pt x="3465" y="22959"/>
                  </a:moveTo>
                  <a:cubicBezTo>
                    <a:pt x="3493" y="22931"/>
                    <a:pt x="3536" y="22916"/>
                    <a:pt x="3579" y="22902"/>
                  </a:cubicBezTo>
                  <a:cubicBezTo>
                    <a:pt x="3579" y="22916"/>
                    <a:pt x="3579" y="22931"/>
                    <a:pt x="3564" y="22931"/>
                  </a:cubicBezTo>
                  <a:cubicBezTo>
                    <a:pt x="3522" y="22973"/>
                    <a:pt x="3493" y="22973"/>
                    <a:pt x="3465" y="22959"/>
                  </a:cubicBezTo>
                  <a:close/>
                  <a:moveTo>
                    <a:pt x="5410" y="25231"/>
                  </a:moveTo>
                  <a:lnTo>
                    <a:pt x="5410" y="25231"/>
                  </a:lnTo>
                  <a:lnTo>
                    <a:pt x="5410" y="25231"/>
                  </a:lnTo>
                  <a:lnTo>
                    <a:pt x="5410" y="25231"/>
                  </a:lnTo>
                  <a:lnTo>
                    <a:pt x="5410" y="25231"/>
                  </a:lnTo>
                  <a:lnTo>
                    <a:pt x="5410" y="25259"/>
                  </a:lnTo>
                  <a:lnTo>
                    <a:pt x="5410" y="25259"/>
                  </a:lnTo>
                  <a:cubicBezTo>
                    <a:pt x="5410" y="25245"/>
                    <a:pt x="5396" y="25245"/>
                    <a:pt x="5396" y="25231"/>
                  </a:cubicBezTo>
                  <a:close/>
                  <a:moveTo>
                    <a:pt x="5992" y="25543"/>
                  </a:moveTo>
                  <a:cubicBezTo>
                    <a:pt x="5992" y="25500"/>
                    <a:pt x="6021" y="25458"/>
                    <a:pt x="6077" y="25458"/>
                  </a:cubicBezTo>
                  <a:cubicBezTo>
                    <a:pt x="6077" y="25458"/>
                    <a:pt x="6092" y="25472"/>
                    <a:pt x="6092" y="25472"/>
                  </a:cubicBezTo>
                  <a:cubicBezTo>
                    <a:pt x="6063" y="25486"/>
                    <a:pt x="6021" y="25515"/>
                    <a:pt x="5992" y="25543"/>
                  </a:cubicBezTo>
                  <a:close/>
                  <a:moveTo>
                    <a:pt x="15690" y="30172"/>
                  </a:moveTo>
                  <a:cubicBezTo>
                    <a:pt x="15690" y="30172"/>
                    <a:pt x="15675" y="30172"/>
                    <a:pt x="15675" y="30157"/>
                  </a:cubicBezTo>
                  <a:close/>
                  <a:moveTo>
                    <a:pt x="27375" y="25571"/>
                  </a:moveTo>
                  <a:cubicBezTo>
                    <a:pt x="27389" y="25571"/>
                    <a:pt x="27431" y="25600"/>
                    <a:pt x="27431" y="25628"/>
                  </a:cubicBezTo>
                  <a:cubicBezTo>
                    <a:pt x="27445" y="25628"/>
                    <a:pt x="27445" y="25628"/>
                    <a:pt x="27431" y="25628"/>
                  </a:cubicBezTo>
                  <a:lnTo>
                    <a:pt x="27375" y="25571"/>
                  </a:lnTo>
                  <a:close/>
                  <a:moveTo>
                    <a:pt x="29107" y="23243"/>
                  </a:moveTo>
                  <a:close/>
                  <a:moveTo>
                    <a:pt x="31776" y="17620"/>
                  </a:moveTo>
                  <a:lnTo>
                    <a:pt x="31776" y="17606"/>
                  </a:lnTo>
                  <a:lnTo>
                    <a:pt x="31790" y="17635"/>
                  </a:lnTo>
                  <a:close/>
                  <a:moveTo>
                    <a:pt x="32557" y="16641"/>
                  </a:moveTo>
                  <a:lnTo>
                    <a:pt x="32557" y="16641"/>
                  </a:lnTo>
                  <a:close/>
                  <a:moveTo>
                    <a:pt x="16769" y="554"/>
                  </a:moveTo>
                  <a:lnTo>
                    <a:pt x="16797" y="554"/>
                  </a:lnTo>
                  <a:lnTo>
                    <a:pt x="16797" y="554"/>
                  </a:lnTo>
                  <a:cubicBezTo>
                    <a:pt x="16783" y="569"/>
                    <a:pt x="16769" y="569"/>
                    <a:pt x="16754" y="583"/>
                  </a:cubicBezTo>
                  <a:cubicBezTo>
                    <a:pt x="16754" y="569"/>
                    <a:pt x="16769" y="569"/>
                    <a:pt x="16769" y="554"/>
                  </a:cubicBezTo>
                  <a:close/>
                  <a:moveTo>
                    <a:pt x="4544" y="24180"/>
                  </a:moveTo>
                  <a:close/>
                  <a:moveTo>
                    <a:pt x="6816" y="26239"/>
                  </a:moveTo>
                  <a:cubicBezTo>
                    <a:pt x="6802" y="26239"/>
                    <a:pt x="6773" y="26239"/>
                    <a:pt x="6759" y="26239"/>
                  </a:cubicBezTo>
                  <a:lnTo>
                    <a:pt x="6759" y="26210"/>
                  </a:lnTo>
                  <a:close/>
                  <a:moveTo>
                    <a:pt x="18359" y="30086"/>
                  </a:moveTo>
                  <a:close/>
                  <a:moveTo>
                    <a:pt x="22292" y="28865"/>
                  </a:moveTo>
                  <a:close/>
                  <a:moveTo>
                    <a:pt x="21681" y="1293"/>
                  </a:moveTo>
                  <a:close/>
                  <a:moveTo>
                    <a:pt x="16442" y="938"/>
                  </a:moveTo>
                  <a:lnTo>
                    <a:pt x="16442" y="938"/>
                  </a:lnTo>
                  <a:cubicBezTo>
                    <a:pt x="16470" y="938"/>
                    <a:pt x="16485" y="938"/>
                    <a:pt x="16499" y="952"/>
                  </a:cubicBezTo>
                  <a:cubicBezTo>
                    <a:pt x="16485" y="952"/>
                    <a:pt x="16470" y="938"/>
                    <a:pt x="16456" y="938"/>
                  </a:cubicBezTo>
                  <a:close/>
                  <a:moveTo>
                    <a:pt x="228" y="15022"/>
                  </a:moveTo>
                  <a:cubicBezTo>
                    <a:pt x="242" y="15022"/>
                    <a:pt x="256" y="15022"/>
                    <a:pt x="270" y="15036"/>
                  </a:cubicBezTo>
                  <a:lnTo>
                    <a:pt x="270" y="15036"/>
                  </a:lnTo>
                  <a:close/>
                  <a:moveTo>
                    <a:pt x="867" y="16712"/>
                  </a:moveTo>
                  <a:cubicBezTo>
                    <a:pt x="853" y="16655"/>
                    <a:pt x="895" y="16669"/>
                    <a:pt x="895" y="16726"/>
                  </a:cubicBezTo>
                  <a:lnTo>
                    <a:pt x="867" y="16726"/>
                  </a:lnTo>
                  <a:close/>
                  <a:moveTo>
                    <a:pt x="2443" y="22079"/>
                  </a:moveTo>
                  <a:lnTo>
                    <a:pt x="2443" y="22079"/>
                  </a:lnTo>
                  <a:lnTo>
                    <a:pt x="2443" y="22079"/>
                  </a:lnTo>
                  <a:lnTo>
                    <a:pt x="2443" y="22079"/>
                  </a:lnTo>
                  <a:cubicBezTo>
                    <a:pt x="2457" y="22036"/>
                    <a:pt x="2500" y="22022"/>
                    <a:pt x="2528" y="22008"/>
                  </a:cubicBezTo>
                  <a:cubicBezTo>
                    <a:pt x="2500" y="22036"/>
                    <a:pt x="2471" y="22050"/>
                    <a:pt x="2443" y="22079"/>
                  </a:cubicBezTo>
                  <a:close/>
                  <a:moveTo>
                    <a:pt x="19977" y="29987"/>
                  </a:moveTo>
                  <a:lnTo>
                    <a:pt x="19992" y="29987"/>
                  </a:lnTo>
                  <a:lnTo>
                    <a:pt x="19992" y="29987"/>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6" name="Google Shape;486;p31"/>
            <p:cNvPicPr preferRelativeResize="0"/>
            <p:nvPr/>
          </p:nvPicPr>
          <p:blipFill>
            <a:blip r:embed="rId6">
              <a:alphaModFix/>
            </a:blip>
            <a:stretch>
              <a:fillRect/>
            </a:stretch>
          </p:blipFill>
          <p:spPr>
            <a:xfrm>
              <a:off x="10415772" y="-60500"/>
              <a:ext cx="1155836" cy="1075904"/>
            </a:xfrm>
            <a:prstGeom prst="rect">
              <a:avLst/>
            </a:prstGeom>
            <a:noFill/>
            <a:ln>
              <a:noFill/>
            </a:ln>
          </p:spPr>
        </p:pic>
      </p:grpSp>
      <p:grpSp>
        <p:nvGrpSpPr>
          <p:cNvPr id="487" name="Google Shape;487;p31"/>
          <p:cNvGrpSpPr/>
          <p:nvPr/>
        </p:nvGrpSpPr>
        <p:grpSpPr>
          <a:xfrm rot="1047354">
            <a:off x="6685282" y="3200934"/>
            <a:ext cx="1067607" cy="1106067"/>
            <a:chOff x="10341275" y="2788533"/>
            <a:chExt cx="1144574" cy="1185806"/>
          </a:xfrm>
        </p:grpSpPr>
        <p:sp>
          <p:nvSpPr>
            <p:cNvPr id="488" name="Google Shape;488;p31"/>
            <p:cNvSpPr/>
            <p:nvPr/>
          </p:nvSpPr>
          <p:spPr>
            <a:xfrm>
              <a:off x="10341275" y="2788533"/>
              <a:ext cx="1144574" cy="1180044"/>
            </a:xfrm>
            <a:custGeom>
              <a:rect b="b" l="l" r="r" t="t"/>
              <a:pathLst>
                <a:path extrusionOk="0" h="34034" w="33011">
                  <a:moveTo>
                    <a:pt x="32812" y="20502"/>
                  </a:moveTo>
                  <a:cubicBezTo>
                    <a:pt x="32798" y="20445"/>
                    <a:pt x="32812" y="20403"/>
                    <a:pt x="32840" y="20346"/>
                  </a:cubicBezTo>
                  <a:cubicBezTo>
                    <a:pt x="32954" y="20176"/>
                    <a:pt x="32982" y="19949"/>
                    <a:pt x="32925" y="19736"/>
                  </a:cubicBezTo>
                  <a:cubicBezTo>
                    <a:pt x="32840" y="19523"/>
                    <a:pt x="33011" y="19324"/>
                    <a:pt x="32897" y="19125"/>
                  </a:cubicBezTo>
                  <a:lnTo>
                    <a:pt x="32897" y="18898"/>
                  </a:lnTo>
                  <a:cubicBezTo>
                    <a:pt x="32968" y="18756"/>
                    <a:pt x="32954" y="18586"/>
                    <a:pt x="32869" y="18444"/>
                  </a:cubicBezTo>
                  <a:cubicBezTo>
                    <a:pt x="32798" y="18259"/>
                    <a:pt x="32982" y="18160"/>
                    <a:pt x="32925" y="17989"/>
                  </a:cubicBezTo>
                  <a:cubicBezTo>
                    <a:pt x="32826" y="17606"/>
                    <a:pt x="32897" y="17208"/>
                    <a:pt x="32798" y="16825"/>
                  </a:cubicBezTo>
                  <a:cubicBezTo>
                    <a:pt x="32656" y="16314"/>
                    <a:pt x="32656" y="15774"/>
                    <a:pt x="32556" y="15249"/>
                  </a:cubicBezTo>
                  <a:cubicBezTo>
                    <a:pt x="32485" y="14951"/>
                    <a:pt x="32457" y="14653"/>
                    <a:pt x="32457" y="14355"/>
                  </a:cubicBezTo>
                  <a:cubicBezTo>
                    <a:pt x="32556" y="14142"/>
                    <a:pt x="32556" y="13914"/>
                    <a:pt x="32485" y="13701"/>
                  </a:cubicBezTo>
                  <a:cubicBezTo>
                    <a:pt x="32457" y="13602"/>
                    <a:pt x="32457" y="13503"/>
                    <a:pt x="32485" y="13403"/>
                  </a:cubicBezTo>
                  <a:cubicBezTo>
                    <a:pt x="32499" y="13375"/>
                    <a:pt x="32542" y="13346"/>
                    <a:pt x="32542" y="13318"/>
                  </a:cubicBezTo>
                  <a:cubicBezTo>
                    <a:pt x="32656" y="12921"/>
                    <a:pt x="32414" y="12622"/>
                    <a:pt x="32244" y="12310"/>
                  </a:cubicBezTo>
                  <a:cubicBezTo>
                    <a:pt x="32230" y="12296"/>
                    <a:pt x="32187" y="12296"/>
                    <a:pt x="32144" y="12282"/>
                  </a:cubicBezTo>
                  <a:cubicBezTo>
                    <a:pt x="32130" y="12168"/>
                    <a:pt x="32144" y="12012"/>
                    <a:pt x="32088" y="11941"/>
                  </a:cubicBezTo>
                  <a:cubicBezTo>
                    <a:pt x="31903" y="11770"/>
                    <a:pt x="31917" y="11543"/>
                    <a:pt x="31903" y="11316"/>
                  </a:cubicBezTo>
                  <a:cubicBezTo>
                    <a:pt x="31747" y="11217"/>
                    <a:pt x="31846" y="11018"/>
                    <a:pt x="31761" y="10890"/>
                  </a:cubicBezTo>
                  <a:cubicBezTo>
                    <a:pt x="31619" y="10663"/>
                    <a:pt x="31534" y="10422"/>
                    <a:pt x="31520" y="10152"/>
                  </a:cubicBezTo>
                  <a:cubicBezTo>
                    <a:pt x="31477" y="9896"/>
                    <a:pt x="31364" y="9641"/>
                    <a:pt x="31165" y="9470"/>
                  </a:cubicBezTo>
                  <a:cubicBezTo>
                    <a:pt x="31023" y="8988"/>
                    <a:pt x="30838" y="8519"/>
                    <a:pt x="30625" y="8065"/>
                  </a:cubicBezTo>
                  <a:cubicBezTo>
                    <a:pt x="30554" y="7809"/>
                    <a:pt x="30469" y="7568"/>
                    <a:pt x="30384" y="7312"/>
                  </a:cubicBezTo>
                  <a:cubicBezTo>
                    <a:pt x="30128" y="6830"/>
                    <a:pt x="29915" y="6318"/>
                    <a:pt x="29560" y="5892"/>
                  </a:cubicBezTo>
                  <a:cubicBezTo>
                    <a:pt x="29546" y="5694"/>
                    <a:pt x="29390" y="5594"/>
                    <a:pt x="29305" y="5452"/>
                  </a:cubicBezTo>
                  <a:cubicBezTo>
                    <a:pt x="29149" y="5197"/>
                    <a:pt x="28879" y="5055"/>
                    <a:pt x="28780" y="4771"/>
                  </a:cubicBezTo>
                  <a:cubicBezTo>
                    <a:pt x="28694" y="4558"/>
                    <a:pt x="28552" y="4373"/>
                    <a:pt x="28354" y="4246"/>
                  </a:cubicBezTo>
                  <a:cubicBezTo>
                    <a:pt x="28339" y="4104"/>
                    <a:pt x="28197" y="4047"/>
                    <a:pt x="28126" y="3933"/>
                  </a:cubicBezTo>
                  <a:cubicBezTo>
                    <a:pt x="27970" y="3791"/>
                    <a:pt x="27857" y="3607"/>
                    <a:pt x="27786" y="3408"/>
                  </a:cubicBezTo>
                  <a:cubicBezTo>
                    <a:pt x="27516" y="3365"/>
                    <a:pt x="27416" y="3124"/>
                    <a:pt x="27232" y="2982"/>
                  </a:cubicBezTo>
                  <a:lnTo>
                    <a:pt x="27133" y="2854"/>
                  </a:lnTo>
                  <a:cubicBezTo>
                    <a:pt x="26962" y="2741"/>
                    <a:pt x="26806" y="2613"/>
                    <a:pt x="26636" y="2499"/>
                  </a:cubicBezTo>
                  <a:cubicBezTo>
                    <a:pt x="26508" y="2414"/>
                    <a:pt x="26352" y="2357"/>
                    <a:pt x="26281" y="2201"/>
                  </a:cubicBezTo>
                  <a:cubicBezTo>
                    <a:pt x="26153" y="2102"/>
                    <a:pt x="26025" y="2002"/>
                    <a:pt x="25912" y="1889"/>
                  </a:cubicBezTo>
                  <a:cubicBezTo>
                    <a:pt x="25812" y="1789"/>
                    <a:pt x="25656" y="1747"/>
                    <a:pt x="25514" y="1761"/>
                  </a:cubicBezTo>
                  <a:cubicBezTo>
                    <a:pt x="25500" y="1732"/>
                    <a:pt x="25500" y="1704"/>
                    <a:pt x="25500" y="1676"/>
                  </a:cubicBezTo>
                  <a:cubicBezTo>
                    <a:pt x="25471" y="1690"/>
                    <a:pt x="25429" y="1676"/>
                    <a:pt x="25400" y="1661"/>
                  </a:cubicBezTo>
                  <a:lnTo>
                    <a:pt x="25187" y="1448"/>
                  </a:lnTo>
                  <a:cubicBezTo>
                    <a:pt x="25088" y="1406"/>
                    <a:pt x="25017" y="1335"/>
                    <a:pt x="24974" y="1236"/>
                  </a:cubicBezTo>
                  <a:cubicBezTo>
                    <a:pt x="24889" y="1236"/>
                    <a:pt x="24804" y="1179"/>
                    <a:pt x="24761" y="1108"/>
                  </a:cubicBezTo>
                  <a:lnTo>
                    <a:pt x="24435" y="1108"/>
                  </a:lnTo>
                  <a:cubicBezTo>
                    <a:pt x="24435" y="1051"/>
                    <a:pt x="24435" y="980"/>
                    <a:pt x="24421" y="909"/>
                  </a:cubicBezTo>
                  <a:cubicBezTo>
                    <a:pt x="24392" y="909"/>
                    <a:pt x="24364" y="909"/>
                    <a:pt x="24336" y="909"/>
                  </a:cubicBezTo>
                  <a:cubicBezTo>
                    <a:pt x="24179" y="1008"/>
                    <a:pt x="24151" y="994"/>
                    <a:pt x="24108" y="795"/>
                  </a:cubicBezTo>
                  <a:lnTo>
                    <a:pt x="23924" y="795"/>
                  </a:lnTo>
                  <a:cubicBezTo>
                    <a:pt x="23924" y="753"/>
                    <a:pt x="23910" y="710"/>
                    <a:pt x="23881" y="682"/>
                  </a:cubicBezTo>
                  <a:lnTo>
                    <a:pt x="23881" y="682"/>
                  </a:lnTo>
                  <a:cubicBezTo>
                    <a:pt x="23824" y="625"/>
                    <a:pt x="23725" y="639"/>
                    <a:pt x="23668" y="582"/>
                  </a:cubicBezTo>
                  <a:cubicBezTo>
                    <a:pt x="23626" y="582"/>
                    <a:pt x="23597" y="582"/>
                    <a:pt x="23569" y="582"/>
                  </a:cubicBezTo>
                  <a:cubicBezTo>
                    <a:pt x="23526" y="540"/>
                    <a:pt x="23484" y="511"/>
                    <a:pt x="23441" y="483"/>
                  </a:cubicBezTo>
                  <a:cubicBezTo>
                    <a:pt x="23413" y="483"/>
                    <a:pt x="23370" y="483"/>
                    <a:pt x="23342" y="483"/>
                  </a:cubicBezTo>
                  <a:cubicBezTo>
                    <a:pt x="23228" y="369"/>
                    <a:pt x="23043" y="497"/>
                    <a:pt x="22916" y="369"/>
                  </a:cubicBezTo>
                  <a:lnTo>
                    <a:pt x="22916" y="369"/>
                  </a:lnTo>
                  <a:cubicBezTo>
                    <a:pt x="22873" y="341"/>
                    <a:pt x="22845" y="298"/>
                    <a:pt x="22802" y="270"/>
                  </a:cubicBezTo>
                  <a:cubicBezTo>
                    <a:pt x="22774" y="270"/>
                    <a:pt x="22731" y="270"/>
                    <a:pt x="22703" y="270"/>
                  </a:cubicBezTo>
                  <a:lnTo>
                    <a:pt x="22589" y="171"/>
                  </a:lnTo>
                  <a:lnTo>
                    <a:pt x="22589" y="171"/>
                  </a:lnTo>
                  <a:cubicBezTo>
                    <a:pt x="22461" y="85"/>
                    <a:pt x="22305" y="43"/>
                    <a:pt x="22163" y="57"/>
                  </a:cubicBezTo>
                  <a:cubicBezTo>
                    <a:pt x="22121" y="156"/>
                    <a:pt x="22035" y="227"/>
                    <a:pt x="21936" y="270"/>
                  </a:cubicBezTo>
                  <a:cubicBezTo>
                    <a:pt x="21893" y="242"/>
                    <a:pt x="21851" y="227"/>
                    <a:pt x="21794" y="213"/>
                  </a:cubicBezTo>
                  <a:cubicBezTo>
                    <a:pt x="21283" y="156"/>
                    <a:pt x="20772" y="156"/>
                    <a:pt x="20275" y="57"/>
                  </a:cubicBezTo>
                  <a:cubicBezTo>
                    <a:pt x="20218" y="29"/>
                    <a:pt x="20161" y="29"/>
                    <a:pt x="20119" y="57"/>
                  </a:cubicBezTo>
                  <a:cubicBezTo>
                    <a:pt x="19877" y="213"/>
                    <a:pt x="19664" y="71"/>
                    <a:pt x="19451" y="29"/>
                  </a:cubicBezTo>
                  <a:cubicBezTo>
                    <a:pt x="19281" y="0"/>
                    <a:pt x="19111" y="0"/>
                    <a:pt x="18940" y="29"/>
                  </a:cubicBezTo>
                  <a:cubicBezTo>
                    <a:pt x="18429" y="128"/>
                    <a:pt x="17904" y="171"/>
                    <a:pt x="17393" y="171"/>
                  </a:cubicBezTo>
                  <a:cubicBezTo>
                    <a:pt x="17123" y="142"/>
                    <a:pt x="16853" y="171"/>
                    <a:pt x="16583" y="242"/>
                  </a:cubicBezTo>
                  <a:cubicBezTo>
                    <a:pt x="16314" y="313"/>
                    <a:pt x="16030" y="355"/>
                    <a:pt x="15746" y="369"/>
                  </a:cubicBezTo>
                  <a:cubicBezTo>
                    <a:pt x="15348" y="412"/>
                    <a:pt x="14965" y="455"/>
                    <a:pt x="14581" y="497"/>
                  </a:cubicBezTo>
                  <a:cubicBezTo>
                    <a:pt x="14539" y="497"/>
                    <a:pt x="14496" y="554"/>
                    <a:pt x="14454" y="597"/>
                  </a:cubicBezTo>
                  <a:lnTo>
                    <a:pt x="14454" y="597"/>
                  </a:lnTo>
                  <a:cubicBezTo>
                    <a:pt x="14340" y="597"/>
                    <a:pt x="14212" y="625"/>
                    <a:pt x="14127" y="497"/>
                  </a:cubicBezTo>
                  <a:lnTo>
                    <a:pt x="14042" y="497"/>
                  </a:lnTo>
                  <a:lnTo>
                    <a:pt x="13928" y="597"/>
                  </a:lnTo>
                  <a:cubicBezTo>
                    <a:pt x="13886" y="639"/>
                    <a:pt x="13843" y="682"/>
                    <a:pt x="13801" y="696"/>
                  </a:cubicBezTo>
                  <a:cubicBezTo>
                    <a:pt x="13233" y="767"/>
                    <a:pt x="12693" y="895"/>
                    <a:pt x="12154" y="1079"/>
                  </a:cubicBezTo>
                  <a:cubicBezTo>
                    <a:pt x="11898" y="1193"/>
                    <a:pt x="11614" y="1250"/>
                    <a:pt x="11330" y="1250"/>
                  </a:cubicBezTo>
                  <a:cubicBezTo>
                    <a:pt x="11330" y="1292"/>
                    <a:pt x="11316" y="1307"/>
                    <a:pt x="11316" y="1349"/>
                  </a:cubicBezTo>
                  <a:lnTo>
                    <a:pt x="11103" y="1363"/>
                  </a:lnTo>
                  <a:lnTo>
                    <a:pt x="10862" y="1534"/>
                  </a:lnTo>
                  <a:cubicBezTo>
                    <a:pt x="10734" y="1534"/>
                    <a:pt x="10620" y="1576"/>
                    <a:pt x="10521" y="1661"/>
                  </a:cubicBezTo>
                  <a:cubicBezTo>
                    <a:pt x="10421" y="1747"/>
                    <a:pt x="10279" y="1789"/>
                    <a:pt x="10137" y="1789"/>
                  </a:cubicBezTo>
                  <a:cubicBezTo>
                    <a:pt x="10123" y="1818"/>
                    <a:pt x="10123" y="1860"/>
                    <a:pt x="10137" y="1889"/>
                  </a:cubicBezTo>
                  <a:cubicBezTo>
                    <a:pt x="9924" y="2045"/>
                    <a:pt x="9626" y="2073"/>
                    <a:pt x="9470" y="2315"/>
                  </a:cubicBezTo>
                  <a:cubicBezTo>
                    <a:pt x="9399" y="2357"/>
                    <a:pt x="9342" y="2400"/>
                    <a:pt x="9271" y="2442"/>
                  </a:cubicBezTo>
                  <a:cubicBezTo>
                    <a:pt x="9186" y="2542"/>
                    <a:pt x="9101" y="2627"/>
                    <a:pt x="9030" y="2726"/>
                  </a:cubicBezTo>
                  <a:lnTo>
                    <a:pt x="9030" y="2726"/>
                  </a:lnTo>
                  <a:cubicBezTo>
                    <a:pt x="8916" y="2769"/>
                    <a:pt x="8803" y="2812"/>
                    <a:pt x="8703" y="2897"/>
                  </a:cubicBezTo>
                  <a:cubicBezTo>
                    <a:pt x="8533" y="2996"/>
                    <a:pt x="8405" y="3181"/>
                    <a:pt x="8178" y="3195"/>
                  </a:cubicBezTo>
                  <a:cubicBezTo>
                    <a:pt x="8121" y="3308"/>
                    <a:pt x="7994" y="3394"/>
                    <a:pt x="7866" y="3422"/>
                  </a:cubicBezTo>
                  <a:cubicBezTo>
                    <a:pt x="7866" y="3450"/>
                    <a:pt x="7866" y="3479"/>
                    <a:pt x="7866" y="3521"/>
                  </a:cubicBezTo>
                  <a:lnTo>
                    <a:pt x="7724" y="3706"/>
                  </a:lnTo>
                  <a:lnTo>
                    <a:pt x="7724" y="3706"/>
                  </a:lnTo>
                  <a:lnTo>
                    <a:pt x="7610" y="3820"/>
                  </a:lnTo>
                  <a:lnTo>
                    <a:pt x="7639" y="3848"/>
                  </a:lnTo>
                  <a:lnTo>
                    <a:pt x="7639" y="3848"/>
                  </a:lnTo>
                  <a:lnTo>
                    <a:pt x="7624" y="3805"/>
                  </a:lnTo>
                  <a:cubicBezTo>
                    <a:pt x="7582" y="3848"/>
                    <a:pt x="7553" y="3876"/>
                    <a:pt x="7511" y="3919"/>
                  </a:cubicBezTo>
                  <a:cubicBezTo>
                    <a:pt x="7213" y="4047"/>
                    <a:pt x="6986" y="4274"/>
                    <a:pt x="6858" y="4572"/>
                  </a:cubicBezTo>
                  <a:lnTo>
                    <a:pt x="6687" y="4615"/>
                  </a:lnTo>
                  <a:cubicBezTo>
                    <a:pt x="6673" y="4671"/>
                    <a:pt x="6659" y="4728"/>
                    <a:pt x="6645" y="4785"/>
                  </a:cubicBezTo>
                  <a:lnTo>
                    <a:pt x="6673" y="4813"/>
                  </a:lnTo>
                  <a:lnTo>
                    <a:pt x="6673" y="4813"/>
                  </a:lnTo>
                  <a:lnTo>
                    <a:pt x="6645" y="4785"/>
                  </a:lnTo>
                  <a:cubicBezTo>
                    <a:pt x="6588" y="4799"/>
                    <a:pt x="6545" y="4842"/>
                    <a:pt x="6531" y="4884"/>
                  </a:cubicBezTo>
                  <a:cubicBezTo>
                    <a:pt x="6418" y="4913"/>
                    <a:pt x="6332" y="4970"/>
                    <a:pt x="6261" y="5055"/>
                  </a:cubicBezTo>
                  <a:cubicBezTo>
                    <a:pt x="5963" y="5396"/>
                    <a:pt x="5637" y="5722"/>
                    <a:pt x="5268" y="6006"/>
                  </a:cubicBezTo>
                  <a:cubicBezTo>
                    <a:pt x="4984" y="6191"/>
                    <a:pt x="4756" y="6446"/>
                    <a:pt x="4586" y="6744"/>
                  </a:cubicBezTo>
                  <a:cubicBezTo>
                    <a:pt x="4458" y="6872"/>
                    <a:pt x="4345" y="7071"/>
                    <a:pt x="4174" y="7114"/>
                  </a:cubicBezTo>
                  <a:cubicBezTo>
                    <a:pt x="3933" y="7185"/>
                    <a:pt x="3919" y="7440"/>
                    <a:pt x="3734" y="7525"/>
                  </a:cubicBezTo>
                  <a:cubicBezTo>
                    <a:pt x="3706" y="7525"/>
                    <a:pt x="3677" y="7525"/>
                    <a:pt x="3635" y="7525"/>
                  </a:cubicBezTo>
                  <a:cubicBezTo>
                    <a:pt x="3621" y="7639"/>
                    <a:pt x="3550" y="7724"/>
                    <a:pt x="3436" y="7752"/>
                  </a:cubicBezTo>
                  <a:cubicBezTo>
                    <a:pt x="3408" y="7838"/>
                    <a:pt x="3365" y="7923"/>
                    <a:pt x="3322" y="7994"/>
                  </a:cubicBezTo>
                  <a:cubicBezTo>
                    <a:pt x="3067" y="8335"/>
                    <a:pt x="2840" y="8689"/>
                    <a:pt x="2627" y="9059"/>
                  </a:cubicBezTo>
                  <a:cubicBezTo>
                    <a:pt x="2471" y="9371"/>
                    <a:pt x="2258" y="9655"/>
                    <a:pt x="2016" y="9911"/>
                  </a:cubicBezTo>
                  <a:cubicBezTo>
                    <a:pt x="1988" y="10081"/>
                    <a:pt x="1832" y="10237"/>
                    <a:pt x="1903" y="10436"/>
                  </a:cubicBezTo>
                  <a:cubicBezTo>
                    <a:pt x="1817" y="10663"/>
                    <a:pt x="1604" y="10819"/>
                    <a:pt x="1576" y="11075"/>
                  </a:cubicBezTo>
                  <a:cubicBezTo>
                    <a:pt x="1576" y="11089"/>
                    <a:pt x="1505" y="11103"/>
                    <a:pt x="1477" y="11117"/>
                  </a:cubicBezTo>
                  <a:cubicBezTo>
                    <a:pt x="1420" y="11430"/>
                    <a:pt x="1335" y="11742"/>
                    <a:pt x="1235" y="12040"/>
                  </a:cubicBezTo>
                  <a:cubicBezTo>
                    <a:pt x="980" y="12054"/>
                    <a:pt x="1150" y="12310"/>
                    <a:pt x="1022" y="12395"/>
                  </a:cubicBezTo>
                  <a:cubicBezTo>
                    <a:pt x="1037" y="12438"/>
                    <a:pt x="1037" y="12466"/>
                    <a:pt x="1022" y="12495"/>
                  </a:cubicBezTo>
                  <a:cubicBezTo>
                    <a:pt x="966" y="12566"/>
                    <a:pt x="980" y="12651"/>
                    <a:pt x="923" y="12722"/>
                  </a:cubicBezTo>
                  <a:cubicBezTo>
                    <a:pt x="795" y="13133"/>
                    <a:pt x="682" y="13574"/>
                    <a:pt x="611" y="14014"/>
                  </a:cubicBezTo>
                  <a:cubicBezTo>
                    <a:pt x="469" y="14866"/>
                    <a:pt x="0" y="15718"/>
                    <a:pt x="383" y="16626"/>
                  </a:cubicBezTo>
                  <a:lnTo>
                    <a:pt x="383" y="16626"/>
                  </a:lnTo>
                  <a:lnTo>
                    <a:pt x="383" y="16626"/>
                  </a:lnTo>
                  <a:lnTo>
                    <a:pt x="383" y="16626"/>
                  </a:lnTo>
                  <a:cubicBezTo>
                    <a:pt x="383" y="16626"/>
                    <a:pt x="369" y="16640"/>
                    <a:pt x="355" y="16655"/>
                  </a:cubicBezTo>
                  <a:cubicBezTo>
                    <a:pt x="355" y="16683"/>
                    <a:pt x="355" y="16697"/>
                    <a:pt x="383" y="16726"/>
                  </a:cubicBezTo>
                  <a:lnTo>
                    <a:pt x="383" y="16726"/>
                  </a:lnTo>
                  <a:cubicBezTo>
                    <a:pt x="540" y="16896"/>
                    <a:pt x="312" y="17166"/>
                    <a:pt x="554" y="17294"/>
                  </a:cubicBezTo>
                  <a:cubicBezTo>
                    <a:pt x="568" y="17294"/>
                    <a:pt x="582" y="17294"/>
                    <a:pt x="596" y="17279"/>
                  </a:cubicBezTo>
                  <a:cubicBezTo>
                    <a:pt x="582" y="17393"/>
                    <a:pt x="611" y="17521"/>
                    <a:pt x="696" y="17606"/>
                  </a:cubicBezTo>
                  <a:cubicBezTo>
                    <a:pt x="738" y="17876"/>
                    <a:pt x="696" y="18160"/>
                    <a:pt x="596" y="18415"/>
                  </a:cubicBezTo>
                  <a:cubicBezTo>
                    <a:pt x="582" y="18472"/>
                    <a:pt x="582" y="18515"/>
                    <a:pt x="596" y="18571"/>
                  </a:cubicBezTo>
                  <a:cubicBezTo>
                    <a:pt x="568" y="18586"/>
                    <a:pt x="554" y="18600"/>
                    <a:pt x="554" y="18628"/>
                  </a:cubicBezTo>
                  <a:cubicBezTo>
                    <a:pt x="568" y="18799"/>
                    <a:pt x="483" y="18969"/>
                    <a:pt x="611" y="19111"/>
                  </a:cubicBezTo>
                  <a:lnTo>
                    <a:pt x="611" y="19111"/>
                  </a:lnTo>
                  <a:cubicBezTo>
                    <a:pt x="653" y="19338"/>
                    <a:pt x="426" y="19551"/>
                    <a:pt x="611" y="19778"/>
                  </a:cubicBezTo>
                  <a:lnTo>
                    <a:pt x="611" y="19764"/>
                  </a:lnTo>
                  <a:cubicBezTo>
                    <a:pt x="639" y="19807"/>
                    <a:pt x="667" y="19849"/>
                    <a:pt x="710" y="19878"/>
                  </a:cubicBezTo>
                  <a:lnTo>
                    <a:pt x="710" y="19878"/>
                  </a:lnTo>
                  <a:cubicBezTo>
                    <a:pt x="738" y="20133"/>
                    <a:pt x="554" y="20389"/>
                    <a:pt x="710" y="20644"/>
                  </a:cubicBezTo>
                  <a:cubicBezTo>
                    <a:pt x="767" y="20701"/>
                    <a:pt x="753" y="20786"/>
                    <a:pt x="809" y="20857"/>
                  </a:cubicBezTo>
                  <a:cubicBezTo>
                    <a:pt x="824" y="20886"/>
                    <a:pt x="824" y="20914"/>
                    <a:pt x="824" y="20942"/>
                  </a:cubicBezTo>
                  <a:cubicBezTo>
                    <a:pt x="966" y="21226"/>
                    <a:pt x="951" y="21539"/>
                    <a:pt x="1037" y="21837"/>
                  </a:cubicBezTo>
                  <a:cubicBezTo>
                    <a:pt x="1065" y="21851"/>
                    <a:pt x="1093" y="21865"/>
                    <a:pt x="1122" y="21851"/>
                  </a:cubicBezTo>
                  <a:lnTo>
                    <a:pt x="1122" y="21851"/>
                  </a:lnTo>
                  <a:cubicBezTo>
                    <a:pt x="1136" y="21908"/>
                    <a:pt x="1178" y="21936"/>
                    <a:pt x="1235" y="21950"/>
                  </a:cubicBezTo>
                  <a:lnTo>
                    <a:pt x="1235" y="21950"/>
                  </a:lnTo>
                  <a:cubicBezTo>
                    <a:pt x="1249" y="22078"/>
                    <a:pt x="1249" y="22220"/>
                    <a:pt x="1264" y="22348"/>
                  </a:cubicBezTo>
                  <a:lnTo>
                    <a:pt x="1349" y="22376"/>
                  </a:lnTo>
                  <a:lnTo>
                    <a:pt x="1363" y="22575"/>
                  </a:lnTo>
                  <a:lnTo>
                    <a:pt x="1462" y="22689"/>
                  </a:lnTo>
                  <a:cubicBezTo>
                    <a:pt x="1448" y="22774"/>
                    <a:pt x="1477" y="22873"/>
                    <a:pt x="1548" y="22930"/>
                  </a:cubicBezTo>
                  <a:lnTo>
                    <a:pt x="1548" y="22930"/>
                  </a:lnTo>
                  <a:lnTo>
                    <a:pt x="1590" y="23214"/>
                  </a:lnTo>
                  <a:cubicBezTo>
                    <a:pt x="1619" y="23228"/>
                    <a:pt x="1647" y="23228"/>
                    <a:pt x="1675" y="23228"/>
                  </a:cubicBezTo>
                  <a:cubicBezTo>
                    <a:pt x="1690" y="23285"/>
                    <a:pt x="1718" y="23328"/>
                    <a:pt x="1775" y="23356"/>
                  </a:cubicBezTo>
                  <a:cubicBezTo>
                    <a:pt x="1789" y="23413"/>
                    <a:pt x="1789" y="23484"/>
                    <a:pt x="1803" y="23541"/>
                  </a:cubicBezTo>
                  <a:lnTo>
                    <a:pt x="1917" y="23654"/>
                  </a:lnTo>
                  <a:lnTo>
                    <a:pt x="2016" y="23768"/>
                  </a:lnTo>
                  <a:cubicBezTo>
                    <a:pt x="2087" y="23825"/>
                    <a:pt x="2116" y="23910"/>
                    <a:pt x="2116" y="23995"/>
                  </a:cubicBezTo>
                  <a:cubicBezTo>
                    <a:pt x="2229" y="24066"/>
                    <a:pt x="2229" y="24180"/>
                    <a:pt x="2243" y="24307"/>
                  </a:cubicBezTo>
                  <a:lnTo>
                    <a:pt x="2329" y="24322"/>
                  </a:lnTo>
                  <a:cubicBezTo>
                    <a:pt x="2314" y="24364"/>
                    <a:pt x="2314" y="24393"/>
                    <a:pt x="2329" y="24435"/>
                  </a:cubicBezTo>
                  <a:cubicBezTo>
                    <a:pt x="2456" y="24535"/>
                    <a:pt x="2542" y="24691"/>
                    <a:pt x="2542" y="24861"/>
                  </a:cubicBezTo>
                  <a:lnTo>
                    <a:pt x="2726" y="24875"/>
                  </a:lnTo>
                  <a:cubicBezTo>
                    <a:pt x="2896" y="25145"/>
                    <a:pt x="3053" y="25429"/>
                    <a:pt x="3195" y="25727"/>
                  </a:cubicBezTo>
                  <a:cubicBezTo>
                    <a:pt x="3237" y="25741"/>
                    <a:pt x="3280" y="25784"/>
                    <a:pt x="3294" y="25841"/>
                  </a:cubicBezTo>
                  <a:cubicBezTo>
                    <a:pt x="3365" y="25883"/>
                    <a:pt x="3422" y="25969"/>
                    <a:pt x="3408" y="26054"/>
                  </a:cubicBezTo>
                  <a:cubicBezTo>
                    <a:pt x="3564" y="26153"/>
                    <a:pt x="3677" y="26309"/>
                    <a:pt x="3734" y="26480"/>
                  </a:cubicBezTo>
                  <a:lnTo>
                    <a:pt x="3905" y="26607"/>
                  </a:lnTo>
                  <a:cubicBezTo>
                    <a:pt x="3919" y="26650"/>
                    <a:pt x="3933" y="26678"/>
                    <a:pt x="3947" y="26707"/>
                  </a:cubicBezTo>
                  <a:cubicBezTo>
                    <a:pt x="3947" y="26749"/>
                    <a:pt x="3933" y="26778"/>
                    <a:pt x="3933" y="26820"/>
                  </a:cubicBezTo>
                  <a:cubicBezTo>
                    <a:pt x="4075" y="26891"/>
                    <a:pt x="4188" y="27005"/>
                    <a:pt x="4259" y="27133"/>
                  </a:cubicBezTo>
                  <a:cubicBezTo>
                    <a:pt x="4345" y="27190"/>
                    <a:pt x="4387" y="27261"/>
                    <a:pt x="4387" y="27346"/>
                  </a:cubicBezTo>
                  <a:cubicBezTo>
                    <a:pt x="4444" y="27403"/>
                    <a:pt x="4487" y="27474"/>
                    <a:pt x="4487" y="27559"/>
                  </a:cubicBezTo>
                  <a:cubicBezTo>
                    <a:pt x="4529" y="27559"/>
                    <a:pt x="4558" y="27559"/>
                    <a:pt x="4586" y="27559"/>
                  </a:cubicBezTo>
                  <a:lnTo>
                    <a:pt x="4600" y="27658"/>
                  </a:lnTo>
                  <a:lnTo>
                    <a:pt x="4700" y="27772"/>
                  </a:lnTo>
                  <a:lnTo>
                    <a:pt x="4799" y="27899"/>
                  </a:lnTo>
                  <a:lnTo>
                    <a:pt x="4913" y="28013"/>
                  </a:lnTo>
                  <a:cubicBezTo>
                    <a:pt x="5012" y="28041"/>
                    <a:pt x="5097" y="28112"/>
                    <a:pt x="5140" y="28212"/>
                  </a:cubicBezTo>
                  <a:lnTo>
                    <a:pt x="5253" y="28311"/>
                  </a:lnTo>
                  <a:cubicBezTo>
                    <a:pt x="5367" y="28311"/>
                    <a:pt x="5466" y="28411"/>
                    <a:pt x="5466" y="28538"/>
                  </a:cubicBezTo>
                  <a:lnTo>
                    <a:pt x="5580" y="28638"/>
                  </a:lnTo>
                  <a:cubicBezTo>
                    <a:pt x="5665" y="28680"/>
                    <a:pt x="5750" y="28751"/>
                    <a:pt x="5793" y="28851"/>
                  </a:cubicBezTo>
                  <a:lnTo>
                    <a:pt x="5892" y="28964"/>
                  </a:lnTo>
                  <a:lnTo>
                    <a:pt x="6006" y="29064"/>
                  </a:lnTo>
                  <a:cubicBezTo>
                    <a:pt x="6176" y="29092"/>
                    <a:pt x="6318" y="29234"/>
                    <a:pt x="6332" y="29404"/>
                  </a:cubicBezTo>
                  <a:cubicBezTo>
                    <a:pt x="6545" y="29518"/>
                    <a:pt x="6631" y="29759"/>
                    <a:pt x="6858" y="29845"/>
                  </a:cubicBezTo>
                  <a:lnTo>
                    <a:pt x="7213" y="30271"/>
                  </a:lnTo>
                  <a:cubicBezTo>
                    <a:pt x="7340" y="30342"/>
                    <a:pt x="7440" y="30498"/>
                    <a:pt x="7610" y="30512"/>
                  </a:cubicBezTo>
                  <a:lnTo>
                    <a:pt x="7752" y="30696"/>
                  </a:lnTo>
                  <a:cubicBezTo>
                    <a:pt x="7837" y="30696"/>
                    <a:pt x="7923" y="30725"/>
                    <a:pt x="7951" y="30824"/>
                  </a:cubicBezTo>
                  <a:cubicBezTo>
                    <a:pt x="8107" y="30881"/>
                    <a:pt x="8207" y="31037"/>
                    <a:pt x="8377" y="31066"/>
                  </a:cubicBezTo>
                  <a:lnTo>
                    <a:pt x="8377" y="31066"/>
                  </a:lnTo>
                  <a:cubicBezTo>
                    <a:pt x="8434" y="31151"/>
                    <a:pt x="8576" y="31137"/>
                    <a:pt x="8604" y="31250"/>
                  </a:cubicBezTo>
                  <a:lnTo>
                    <a:pt x="8902" y="31264"/>
                  </a:lnTo>
                  <a:lnTo>
                    <a:pt x="8902" y="31264"/>
                  </a:lnTo>
                  <a:cubicBezTo>
                    <a:pt x="9030" y="31492"/>
                    <a:pt x="9229" y="31676"/>
                    <a:pt x="9470" y="31804"/>
                  </a:cubicBezTo>
                  <a:cubicBezTo>
                    <a:pt x="9570" y="31847"/>
                    <a:pt x="9655" y="31918"/>
                    <a:pt x="9697" y="32003"/>
                  </a:cubicBezTo>
                  <a:cubicBezTo>
                    <a:pt x="9797" y="32045"/>
                    <a:pt x="9882" y="32102"/>
                    <a:pt x="9981" y="32130"/>
                  </a:cubicBezTo>
                  <a:cubicBezTo>
                    <a:pt x="10066" y="32159"/>
                    <a:pt x="10123" y="32230"/>
                    <a:pt x="10137" y="32329"/>
                  </a:cubicBezTo>
                  <a:cubicBezTo>
                    <a:pt x="10322" y="32372"/>
                    <a:pt x="10492" y="32414"/>
                    <a:pt x="10677" y="32485"/>
                  </a:cubicBezTo>
                  <a:cubicBezTo>
                    <a:pt x="10720" y="32514"/>
                    <a:pt x="10748" y="32599"/>
                    <a:pt x="10791" y="32642"/>
                  </a:cubicBezTo>
                  <a:lnTo>
                    <a:pt x="11089" y="32670"/>
                  </a:lnTo>
                  <a:lnTo>
                    <a:pt x="11089" y="32670"/>
                  </a:lnTo>
                  <a:lnTo>
                    <a:pt x="11089" y="32784"/>
                  </a:lnTo>
                  <a:lnTo>
                    <a:pt x="11202" y="32784"/>
                  </a:lnTo>
                  <a:lnTo>
                    <a:pt x="11202" y="32784"/>
                  </a:lnTo>
                  <a:cubicBezTo>
                    <a:pt x="11231" y="32784"/>
                    <a:pt x="11259" y="32798"/>
                    <a:pt x="11302" y="32798"/>
                  </a:cubicBezTo>
                  <a:cubicBezTo>
                    <a:pt x="11344" y="32869"/>
                    <a:pt x="11415" y="32911"/>
                    <a:pt x="11515" y="32911"/>
                  </a:cubicBezTo>
                  <a:lnTo>
                    <a:pt x="11515" y="32911"/>
                  </a:lnTo>
                  <a:cubicBezTo>
                    <a:pt x="11515" y="32940"/>
                    <a:pt x="11515" y="32968"/>
                    <a:pt x="11529" y="32997"/>
                  </a:cubicBezTo>
                  <a:cubicBezTo>
                    <a:pt x="11756" y="33082"/>
                    <a:pt x="12012" y="33124"/>
                    <a:pt x="12253" y="33110"/>
                  </a:cubicBezTo>
                  <a:cubicBezTo>
                    <a:pt x="12253" y="33110"/>
                    <a:pt x="12253" y="33124"/>
                    <a:pt x="12253" y="33139"/>
                  </a:cubicBezTo>
                  <a:cubicBezTo>
                    <a:pt x="12253" y="33167"/>
                    <a:pt x="12267" y="33195"/>
                    <a:pt x="12281" y="33224"/>
                  </a:cubicBezTo>
                  <a:lnTo>
                    <a:pt x="12281" y="33224"/>
                  </a:lnTo>
                  <a:cubicBezTo>
                    <a:pt x="12324" y="33252"/>
                    <a:pt x="12352" y="33295"/>
                    <a:pt x="12395" y="33323"/>
                  </a:cubicBezTo>
                  <a:lnTo>
                    <a:pt x="12395" y="33323"/>
                  </a:lnTo>
                  <a:cubicBezTo>
                    <a:pt x="12452" y="33394"/>
                    <a:pt x="12551" y="33366"/>
                    <a:pt x="12622" y="33437"/>
                  </a:cubicBezTo>
                  <a:lnTo>
                    <a:pt x="12835" y="33437"/>
                  </a:lnTo>
                  <a:lnTo>
                    <a:pt x="13062" y="33423"/>
                  </a:lnTo>
                  <a:lnTo>
                    <a:pt x="13105" y="33423"/>
                  </a:lnTo>
                  <a:lnTo>
                    <a:pt x="13147" y="33423"/>
                  </a:lnTo>
                  <a:lnTo>
                    <a:pt x="13147" y="33423"/>
                  </a:lnTo>
                  <a:cubicBezTo>
                    <a:pt x="13304" y="33479"/>
                    <a:pt x="13446" y="33550"/>
                    <a:pt x="13602" y="33593"/>
                  </a:cubicBezTo>
                  <a:cubicBezTo>
                    <a:pt x="13772" y="33650"/>
                    <a:pt x="13943" y="33664"/>
                    <a:pt x="14127" y="33635"/>
                  </a:cubicBezTo>
                  <a:cubicBezTo>
                    <a:pt x="14198" y="33621"/>
                    <a:pt x="14255" y="33579"/>
                    <a:pt x="14283" y="33508"/>
                  </a:cubicBezTo>
                  <a:cubicBezTo>
                    <a:pt x="14312" y="33437"/>
                    <a:pt x="14212" y="33323"/>
                    <a:pt x="14354" y="33281"/>
                  </a:cubicBezTo>
                  <a:lnTo>
                    <a:pt x="14979" y="33550"/>
                  </a:lnTo>
                  <a:cubicBezTo>
                    <a:pt x="14979" y="33607"/>
                    <a:pt x="15007" y="33664"/>
                    <a:pt x="15078" y="33692"/>
                  </a:cubicBezTo>
                  <a:cubicBezTo>
                    <a:pt x="15419" y="33848"/>
                    <a:pt x="15817" y="33919"/>
                    <a:pt x="16200" y="33863"/>
                  </a:cubicBezTo>
                  <a:lnTo>
                    <a:pt x="16200" y="33863"/>
                  </a:lnTo>
                  <a:cubicBezTo>
                    <a:pt x="16527" y="34033"/>
                    <a:pt x="16853" y="33919"/>
                    <a:pt x="17180" y="33863"/>
                  </a:cubicBezTo>
                  <a:lnTo>
                    <a:pt x="17222" y="33863"/>
                  </a:lnTo>
                  <a:lnTo>
                    <a:pt x="17265" y="33877"/>
                  </a:lnTo>
                  <a:cubicBezTo>
                    <a:pt x="17393" y="33763"/>
                    <a:pt x="17591" y="33891"/>
                    <a:pt x="17719" y="33763"/>
                  </a:cubicBezTo>
                  <a:lnTo>
                    <a:pt x="17719" y="33763"/>
                  </a:lnTo>
                  <a:cubicBezTo>
                    <a:pt x="17776" y="33721"/>
                    <a:pt x="17890" y="33735"/>
                    <a:pt x="17946" y="33678"/>
                  </a:cubicBezTo>
                  <a:cubicBezTo>
                    <a:pt x="18188" y="33806"/>
                    <a:pt x="18415" y="33863"/>
                    <a:pt x="18656" y="33635"/>
                  </a:cubicBezTo>
                  <a:cubicBezTo>
                    <a:pt x="18685" y="33607"/>
                    <a:pt x="18756" y="33593"/>
                    <a:pt x="18798" y="33579"/>
                  </a:cubicBezTo>
                  <a:cubicBezTo>
                    <a:pt x="18827" y="33593"/>
                    <a:pt x="18869" y="33635"/>
                    <a:pt x="18883" y="33635"/>
                  </a:cubicBezTo>
                  <a:cubicBezTo>
                    <a:pt x="19224" y="33493"/>
                    <a:pt x="19608" y="33423"/>
                    <a:pt x="19977" y="33423"/>
                  </a:cubicBezTo>
                  <a:cubicBezTo>
                    <a:pt x="20034" y="33408"/>
                    <a:pt x="20076" y="33394"/>
                    <a:pt x="20119" y="33352"/>
                  </a:cubicBezTo>
                  <a:cubicBezTo>
                    <a:pt x="20218" y="33394"/>
                    <a:pt x="20289" y="33550"/>
                    <a:pt x="20431" y="33408"/>
                  </a:cubicBezTo>
                  <a:cubicBezTo>
                    <a:pt x="20545" y="33323"/>
                    <a:pt x="20672" y="33266"/>
                    <a:pt x="20814" y="33281"/>
                  </a:cubicBezTo>
                  <a:cubicBezTo>
                    <a:pt x="20956" y="33295"/>
                    <a:pt x="21098" y="33238"/>
                    <a:pt x="21198" y="33124"/>
                  </a:cubicBezTo>
                  <a:lnTo>
                    <a:pt x="21198" y="33124"/>
                  </a:lnTo>
                  <a:cubicBezTo>
                    <a:pt x="21297" y="33110"/>
                    <a:pt x="21411" y="33238"/>
                    <a:pt x="21524" y="33124"/>
                  </a:cubicBezTo>
                  <a:lnTo>
                    <a:pt x="21737" y="33124"/>
                  </a:lnTo>
                  <a:lnTo>
                    <a:pt x="21950" y="33110"/>
                  </a:lnTo>
                  <a:cubicBezTo>
                    <a:pt x="22007" y="33181"/>
                    <a:pt x="22121" y="33167"/>
                    <a:pt x="22163" y="33096"/>
                  </a:cubicBezTo>
                  <a:cubicBezTo>
                    <a:pt x="22163" y="33068"/>
                    <a:pt x="22163" y="33039"/>
                    <a:pt x="22163" y="32997"/>
                  </a:cubicBezTo>
                  <a:cubicBezTo>
                    <a:pt x="22319" y="32869"/>
                    <a:pt x="22547" y="33025"/>
                    <a:pt x="22703" y="32897"/>
                  </a:cubicBezTo>
                  <a:lnTo>
                    <a:pt x="22703" y="32897"/>
                  </a:lnTo>
                  <a:cubicBezTo>
                    <a:pt x="22760" y="32826"/>
                    <a:pt x="22859" y="32855"/>
                    <a:pt x="22916" y="32769"/>
                  </a:cubicBezTo>
                  <a:cubicBezTo>
                    <a:pt x="22916" y="32741"/>
                    <a:pt x="22916" y="32698"/>
                    <a:pt x="22930" y="32670"/>
                  </a:cubicBezTo>
                  <a:cubicBezTo>
                    <a:pt x="22958" y="32642"/>
                    <a:pt x="23015" y="32642"/>
                    <a:pt x="23043" y="32670"/>
                  </a:cubicBezTo>
                  <a:lnTo>
                    <a:pt x="23086" y="32670"/>
                  </a:lnTo>
                  <a:lnTo>
                    <a:pt x="23143" y="32670"/>
                  </a:lnTo>
                  <a:cubicBezTo>
                    <a:pt x="23157" y="32713"/>
                    <a:pt x="23214" y="32713"/>
                    <a:pt x="23242" y="32670"/>
                  </a:cubicBezTo>
                  <a:lnTo>
                    <a:pt x="23242" y="32670"/>
                  </a:lnTo>
                  <a:cubicBezTo>
                    <a:pt x="23299" y="32613"/>
                    <a:pt x="23413" y="32627"/>
                    <a:pt x="23455" y="32556"/>
                  </a:cubicBezTo>
                  <a:cubicBezTo>
                    <a:pt x="23455" y="32514"/>
                    <a:pt x="23455" y="32485"/>
                    <a:pt x="23469" y="32457"/>
                  </a:cubicBezTo>
                  <a:cubicBezTo>
                    <a:pt x="23512" y="32414"/>
                    <a:pt x="23526" y="32343"/>
                    <a:pt x="23512" y="32287"/>
                  </a:cubicBezTo>
                  <a:cubicBezTo>
                    <a:pt x="23555" y="32329"/>
                    <a:pt x="23583" y="32400"/>
                    <a:pt x="23583" y="32457"/>
                  </a:cubicBezTo>
                  <a:lnTo>
                    <a:pt x="23782" y="32457"/>
                  </a:lnTo>
                  <a:cubicBezTo>
                    <a:pt x="23782" y="32343"/>
                    <a:pt x="23881" y="32244"/>
                    <a:pt x="24009" y="32258"/>
                  </a:cubicBezTo>
                  <a:cubicBezTo>
                    <a:pt x="24009" y="32216"/>
                    <a:pt x="24009" y="32173"/>
                    <a:pt x="24009" y="32145"/>
                  </a:cubicBezTo>
                  <a:cubicBezTo>
                    <a:pt x="24094" y="32088"/>
                    <a:pt x="24194" y="32045"/>
                    <a:pt x="24222" y="31932"/>
                  </a:cubicBezTo>
                  <a:lnTo>
                    <a:pt x="24222" y="31932"/>
                  </a:lnTo>
                  <a:cubicBezTo>
                    <a:pt x="24336" y="31832"/>
                    <a:pt x="24421" y="31903"/>
                    <a:pt x="24506" y="31974"/>
                  </a:cubicBezTo>
                  <a:cubicBezTo>
                    <a:pt x="24676" y="31832"/>
                    <a:pt x="24903" y="31932"/>
                    <a:pt x="25088" y="31804"/>
                  </a:cubicBezTo>
                  <a:cubicBezTo>
                    <a:pt x="25088" y="31776"/>
                    <a:pt x="25088" y="31747"/>
                    <a:pt x="25102" y="31719"/>
                  </a:cubicBezTo>
                  <a:lnTo>
                    <a:pt x="25301" y="31719"/>
                  </a:lnTo>
                  <a:lnTo>
                    <a:pt x="25301" y="31619"/>
                  </a:lnTo>
                  <a:lnTo>
                    <a:pt x="25301" y="31619"/>
                  </a:lnTo>
                  <a:lnTo>
                    <a:pt x="25301" y="31619"/>
                  </a:lnTo>
                  <a:cubicBezTo>
                    <a:pt x="25344" y="31634"/>
                    <a:pt x="25372" y="31634"/>
                    <a:pt x="25415" y="31619"/>
                  </a:cubicBezTo>
                  <a:cubicBezTo>
                    <a:pt x="25457" y="31534"/>
                    <a:pt x="25528" y="31492"/>
                    <a:pt x="25628" y="31506"/>
                  </a:cubicBezTo>
                  <a:cubicBezTo>
                    <a:pt x="25670" y="31463"/>
                    <a:pt x="25741" y="31435"/>
                    <a:pt x="25798" y="31406"/>
                  </a:cubicBezTo>
                  <a:lnTo>
                    <a:pt x="25826" y="31392"/>
                  </a:lnTo>
                  <a:lnTo>
                    <a:pt x="26053" y="31392"/>
                  </a:lnTo>
                  <a:lnTo>
                    <a:pt x="26053" y="31321"/>
                  </a:lnTo>
                  <a:cubicBezTo>
                    <a:pt x="26082" y="31335"/>
                    <a:pt x="26124" y="31335"/>
                    <a:pt x="26153" y="31293"/>
                  </a:cubicBezTo>
                  <a:lnTo>
                    <a:pt x="26153" y="31293"/>
                  </a:lnTo>
                  <a:cubicBezTo>
                    <a:pt x="26181" y="31264"/>
                    <a:pt x="26195" y="31236"/>
                    <a:pt x="26210" y="31208"/>
                  </a:cubicBezTo>
                  <a:cubicBezTo>
                    <a:pt x="26210" y="31208"/>
                    <a:pt x="26224" y="31193"/>
                    <a:pt x="26224" y="31193"/>
                  </a:cubicBezTo>
                  <a:lnTo>
                    <a:pt x="26266" y="31193"/>
                  </a:lnTo>
                  <a:lnTo>
                    <a:pt x="26266" y="31137"/>
                  </a:lnTo>
                  <a:lnTo>
                    <a:pt x="26281" y="31122"/>
                  </a:lnTo>
                  <a:lnTo>
                    <a:pt x="26309" y="31094"/>
                  </a:lnTo>
                  <a:lnTo>
                    <a:pt x="26323" y="31080"/>
                  </a:lnTo>
                  <a:lnTo>
                    <a:pt x="26380" y="31080"/>
                  </a:lnTo>
                  <a:lnTo>
                    <a:pt x="26380" y="31051"/>
                  </a:lnTo>
                  <a:lnTo>
                    <a:pt x="26394" y="31023"/>
                  </a:lnTo>
                  <a:cubicBezTo>
                    <a:pt x="26423" y="31023"/>
                    <a:pt x="26465" y="30995"/>
                    <a:pt x="26479" y="30980"/>
                  </a:cubicBezTo>
                  <a:lnTo>
                    <a:pt x="26522" y="30980"/>
                  </a:lnTo>
                  <a:lnTo>
                    <a:pt x="26579" y="30980"/>
                  </a:lnTo>
                  <a:cubicBezTo>
                    <a:pt x="26621" y="30952"/>
                    <a:pt x="26621" y="30867"/>
                    <a:pt x="26707" y="30867"/>
                  </a:cubicBezTo>
                  <a:lnTo>
                    <a:pt x="26806" y="30867"/>
                  </a:lnTo>
                  <a:cubicBezTo>
                    <a:pt x="26834" y="30838"/>
                    <a:pt x="26877" y="30796"/>
                    <a:pt x="26920" y="30753"/>
                  </a:cubicBezTo>
                  <a:cubicBezTo>
                    <a:pt x="26920" y="30725"/>
                    <a:pt x="26920" y="30696"/>
                    <a:pt x="26920" y="30668"/>
                  </a:cubicBezTo>
                  <a:cubicBezTo>
                    <a:pt x="26863" y="30554"/>
                    <a:pt x="26735" y="30640"/>
                    <a:pt x="26692" y="30569"/>
                  </a:cubicBezTo>
                  <a:cubicBezTo>
                    <a:pt x="26849" y="30597"/>
                    <a:pt x="26991" y="30484"/>
                    <a:pt x="27133" y="30441"/>
                  </a:cubicBezTo>
                  <a:cubicBezTo>
                    <a:pt x="27260" y="30441"/>
                    <a:pt x="27260" y="30086"/>
                    <a:pt x="27459" y="30327"/>
                  </a:cubicBezTo>
                  <a:lnTo>
                    <a:pt x="27459" y="30327"/>
                  </a:lnTo>
                  <a:cubicBezTo>
                    <a:pt x="27502" y="30285"/>
                    <a:pt x="27530" y="30256"/>
                    <a:pt x="27573" y="30214"/>
                  </a:cubicBezTo>
                  <a:cubicBezTo>
                    <a:pt x="27573" y="30185"/>
                    <a:pt x="27573" y="30143"/>
                    <a:pt x="27573" y="30114"/>
                  </a:cubicBezTo>
                  <a:cubicBezTo>
                    <a:pt x="27629" y="30043"/>
                    <a:pt x="27729" y="30072"/>
                    <a:pt x="27786" y="30001"/>
                  </a:cubicBezTo>
                  <a:lnTo>
                    <a:pt x="27786" y="29788"/>
                  </a:lnTo>
                  <a:cubicBezTo>
                    <a:pt x="27899" y="29717"/>
                    <a:pt x="28084" y="29703"/>
                    <a:pt x="28041" y="29490"/>
                  </a:cubicBezTo>
                  <a:cubicBezTo>
                    <a:pt x="28070" y="29490"/>
                    <a:pt x="28084" y="29490"/>
                    <a:pt x="28098" y="29461"/>
                  </a:cubicBezTo>
                  <a:lnTo>
                    <a:pt x="28098" y="29461"/>
                  </a:lnTo>
                  <a:cubicBezTo>
                    <a:pt x="28141" y="29419"/>
                    <a:pt x="28169" y="29376"/>
                    <a:pt x="28212" y="29348"/>
                  </a:cubicBezTo>
                  <a:lnTo>
                    <a:pt x="28212" y="29248"/>
                  </a:lnTo>
                  <a:cubicBezTo>
                    <a:pt x="28254" y="29206"/>
                    <a:pt x="28283" y="29163"/>
                    <a:pt x="28311" y="29135"/>
                  </a:cubicBezTo>
                  <a:lnTo>
                    <a:pt x="28311" y="29021"/>
                  </a:lnTo>
                  <a:cubicBezTo>
                    <a:pt x="28339" y="28993"/>
                    <a:pt x="28354" y="28950"/>
                    <a:pt x="28325" y="28908"/>
                  </a:cubicBezTo>
                  <a:cubicBezTo>
                    <a:pt x="28410" y="28865"/>
                    <a:pt x="28410" y="28879"/>
                    <a:pt x="28425" y="29021"/>
                  </a:cubicBezTo>
                  <a:lnTo>
                    <a:pt x="28638" y="29021"/>
                  </a:lnTo>
                  <a:cubicBezTo>
                    <a:pt x="28822" y="28922"/>
                    <a:pt x="28879" y="28680"/>
                    <a:pt x="29078" y="28595"/>
                  </a:cubicBezTo>
                  <a:cubicBezTo>
                    <a:pt x="29063" y="28496"/>
                    <a:pt x="29106" y="28425"/>
                    <a:pt x="29177" y="28368"/>
                  </a:cubicBezTo>
                  <a:cubicBezTo>
                    <a:pt x="29163" y="28283"/>
                    <a:pt x="29205" y="28198"/>
                    <a:pt x="29291" y="28155"/>
                  </a:cubicBezTo>
                  <a:lnTo>
                    <a:pt x="29291" y="28056"/>
                  </a:lnTo>
                  <a:lnTo>
                    <a:pt x="29489" y="28027"/>
                  </a:lnTo>
                  <a:cubicBezTo>
                    <a:pt x="29461" y="27857"/>
                    <a:pt x="29560" y="27686"/>
                    <a:pt x="29717" y="27615"/>
                  </a:cubicBezTo>
                  <a:cubicBezTo>
                    <a:pt x="29717" y="27488"/>
                    <a:pt x="29702" y="27360"/>
                    <a:pt x="29830" y="27289"/>
                  </a:cubicBezTo>
                  <a:cubicBezTo>
                    <a:pt x="29859" y="27246"/>
                    <a:pt x="29887" y="27218"/>
                    <a:pt x="29930" y="27175"/>
                  </a:cubicBezTo>
                  <a:cubicBezTo>
                    <a:pt x="29944" y="27048"/>
                    <a:pt x="29986" y="26991"/>
                    <a:pt x="30128" y="27005"/>
                  </a:cubicBezTo>
                  <a:cubicBezTo>
                    <a:pt x="30313" y="27005"/>
                    <a:pt x="30341" y="26962"/>
                    <a:pt x="30285" y="26835"/>
                  </a:cubicBezTo>
                  <a:cubicBezTo>
                    <a:pt x="30228" y="26707"/>
                    <a:pt x="30199" y="26664"/>
                    <a:pt x="30355" y="26622"/>
                  </a:cubicBezTo>
                  <a:cubicBezTo>
                    <a:pt x="30469" y="26593"/>
                    <a:pt x="30483" y="26494"/>
                    <a:pt x="30455" y="26409"/>
                  </a:cubicBezTo>
                  <a:cubicBezTo>
                    <a:pt x="30441" y="26338"/>
                    <a:pt x="30412" y="26281"/>
                    <a:pt x="30384" y="26210"/>
                  </a:cubicBezTo>
                  <a:lnTo>
                    <a:pt x="30583" y="26210"/>
                  </a:lnTo>
                  <a:lnTo>
                    <a:pt x="31009" y="26309"/>
                  </a:lnTo>
                  <a:lnTo>
                    <a:pt x="31009" y="26111"/>
                  </a:lnTo>
                  <a:cubicBezTo>
                    <a:pt x="31009" y="26111"/>
                    <a:pt x="30994" y="26096"/>
                    <a:pt x="30980" y="26068"/>
                  </a:cubicBezTo>
                  <a:cubicBezTo>
                    <a:pt x="30980" y="26040"/>
                    <a:pt x="30994" y="26011"/>
                    <a:pt x="31009" y="25997"/>
                  </a:cubicBezTo>
                  <a:lnTo>
                    <a:pt x="31009" y="25997"/>
                  </a:lnTo>
                  <a:cubicBezTo>
                    <a:pt x="31051" y="25969"/>
                    <a:pt x="31065" y="25926"/>
                    <a:pt x="31065" y="25869"/>
                  </a:cubicBezTo>
                  <a:cubicBezTo>
                    <a:pt x="31108" y="25898"/>
                    <a:pt x="31165" y="25940"/>
                    <a:pt x="31222" y="25869"/>
                  </a:cubicBezTo>
                  <a:cubicBezTo>
                    <a:pt x="31222" y="25841"/>
                    <a:pt x="31222" y="25812"/>
                    <a:pt x="31222" y="25784"/>
                  </a:cubicBezTo>
                  <a:cubicBezTo>
                    <a:pt x="31406" y="25670"/>
                    <a:pt x="31392" y="25358"/>
                    <a:pt x="31648" y="25330"/>
                  </a:cubicBezTo>
                  <a:cubicBezTo>
                    <a:pt x="31648" y="25301"/>
                    <a:pt x="31648" y="25273"/>
                    <a:pt x="31648" y="25244"/>
                  </a:cubicBezTo>
                  <a:cubicBezTo>
                    <a:pt x="31591" y="25188"/>
                    <a:pt x="31591" y="25088"/>
                    <a:pt x="31648" y="25031"/>
                  </a:cubicBezTo>
                  <a:cubicBezTo>
                    <a:pt x="31690" y="25017"/>
                    <a:pt x="31719" y="25017"/>
                    <a:pt x="31747" y="25017"/>
                  </a:cubicBezTo>
                  <a:cubicBezTo>
                    <a:pt x="31889" y="24904"/>
                    <a:pt x="31747" y="24705"/>
                    <a:pt x="31875" y="24591"/>
                  </a:cubicBezTo>
                  <a:lnTo>
                    <a:pt x="31875" y="24591"/>
                  </a:lnTo>
                  <a:cubicBezTo>
                    <a:pt x="31903" y="24549"/>
                    <a:pt x="31946" y="24520"/>
                    <a:pt x="31974" y="24478"/>
                  </a:cubicBezTo>
                  <a:cubicBezTo>
                    <a:pt x="32045" y="24393"/>
                    <a:pt x="32059" y="24265"/>
                    <a:pt x="32002" y="24165"/>
                  </a:cubicBezTo>
                  <a:cubicBezTo>
                    <a:pt x="31974" y="24137"/>
                    <a:pt x="31931" y="24137"/>
                    <a:pt x="31903" y="24151"/>
                  </a:cubicBezTo>
                  <a:cubicBezTo>
                    <a:pt x="31903" y="24123"/>
                    <a:pt x="31931" y="24123"/>
                    <a:pt x="31931" y="24109"/>
                  </a:cubicBezTo>
                  <a:cubicBezTo>
                    <a:pt x="32031" y="24052"/>
                    <a:pt x="32073" y="23924"/>
                    <a:pt x="32002" y="23825"/>
                  </a:cubicBezTo>
                  <a:cubicBezTo>
                    <a:pt x="32215" y="23825"/>
                    <a:pt x="32116" y="23526"/>
                    <a:pt x="32301" y="23498"/>
                  </a:cubicBezTo>
                  <a:cubicBezTo>
                    <a:pt x="32372" y="23441"/>
                    <a:pt x="32343" y="23342"/>
                    <a:pt x="32414" y="23271"/>
                  </a:cubicBezTo>
                  <a:cubicBezTo>
                    <a:pt x="32400" y="23242"/>
                    <a:pt x="32400" y="23214"/>
                    <a:pt x="32414" y="23172"/>
                  </a:cubicBezTo>
                  <a:cubicBezTo>
                    <a:pt x="32443" y="23143"/>
                    <a:pt x="32485" y="23101"/>
                    <a:pt x="32514" y="23058"/>
                  </a:cubicBezTo>
                  <a:lnTo>
                    <a:pt x="32514" y="23058"/>
                  </a:lnTo>
                  <a:cubicBezTo>
                    <a:pt x="32585" y="23001"/>
                    <a:pt x="32556" y="22902"/>
                    <a:pt x="32627" y="22845"/>
                  </a:cubicBezTo>
                  <a:cubicBezTo>
                    <a:pt x="32613" y="22817"/>
                    <a:pt x="32613" y="22788"/>
                    <a:pt x="32627" y="22760"/>
                  </a:cubicBezTo>
                  <a:cubicBezTo>
                    <a:pt x="32585" y="22703"/>
                    <a:pt x="32570" y="22632"/>
                    <a:pt x="32585" y="22561"/>
                  </a:cubicBezTo>
                  <a:cubicBezTo>
                    <a:pt x="32599" y="22561"/>
                    <a:pt x="32613" y="22547"/>
                    <a:pt x="32627" y="22518"/>
                  </a:cubicBezTo>
                  <a:lnTo>
                    <a:pt x="32627" y="22518"/>
                  </a:lnTo>
                  <a:cubicBezTo>
                    <a:pt x="32670" y="22490"/>
                    <a:pt x="32698" y="22447"/>
                    <a:pt x="32741" y="22419"/>
                  </a:cubicBezTo>
                  <a:lnTo>
                    <a:pt x="32741" y="22305"/>
                  </a:lnTo>
                  <a:cubicBezTo>
                    <a:pt x="32727" y="22305"/>
                    <a:pt x="32712" y="22291"/>
                    <a:pt x="32712" y="22263"/>
                  </a:cubicBezTo>
                  <a:cubicBezTo>
                    <a:pt x="32698" y="22249"/>
                    <a:pt x="32712" y="22220"/>
                    <a:pt x="32741" y="22192"/>
                  </a:cubicBezTo>
                  <a:cubicBezTo>
                    <a:pt x="32727" y="22163"/>
                    <a:pt x="32727" y="22121"/>
                    <a:pt x="32741" y="22092"/>
                  </a:cubicBezTo>
                  <a:lnTo>
                    <a:pt x="32741" y="21539"/>
                  </a:lnTo>
                  <a:cubicBezTo>
                    <a:pt x="32755" y="21170"/>
                    <a:pt x="32911" y="20843"/>
                    <a:pt x="32812" y="20502"/>
                  </a:cubicBezTo>
                  <a:close/>
                  <a:moveTo>
                    <a:pt x="27899" y="28979"/>
                  </a:moveTo>
                  <a:close/>
                  <a:moveTo>
                    <a:pt x="24662" y="31591"/>
                  </a:moveTo>
                  <a:lnTo>
                    <a:pt x="24662" y="31591"/>
                  </a:lnTo>
                  <a:lnTo>
                    <a:pt x="24662" y="31591"/>
                  </a:lnTo>
                  <a:lnTo>
                    <a:pt x="24676" y="31577"/>
                  </a:lnTo>
                  <a:cubicBezTo>
                    <a:pt x="24676" y="31577"/>
                    <a:pt x="24676" y="31577"/>
                    <a:pt x="24662" y="31591"/>
                  </a:cubicBezTo>
                  <a:close/>
                  <a:moveTo>
                    <a:pt x="18159" y="32784"/>
                  </a:moveTo>
                  <a:lnTo>
                    <a:pt x="18145" y="32784"/>
                  </a:lnTo>
                  <a:lnTo>
                    <a:pt x="18145" y="32784"/>
                  </a:lnTo>
                  <a:cubicBezTo>
                    <a:pt x="18159" y="32784"/>
                    <a:pt x="18159" y="32784"/>
                    <a:pt x="18159" y="32798"/>
                  </a:cubicBezTo>
                  <a:close/>
                  <a:moveTo>
                    <a:pt x="8178" y="30086"/>
                  </a:moveTo>
                  <a:lnTo>
                    <a:pt x="8178" y="30072"/>
                  </a:lnTo>
                  <a:lnTo>
                    <a:pt x="8207" y="30072"/>
                  </a:lnTo>
                  <a:close/>
                  <a:moveTo>
                    <a:pt x="26011" y="30413"/>
                  </a:moveTo>
                  <a:close/>
                  <a:moveTo>
                    <a:pt x="31051" y="14908"/>
                  </a:moveTo>
                  <a:cubicBezTo>
                    <a:pt x="30994" y="14937"/>
                    <a:pt x="30923" y="14937"/>
                    <a:pt x="30867" y="14908"/>
                  </a:cubicBezTo>
                  <a:cubicBezTo>
                    <a:pt x="30923" y="14922"/>
                    <a:pt x="30980" y="14922"/>
                    <a:pt x="31051" y="14908"/>
                  </a:cubicBezTo>
                  <a:close/>
                  <a:moveTo>
                    <a:pt x="3763" y="21425"/>
                  </a:moveTo>
                  <a:cubicBezTo>
                    <a:pt x="3763" y="21425"/>
                    <a:pt x="3763" y="21411"/>
                    <a:pt x="3763" y="21411"/>
                  </a:cubicBezTo>
                  <a:cubicBezTo>
                    <a:pt x="3791" y="21425"/>
                    <a:pt x="3805" y="21425"/>
                    <a:pt x="3834" y="21425"/>
                  </a:cubicBezTo>
                  <a:cubicBezTo>
                    <a:pt x="3805" y="21454"/>
                    <a:pt x="3777" y="21454"/>
                    <a:pt x="3763" y="21425"/>
                  </a:cubicBezTo>
                  <a:close/>
                  <a:moveTo>
                    <a:pt x="4600" y="21397"/>
                  </a:moveTo>
                  <a:lnTo>
                    <a:pt x="4515" y="21383"/>
                  </a:lnTo>
                  <a:lnTo>
                    <a:pt x="4572" y="21368"/>
                  </a:lnTo>
                  <a:cubicBezTo>
                    <a:pt x="4586" y="21383"/>
                    <a:pt x="4586" y="21383"/>
                    <a:pt x="4600" y="21397"/>
                  </a:cubicBezTo>
                  <a:close/>
                  <a:moveTo>
                    <a:pt x="19991" y="4600"/>
                  </a:moveTo>
                  <a:lnTo>
                    <a:pt x="19991" y="4600"/>
                  </a:lnTo>
                  <a:close/>
                  <a:moveTo>
                    <a:pt x="30611" y="14567"/>
                  </a:moveTo>
                  <a:close/>
                  <a:moveTo>
                    <a:pt x="7312" y="25770"/>
                  </a:moveTo>
                  <a:close/>
                  <a:moveTo>
                    <a:pt x="4728" y="15022"/>
                  </a:moveTo>
                  <a:lnTo>
                    <a:pt x="4742" y="15008"/>
                  </a:lnTo>
                  <a:cubicBezTo>
                    <a:pt x="4742" y="15008"/>
                    <a:pt x="4742" y="15022"/>
                    <a:pt x="4742" y="15022"/>
                  </a:cubicBezTo>
                  <a:close/>
                  <a:moveTo>
                    <a:pt x="11117" y="12622"/>
                  </a:moveTo>
                  <a:lnTo>
                    <a:pt x="11146" y="12651"/>
                  </a:lnTo>
                  <a:lnTo>
                    <a:pt x="11174" y="12679"/>
                  </a:lnTo>
                  <a:cubicBezTo>
                    <a:pt x="11131" y="12651"/>
                    <a:pt x="11117" y="12637"/>
                    <a:pt x="11117" y="12608"/>
                  </a:cubicBezTo>
                  <a:close/>
                  <a:moveTo>
                    <a:pt x="25982" y="10493"/>
                  </a:moveTo>
                  <a:lnTo>
                    <a:pt x="25968" y="10493"/>
                  </a:lnTo>
                  <a:lnTo>
                    <a:pt x="25968" y="10493"/>
                  </a:lnTo>
                  <a:lnTo>
                    <a:pt x="25982" y="10493"/>
                  </a:lnTo>
                  <a:cubicBezTo>
                    <a:pt x="25968" y="10407"/>
                    <a:pt x="26053" y="10521"/>
                    <a:pt x="25982" y="10493"/>
                  </a:cubicBezTo>
                  <a:close/>
                  <a:moveTo>
                    <a:pt x="9058" y="16655"/>
                  </a:moveTo>
                  <a:lnTo>
                    <a:pt x="9058" y="16640"/>
                  </a:lnTo>
                  <a:lnTo>
                    <a:pt x="9073" y="16640"/>
                  </a:lnTo>
                  <a:close/>
                  <a:moveTo>
                    <a:pt x="20403" y="15803"/>
                  </a:moveTo>
                  <a:close/>
                  <a:moveTo>
                    <a:pt x="21184" y="15760"/>
                  </a:moveTo>
                  <a:lnTo>
                    <a:pt x="21184" y="15760"/>
                  </a:lnTo>
                  <a:cubicBezTo>
                    <a:pt x="21184" y="15760"/>
                    <a:pt x="21184" y="15774"/>
                    <a:pt x="21184" y="15774"/>
                  </a:cubicBezTo>
                  <a:lnTo>
                    <a:pt x="21169" y="15774"/>
                  </a:lnTo>
                  <a:close/>
                  <a:moveTo>
                    <a:pt x="22589" y="17166"/>
                  </a:moveTo>
                  <a:lnTo>
                    <a:pt x="22603" y="17166"/>
                  </a:lnTo>
                  <a:lnTo>
                    <a:pt x="22603" y="17166"/>
                  </a:lnTo>
                  <a:lnTo>
                    <a:pt x="22589" y="17180"/>
                  </a:lnTo>
                  <a:close/>
                  <a:moveTo>
                    <a:pt x="25727" y="13772"/>
                  </a:moveTo>
                  <a:close/>
                  <a:moveTo>
                    <a:pt x="25628" y="13488"/>
                  </a:moveTo>
                  <a:close/>
                  <a:moveTo>
                    <a:pt x="22476" y="11330"/>
                  </a:moveTo>
                  <a:lnTo>
                    <a:pt x="22476" y="11330"/>
                  </a:lnTo>
                  <a:close/>
                  <a:moveTo>
                    <a:pt x="20800" y="9470"/>
                  </a:moveTo>
                  <a:cubicBezTo>
                    <a:pt x="20800" y="9456"/>
                    <a:pt x="20814" y="9442"/>
                    <a:pt x="20814" y="9428"/>
                  </a:cubicBezTo>
                  <a:lnTo>
                    <a:pt x="20843" y="9442"/>
                  </a:lnTo>
                  <a:close/>
                  <a:moveTo>
                    <a:pt x="10237" y="15107"/>
                  </a:moveTo>
                  <a:close/>
                  <a:moveTo>
                    <a:pt x="12835" y="16839"/>
                  </a:moveTo>
                  <a:close/>
                  <a:moveTo>
                    <a:pt x="25088" y="18770"/>
                  </a:moveTo>
                  <a:lnTo>
                    <a:pt x="25088" y="18770"/>
                  </a:lnTo>
                  <a:lnTo>
                    <a:pt x="25088" y="18770"/>
                  </a:lnTo>
                  <a:close/>
                  <a:moveTo>
                    <a:pt x="9924" y="14894"/>
                  </a:moveTo>
                  <a:lnTo>
                    <a:pt x="9924" y="14894"/>
                  </a:lnTo>
                  <a:close/>
                  <a:moveTo>
                    <a:pt x="9697" y="19224"/>
                  </a:moveTo>
                  <a:cubicBezTo>
                    <a:pt x="9697" y="19224"/>
                    <a:pt x="9697" y="19224"/>
                    <a:pt x="9697" y="19224"/>
                  </a:cubicBezTo>
                  <a:lnTo>
                    <a:pt x="9683" y="19224"/>
                  </a:lnTo>
                  <a:close/>
                  <a:moveTo>
                    <a:pt x="18472" y="20857"/>
                  </a:moveTo>
                  <a:lnTo>
                    <a:pt x="18472" y="20857"/>
                  </a:lnTo>
                  <a:close/>
                  <a:moveTo>
                    <a:pt x="28581" y="12821"/>
                  </a:moveTo>
                  <a:cubicBezTo>
                    <a:pt x="28581" y="12821"/>
                    <a:pt x="28581" y="12821"/>
                    <a:pt x="28581" y="12835"/>
                  </a:cubicBezTo>
                  <a:lnTo>
                    <a:pt x="28581" y="12835"/>
                  </a:lnTo>
                  <a:close/>
                  <a:moveTo>
                    <a:pt x="15944" y="6560"/>
                  </a:moveTo>
                  <a:cubicBezTo>
                    <a:pt x="15930" y="6588"/>
                    <a:pt x="15916" y="6602"/>
                    <a:pt x="15888" y="6602"/>
                  </a:cubicBezTo>
                  <a:cubicBezTo>
                    <a:pt x="15902" y="6588"/>
                    <a:pt x="15930" y="6574"/>
                    <a:pt x="15944" y="6560"/>
                  </a:cubicBezTo>
                  <a:close/>
                  <a:moveTo>
                    <a:pt x="23597" y="20630"/>
                  </a:moveTo>
                  <a:lnTo>
                    <a:pt x="23540" y="20559"/>
                  </a:lnTo>
                  <a:cubicBezTo>
                    <a:pt x="23583" y="20559"/>
                    <a:pt x="23597" y="20573"/>
                    <a:pt x="23597" y="20630"/>
                  </a:cubicBezTo>
                  <a:close/>
                  <a:moveTo>
                    <a:pt x="6631" y="13119"/>
                  </a:moveTo>
                  <a:lnTo>
                    <a:pt x="6687" y="13077"/>
                  </a:lnTo>
                  <a:cubicBezTo>
                    <a:pt x="6673" y="13091"/>
                    <a:pt x="6645" y="13105"/>
                    <a:pt x="6631" y="13119"/>
                  </a:cubicBezTo>
                  <a:close/>
                  <a:moveTo>
                    <a:pt x="6205" y="13318"/>
                  </a:moveTo>
                  <a:cubicBezTo>
                    <a:pt x="6190" y="13318"/>
                    <a:pt x="6176" y="13304"/>
                    <a:pt x="6176" y="13304"/>
                  </a:cubicBezTo>
                  <a:lnTo>
                    <a:pt x="6332" y="13247"/>
                  </a:lnTo>
                  <a:cubicBezTo>
                    <a:pt x="6290" y="13304"/>
                    <a:pt x="6261" y="13346"/>
                    <a:pt x="6205" y="13318"/>
                  </a:cubicBezTo>
                  <a:close/>
                  <a:moveTo>
                    <a:pt x="28907" y="11004"/>
                  </a:moveTo>
                  <a:close/>
                  <a:moveTo>
                    <a:pt x="7312" y="25841"/>
                  </a:moveTo>
                  <a:close/>
                  <a:moveTo>
                    <a:pt x="10507" y="19920"/>
                  </a:moveTo>
                  <a:close/>
                  <a:moveTo>
                    <a:pt x="25755" y="5793"/>
                  </a:moveTo>
                  <a:lnTo>
                    <a:pt x="25755" y="5793"/>
                  </a:lnTo>
                  <a:close/>
                  <a:moveTo>
                    <a:pt x="9442" y="27005"/>
                  </a:moveTo>
                  <a:cubicBezTo>
                    <a:pt x="9428" y="26991"/>
                    <a:pt x="9413" y="26977"/>
                    <a:pt x="9399" y="26962"/>
                  </a:cubicBezTo>
                  <a:lnTo>
                    <a:pt x="9399" y="26962"/>
                  </a:lnTo>
                  <a:cubicBezTo>
                    <a:pt x="9413" y="26977"/>
                    <a:pt x="9428" y="26991"/>
                    <a:pt x="9442" y="27005"/>
                  </a:cubicBezTo>
                  <a:close/>
                  <a:moveTo>
                    <a:pt x="15334" y="27474"/>
                  </a:moveTo>
                  <a:lnTo>
                    <a:pt x="15334" y="27459"/>
                  </a:lnTo>
                  <a:lnTo>
                    <a:pt x="15362" y="27474"/>
                  </a:lnTo>
                  <a:close/>
                  <a:moveTo>
                    <a:pt x="21439" y="23058"/>
                  </a:moveTo>
                  <a:cubicBezTo>
                    <a:pt x="21397" y="23044"/>
                    <a:pt x="21354" y="23015"/>
                    <a:pt x="21354" y="22959"/>
                  </a:cubicBezTo>
                  <a:close/>
                  <a:moveTo>
                    <a:pt x="27800" y="8505"/>
                  </a:moveTo>
                  <a:close/>
                  <a:moveTo>
                    <a:pt x="26692" y="6247"/>
                  </a:moveTo>
                  <a:cubicBezTo>
                    <a:pt x="26707" y="6247"/>
                    <a:pt x="26707" y="6262"/>
                    <a:pt x="26692" y="6276"/>
                  </a:cubicBezTo>
                  <a:cubicBezTo>
                    <a:pt x="26707" y="6262"/>
                    <a:pt x="26707" y="6247"/>
                    <a:pt x="26692" y="6247"/>
                  </a:cubicBezTo>
                  <a:close/>
                  <a:moveTo>
                    <a:pt x="6531" y="10876"/>
                  </a:moveTo>
                  <a:close/>
                  <a:moveTo>
                    <a:pt x="19764" y="22149"/>
                  </a:moveTo>
                  <a:lnTo>
                    <a:pt x="19764" y="22149"/>
                  </a:lnTo>
                  <a:close/>
                  <a:moveTo>
                    <a:pt x="21510" y="25500"/>
                  </a:moveTo>
                  <a:lnTo>
                    <a:pt x="21510" y="25514"/>
                  </a:lnTo>
                  <a:cubicBezTo>
                    <a:pt x="21496" y="25514"/>
                    <a:pt x="21496" y="25514"/>
                    <a:pt x="21482" y="25500"/>
                  </a:cubicBezTo>
                  <a:close/>
                  <a:moveTo>
                    <a:pt x="22845" y="2485"/>
                  </a:moveTo>
                  <a:cubicBezTo>
                    <a:pt x="22831" y="2471"/>
                    <a:pt x="22816" y="2457"/>
                    <a:pt x="22802" y="2442"/>
                  </a:cubicBezTo>
                  <a:lnTo>
                    <a:pt x="22845" y="2485"/>
                  </a:lnTo>
                  <a:close/>
                  <a:moveTo>
                    <a:pt x="20971" y="4047"/>
                  </a:moveTo>
                  <a:lnTo>
                    <a:pt x="20971" y="4047"/>
                  </a:lnTo>
                  <a:close/>
                  <a:moveTo>
                    <a:pt x="12310" y="24023"/>
                  </a:moveTo>
                  <a:lnTo>
                    <a:pt x="12352" y="24080"/>
                  </a:lnTo>
                  <a:cubicBezTo>
                    <a:pt x="12338" y="24066"/>
                    <a:pt x="12324" y="24052"/>
                    <a:pt x="12310" y="24023"/>
                  </a:cubicBezTo>
                  <a:close/>
                  <a:moveTo>
                    <a:pt x="25528" y="29745"/>
                  </a:moveTo>
                  <a:lnTo>
                    <a:pt x="25514" y="29745"/>
                  </a:lnTo>
                  <a:lnTo>
                    <a:pt x="25528" y="29731"/>
                  </a:lnTo>
                  <a:lnTo>
                    <a:pt x="25528" y="29745"/>
                  </a:lnTo>
                  <a:close/>
                  <a:moveTo>
                    <a:pt x="29390" y="10251"/>
                  </a:moveTo>
                  <a:close/>
                  <a:moveTo>
                    <a:pt x="2314" y="15561"/>
                  </a:moveTo>
                  <a:lnTo>
                    <a:pt x="2314" y="15561"/>
                  </a:lnTo>
                  <a:cubicBezTo>
                    <a:pt x="2314" y="15547"/>
                    <a:pt x="2329" y="15533"/>
                    <a:pt x="2329" y="15533"/>
                  </a:cubicBezTo>
                  <a:cubicBezTo>
                    <a:pt x="2329" y="15533"/>
                    <a:pt x="2329" y="15547"/>
                    <a:pt x="2314" y="15547"/>
                  </a:cubicBezTo>
                  <a:lnTo>
                    <a:pt x="2314" y="15547"/>
                  </a:lnTo>
                  <a:cubicBezTo>
                    <a:pt x="2314" y="15547"/>
                    <a:pt x="2314" y="15547"/>
                    <a:pt x="2314" y="15561"/>
                  </a:cubicBezTo>
                  <a:close/>
                  <a:moveTo>
                    <a:pt x="3947" y="24435"/>
                  </a:moveTo>
                  <a:lnTo>
                    <a:pt x="3947" y="24435"/>
                  </a:lnTo>
                  <a:lnTo>
                    <a:pt x="3947" y="24435"/>
                  </a:lnTo>
                  <a:lnTo>
                    <a:pt x="3933" y="24435"/>
                  </a:lnTo>
                  <a:close/>
                  <a:moveTo>
                    <a:pt x="30512" y="11103"/>
                  </a:moveTo>
                  <a:lnTo>
                    <a:pt x="30526" y="11103"/>
                  </a:lnTo>
                  <a:lnTo>
                    <a:pt x="30512" y="11103"/>
                  </a:lnTo>
                  <a:cubicBezTo>
                    <a:pt x="30512" y="11103"/>
                    <a:pt x="30512" y="11103"/>
                    <a:pt x="30512" y="11103"/>
                  </a:cubicBezTo>
                  <a:close/>
                  <a:moveTo>
                    <a:pt x="29106" y="6432"/>
                  </a:moveTo>
                  <a:lnTo>
                    <a:pt x="29092" y="6418"/>
                  </a:lnTo>
                  <a:lnTo>
                    <a:pt x="29106" y="6418"/>
                  </a:lnTo>
                  <a:close/>
                  <a:moveTo>
                    <a:pt x="16654" y="1136"/>
                  </a:moveTo>
                  <a:lnTo>
                    <a:pt x="16640" y="1136"/>
                  </a:lnTo>
                  <a:lnTo>
                    <a:pt x="16626" y="1122"/>
                  </a:lnTo>
                  <a:lnTo>
                    <a:pt x="16626" y="1122"/>
                  </a:lnTo>
                  <a:lnTo>
                    <a:pt x="16683" y="1122"/>
                  </a:lnTo>
                  <a:close/>
                  <a:moveTo>
                    <a:pt x="12736" y="1775"/>
                  </a:moveTo>
                  <a:close/>
                  <a:moveTo>
                    <a:pt x="9598" y="3635"/>
                  </a:moveTo>
                  <a:lnTo>
                    <a:pt x="9598" y="3635"/>
                  </a:lnTo>
                  <a:cubicBezTo>
                    <a:pt x="9612" y="3621"/>
                    <a:pt x="9641" y="3621"/>
                    <a:pt x="9655" y="3635"/>
                  </a:cubicBezTo>
                  <a:cubicBezTo>
                    <a:pt x="9641" y="3635"/>
                    <a:pt x="9612" y="3635"/>
                    <a:pt x="9598" y="3635"/>
                  </a:cubicBezTo>
                  <a:close/>
                  <a:moveTo>
                    <a:pt x="5892" y="27573"/>
                  </a:moveTo>
                  <a:close/>
                  <a:moveTo>
                    <a:pt x="11089" y="29518"/>
                  </a:moveTo>
                  <a:lnTo>
                    <a:pt x="11089" y="29518"/>
                  </a:lnTo>
                  <a:close/>
                  <a:moveTo>
                    <a:pt x="24194" y="1349"/>
                  </a:moveTo>
                  <a:lnTo>
                    <a:pt x="24194" y="1335"/>
                  </a:lnTo>
                  <a:close/>
                  <a:moveTo>
                    <a:pt x="10109" y="4018"/>
                  </a:moveTo>
                  <a:lnTo>
                    <a:pt x="10123" y="4047"/>
                  </a:lnTo>
                  <a:lnTo>
                    <a:pt x="10123" y="4047"/>
                  </a:lnTo>
                  <a:lnTo>
                    <a:pt x="10123" y="4047"/>
                  </a:lnTo>
                  <a:lnTo>
                    <a:pt x="10095" y="4047"/>
                  </a:lnTo>
                  <a:cubicBezTo>
                    <a:pt x="10109" y="4033"/>
                    <a:pt x="10109" y="4033"/>
                    <a:pt x="10109" y="4018"/>
                  </a:cubicBezTo>
                  <a:close/>
                  <a:moveTo>
                    <a:pt x="4813" y="7752"/>
                  </a:moveTo>
                  <a:close/>
                  <a:moveTo>
                    <a:pt x="2811" y="9499"/>
                  </a:moveTo>
                  <a:lnTo>
                    <a:pt x="2811" y="9499"/>
                  </a:lnTo>
                  <a:lnTo>
                    <a:pt x="2811" y="9499"/>
                  </a:lnTo>
                  <a:lnTo>
                    <a:pt x="2825" y="9485"/>
                  </a:lnTo>
                  <a:cubicBezTo>
                    <a:pt x="2825" y="9499"/>
                    <a:pt x="2825" y="9499"/>
                    <a:pt x="2825" y="9499"/>
                  </a:cubicBezTo>
                  <a:close/>
                  <a:moveTo>
                    <a:pt x="10563" y="2059"/>
                  </a:moveTo>
                  <a:lnTo>
                    <a:pt x="10563" y="2059"/>
                  </a:lnTo>
                  <a:lnTo>
                    <a:pt x="10478" y="2087"/>
                  </a:lnTo>
                  <a:close/>
                  <a:moveTo>
                    <a:pt x="1860" y="23328"/>
                  </a:moveTo>
                  <a:cubicBezTo>
                    <a:pt x="1874" y="23313"/>
                    <a:pt x="1888" y="23313"/>
                    <a:pt x="1903" y="23313"/>
                  </a:cubicBezTo>
                  <a:close/>
                  <a:moveTo>
                    <a:pt x="4614" y="26820"/>
                  </a:moveTo>
                  <a:lnTo>
                    <a:pt x="4629" y="26820"/>
                  </a:lnTo>
                  <a:cubicBezTo>
                    <a:pt x="4629" y="26820"/>
                    <a:pt x="4629" y="26835"/>
                    <a:pt x="4629" y="26835"/>
                  </a:cubicBezTo>
                  <a:cubicBezTo>
                    <a:pt x="4629" y="26835"/>
                    <a:pt x="4614" y="26820"/>
                    <a:pt x="4614" y="26820"/>
                  </a:cubicBezTo>
                  <a:close/>
                  <a:moveTo>
                    <a:pt x="21922" y="32926"/>
                  </a:moveTo>
                  <a:close/>
                  <a:moveTo>
                    <a:pt x="27999" y="29404"/>
                  </a:moveTo>
                  <a:close/>
                  <a:moveTo>
                    <a:pt x="32570" y="21950"/>
                  </a:move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31"/>
            <p:cNvPicPr preferRelativeResize="0"/>
            <p:nvPr/>
          </p:nvPicPr>
          <p:blipFill>
            <a:blip r:embed="rId7">
              <a:alphaModFix amt="84000"/>
            </a:blip>
            <a:stretch>
              <a:fillRect/>
            </a:stretch>
          </p:blipFill>
          <p:spPr>
            <a:xfrm>
              <a:off x="10344860" y="2793918"/>
              <a:ext cx="1137392" cy="1180421"/>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id="494" name="Google Shape;494;p32"/>
          <p:cNvPicPr preferRelativeResize="0"/>
          <p:nvPr/>
        </p:nvPicPr>
        <p:blipFill>
          <a:blip r:embed="rId4">
            <a:alphaModFix/>
          </a:blip>
          <a:stretch>
            <a:fillRect/>
          </a:stretch>
        </p:blipFill>
        <p:spPr>
          <a:xfrm rot="1427856">
            <a:off x="1076850" y="3218938"/>
            <a:ext cx="849400" cy="2644525"/>
          </a:xfrm>
          <a:prstGeom prst="rect">
            <a:avLst/>
          </a:prstGeom>
          <a:noFill/>
          <a:ln>
            <a:noFill/>
          </a:ln>
        </p:spPr>
      </p:pic>
      <p:pic>
        <p:nvPicPr>
          <p:cNvPr id="495" name="Google Shape;495;p32"/>
          <p:cNvPicPr preferRelativeResize="0"/>
          <p:nvPr/>
        </p:nvPicPr>
        <p:blipFill>
          <a:blip r:embed="rId5">
            <a:alphaModFix amt="86000"/>
          </a:blip>
          <a:stretch>
            <a:fillRect/>
          </a:stretch>
        </p:blipFill>
        <p:spPr>
          <a:xfrm>
            <a:off x="0" y="2571750"/>
            <a:ext cx="1304925" cy="2809875"/>
          </a:xfrm>
          <a:prstGeom prst="rect">
            <a:avLst/>
          </a:prstGeom>
          <a:noFill/>
          <a:ln>
            <a:noFill/>
          </a:ln>
        </p:spPr>
      </p:pic>
      <p:pic>
        <p:nvPicPr>
          <p:cNvPr id="496" name="Google Shape;496;p32"/>
          <p:cNvPicPr preferRelativeResize="0"/>
          <p:nvPr/>
        </p:nvPicPr>
        <p:blipFill>
          <a:blip r:embed="rId6">
            <a:alphaModFix/>
          </a:blip>
          <a:stretch>
            <a:fillRect/>
          </a:stretch>
        </p:blipFill>
        <p:spPr>
          <a:xfrm>
            <a:off x="5695913" y="2848488"/>
            <a:ext cx="342900" cy="371475"/>
          </a:xfrm>
          <a:prstGeom prst="rect">
            <a:avLst/>
          </a:prstGeom>
          <a:noFill/>
          <a:ln>
            <a:noFill/>
          </a:ln>
        </p:spPr>
      </p:pic>
      <p:pic>
        <p:nvPicPr>
          <p:cNvPr id="497" name="Google Shape;497;p32"/>
          <p:cNvPicPr preferRelativeResize="0"/>
          <p:nvPr/>
        </p:nvPicPr>
        <p:blipFill>
          <a:blip r:embed="rId6">
            <a:alphaModFix/>
          </a:blip>
          <a:stretch>
            <a:fillRect/>
          </a:stretch>
        </p:blipFill>
        <p:spPr>
          <a:xfrm>
            <a:off x="7150150" y="1143363"/>
            <a:ext cx="342900" cy="371475"/>
          </a:xfrm>
          <a:prstGeom prst="rect">
            <a:avLst/>
          </a:prstGeom>
          <a:noFill/>
          <a:ln>
            <a:noFill/>
          </a:ln>
        </p:spPr>
      </p:pic>
      <p:sp>
        <p:nvSpPr>
          <p:cNvPr id="498" name="Google Shape;498;p32"/>
          <p:cNvSpPr txBox="1"/>
          <p:nvPr/>
        </p:nvSpPr>
        <p:spPr>
          <a:xfrm>
            <a:off x="982400" y="1145463"/>
            <a:ext cx="6241500" cy="1593000"/>
          </a:xfrm>
          <a:prstGeom prst="rect">
            <a:avLst/>
          </a:prstGeom>
          <a:noFill/>
          <a:ln>
            <a:noFill/>
          </a:ln>
        </p:spPr>
        <p:txBody>
          <a:bodyPr anchorCtr="0" anchor="t" bIns="91425" lIns="91425" spcFirstLastPara="1" rIns="91425" wrap="square" tIns="91425">
            <a:spAutoFit/>
          </a:bodyPr>
          <a:lstStyle/>
          <a:p>
            <a:pPr indent="-317500" lvl="0" marL="457200" rtl="0" algn="l">
              <a:lnSpc>
                <a:spcPct val="125000"/>
              </a:lnSpc>
              <a:spcBef>
                <a:spcPts val="0"/>
              </a:spcBef>
              <a:spcAft>
                <a:spcPts val="0"/>
              </a:spcAft>
              <a:buSzPts val="1400"/>
              <a:buChar char="●"/>
            </a:pPr>
            <a:r>
              <a:rPr lang="en">
                <a:latin typeface="Gantari"/>
                <a:ea typeface="Gantari"/>
                <a:cs typeface="Gantari"/>
                <a:sym typeface="Gantari"/>
              </a:rPr>
              <a:t>Dataset sources: Kaggle Malaysia Restaurant Review Datasets</a:t>
            </a:r>
            <a:endParaRPr>
              <a:latin typeface="Gantari"/>
              <a:ea typeface="Gantari"/>
              <a:cs typeface="Gantari"/>
              <a:sym typeface="Gantari"/>
            </a:endParaRPr>
          </a:p>
          <a:p>
            <a:pPr indent="-317500" lvl="0" marL="457200" rtl="0" algn="l">
              <a:lnSpc>
                <a:spcPct val="125000"/>
              </a:lnSpc>
              <a:spcBef>
                <a:spcPts val="0"/>
              </a:spcBef>
              <a:spcAft>
                <a:spcPts val="0"/>
              </a:spcAft>
              <a:buSzPts val="1400"/>
              <a:buChar char="●"/>
            </a:pPr>
            <a:r>
              <a:rPr lang="en">
                <a:latin typeface="Gantari"/>
                <a:ea typeface="Gantari"/>
                <a:cs typeface="Gantari"/>
                <a:sym typeface="Gantari"/>
              </a:rPr>
              <a:t>Total records: 526K+ listings (Google and TripAdvisor)</a:t>
            </a:r>
            <a:endParaRPr>
              <a:latin typeface="Gantari"/>
              <a:ea typeface="Gantari"/>
              <a:cs typeface="Gantari"/>
              <a:sym typeface="Gantari"/>
            </a:endParaRPr>
          </a:p>
          <a:p>
            <a:pPr indent="-317500" lvl="0" marL="457200" rtl="0" algn="l">
              <a:lnSpc>
                <a:spcPct val="125000"/>
              </a:lnSpc>
              <a:spcBef>
                <a:spcPts val="0"/>
              </a:spcBef>
              <a:spcAft>
                <a:spcPts val="0"/>
              </a:spcAft>
              <a:buSzPts val="1400"/>
              <a:buChar char="●"/>
            </a:pPr>
            <a:r>
              <a:rPr lang="en">
                <a:latin typeface="Gantari"/>
                <a:ea typeface="Gantari"/>
                <a:cs typeface="Gantari"/>
                <a:sym typeface="Gantari"/>
              </a:rPr>
              <a:t>Class distribution:</a:t>
            </a:r>
            <a:endParaRPr>
              <a:latin typeface="Gantari"/>
              <a:ea typeface="Gantari"/>
              <a:cs typeface="Gantari"/>
              <a:sym typeface="Gantari"/>
            </a:endParaRPr>
          </a:p>
          <a:p>
            <a:pPr indent="-311150" lvl="1" marL="1371600" rtl="0" algn="l">
              <a:spcBef>
                <a:spcPts val="0"/>
              </a:spcBef>
              <a:spcAft>
                <a:spcPts val="0"/>
              </a:spcAft>
              <a:buSzPts val="1300"/>
              <a:buFont typeface="Gantari"/>
              <a:buChar char="○"/>
            </a:pPr>
            <a:r>
              <a:rPr lang="en" sz="1300">
                <a:latin typeface="Gantari"/>
                <a:ea typeface="Gantari"/>
                <a:cs typeface="Gantari"/>
                <a:sym typeface="Gantari"/>
              </a:rPr>
              <a:t>Positive	175633</a:t>
            </a:r>
            <a:endParaRPr sz="1300">
              <a:latin typeface="Gantari"/>
              <a:ea typeface="Gantari"/>
              <a:cs typeface="Gantari"/>
              <a:sym typeface="Gantari"/>
            </a:endParaRPr>
          </a:p>
          <a:p>
            <a:pPr indent="-311150" lvl="1" marL="1371600" rtl="0" algn="l">
              <a:spcBef>
                <a:spcPts val="0"/>
              </a:spcBef>
              <a:spcAft>
                <a:spcPts val="0"/>
              </a:spcAft>
              <a:buSzPts val="1300"/>
              <a:buFont typeface="Gantari"/>
              <a:buChar char="○"/>
            </a:pPr>
            <a:r>
              <a:rPr lang="en" sz="1300">
                <a:latin typeface="Gantari"/>
                <a:ea typeface="Gantari"/>
                <a:cs typeface="Gantari"/>
                <a:sym typeface="Gantari"/>
              </a:rPr>
              <a:t>Neutral	</a:t>
            </a:r>
            <a:r>
              <a:rPr lang="en" sz="1300">
                <a:latin typeface="Gantari"/>
                <a:ea typeface="Gantari"/>
                <a:cs typeface="Gantari"/>
                <a:sym typeface="Gantari"/>
              </a:rPr>
              <a:t>175633</a:t>
            </a:r>
            <a:endParaRPr sz="1300">
              <a:latin typeface="Gantari"/>
              <a:ea typeface="Gantari"/>
              <a:cs typeface="Gantari"/>
              <a:sym typeface="Gantari"/>
            </a:endParaRPr>
          </a:p>
          <a:p>
            <a:pPr indent="-311150" lvl="1" marL="1371600" rtl="0" algn="l">
              <a:spcBef>
                <a:spcPts val="0"/>
              </a:spcBef>
              <a:spcAft>
                <a:spcPts val="0"/>
              </a:spcAft>
              <a:buSzPts val="1300"/>
              <a:buFont typeface="Gantari"/>
              <a:buChar char="○"/>
            </a:pPr>
            <a:r>
              <a:rPr lang="en" sz="1300">
                <a:latin typeface="Gantari"/>
                <a:ea typeface="Gantari"/>
                <a:cs typeface="Gantari"/>
                <a:sym typeface="Gantari"/>
              </a:rPr>
              <a:t>Negative	</a:t>
            </a:r>
            <a:r>
              <a:rPr lang="en" sz="1300">
                <a:latin typeface="Gantari"/>
                <a:ea typeface="Gantari"/>
                <a:cs typeface="Gantari"/>
                <a:sym typeface="Gantari"/>
              </a:rPr>
              <a:t>175633</a:t>
            </a:r>
            <a:endParaRPr sz="1300">
              <a:latin typeface="Gantari"/>
              <a:ea typeface="Gantari"/>
              <a:cs typeface="Gantari"/>
              <a:sym typeface="Gantari"/>
            </a:endParaRPr>
          </a:p>
        </p:txBody>
      </p:sp>
      <p:pic>
        <p:nvPicPr>
          <p:cNvPr id="499" name="Google Shape;499;p32"/>
          <p:cNvPicPr preferRelativeResize="0"/>
          <p:nvPr/>
        </p:nvPicPr>
        <p:blipFill>
          <a:blip r:embed="rId7">
            <a:alphaModFix/>
          </a:blip>
          <a:stretch>
            <a:fillRect/>
          </a:stretch>
        </p:blipFill>
        <p:spPr>
          <a:xfrm>
            <a:off x="4483749" y="2060445"/>
            <a:ext cx="4638825" cy="2809875"/>
          </a:xfrm>
          <a:prstGeom prst="rect">
            <a:avLst/>
          </a:prstGeom>
          <a:noFill/>
          <a:ln>
            <a:noFill/>
          </a:ln>
        </p:spPr>
      </p:pic>
      <p:sp>
        <p:nvSpPr>
          <p:cNvPr id="500" name="Google Shape;500;p32"/>
          <p:cNvSpPr txBox="1"/>
          <p:nvPr>
            <p:ph type="title"/>
          </p:nvPr>
        </p:nvSpPr>
        <p:spPr>
          <a:xfrm>
            <a:off x="982400" y="462736"/>
            <a:ext cx="77094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400"/>
              <a:t>Datasets used</a:t>
            </a:r>
            <a:endParaRPr sz="3400"/>
          </a:p>
        </p:txBody>
      </p:sp>
      <p:sp>
        <p:nvSpPr>
          <p:cNvPr id="501" name="Google Shape;501;p32"/>
          <p:cNvSpPr/>
          <p:nvPr/>
        </p:nvSpPr>
        <p:spPr>
          <a:xfrm>
            <a:off x="579425" y="2848500"/>
            <a:ext cx="3616500" cy="186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502" name="Google Shape;502;p32"/>
          <p:cNvSpPr txBox="1"/>
          <p:nvPr/>
        </p:nvSpPr>
        <p:spPr>
          <a:xfrm>
            <a:off x="769916" y="2970445"/>
            <a:ext cx="3287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antari"/>
                <a:ea typeface="Gantari"/>
                <a:cs typeface="Gantari"/>
                <a:sym typeface="Gantari"/>
              </a:rPr>
              <a:t>Malaysia </a:t>
            </a:r>
            <a:r>
              <a:rPr lang="en">
                <a:latin typeface="Gantari"/>
                <a:ea typeface="Gantari"/>
                <a:cs typeface="Gantari"/>
                <a:sym typeface="Gantari"/>
              </a:rPr>
              <a:t>Kaggle dataset with reviews more </a:t>
            </a:r>
            <a:r>
              <a:rPr b="1" lang="en">
                <a:latin typeface="Gantari"/>
                <a:ea typeface="Gantari"/>
                <a:cs typeface="Gantari"/>
                <a:sym typeface="Gantari"/>
              </a:rPr>
              <a:t>closed to </a:t>
            </a:r>
            <a:r>
              <a:rPr lang="en">
                <a:latin typeface="Gantari"/>
                <a:ea typeface="Gantari"/>
                <a:cs typeface="Gantari"/>
                <a:sym typeface="Gantari"/>
              </a:rPr>
              <a:t>Singaporean style, includes common </a:t>
            </a:r>
            <a:r>
              <a:rPr b="1" lang="en">
                <a:latin typeface="Gantari"/>
                <a:ea typeface="Gantari"/>
                <a:cs typeface="Gantari"/>
                <a:sym typeface="Gantari"/>
              </a:rPr>
              <a:t>Singlish</a:t>
            </a:r>
            <a:r>
              <a:rPr lang="en">
                <a:latin typeface="Gantari"/>
                <a:ea typeface="Gantari"/>
                <a:cs typeface="Gantari"/>
                <a:sym typeface="Gantari"/>
              </a:rPr>
              <a:t> phrases like “shoik” and “sedep,”,  allowing our model to learn and classify sentiments </a:t>
            </a:r>
            <a:r>
              <a:rPr b="1" lang="en">
                <a:latin typeface="Gantari"/>
                <a:ea typeface="Gantari"/>
                <a:cs typeface="Gantari"/>
                <a:sym typeface="Gantari"/>
              </a:rPr>
              <a:t>especially </a:t>
            </a:r>
            <a:r>
              <a:rPr lang="en">
                <a:latin typeface="Gantari"/>
                <a:ea typeface="Gantari"/>
                <a:cs typeface="Gantari"/>
                <a:sym typeface="Gantari"/>
              </a:rPr>
              <a:t>for </a:t>
            </a:r>
            <a:r>
              <a:rPr b="1" lang="en">
                <a:latin typeface="Gantari"/>
                <a:ea typeface="Gantari"/>
                <a:cs typeface="Gantari"/>
                <a:sym typeface="Gantari"/>
              </a:rPr>
              <a:t>Singapore food business reviews</a:t>
            </a:r>
            <a:r>
              <a:rPr lang="en">
                <a:latin typeface="Gantari"/>
                <a:ea typeface="Gantari"/>
                <a:cs typeface="Gantari"/>
                <a:sym typeface="Gantari"/>
              </a:rPr>
              <a:t> accurately</a:t>
            </a:r>
            <a:endParaRPr>
              <a:latin typeface="Gantari"/>
              <a:ea typeface="Gantari"/>
              <a:cs typeface="Gantari"/>
              <a:sym typeface="Ganta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3"/>
          <p:cNvSpPr txBox="1"/>
          <p:nvPr>
            <p:ph idx="15" type="title"/>
          </p:nvPr>
        </p:nvSpPr>
        <p:spPr>
          <a:xfrm>
            <a:off x="713225" y="363761"/>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Classifiers used for testing</a:t>
            </a:r>
            <a:endParaRPr/>
          </a:p>
        </p:txBody>
      </p:sp>
      <p:sp>
        <p:nvSpPr>
          <p:cNvPr id="508" name="Google Shape;508;p33"/>
          <p:cNvSpPr txBox="1"/>
          <p:nvPr>
            <p:ph type="title"/>
          </p:nvPr>
        </p:nvSpPr>
        <p:spPr>
          <a:xfrm>
            <a:off x="966975" y="2188697"/>
            <a:ext cx="2254500" cy="36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Gantari"/>
                <a:ea typeface="Gantari"/>
                <a:cs typeface="Gantari"/>
                <a:sym typeface="Gantari"/>
              </a:rPr>
              <a:t>Naive</a:t>
            </a:r>
            <a:endParaRPr>
              <a:latin typeface="Gantari"/>
              <a:ea typeface="Gantari"/>
              <a:cs typeface="Gantari"/>
              <a:sym typeface="Gantari"/>
            </a:endParaRPr>
          </a:p>
          <a:p>
            <a:pPr indent="0" lvl="0" marL="0" rtl="0" algn="ctr">
              <a:spcBef>
                <a:spcPts val="0"/>
              </a:spcBef>
              <a:spcAft>
                <a:spcPts val="0"/>
              </a:spcAft>
              <a:buNone/>
            </a:pPr>
            <a:r>
              <a:rPr lang="en">
                <a:latin typeface="Gantari"/>
                <a:ea typeface="Gantari"/>
                <a:cs typeface="Gantari"/>
                <a:sym typeface="Gantari"/>
              </a:rPr>
              <a:t>Bayes</a:t>
            </a:r>
            <a:endParaRPr>
              <a:latin typeface="Gantari"/>
              <a:ea typeface="Gantari"/>
              <a:cs typeface="Gantari"/>
              <a:sym typeface="Gantari"/>
            </a:endParaRPr>
          </a:p>
        </p:txBody>
      </p:sp>
      <p:sp>
        <p:nvSpPr>
          <p:cNvPr id="509" name="Google Shape;509;p33"/>
          <p:cNvSpPr txBox="1"/>
          <p:nvPr>
            <p:ph idx="2" type="title"/>
          </p:nvPr>
        </p:nvSpPr>
        <p:spPr>
          <a:xfrm>
            <a:off x="3579000" y="2196125"/>
            <a:ext cx="1986000" cy="36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Gantari"/>
                <a:ea typeface="Gantari"/>
                <a:cs typeface="Gantari"/>
                <a:sym typeface="Gantari"/>
              </a:rPr>
              <a:t>Logistic Regression</a:t>
            </a:r>
            <a:endParaRPr>
              <a:latin typeface="Gantari"/>
              <a:ea typeface="Gantari"/>
              <a:cs typeface="Gantari"/>
              <a:sym typeface="Gantari"/>
            </a:endParaRPr>
          </a:p>
        </p:txBody>
      </p:sp>
      <p:sp>
        <p:nvSpPr>
          <p:cNvPr id="510" name="Google Shape;510;p33"/>
          <p:cNvSpPr txBox="1"/>
          <p:nvPr>
            <p:ph idx="8" type="title"/>
          </p:nvPr>
        </p:nvSpPr>
        <p:spPr>
          <a:xfrm>
            <a:off x="6056775" y="2386125"/>
            <a:ext cx="1986000" cy="36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Gantari"/>
                <a:ea typeface="Gantari"/>
                <a:cs typeface="Gantari"/>
                <a:sym typeface="Gantari"/>
              </a:rPr>
              <a:t>Support</a:t>
            </a:r>
            <a:br>
              <a:rPr lang="en">
                <a:latin typeface="Gantari"/>
                <a:ea typeface="Gantari"/>
                <a:cs typeface="Gantari"/>
                <a:sym typeface="Gantari"/>
              </a:rPr>
            </a:br>
            <a:r>
              <a:rPr lang="en">
                <a:latin typeface="Gantari"/>
                <a:ea typeface="Gantari"/>
                <a:cs typeface="Gantari"/>
                <a:sym typeface="Gantari"/>
              </a:rPr>
              <a:t>Vector</a:t>
            </a:r>
            <a:endParaRPr>
              <a:latin typeface="Gantari"/>
              <a:ea typeface="Gantari"/>
              <a:cs typeface="Gantari"/>
              <a:sym typeface="Gantari"/>
            </a:endParaRPr>
          </a:p>
          <a:p>
            <a:pPr indent="0" lvl="0" marL="0" rtl="0" algn="ctr">
              <a:spcBef>
                <a:spcPts val="0"/>
              </a:spcBef>
              <a:spcAft>
                <a:spcPts val="0"/>
              </a:spcAft>
              <a:buNone/>
            </a:pPr>
            <a:r>
              <a:rPr lang="en">
                <a:latin typeface="Gantari"/>
                <a:ea typeface="Gantari"/>
                <a:cs typeface="Gantari"/>
                <a:sym typeface="Gantari"/>
              </a:rPr>
              <a:t>Machine</a:t>
            </a:r>
            <a:endParaRPr>
              <a:latin typeface="Gantari"/>
              <a:ea typeface="Gantari"/>
              <a:cs typeface="Gantari"/>
              <a:sym typeface="Gantari"/>
            </a:endParaRPr>
          </a:p>
        </p:txBody>
      </p:sp>
      <p:grpSp>
        <p:nvGrpSpPr>
          <p:cNvPr id="511" name="Google Shape;511;p33"/>
          <p:cNvGrpSpPr/>
          <p:nvPr/>
        </p:nvGrpSpPr>
        <p:grpSpPr>
          <a:xfrm>
            <a:off x="1838559" y="1209679"/>
            <a:ext cx="511332" cy="506855"/>
            <a:chOff x="7317225" y="1543784"/>
            <a:chExt cx="607644" cy="602323"/>
          </a:xfrm>
        </p:grpSpPr>
        <p:sp>
          <p:nvSpPr>
            <p:cNvPr id="512" name="Google Shape;512;p33"/>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3"/>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 name="Google Shape;514;p33"/>
          <p:cNvGrpSpPr/>
          <p:nvPr/>
        </p:nvGrpSpPr>
        <p:grpSpPr>
          <a:xfrm>
            <a:off x="4316334" y="1209679"/>
            <a:ext cx="511332" cy="506855"/>
            <a:chOff x="7317225" y="1543784"/>
            <a:chExt cx="607644" cy="602323"/>
          </a:xfrm>
        </p:grpSpPr>
        <p:sp>
          <p:nvSpPr>
            <p:cNvPr id="515" name="Google Shape;515;p33"/>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3"/>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 name="Google Shape;517;p33"/>
          <p:cNvGrpSpPr/>
          <p:nvPr/>
        </p:nvGrpSpPr>
        <p:grpSpPr>
          <a:xfrm>
            <a:off x="6794109" y="1209679"/>
            <a:ext cx="511332" cy="506855"/>
            <a:chOff x="7317225" y="1543784"/>
            <a:chExt cx="607644" cy="602323"/>
          </a:xfrm>
        </p:grpSpPr>
        <p:sp>
          <p:nvSpPr>
            <p:cNvPr id="518" name="Google Shape;518;p33"/>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3"/>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 name="Google Shape;520;p33"/>
          <p:cNvGrpSpPr/>
          <p:nvPr/>
        </p:nvGrpSpPr>
        <p:grpSpPr>
          <a:xfrm>
            <a:off x="1955708" y="3137779"/>
            <a:ext cx="277034" cy="277629"/>
            <a:chOff x="10733000" y="1277725"/>
            <a:chExt cx="1150950" cy="1153425"/>
          </a:xfrm>
        </p:grpSpPr>
        <p:sp>
          <p:nvSpPr>
            <p:cNvPr id="521" name="Google Shape;521;p33"/>
            <p:cNvSpPr/>
            <p:nvPr/>
          </p:nvSpPr>
          <p:spPr>
            <a:xfrm>
              <a:off x="11070925" y="1277725"/>
              <a:ext cx="608275" cy="608275"/>
            </a:xfrm>
            <a:custGeom>
              <a:rect b="b" l="l" r="r" t="t"/>
              <a:pathLst>
                <a:path extrusionOk="0" h="24331" w="24331">
                  <a:moveTo>
                    <a:pt x="6763" y="7663"/>
                  </a:moveTo>
                  <a:cubicBezTo>
                    <a:pt x="7505" y="7663"/>
                    <a:pt x="8111" y="8261"/>
                    <a:pt x="8111" y="9011"/>
                  </a:cubicBezTo>
                  <a:lnTo>
                    <a:pt x="8111" y="10813"/>
                  </a:lnTo>
                  <a:cubicBezTo>
                    <a:pt x="8111" y="11563"/>
                    <a:pt x="7505" y="12161"/>
                    <a:pt x="6763" y="12161"/>
                  </a:cubicBezTo>
                  <a:cubicBezTo>
                    <a:pt x="6013" y="12161"/>
                    <a:pt x="5407" y="11563"/>
                    <a:pt x="5407" y="10813"/>
                  </a:cubicBezTo>
                  <a:lnTo>
                    <a:pt x="5407" y="9011"/>
                  </a:lnTo>
                  <a:cubicBezTo>
                    <a:pt x="5407" y="8261"/>
                    <a:pt x="6013" y="7663"/>
                    <a:pt x="6763" y="7663"/>
                  </a:cubicBezTo>
                  <a:close/>
                  <a:moveTo>
                    <a:pt x="17576" y="7663"/>
                  </a:moveTo>
                  <a:cubicBezTo>
                    <a:pt x="18319" y="7663"/>
                    <a:pt x="18924" y="8261"/>
                    <a:pt x="18924" y="9011"/>
                  </a:cubicBezTo>
                  <a:lnTo>
                    <a:pt x="18924" y="10813"/>
                  </a:lnTo>
                  <a:cubicBezTo>
                    <a:pt x="18924" y="11563"/>
                    <a:pt x="18319" y="12161"/>
                    <a:pt x="17576" y="12161"/>
                  </a:cubicBezTo>
                  <a:cubicBezTo>
                    <a:pt x="16826" y="12161"/>
                    <a:pt x="16221" y="11563"/>
                    <a:pt x="16221" y="10813"/>
                  </a:cubicBezTo>
                  <a:lnTo>
                    <a:pt x="16221" y="9011"/>
                  </a:lnTo>
                  <a:cubicBezTo>
                    <a:pt x="16221" y="8261"/>
                    <a:pt x="16826" y="7663"/>
                    <a:pt x="17576" y="7663"/>
                  </a:cubicBezTo>
                  <a:close/>
                  <a:moveTo>
                    <a:pt x="14419" y="16186"/>
                  </a:moveTo>
                  <a:cubicBezTo>
                    <a:pt x="14765" y="16186"/>
                    <a:pt x="15111" y="16317"/>
                    <a:pt x="15377" y="16580"/>
                  </a:cubicBezTo>
                  <a:cubicBezTo>
                    <a:pt x="15904" y="17107"/>
                    <a:pt x="15904" y="17965"/>
                    <a:pt x="15377" y="18491"/>
                  </a:cubicBezTo>
                  <a:cubicBezTo>
                    <a:pt x="14491" y="19378"/>
                    <a:pt x="13328" y="19821"/>
                    <a:pt x="12166" y="19821"/>
                  </a:cubicBezTo>
                  <a:cubicBezTo>
                    <a:pt x="11003" y="19821"/>
                    <a:pt x="9841" y="19378"/>
                    <a:pt x="8954" y="18491"/>
                  </a:cubicBezTo>
                  <a:cubicBezTo>
                    <a:pt x="8428" y="17965"/>
                    <a:pt x="8428" y="17107"/>
                    <a:pt x="8954" y="16580"/>
                  </a:cubicBezTo>
                  <a:cubicBezTo>
                    <a:pt x="9221" y="16317"/>
                    <a:pt x="9567" y="16186"/>
                    <a:pt x="9913" y="16186"/>
                  </a:cubicBezTo>
                  <a:cubicBezTo>
                    <a:pt x="10259" y="16186"/>
                    <a:pt x="10605" y="16317"/>
                    <a:pt x="10872" y="16580"/>
                  </a:cubicBezTo>
                  <a:cubicBezTo>
                    <a:pt x="11229" y="16937"/>
                    <a:pt x="11697" y="17116"/>
                    <a:pt x="12166" y="17116"/>
                  </a:cubicBezTo>
                  <a:cubicBezTo>
                    <a:pt x="12634" y="17116"/>
                    <a:pt x="13103" y="16937"/>
                    <a:pt x="13460" y="16580"/>
                  </a:cubicBezTo>
                  <a:cubicBezTo>
                    <a:pt x="13727" y="16317"/>
                    <a:pt x="14073" y="16186"/>
                    <a:pt x="14419" y="16186"/>
                  </a:cubicBezTo>
                  <a:close/>
                  <a:moveTo>
                    <a:pt x="12169" y="0"/>
                  </a:moveTo>
                  <a:cubicBezTo>
                    <a:pt x="5458" y="0"/>
                    <a:pt x="1" y="5457"/>
                    <a:pt x="1" y="12169"/>
                  </a:cubicBezTo>
                  <a:cubicBezTo>
                    <a:pt x="1" y="18873"/>
                    <a:pt x="5458" y="24330"/>
                    <a:pt x="12169" y="24330"/>
                  </a:cubicBezTo>
                  <a:cubicBezTo>
                    <a:pt x="18874" y="24330"/>
                    <a:pt x="24331" y="18873"/>
                    <a:pt x="24331" y="12169"/>
                  </a:cubicBezTo>
                  <a:cubicBezTo>
                    <a:pt x="24331" y="5457"/>
                    <a:pt x="18874" y="0"/>
                    <a:pt x="121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3"/>
            <p:cNvSpPr/>
            <p:nvPr/>
          </p:nvSpPr>
          <p:spPr>
            <a:xfrm>
              <a:off x="10733000" y="1919225"/>
              <a:ext cx="1150950" cy="511925"/>
            </a:xfrm>
            <a:custGeom>
              <a:rect b="b" l="l" r="r" t="t"/>
              <a:pathLst>
                <a:path extrusionOk="0" h="20477" w="46038">
                  <a:moveTo>
                    <a:pt x="15124" y="1"/>
                  </a:moveTo>
                  <a:cubicBezTo>
                    <a:pt x="12739" y="1"/>
                    <a:pt x="10375" y="927"/>
                    <a:pt x="8601" y="2714"/>
                  </a:cubicBezTo>
                  <a:lnTo>
                    <a:pt x="390" y="10997"/>
                  </a:lnTo>
                  <a:cubicBezTo>
                    <a:pt x="145" y="11250"/>
                    <a:pt x="1" y="11596"/>
                    <a:pt x="1" y="11949"/>
                  </a:cubicBezTo>
                  <a:lnTo>
                    <a:pt x="1" y="19129"/>
                  </a:lnTo>
                  <a:cubicBezTo>
                    <a:pt x="1" y="19871"/>
                    <a:pt x="606" y="20477"/>
                    <a:pt x="1356" y="20477"/>
                  </a:cubicBezTo>
                  <a:lnTo>
                    <a:pt x="10367" y="20477"/>
                  </a:lnTo>
                  <a:cubicBezTo>
                    <a:pt x="10728" y="20477"/>
                    <a:pt x="11081" y="20333"/>
                    <a:pt x="11333" y="20066"/>
                  </a:cubicBezTo>
                  <a:lnTo>
                    <a:pt x="13640" y="17702"/>
                  </a:lnTo>
                  <a:lnTo>
                    <a:pt x="29904" y="17702"/>
                  </a:lnTo>
                  <a:cubicBezTo>
                    <a:pt x="31684" y="17702"/>
                    <a:pt x="33400" y="17046"/>
                    <a:pt x="34719" y="15856"/>
                  </a:cubicBezTo>
                  <a:lnTo>
                    <a:pt x="44776" y="6823"/>
                  </a:lnTo>
                  <a:cubicBezTo>
                    <a:pt x="45605" y="6088"/>
                    <a:pt x="46037" y="4999"/>
                    <a:pt x="45944" y="3889"/>
                  </a:cubicBezTo>
                  <a:lnTo>
                    <a:pt x="45944" y="3889"/>
                  </a:lnTo>
                  <a:lnTo>
                    <a:pt x="45944" y="3897"/>
                  </a:lnTo>
                  <a:cubicBezTo>
                    <a:pt x="45864" y="2786"/>
                    <a:pt x="45266" y="1784"/>
                    <a:pt x="44329" y="1179"/>
                  </a:cubicBezTo>
                  <a:cubicBezTo>
                    <a:pt x="43737" y="797"/>
                    <a:pt x="43065" y="609"/>
                    <a:pt x="42394" y="609"/>
                  </a:cubicBezTo>
                  <a:cubicBezTo>
                    <a:pt x="41544" y="609"/>
                    <a:pt x="40698" y="911"/>
                    <a:pt x="40025" y="1503"/>
                  </a:cubicBezTo>
                  <a:lnTo>
                    <a:pt x="35044" y="5908"/>
                  </a:lnTo>
                  <a:cubicBezTo>
                    <a:pt x="34957" y="9202"/>
                    <a:pt x="32261" y="11841"/>
                    <a:pt x="28967" y="11841"/>
                  </a:cubicBezTo>
                  <a:lnTo>
                    <a:pt x="20792" y="11841"/>
                  </a:lnTo>
                  <a:cubicBezTo>
                    <a:pt x="20042" y="11841"/>
                    <a:pt x="19436" y="11235"/>
                    <a:pt x="19436" y="10493"/>
                  </a:cubicBezTo>
                  <a:cubicBezTo>
                    <a:pt x="19436" y="9743"/>
                    <a:pt x="20042" y="9137"/>
                    <a:pt x="20792" y="9137"/>
                  </a:cubicBezTo>
                  <a:lnTo>
                    <a:pt x="28967" y="9137"/>
                  </a:lnTo>
                  <a:cubicBezTo>
                    <a:pt x="30834" y="9137"/>
                    <a:pt x="32340" y="7624"/>
                    <a:pt x="32340" y="5756"/>
                  </a:cubicBezTo>
                  <a:cubicBezTo>
                    <a:pt x="32340" y="3889"/>
                    <a:pt x="30834" y="2383"/>
                    <a:pt x="28967" y="2383"/>
                  </a:cubicBezTo>
                  <a:lnTo>
                    <a:pt x="23423" y="2383"/>
                  </a:lnTo>
                  <a:cubicBezTo>
                    <a:pt x="22204" y="2383"/>
                    <a:pt x="21015" y="2037"/>
                    <a:pt x="19984" y="1395"/>
                  </a:cubicBezTo>
                  <a:cubicBezTo>
                    <a:pt x="18485" y="458"/>
                    <a:pt x="16799" y="1"/>
                    <a:pt x="151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 name="Google Shape;523;p33"/>
          <p:cNvGrpSpPr/>
          <p:nvPr/>
        </p:nvGrpSpPr>
        <p:grpSpPr>
          <a:xfrm>
            <a:off x="4432009" y="1324291"/>
            <a:ext cx="279982" cy="277629"/>
            <a:chOff x="13120625" y="1277725"/>
            <a:chExt cx="1163200" cy="1153425"/>
          </a:xfrm>
        </p:grpSpPr>
        <p:sp>
          <p:nvSpPr>
            <p:cNvPr id="524" name="Google Shape;524;p33"/>
            <p:cNvSpPr/>
            <p:nvPr/>
          </p:nvSpPr>
          <p:spPr>
            <a:xfrm>
              <a:off x="14114200" y="1367775"/>
              <a:ext cx="169625" cy="112700"/>
            </a:xfrm>
            <a:custGeom>
              <a:rect b="b" l="l" r="r" t="t"/>
              <a:pathLst>
                <a:path extrusionOk="0" h="4508" w="6785">
                  <a:moveTo>
                    <a:pt x="5238" y="0"/>
                  </a:moveTo>
                  <a:cubicBezTo>
                    <a:pt x="5038" y="0"/>
                    <a:pt x="4835" y="45"/>
                    <a:pt x="4643" y="139"/>
                  </a:cubicBezTo>
                  <a:lnTo>
                    <a:pt x="952" y="1942"/>
                  </a:lnTo>
                  <a:cubicBezTo>
                    <a:pt x="282" y="2266"/>
                    <a:pt x="1" y="3073"/>
                    <a:pt x="325" y="3744"/>
                  </a:cubicBezTo>
                  <a:cubicBezTo>
                    <a:pt x="562" y="4229"/>
                    <a:pt x="1044" y="4507"/>
                    <a:pt x="1544" y="4507"/>
                  </a:cubicBezTo>
                  <a:cubicBezTo>
                    <a:pt x="1742" y="4507"/>
                    <a:pt x="1944" y="4463"/>
                    <a:pt x="2135" y="4371"/>
                  </a:cubicBezTo>
                  <a:lnTo>
                    <a:pt x="5833" y="2569"/>
                  </a:lnTo>
                  <a:cubicBezTo>
                    <a:pt x="6503" y="2244"/>
                    <a:pt x="6784" y="1430"/>
                    <a:pt x="6453" y="759"/>
                  </a:cubicBezTo>
                  <a:cubicBezTo>
                    <a:pt x="6221" y="280"/>
                    <a:pt x="5739" y="0"/>
                    <a:pt x="52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3"/>
            <p:cNvSpPr/>
            <p:nvPr/>
          </p:nvSpPr>
          <p:spPr>
            <a:xfrm>
              <a:off x="14114200" y="1908525"/>
              <a:ext cx="169625" cy="112750"/>
            </a:xfrm>
            <a:custGeom>
              <a:rect b="b" l="l" r="r" t="t"/>
              <a:pathLst>
                <a:path extrusionOk="0" h="4510" w="6785">
                  <a:moveTo>
                    <a:pt x="1544" y="0"/>
                  </a:moveTo>
                  <a:cubicBezTo>
                    <a:pt x="1044" y="0"/>
                    <a:pt x="562" y="278"/>
                    <a:pt x="325" y="763"/>
                  </a:cubicBezTo>
                  <a:cubicBezTo>
                    <a:pt x="1" y="1434"/>
                    <a:pt x="282" y="2241"/>
                    <a:pt x="952" y="2573"/>
                  </a:cubicBezTo>
                  <a:lnTo>
                    <a:pt x="4643" y="4375"/>
                  </a:lnTo>
                  <a:cubicBezTo>
                    <a:pt x="4832" y="4466"/>
                    <a:pt x="5033" y="4510"/>
                    <a:pt x="5231" y="4510"/>
                  </a:cubicBezTo>
                  <a:cubicBezTo>
                    <a:pt x="5734" y="4510"/>
                    <a:pt x="6220" y="4229"/>
                    <a:pt x="6453" y="3748"/>
                  </a:cubicBezTo>
                  <a:cubicBezTo>
                    <a:pt x="6784" y="3077"/>
                    <a:pt x="6503" y="2263"/>
                    <a:pt x="5833" y="1938"/>
                  </a:cubicBezTo>
                  <a:lnTo>
                    <a:pt x="2135" y="136"/>
                  </a:lnTo>
                  <a:cubicBezTo>
                    <a:pt x="1944" y="44"/>
                    <a:pt x="1742" y="0"/>
                    <a:pt x="15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3"/>
            <p:cNvSpPr/>
            <p:nvPr/>
          </p:nvSpPr>
          <p:spPr>
            <a:xfrm>
              <a:off x="13120625" y="1367775"/>
              <a:ext cx="169625" cy="112700"/>
            </a:xfrm>
            <a:custGeom>
              <a:rect b="b" l="l" r="r" t="t"/>
              <a:pathLst>
                <a:path extrusionOk="0" h="4508" w="6785">
                  <a:moveTo>
                    <a:pt x="1547" y="0"/>
                  </a:moveTo>
                  <a:cubicBezTo>
                    <a:pt x="1046" y="0"/>
                    <a:pt x="564" y="280"/>
                    <a:pt x="332" y="759"/>
                  </a:cubicBezTo>
                  <a:cubicBezTo>
                    <a:pt x="1" y="1430"/>
                    <a:pt x="282" y="2244"/>
                    <a:pt x="952" y="2569"/>
                  </a:cubicBezTo>
                  <a:lnTo>
                    <a:pt x="4650" y="4371"/>
                  </a:lnTo>
                  <a:cubicBezTo>
                    <a:pt x="4841" y="4463"/>
                    <a:pt x="5042" y="4507"/>
                    <a:pt x="5241" y="4507"/>
                  </a:cubicBezTo>
                  <a:cubicBezTo>
                    <a:pt x="5741" y="4507"/>
                    <a:pt x="6222" y="4229"/>
                    <a:pt x="6460" y="3744"/>
                  </a:cubicBezTo>
                  <a:cubicBezTo>
                    <a:pt x="6784" y="3073"/>
                    <a:pt x="6503" y="2266"/>
                    <a:pt x="5833" y="1942"/>
                  </a:cubicBezTo>
                  <a:lnTo>
                    <a:pt x="2142" y="139"/>
                  </a:lnTo>
                  <a:cubicBezTo>
                    <a:pt x="1950" y="45"/>
                    <a:pt x="1747" y="0"/>
                    <a:pt x="15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3"/>
            <p:cNvSpPr/>
            <p:nvPr/>
          </p:nvSpPr>
          <p:spPr>
            <a:xfrm>
              <a:off x="13120625" y="1908525"/>
              <a:ext cx="169625" cy="112750"/>
            </a:xfrm>
            <a:custGeom>
              <a:rect b="b" l="l" r="r" t="t"/>
              <a:pathLst>
                <a:path extrusionOk="0" h="4510" w="6785">
                  <a:moveTo>
                    <a:pt x="5241" y="0"/>
                  </a:moveTo>
                  <a:cubicBezTo>
                    <a:pt x="5042" y="0"/>
                    <a:pt x="4841" y="44"/>
                    <a:pt x="4650" y="136"/>
                  </a:cubicBezTo>
                  <a:lnTo>
                    <a:pt x="952" y="1938"/>
                  </a:lnTo>
                  <a:cubicBezTo>
                    <a:pt x="282" y="2263"/>
                    <a:pt x="1" y="3077"/>
                    <a:pt x="332" y="3748"/>
                  </a:cubicBezTo>
                  <a:cubicBezTo>
                    <a:pt x="565" y="4229"/>
                    <a:pt x="1051" y="4510"/>
                    <a:pt x="1554" y="4510"/>
                  </a:cubicBezTo>
                  <a:cubicBezTo>
                    <a:pt x="1752" y="4510"/>
                    <a:pt x="1952" y="4466"/>
                    <a:pt x="2142" y="4375"/>
                  </a:cubicBezTo>
                  <a:lnTo>
                    <a:pt x="5833" y="2573"/>
                  </a:lnTo>
                  <a:cubicBezTo>
                    <a:pt x="6503" y="2241"/>
                    <a:pt x="6784" y="1434"/>
                    <a:pt x="6460" y="763"/>
                  </a:cubicBezTo>
                  <a:cubicBezTo>
                    <a:pt x="6222" y="278"/>
                    <a:pt x="5741" y="0"/>
                    <a:pt x="52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3"/>
            <p:cNvSpPr/>
            <p:nvPr/>
          </p:nvSpPr>
          <p:spPr>
            <a:xfrm>
              <a:off x="13240475" y="1277725"/>
              <a:ext cx="428050" cy="878600"/>
            </a:xfrm>
            <a:custGeom>
              <a:rect b="b" l="l" r="r" t="t"/>
              <a:pathLst>
                <a:path extrusionOk="0" h="35144" w="17122">
                  <a:moveTo>
                    <a:pt x="14865" y="0"/>
                  </a:moveTo>
                  <a:cubicBezTo>
                    <a:pt x="12104" y="0"/>
                    <a:pt x="9718" y="1932"/>
                    <a:pt x="9134" y="4635"/>
                  </a:cubicBezTo>
                  <a:cubicBezTo>
                    <a:pt x="6438" y="5212"/>
                    <a:pt x="4506" y="7598"/>
                    <a:pt x="4506" y="10366"/>
                  </a:cubicBezTo>
                  <a:cubicBezTo>
                    <a:pt x="4506" y="10633"/>
                    <a:pt x="4521" y="10907"/>
                    <a:pt x="4564" y="11181"/>
                  </a:cubicBezTo>
                  <a:cubicBezTo>
                    <a:pt x="1832" y="12118"/>
                    <a:pt x="0" y="14685"/>
                    <a:pt x="0" y="17575"/>
                  </a:cubicBezTo>
                  <a:cubicBezTo>
                    <a:pt x="0" y="20459"/>
                    <a:pt x="1832" y="23025"/>
                    <a:pt x="4564" y="23962"/>
                  </a:cubicBezTo>
                  <a:cubicBezTo>
                    <a:pt x="4521" y="24236"/>
                    <a:pt x="4506" y="24510"/>
                    <a:pt x="4506" y="24784"/>
                  </a:cubicBezTo>
                  <a:cubicBezTo>
                    <a:pt x="4506" y="27545"/>
                    <a:pt x="6438" y="29931"/>
                    <a:pt x="9134" y="30508"/>
                  </a:cubicBezTo>
                  <a:cubicBezTo>
                    <a:pt x="9718" y="33211"/>
                    <a:pt x="12104" y="35143"/>
                    <a:pt x="14865" y="35143"/>
                  </a:cubicBezTo>
                  <a:cubicBezTo>
                    <a:pt x="15637" y="35143"/>
                    <a:pt x="16408" y="34992"/>
                    <a:pt x="17122" y="34696"/>
                  </a:cubicBezTo>
                  <a:lnTo>
                    <a:pt x="17122" y="454"/>
                  </a:lnTo>
                  <a:cubicBezTo>
                    <a:pt x="16408" y="151"/>
                    <a:pt x="15637" y="0"/>
                    <a:pt x="148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3"/>
            <p:cNvSpPr/>
            <p:nvPr/>
          </p:nvSpPr>
          <p:spPr>
            <a:xfrm>
              <a:off x="13736100" y="1277725"/>
              <a:ext cx="436700" cy="878600"/>
            </a:xfrm>
            <a:custGeom>
              <a:rect b="b" l="l" r="r" t="t"/>
              <a:pathLst>
                <a:path extrusionOk="0" h="35144" w="17468">
                  <a:moveTo>
                    <a:pt x="2249" y="0"/>
                  </a:moveTo>
                  <a:cubicBezTo>
                    <a:pt x="1478" y="0"/>
                    <a:pt x="707" y="151"/>
                    <a:pt x="0" y="454"/>
                  </a:cubicBezTo>
                  <a:lnTo>
                    <a:pt x="0" y="34696"/>
                  </a:lnTo>
                  <a:cubicBezTo>
                    <a:pt x="707" y="34992"/>
                    <a:pt x="1478" y="35143"/>
                    <a:pt x="2249" y="35143"/>
                  </a:cubicBezTo>
                  <a:cubicBezTo>
                    <a:pt x="5010" y="35143"/>
                    <a:pt x="7397" y="33211"/>
                    <a:pt x="7981" y="30508"/>
                  </a:cubicBezTo>
                  <a:cubicBezTo>
                    <a:pt x="10677" y="29931"/>
                    <a:pt x="12609" y="27545"/>
                    <a:pt x="12616" y="24784"/>
                  </a:cubicBezTo>
                  <a:cubicBezTo>
                    <a:pt x="12609" y="24510"/>
                    <a:pt x="12594" y="24236"/>
                    <a:pt x="12551" y="23962"/>
                  </a:cubicBezTo>
                  <a:cubicBezTo>
                    <a:pt x="13618" y="23595"/>
                    <a:pt x="14584" y="22968"/>
                    <a:pt x="15341" y="22139"/>
                  </a:cubicBezTo>
                  <a:cubicBezTo>
                    <a:pt x="16884" y="20452"/>
                    <a:pt x="17468" y="18109"/>
                    <a:pt x="16905" y="15903"/>
                  </a:cubicBezTo>
                  <a:cubicBezTo>
                    <a:pt x="16343" y="13697"/>
                    <a:pt x="14707" y="11916"/>
                    <a:pt x="12551" y="11181"/>
                  </a:cubicBezTo>
                  <a:cubicBezTo>
                    <a:pt x="12587" y="10907"/>
                    <a:pt x="12609" y="10633"/>
                    <a:pt x="12616" y="10366"/>
                  </a:cubicBezTo>
                  <a:cubicBezTo>
                    <a:pt x="12609" y="7598"/>
                    <a:pt x="10677" y="5212"/>
                    <a:pt x="7981" y="4635"/>
                  </a:cubicBezTo>
                  <a:cubicBezTo>
                    <a:pt x="7397" y="1932"/>
                    <a:pt x="5010" y="0"/>
                    <a:pt x="22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3"/>
            <p:cNvSpPr/>
            <p:nvPr/>
          </p:nvSpPr>
          <p:spPr>
            <a:xfrm>
              <a:off x="13589575" y="2363550"/>
              <a:ext cx="225300" cy="67600"/>
            </a:xfrm>
            <a:custGeom>
              <a:rect b="b" l="l" r="r" t="t"/>
              <a:pathLst>
                <a:path extrusionOk="0" h="2704" w="9012">
                  <a:moveTo>
                    <a:pt x="0" y="1"/>
                  </a:moveTo>
                  <a:lnTo>
                    <a:pt x="0" y="902"/>
                  </a:lnTo>
                  <a:cubicBezTo>
                    <a:pt x="0" y="1897"/>
                    <a:pt x="808" y="2704"/>
                    <a:pt x="1803" y="2704"/>
                  </a:cubicBezTo>
                  <a:lnTo>
                    <a:pt x="7209" y="2704"/>
                  </a:lnTo>
                  <a:cubicBezTo>
                    <a:pt x="8204" y="2704"/>
                    <a:pt x="9012" y="1897"/>
                    <a:pt x="9012" y="902"/>
                  </a:cubicBezTo>
                  <a:lnTo>
                    <a:pt x="901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3"/>
            <p:cNvSpPr/>
            <p:nvPr/>
          </p:nvSpPr>
          <p:spPr>
            <a:xfrm>
              <a:off x="13533350" y="2204050"/>
              <a:ext cx="337925" cy="91950"/>
            </a:xfrm>
            <a:custGeom>
              <a:rect b="b" l="l" r="r" t="t"/>
              <a:pathLst>
                <a:path extrusionOk="0" h="3678" w="13517">
                  <a:moveTo>
                    <a:pt x="6755" y="1"/>
                  </a:moveTo>
                  <a:cubicBezTo>
                    <a:pt x="5638" y="520"/>
                    <a:pt x="4429" y="794"/>
                    <a:pt x="3198" y="794"/>
                  </a:cubicBezTo>
                  <a:cubicBezTo>
                    <a:pt x="3182" y="794"/>
                    <a:pt x="3166" y="794"/>
                    <a:pt x="3150" y="794"/>
                  </a:cubicBezTo>
                  <a:cubicBezTo>
                    <a:pt x="2069" y="794"/>
                    <a:pt x="1002" y="585"/>
                    <a:pt x="0" y="188"/>
                  </a:cubicBezTo>
                  <a:lnTo>
                    <a:pt x="0" y="1875"/>
                  </a:lnTo>
                  <a:cubicBezTo>
                    <a:pt x="0" y="2870"/>
                    <a:pt x="800" y="3677"/>
                    <a:pt x="1802" y="3677"/>
                  </a:cubicBezTo>
                  <a:lnTo>
                    <a:pt x="11715" y="3677"/>
                  </a:lnTo>
                  <a:cubicBezTo>
                    <a:pt x="12710" y="3677"/>
                    <a:pt x="13517" y="2870"/>
                    <a:pt x="13517" y="1875"/>
                  </a:cubicBezTo>
                  <a:lnTo>
                    <a:pt x="13517" y="188"/>
                  </a:lnTo>
                  <a:cubicBezTo>
                    <a:pt x="12508" y="585"/>
                    <a:pt x="11441" y="794"/>
                    <a:pt x="10359" y="794"/>
                  </a:cubicBezTo>
                  <a:cubicBezTo>
                    <a:pt x="10343" y="794"/>
                    <a:pt x="10327" y="794"/>
                    <a:pt x="10311" y="794"/>
                  </a:cubicBezTo>
                  <a:cubicBezTo>
                    <a:pt x="9081" y="794"/>
                    <a:pt x="7872" y="520"/>
                    <a:pt x="67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33"/>
          <p:cNvGrpSpPr/>
          <p:nvPr/>
        </p:nvGrpSpPr>
        <p:grpSpPr>
          <a:xfrm>
            <a:off x="6911258" y="1324304"/>
            <a:ext cx="277034" cy="277629"/>
            <a:chOff x="14326150" y="1277725"/>
            <a:chExt cx="1150950" cy="1153425"/>
          </a:xfrm>
        </p:grpSpPr>
        <p:sp>
          <p:nvSpPr>
            <p:cNvPr id="533" name="Google Shape;533;p33"/>
            <p:cNvSpPr/>
            <p:nvPr/>
          </p:nvSpPr>
          <p:spPr>
            <a:xfrm>
              <a:off x="14664250" y="1277725"/>
              <a:ext cx="608275" cy="608275"/>
            </a:xfrm>
            <a:custGeom>
              <a:rect b="b" l="l" r="r" t="t"/>
              <a:pathLst>
                <a:path extrusionOk="0" h="24331" w="24331">
                  <a:moveTo>
                    <a:pt x="9459" y="0"/>
                  </a:moveTo>
                  <a:cubicBezTo>
                    <a:pt x="8709" y="0"/>
                    <a:pt x="8111" y="606"/>
                    <a:pt x="8111" y="1355"/>
                  </a:cubicBezTo>
                  <a:lnTo>
                    <a:pt x="8111" y="8110"/>
                  </a:lnTo>
                  <a:lnTo>
                    <a:pt x="1349" y="8110"/>
                  </a:lnTo>
                  <a:cubicBezTo>
                    <a:pt x="599" y="8110"/>
                    <a:pt x="1" y="8716"/>
                    <a:pt x="1" y="9465"/>
                  </a:cubicBezTo>
                  <a:lnTo>
                    <a:pt x="1" y="14872"/>
                  </a:lnTo>
                  <a:cubicBezTo>
                    <a:pt x="1" y="15614"/>
                    <a:pt x="599" y="16220"/>
                    <a:pt x="1349" y="16220"/>
                  </a:cubicBezTo>
                  <a:lnTo>
                    <a:pt x="8111" y="16220"/>
                  </a:lnTo>
                  <a:lnTo>
                    <a:pt x="8111" y="22982"/>
                  </a:lnTo>
                  <a:cubicBezTo>
                    <a:pt x="8111" y="23725"/>
                    <a:pt x="8709" y="24330"/>
                    <a:pt x="9459" y="24330"/>
                  </a:cubicBezTo>
                  <a:lnTo>
                    <a:pt x="14865" y="24330"/>
                  </a:lnTo>
                  <a:cubicBezTo>
                    <a:pt x="15615" y="24330"/>
                    <a:pt x="16221" y="23725"/>
                    <a:pt x="16221" y="22982"/>
                  </a:cubicBezTo>
                  <a:lnTo>
                    <a:pt x="16221" y="16220"/>
                  </a:lnTo>
                  <a:lnTo>
                    <a:pt x="22976" y="16220"/>
                  </a:lnTo>
                  <a:cubicBezTo>
                    <a:pt x="23725" y="16220"/>
                    <a:pt x="24331" y="15614"/>
                    <a:pt x="24331" y="14872"/>
                  </a:cubicBezTo>
                  <a:lnTo>
                    <a:pt x="24331" y="9465"/>
                  </a:lnTo>
                  <a:cubicBezTo>
                    <a:pt x="24331" y="8716"/>
                    <a:pt x="23725" y="8110"/>
                    <a:pt x="22976" y="8110"/>
                  </a:cubicBezTo>
                  <a:lnTo>
                    <a:pt x="16221" y="8110"/>
                  </a:lnTo>
                  <a:lnTo>
                    <a:pt x="16221" y="1355"/>
                  </a:lnTo>
                  <a:cubicBezTo>
                    <a:pt x="16221" y="606"/>
                    <a:pt x="15615" y="0"/>
                    <a:pt x="148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3"/>
            <p:cNvSpPr/>
            <p:nvPr/>
          </p:nvSpPr>
          <p:spPr>
            <a:xfrm>
              <a:off x="14326150" y="1919250"/>
              <a:ext cx="1150950" cy="511900"/>
            </a:xfrm>
            <a:custGeom>
              <a:rect b="b" l="l" r="r" t="t"/>
              <a:pathLst>
                <a:path extrusionOk="0" h="20476" w="46038">
                  <a:moveTo>
                    <a:pt x="15131" y="0"/>
                  </a:moveTo>
                  <a:cubicBezTo>
                    <a:pt x="12745" y="0"/>
                    <a:pt x="10383" y="929"/>
                    <a:pt x="8608" y="2720"/>
                  </a:cubicBezTo>
                  <a:lnTo>
                    <a:pt x="397" y="11003"/>
                  </a:lnTo>
                  <a:cubicBezTo>
                    <a:pt x="145" y="11256"/>
                    <a:pt x="8" y="11595"/>
                    <a:pt x="0" y="11955"/>
                  </a:cubicBezTo>
                  <a:lnTo>
                    <a:pt x="0" y="19128"/>
                  </a:lnTo>
                  <a:cubicBezTo>
                    <a:pt x="0" y="19870"/>
                    <a:pt x="606" y="20476"/>
                    <a:pt x="1356" y="20476"/>
                  </a:cubicBezTo>
                  <a:lnTo>
                    <a:pt x="10367" y="20476"/>
                  </a:lnTo>
                  <a:cubicBezTo>
                    <a:pt x="10735" y="20476"/>
                    <a:pt x="11081" y="20332"/>
                    <a:pt x="11333" y="20065"/>
                  </a:cubicBezTo>
                  <a:lnTo>
                    <a:pt x="13640" y="17701"/>
                  </a:lnTo>
                  <a:lnTo>
                    <a:pt x="29903" y="17701"/>
                  </a:lnTo>
                  <a:cubicBezTo>
                    <a:pt x="31684" y="17701"/>
                    <a:pt x="33400" y="17045"/>
                    <a:pt x="34726" y="15855"/>
                  </a:cubicBezTo>
                  <a:lnTo>
                    <a:pt x="44776" y="6822"/>
                  </a:lnTo>
                  <a:cubicBezTo>
                    <a:pt x="45605" y="6087"/>
                    <a:pt x="46037" y="4998"/>
                    <a:pt x="45951" y="3888"/>
                  </a:cubicBezTo>
                  <a:lnTo>
                    <a:pt x="45951" y="3888"/>
                  </a:lnTo>
                  <a:lnTo>
                    <a:pt x="45951" y="3896"/>
                  </a:lnTo>
                  <a:cubicBezTo>
                    <a:pt x="45864" y="2785"/>
                    <a:pt x="45266" y="1783"/>
                    <a:pt x="44336" y="1178"/>
                  </a:cubicBezTo>
                  <a:cubicBezTo>
                    <a:pt x="43741" y="796"/>
                    <a:pt x="43066" y="608"/>
                    <a:pt x="42395" y="608"/>
                  </a:cubicBezTo>
                  <a:cubicBezTo>
                    <a:pt x="41545" y="608"/>
                    <a:pt x="40701" y="910"/>
                    <a:pt x="40032" y="1502"/>
                  </a:cubicBezTo>
                  <a:lnTo>
                    <a:pt x="35043" y="5907"/>
                  </a:lnTo>
                  <a:cubicBezTo>
                    <a:pt x="34964" y="9208"/>
                    <a:pt x="32268" y="11840"/>
                    <a:pt x="28966" y="11847"/>
                  </a:cubicBezTo>
                  <a:lnTo>
                    <a:pt x="20791" y="11847"/>
                  </a:lnTo>
                  <a:cubicBezTo>
                    <a:pt x="20041" y="11847"/>
                    <a:pt x="19443" y="11241"/>
                    <a:pt x="19443" y="10492"/>
                  </a:cubicBezTo>
                  <a:cubicBezTo>
                    <a:pt x="19443" y="9749"/>
                    <a:pt x="20041" y="9144"/>
                    <a:pt x="20791" y="9144"/>
                  </a:cubicBezTo>
                  <a:lnTo>
                    <a:pt x="28966" y="9144"/>
                  </a:lnTo>
                  <a:cubicBezTo>
                    <a:pt x="30833" y="9144"/>
                    <a:pt x="32347" y="7630"/>
                    <a:pt x="32347" y="5763"/>
                  </a:cubicBezTo>
                  <a:cubicBezTo>
                    <a:pt x="32347" y="3896"/>
                    <a:pt x="30833" y="2382"/>
                    <a:pt x="28966" y="2382"/>
                  </a:cubicBezTo>
                  <a:lnTo>
                    <a:pt x="23422" y="2382"/>
                  </a:lnTo>
                  <a:cubicBezTo>
                    <a:pt x="22211" y="2382"/>
                    <a:pt x="21022" y="2043"/>
                    <a:pt x="19991" y="1394"/>
                  </a:cubicBezTo>
                  <a:cubicBezTo>
                    <a:pt x="18490" y="458"/>
                    <a:pt x="16805" y="0"/>
                    <a:pt x="151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p33"/>
          <p:cNvGrpSpPr/>
          <p:nvPr/>
        </p:nvGrpSpPr>
        <p:grpSpPr>
          <a:xfrm>
            <a:off x="1955708" y="1324291"/>
            <a:ext cx="277034" cy="277629"/>
            <a:chOff x="10733000" y="1277725"/>
            <a:chExt cx="1150950" cy="1153425"/>
          </a:xfrm>
        </p:grpSpPr>
        <p:sp>
          <p:nvSpPr>
            <p:cNvPr id="536" name="Google Shape;536;p33"/>
            <p:cNvSpPr/>
            <p:nvPr/>
          </p:nvSpPr>
          <p:spPr>
            <a:xfrm>
              <a:off x="11070925" y="1277725"/>
              <a:ext cx="608275" cy="608275"/>
            </a:xfrm>
            <a:custGeom>
              <a:rect b="b" l="l" r="r" t="t"/>
              <a:pathLst>
                <a:path extrusionOk="0" h="24331" w="24331">
                  <a:moveTo>
                    <a:pt x="6763" y="7663"/>
                  </a:moveTo>
                  <a:cubicBezTo>
                    <a:pt x="7505" y="7663"/>
                    <a:pt x="8111" y="8261"/>
                    <a:pt x="8111" y="9011"/>
                  </a:cubicBezTo>
                  <a:lnTo>
                    <a:pt x="8111" y="10813"/>
                  </a:lnTo>
                  <a:cubicBezTo>
                    <a:pt x="8111" y="11563"/>
                    <a:pt x="7505" y="12161"/>
                    <a:pt x="6763" y="12161"/>
                  </a:cubicBezTo>
                  <a:cubicBezTo>
                    <a:pt x="6013" y="12161"/>
                    <a:pt x="5407" y="11563"/>
                    <a:pt x="5407" y="10813"/>
                  </a:cubicBezTo>
                  <a:lnTo>
                    <a:pt x="5407" y="9011"/>
                  </a:lnTo>
                  <a:cubicBezTo>
                    <a:pt x="5407" y="8261"/>
                    <a:pt x="6013" y="7663"/>
                    <a:pt x="6763" y="7663"/>
                  </a:cubicBezTo>
                  <a:close/>
                  <a:moveTo>
                    <a:pt x="17576" y="7663"/>
                  </a:moveTo>
                  <a:cubicBezTo>
                    <a:pt x="18319" y="7663"/>
                    <a:pt x="18924" y="8261"/>
                    <a:pt x="18924" y="9011"/>
                  </a:cubicBezTo>
                  <a:lnTo>
                    <a:pt x="18924" y="10813"/>
                  </a:lnTo>
                  <a:cubicBezTo>
                    <a:pt x="18924" y="11563"/>
                    <a:pt x="18319" y="12161"/>
                    <a:pt x="17576" y="12161"/>
                  </a:cubicBezTo>
                  <a:cubicBezTo>
                    <a:pt x="16826" y="12161"/>
                    <a:pt x="16221" y="11563"/>
                    <a:pt x="16221" y="10813"/>
                  </a:cubicBezTo>
                  <a:lnTo>
                    <a:pt x="16221" y="9011"/>
                  </a:lnTo>
                  <a:cubicBezTo>
                    <a:pt x="16221" y="8261"/>
                    <a:pt x="16826" y="7663"/>
                    <a:pt x="17576" y="7663"/>
                  </a:cubicBezTo>
                  <a:close/>
                  <a:moveTo>
                    <a:pt x="14419" y="16186"/>
                  </a:moveTo>
                  <a:cubicBezTo>
                    <a:pt x="14765" y="16186"/>
                    <a:pt x="15111" y="16317"/>
                    <a:pt x="15377" y="16580"/>
                  </a:cubicBezTo>
                  <a:cubicBezTo>
                    <a:pt x="15904" y="17107"/>
                    <a:pt x="15904" y="17965"/>
                    <a:pt x="15377" y="18491"/>
                  </a:cubicBezTo>
                  <a:cubicBezTo>
                    <a:pt x="14491" y="19378"/>
                    <a:pt x="13328" y="19821"/>
                    <a:pt x="12166" y="19821"/>
                  </a:cubicBezTo>
                  <a:cubicBezTo>
                    <a:pt x="11003" y="19821"/>
                    <a:pt x="9841" y="19378"/>
                    <a:pt x="8954" y="18491"/>
                  </a:cubicBezTo>
                  <a:cubicBezTo>
                    <a:pt x="8428" y="17965"/>
                    <a:pt x="8428" y="17107"/>
                    <a:pt x="8954" y="16580"/>
                  </a:cubicBezTo>
                  <a:cubicBezTo>
                    <a:pt x="9221" y="16317"/>
                    <a:pt x="9567" y="16186"/>
                    <a:pt x="9913" y="16186"/>
                  </a:cubicBezTo>
                  <a:cubicBezTo>
                    <a:pt x="10259" y="16186"/>
                    <a:pt x="10605" y="16317"/>
                    <a:pt x="10872" y="16580"/>
                  </a:cubicBezTo>
                  <a:cubicBezTo>
                    <a:pt x="11229" y="16937"/>
                    <a:pt x="11697" y="17116"/>
                    <a:pt x="12166" y="17116"/>
                  </a:cubicBezTo>
                  <a:cubicBezTo>
                    <a:pt x="12634" y="17116"/>
                    <a:pt x="13103" y="16937"/>
                    <a:pt x="13460" y="16580"/>
                  </a:cubicBezTo>
                  <a:cubicBezTo>
                    <a:pt x="13727" y="16317"/>
                    <a:pt x="14073" y="16186"/>
                    <a:pt x="14419" y="16186"/>
                  </a:cubicBezTo>
                  <a:close/>
                  <a:moveTo>
                    <a:pt x="12169" y="0"/>
                  </a:moveTo>
                  <a:cubicBezTo>
                    <a:pt x="5458" y="0"/>
                    <a:pt x="1" y="5457"/>
                    <a:pt x="1" y="12169"/>
                  </a:cubicBezTo>
                  <a:cubicBezTo>
                    <a:pt x="1" y="18873"/>
                    <a:pt x="5458" y="24330"/>
                    <a:pt x="12169" y="24330"/>
                  </a:cubicBezTo>
                  <a:cubicBezTo>
                    <a:pt x="18874" y="24330"/>
                    <a:pt x="24331" y="18873"/>
                    <a:pt x="24331" y="12169"/>
                  </a:cubicBezTo>
                  <a:cubicBezTo>
                    <a:pt x="24331" y="5457"/>
                    <a:pt x="18874" y="0"/>
                    <a:pt x="121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3"/>
            <p:cNvSpPr/>
            <p:nvPr/>
          </p:nvSpPr>
          <p:spPr>
            <a:xfrm>
              <a:off x="10733000" y="1919225"/>
              <a:ext cx="1150950" cy="511925"/>
            </a:xfrm>
            <a:custGeom>
              <a:rect b="b" l="l" r="r" t="t"/>
              <a:pathLst>
                <a:path extrusionOk="0" h="20477" w="46038">
                  <a:moveTo>
                    <a:pt x="15124" y="1"/>
                  </a:moveTo>
                  <a:cubicBezTo>
                    <a:pt x="12739" y="1"/>
                    <a:pt x="10375" y="927"/>
                    <a:pt x="8601" y="2714"/>
                  </a:cubicBezTo>
                  <a:lnTo>
                    <a:pt x="390" y="10997"/>
                  </a:lnTo>
                  <a:cubicBezTo>
                    <a:pt x="145" y="11250"/>
                    <a:pt x="1" y="11596"/>
                    <a:pt x="1" y="11949"/>
                  </a:cubicBezTo>
                  <a:lnTo>
                    <a:pt x="1" y="19129"/>
                  </a:lnTo>
                  <a:cubicBezTo>
                    <a:pt x="1" y="19871"/>
                    <a:pt x="606" y="20477"/>
                    <a:pt x="1356" y="20477"/>
                  </a:cubicBezTo>
                  <a:lnTo>
                    <a:pt x="10367" y="20477"/>
                  </a:lnTo>
                  <a:cubicBezTo>
                    <a:pt x="10728" y="20477"/>
                    <a:pt x="11081" y="20333"/>
                    <a:pt x="11333" y="20066"/>
                  </a:cubicBezTo>
                  <a:lnTo>
                    <a:pt x="13640" y="17702"/>
                  </a:lnTo>
                  <a:lnTo>
                    <a:pt x="29904" y="17702"/>
                  </a:lnTo>
                  <a:cubicBezTo>
                    <a:pt x="31684" y="17702"/>
                    <a:pt x="33400" y="17046"/>
                    <a:pt x="34719" y="15856"/>
                  </a:cubicBezTo>
                  <a:lnTo>
                    <a:pt x="44776" y="6823"/>
                  </a:lnTo>
                  <a:cubicBezTo>
                    <a:pt x="45605" y="6088"/>
                    <a:pt x="46037" y="4999"/>
                    <a:pt x="45944" y="3889"/>
                  </a:cubicBezTo>
                  <a:lnTo>
                    <a:pt x="45944" y="3889"/>
                  </a:lnTo>
                  <a:lnTo>
                    <a:pt x="45944" y="3897"/>
                  </a:lnTo>
                  <a:cubicBezTo>
                    <a:pt x="45864" y="2786"/>
                    <a:pt x="45266" y="1784"/>
                    <a:pt x="44329" y="1179"/>
                  </a:cubicBezTo>
                  <a:cubicBezTo>
                    <a:pt x="43737" y="797"/>
                    <a:pt x="43065" y="609"/>
                    <a:pt x="42394" y="609"/>
                  </a:cubicBezTo>
                  <a:cubicBezTo>
                    <a:pt x="41544" y="609"/>
                    <a:pt x="40698" y="911"/>
                    <a:pt x="40025" y="1503"/>
                  </a:cubicBezTo>
                  <a:lnTo>
                    <a:pt x="35044" y="5908"/>
                  </a:lnTo>
                  <a:cubicBezTo>
                    <a:pt x="34957" y="9202"/>
                    <a:pt x="32261" y="11841"/>
                    <a:pt x="28967" y="11841"/>
                  </a:cubicBezTo>
                  <a:lnTo>
                    <a:pt x="20792" y="11841"/>
                  </a:lnTo>
                  <a:cubicBezTo>
                    <a:pt x="20042" y="11841"/>
                    <a:pt x="19436" y="11235"/>
                    <a:pt x="19436" y="10493"/>
                  </a:cubicBezTo>
                  <a:cubicBezTo>
                    <a:pt x="19436" y="9743"/>
                    <a:pt x="20042" y="9137"/>
                    <a:pt x="20792" y="9137"/>
                  </a:cubicBezTo>
                  <a:lnTo>
                    <a:pt x="28967" y="9137"/>
                  </a:lnTo>
                  <a:cubicBezTo>
                    <a:pt x="30834" y="9137"/>
                    <a:pt x="32340" y="7624"/>
                    <a:pt x="32340" y="5756"/>
                  </a:cubicBezTo>
                  <a:cubicBezTo>
                    <a:pt x="32340" y="3889"/>
                    <a:pt x="30834" y="2383"/>
                    <a:pt x="28967" y="2383"/>
                  </a:cubicBezTo>
                  <a:lnTo>
                    <a:pt x="23423" y="2383"/>
                  </a:lnTo>
                  <a:cubicBezTo>
                    <a:pt x="22204" y="2383"/>
                    <a:pt x="21015" y="2037"/>
                    <a:pt x="19984" y="1395"/>
                  </a:cubicBezTo>
                  <a:cubicBezTo>
                    <a:pt x="18485" y="458"/>
                    <a:pt x="16799" y="1"/>
                    <a:pt x="151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38" name="Google Shape;538;p33" title="34725nv1.png"/>
          <p:cNvPicPr preferRelativeResize="0"/>
          <p:nvPr/>
        </p:nvPicPr>
        <p:blipFill>
          <a:blip r:embed="rId3">
            <a:alphaModFix/>
          </a:blip>
          <a:stretch>
            <a:fillRect/>
          </a:stretch>
        </p:blipFill>
        <p:spPr>
          <a:xfrm>
            <a:off x="881775" y="3259969"/>
            <a:ext cx="2424900" cy="876965"/>
          </a:xfrm>
          <a:prstGeom prst="rect">
            <a:avLst/>
          </a:prstGeom>
          <a:noFill/>
          <a:ln>
            <a:noFill/>
          </a:ln>
        </p:spPr>
      </p:pic>
      <p:pic>
        <p:nvPicPr>
          <p:cNvPr id="539" name="Google Shape;539;p33" title="download35-300x154.jpg"/>
          <p:cNvPicPr preferRelativeResize="0"/>
          <p:nvPr/>
        </p:nvPicPr>
        <p:blipFill>
          <a:blip r:embed="rId4">
            <a:alphaModFix/>
          </a:blip>
          <a:stretch>
            <a:fillRect/>
          </a:stretch>
        </p:blipFill>
        <p:spPr>
          <a:xfrm>
            <a:off x="3440675" y="3259971"/>
            <a:ext cx="2254500" cy="1157310"/>
          </a:xfrm>
          <a:prstGeom prst="rect">
            <a:avLst/>
          </a:prstGeom>
          <a:noFill/>
          <a:ln>
            <a:noFill/>
          </a:ln>
        </p:spPr>
      </p:pic>
      <p:pic>
        <p:nvPicPr>
          <p:cNvPr id="540" name="Google Shape;540;p33" title="Classification-of-data-by-support-vector-machine-SVM.png"/>
          <p:cNvPicPr preferRelativeResize="0"/>
          <p:nvPr/>
        </p:nvPicPr>
        <p:blipFill>
          <a:blip r:embed="rId5">
            <a:alphaModFix/>
          </a:blip>
          <a:stretch>
            <a:fillRect/>
          </a:stretch>
        </p:blipFill>
        <p:spPr>
          <a:xfrm>
            <a:off x="5837325" y="3259971"/>
            <a:ext cx="2424900" cy="161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4"/>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Naive Bayes</a:t>
            </a:r>
            <a:endParaRPr/>
          </a:p>
        </p:txBody>
      </p:sp>
      <p:sp>
        <p:nvSpPr>
          <p:cNvPr id="546" name="Google Shape;546;p34"/>
          <p:cNvSpPr txBox="1"/>
          <p:nvPr>
            <p:ph idx="1" type="body"/>
          </p:nvPr>
        </p:nvSpPr>
        <p:spPr>
          <a:xfrm>
            <a:off x="808350" y="1294350"/>
            <a:ext cx="7908000" cy="1297500"/>
          </a:xfrm>
          <a:prstGeom prst="rect">
            <a:avLst/>
          </a:prstGeom>
        </p:spPr>
        <p:txBody>
          <a:bodyPr anchorCtr="0" anchor="t" bIns="91425" lIns="91425" spcFirstLastPara="1" rIns="91425" wrap="square" tIns="91425">
            <a:spAutoFit/>
          </a:bodyPr>
          <a:lstStyle/>
          <a:p>
            <a:pPr indent="0" lvl="0" marL="228600" rtl="0" algn="l">
              <a:lnSpc>
                <a:spcPct val="115000"/>
              </a:lnSpc>
              <a:spcBef>
                <a:spcPts val="1200"/>
              </a:spcBef>
              <a:spcAft>
                <a:spcPts val="0"/>
              </a:spcAft>
              <a:buNone/>
            </a:pPr>
            <a:r>
              <a:rPr lang="en" sz="1400">
                <a:solidFill>
                  <a:srgbClr val="000000"/>
                </a:solidFill>
              </a:rPr>
              <a:t>Naïve Bayes is a probability machine learning algorithm that classifies text by applying Bayes Theorem through assuming that all features are independent of each other. The formula is shown below:</a:t>
            </a:r>
            <a:endParaRPr sz="1400">
              <a:solidFill>
                <a:srgbClr val="000000"/>
              </a:solidFill>
            </a:endParaRPr>
          </a:p>
          <a:p>
            <a:pPr indent="0" lvl="0" marL="0" rtl="0" algn="l">
              <a:spcBef>
                <a:spcPts val="1200"/>
              </a:spcBef>
              <a:spcAft>
                <a:spcPts val="1200"/>
              </a:spcAft>
              <a:buNone/>
            </a:pPr>
            <a:r>
              <a:t/>
            </a:r>
            <a:endParaRPr sz="1400"/>
          </a:p>
        </p:txBody>
      </p:sp>
      <p:pic>
        <p:nvPicPr>
          <p:cNvPr id="547" name="Google Shape;547;p34"/>
          <p:cNvPicPr preferRelativeResize="0"/>
          <p:nvPr/>
        </p:nvPicPr>
        <p:blipFill>
          <a:blip r:embed="rId3">
            <a:alphaModFix/>
          </a:blip>
          <a:stretch>
            <a:fillRect/>
          </a:stretch>
        </p:blipFill>
        <p:spPr>
          <a:xfrm>
            <a:off x="2197100" y="2413000"/>
            <a:ext cx="5648175" cy="2167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5"/>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Types of Naive Bayes</a:t>
            </a:r>
            <a:endParaRPr/>
          </a:p>
        </p:txBody>
      </p:sp>
      <p:sp>
        <p:nvSpPr>
          <p:cNvPr id="553" name="Google Shape;553;p35"/>
          <p:cNvSpPr/>
          <p:nvPr/>
        </p:nvSpPr>
        <p:spPr>
          <a:xfrm>
            <a:off x="194725" y="2319875"/>
            <a:ext cx="2857500" cy="25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pic>
        <p:nvPicPr>
          <p:cNvPr id="554" name="Google Shape;554;p35"/>
          <p:cNvPicPr preferRelativeResize="0"/>
          <p:nvPr/>
        </p:nvPicPr>
        <p:blipFill>
          <a:blip r:embed="rId3">
            <a:alphaModFix/>
          </a:blip>
          <a:stretch>
            <a:fillRect/>
          </a:stretch>
        </p:blipFill>
        <p:spPr>
          <a:xfrm>
            <a:off x="436025" y="1392375"/>
            <a:ext cx="2246275" cy="1499000"/>
          </a:xfrm>
          <a:prstGeom prst="rect">
            <a:avLst/>
          </a:prstGeom>
          <a:noFill/>
          <a:ln>
            <a:noFill/>
          </a:ln>
        </p:spPr>
      </p:pic>
      <p:sp>
        <p:nvSpPr>
          <p:cNvPr id="555" name="Google Shape;555;p35"/>
          <p:cNvSpPr txBox="1"/>
          <p:nvPr/>
        </p:nvSpPr>
        <p:spPr>
          <a:xfrm>
            <a:off x="357963" y="2950900"/>
            <a:ext cx="24024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latin typeface="Gantari"/>
                <a:ea typeface="Gantari"/>
                <a:cs typeface="Gantari"/>
                <a:sym typeface="Gantari"/>
              </a:rPr>
              <a:t>is used for </a:t>
            </a:r>
            <a:r>
              <a:rPr b="1" lang="en">
                <a:latin typeface="Gantari"/>
                <a:ea typeface="Gantari"/>
                <a:cs typeface="Gantari"/>
                <a:sym typeface="Gantari"/>
              </a:rPr>
              <a:t>continuous features</a:t>
            </a:r>
            <a:r>
              <a:rPr lang="en">
                <a:latin typeface="Gantari"/>
                <a:ea typeface="Gantari"/>
                <a:cs typeface="Gantari"/>
                <a:sym typeface="Gantari"/>
              </a:rPr>
              <a:t> such as age and height, which are assumed to be distributed according to a </a:t>
            </a:r>
            <a:r>
              <a:rPr b="1" lang="en">
                <a:latin typeface="Gantari"/>
                <a:ea typeface="Gantari"/>
                <a:cs typeface="Gantari"/>
                <a:sym typeface="Gantari"/>
              </a:rPr>
              <a:t>Gaussian distribution</a:t>
            </a:r>
            <a:r>
              <a:rPr lang="en">
                <a:latin typeface="Gantari"/>
                <a:ea typeface="Gantari"/>
                <a:cs typeface="Gantari"/>
                <a:sym typeface="Gantari"/>
              </a:rPr>
              <a:t> within each class.</a:t>
            </a:r>
            <a:endParaRPr sz="1700">
              <a:latin typeface="Gantari"/>
              <a:ea typeface="Gantari"/>
              <a:cs typeface="Gantari"/>
              <a:sym typeface="Gantari"/>
            </a:endParaRPr>
          </a:p>
        </p:txBody>
      </p:sp>
      <p:sp>
        <p:nvSpPr>
          <p:cNvPr id="556" name="Google Shape;556;p35"/>
          <p:cNvSpPr txBox="1"/>
          <p:nvPr/>
        </p:nvSpPr>
        <p:spPr>
          <a:xfrm>
            <a:off x="275063" y="25400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antari"/>
                <a:ea typeface="Gantari"/>
                <a:cs typeface="Gantari"/>
                <a:sym typeface="Gantari"/>
              </a:rPr>
              <a:t>Gaussian Naive Bayes</a:t>
            </a:r>
            <a:endParaRPr/>
          </a:p>
        </p:txBody>
      </p:sp>
      <p:sp>
        <p:nvSpPr>
          <p:cNvPr id="557" name="Google Shape;557;p35"/>
          <p:cNvSpPr/>
          <p:nvPr/>
        </p:nvSpPr>
        <p:spPr>
          <a:xfrm>
            <a:off x="3204625" y="2319875"/>
            <a:ext cx="2857500" cy="25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558" name="Google Shape;558;p35"/>
          <p:cNvSpPr txBox="1"/>
          <p:nvPr/>
        </p:nvSpPr>
        <p:spPr>
          <a:xfrm>
            <a:off x="3367863" y="2950900"/>
            <a:ext cx="24024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Gantari"/>
                <a:ea typeface="Gantari"/>
                <a:cs typeface="Gantari"/>
                <a:sym typeface="Gantari"/>
              </a:rPr>
              <a:t>is used when features represent the </a:t>
            </a:r>
            <a:r>
              <a:rPr b="1" lang="en" sz="1300">
                <a:latin typeface="Gantari"/>
                <a:ea typeface="Gantari"/>
                <a:cs typeface="Gantari"/>
                <a:sym typeface="Gantari"/>
              </a:rPr>
              <a:t>frequency of terms</a:t>
            </a:r>
            <a:r>
              <a:rPr lang="en" sz="1300">
                <a:latin typeface="Gantari"/>
                <a:ea typeface="Gantari"/>
                <a:cs typeface="Gantari"/>
                <a:sym typeface="Gantari"/>
              </a:rPr>
              <a:t> such as word counts in a document. It is commonly applied in </a:t>
            </a:r>
            <a:r>
              <a:rPr b="1" lang="en" sz="1300">
                <a:latin typeface="Gantari"/>
                <a:ea typeface="Gantari"/>
                <a:cs typeface="Gantari"/>
                <a:sym typeface="Gantari"/>
              </a:rPr>
              <a:t>text classification</a:t>
            </a:r>
            <a:r>
              <a:rPr lang="en" sz="1300">
                <a:latin typeface="Gantari"/>
                <a:ea typeface="Gantari"/>
                <a:cs typeface="Gantari"/>
                <a:sym typeface="Gantari"/>
              </a:rPr>
              <a:t>, where term frequencies are important.</a:t>
            </a:r>
            <a:endParaRPr sz="1300">
              <a:latin typeface="Gantari"/>
              <a:ea typeface="Gantari"/>
              <a:cs typeface="Gantari"/>
              <a:sym typeface="Gantari"/>
            </a:endParaRPr>
          </a:p>
        </p:txBody>
      </p:sp>
      <p:sp>
        <p:nvSpPr>
          <p:cNvPr id="559" name="Google Shape;559;p35"/>
          <p:cNvSpPr txBox="1"/>
          <p:nvPr/>
        </p:nvSpPr>
        <p:spPr>
          <a:xfrm>
            <a:off x="3284963" y="25400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antari"/>
                <a:ea typeface="Gantari"/>
                <a:cs typeface="Gantari"/>
                <a:sym typeface="Gantari"/>
              </a:rPr>
              <a:t>Multinomial Naive Bayes</a:t>
            </a:r>
            <a:endParaRPr/>
          </a:p>
        </p:txBody>
      </p:sp>
      <p:sp>
        <p:nvSpPr>
          <p:cNvPr id="560" name="Google Shape;560;p35"/>
          <p:cNvSpPr/>
          <p:nvPr/>
        </p:nvSpPr>
        <p:spPr>
          <a:xfrm>
            <a:off x="6200225" y="2319875"/>
            <a:ext cx="2857500" cy="25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561" name="Google Shape;561;p35"/>
          <p:cNvSpPr txBox="1"/>
          <p:nvPr/>
        </p:nvSpPr>
        <p:spPr>
          <a:xfrm>
            <a:off x="6299976" y="2950900"/>
            <a:ext cx="25434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Gantari"/>
                <a:ea typeface="Gantari"/>
                <a:cs typeface="Gantari"/>
                <a:sym typeface="Gantari"/>
              </a:rPr>
              <a:t>is used to deal with </a:t>
            </a:r>
            <a:r>
              <a:rPr b="1" lang="en" sz="1300">
                <a:latin typeface="Gantari"/>
                <a:ea typeface="Gantari"/>
                <a:cs typeface="Gantari"/>
                <a:sym typeface="Gantari"/>
              </a:rPr>
              <a:t>binary features</a:t>
            </a:r>
            <a:r>
              <a:rPr lang="en" sz="1300">
                <a:latin typeface="Gantari"/>
                <a:ea typeface="Gantari"/>
                <a:cs typeface="Gantari"/>
                <a:sym typeface="Gantari"/>
              </a:rPr>
              <a:t>, where each feature indicates whether a word appears or not in a document. It is suited for scenarios where the </a:t>
            </a:r>
            <a:r>
              <a:rPr b="1" lang="en" sz="1300">
                <a:latin typeface="Gantari"/>
                <a:ea typeface="Gantari"/>
                <a:cs typeface="Gantari"/>
                <a:sym typeface="Gantari"/>
              </a:rPr>
              <a:t>presence or absence of terms is more relevant than their frequency. </a:t>
            </a:r>
            <a:endParaRPr b="1" sz="1300">
              <a:latin typeface="Gantari"/>
              <a:ea typeface="Gantari"/>
              <a:cs typeface="Gantari"/>
              <a:sym typeface="Gantari"/>
            </a:endParaRPr>
          </a:p>
        </p:txBody>
      </p:sp>
      <p:sp>
        <p:nvSpPr>
          <p:cNvPr id="562" name="Google Shape;562;p35"/>
          <p:cNvSpPr txBox="1"/>
          <p:nvPr/>
        </p:nvSpPr>
        <p:spPr>
          <a:xfrm>
            <a:off x="6318663" y="25400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Gantari"/>
                <a:ea typeface="Gantari"/>
                <a:cs typeface="Gantari"/>
                <a:sym typeface="Gantari"/>
              </a:rPr>
              <a:t>Bernoulli N</a:t>
            </a:r>
            <a:r>
              <a:rPr lang="en" sz="1800">
                <a:solidFill>
                  <a:schemeClr val="dk1"/>
                </a:solidFill>
                <a:latin typeface="Gantari"/>
                <a:ea typeface="Gantari"/>
                <a:cs typeface="Gantari"/>
                <a:sym typeface="Gantari"/>
              </a:rPr>
              <a:t>aive Bayes</a:t>
            </a:r>
            <a:endParaRPr/>
          </a:p>
        </p:txBody>
      </p:sp>
      <p:pic>
        <p:nvPicPr>
          <p:cNvPr id="563" name="Google Shape;563;p35"/>
          <p:cNvPicPr preferRelativeResize="0"/>
          <p:nvPr/>
        </p:nvPicPr>
        <p:blipFill rotWithShape="1">
          <a:blip r:embed="rId4">
            <a:alphaModFix/>
          </a:blip>
          <a:srcRect b="19745" l="0" r="9633" t="30255"/>
          <a:stretch/>
        </p:blipFill>
        <p:spPr>
          <a:xfrm>
            <a:off x="3920200" y="1414200"/>
            <a:ext cx="1428900" cy="1409700"/>
          </a:xfrm>
          <a:prstGeom prst="rect">
            <a:avLst/>
          </a:prstGeom>
          <a:noFill/>
          <a:ln>
            <a:noFill/>
          </a:ln>
        </p:spPr>
      </p:pic>
      <p:pic>
        <p:nvPicPr>
          <p:cNvPr id="564" name="Google Shape;564;p35"/>
          <p:cNvPicPr preferRelativeResize="0"/>
          <p:nvPr/>
        </p:nvPicPr>
        <p:blipFill rotWithShape="1">
          <a:blip r:embed="rId5">
            <a:alphaModFix/>
          </a:blip>
          <a:srcRect b="12503" l="0" r="0" t="0"/>
          <a:stretch/>
        </p:blipFill>
        <p:spPr>
          <a:xfrm>
            <a:off x="6593253" y="1188252"/>
            <a:ext cx="2071444" cy="1408913"/>
          </a:xfrm>
          <a:prstGeom prst="rect">
            <a:avLst/>
          </a:prstGeom>
          <a:noFill/>
          <a:ln>
            <a:noFill/>
          </a:ln>
        </p:spPr>
      </p:pic>
      <p:sp>
        <p:nvSpPr>
          <p:cNvPr id="565" name="Google Shape;565;p35"/>
          <p:cNvSpPr/>
          <p:nvPr/>
        </p:nvSpPr>
        <p:spPr>
          <a:xfrm>
            <a:off x="3108907" y="1092518"/>
            <a:ext cx="3000000" cy="4068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566" name="Google Shape;566;p35"/>
          <p:cNvSpPr txBox="1"/>
          <p:nvPr/>
        </p:nvSpPr>
        <p:spPr>
          <a:xfrm>
            <a:off x="7226300" y="467300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(GeeksforGeeks, 2017)</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6"/>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Logistic Regression (LR)</a:t>
            </a:r>
            <a:endParaRPr/>
          </a:p>
        </p:txBody>
      </p:sp>
      <p:sp>
        <p:nvSpPr>
          <p:cNvPr id="572" name="Google Shape;572;p36"/>
          <p:cNvSpPr txBox="1"/>
          <p:nvPr>
            <p:ph idx="1" type="body"/>
          </p:nvPr>
        </p:nvSpPr>
        <p:spPr>
          <a:xfrm>
            <a:off x="808350" y="1294350"/>
            <a:ext cx="7908000" cy="1312800"/>
          </a:xfrm>
          <a:prstGeom prst="rect">
            <a:avLst/>
          </a:prstGeom>
        </p:spPr>
        <p:txBody>
          <a:bodyPr anchorCtr="0" anchor="t" bIns="91425" lIns="91425" spcFirstLastPara="1" rIns="91425" wrap="square" tIns="91425">
            <a:spAutoFit/>
          </a:bodyPr>
          <a:lstStyle/>
          <a:p>
            <a:pPr indent="0" lvl="0" marL="228600" rtl="0" algn="l">
              <a:lnSpc>
                <a:spcPct val="115000"/>
              </a:lnSpc>
              <a:spcBef>
                <a:spcPts val="1200"/>
              </a:spcBef>
              <a:spcAft>
                <a:spcPts val="0"/>
              </a:spcAft>
              <a:buNone/>
            </a:pPr>
            <a:r>
              <a:rPr lang="en" sz="1400">
                <a:solidFill>
                  <a:srgbClr val="000000"/>
                </a:solidFill>
              </a:rPr>
              <a:t>In 3 types of logistic function, we use Multinomial Logistic Regression, which is a </a:t>
            </a:r>
            <a:r>
              <a:rPr b="1" lang="en" sz="1400">
                <a:solidFill>
                  <a:srgbClr val="000000"/>
                </a:solidFill>
              </a:rPr>
              <a:t>discriminative model</a:t>
            </a:r>
            <a:r>
              <a:rPr lang="en" sz="1400">
                <a:solidFill>
                  <a:srgbClr val="000000"/>
                </a:solidFill>
              </a:rPr>
              <a:t> that estimates the probability of each sentiment class (positive, neutral, negative) using the softmax function:</a:t>
            </a:r>
            <a:endParaRPr sz="1400">
              <a:solidFill>
                <a:srgbClr val="000000"/>
              </a:solidFill>
            </a:endParaRPr>
          </a:p>
          <a:p>
            <a:pPr indent="0" lvl="0" marL="0" rtl="0" algn="l">
              <a:spcBef>
                <a:spcPts val="1200"/>
              </a:spcBef>
              <a:spcAft>
                <a:spcPts val="1200"/>
              </a:spcAft>
              <a:buNone/>
            </a:pPr>
            <a:r>
              <a:t/>
            </a:r>
            <a:endParaRPr/>
          </a:p>
        </p:txBody>
      </p:sp>
      <p:sp>
        <p:nvSpPr>
          <p:cNvPr id="573" name="Google Shape;573;p36"/>
          <p:cNvSpPr txBox="1"/>
          <p:nvPr/>
        </p:nvSpPr>
        <p:spPr>
          <a:xfrm>
            <a:off x="1072925" y="3650209"/>
            <a:ext cx="699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antari"/>
                <a:ea typeface="Gantari"/>
                <a:cs typeface="Gantari"/>
                <a:sym typeface="Gantari"/>
              </a:rPr>
              <a:t>It models the relationship between TF-IDF text features and sentiment polarity without assuming any underlying distribution. The model learns parameters by </a:t>
            </a:r>
            <a:r>
              <a:rPr b="1" lang="en">
                <a:latin typeface="Gantari"/>
                <a:ea typeface="Gantari"/>
                <a:cs typeface="Gantari"/>
                <a:sym typeface="Gantari"/>
              </a:rPr>
              <a:t>maximising the log-likelihood across all classes.</a:t>
            </a:r>
            <a:endParaRPr b="1">
              <a:latin typeface="Gantari"/>
              <a:ea typeface="Gantari"/>
              <a:cs typeface="Gantari"/>
              <a:sym typeface="Gantari"/>
            </a:endParaRPr>
          </a:p>
        </p:txBody>
      </p:sp>
      <p:pic>
        <p:nvPicPr>
          <p:cNvPr id="574" name="Google Shape;574;p36"/>
          <p:cNvPicPr preferRelativeResize="0"/>
          <p:nvPr/>
        </p:nvPicPr>
        <p:blipFill>
          <a:blip r:embed="rId3">
            <a:alphaModFix/>
          </a:blip>
          <a:stretch>
            <a:fillRect/>
          </a:stretch>
        </p:blipFill>
        <p:spPr>
          <a:xfrm>
            <a:off x="2905125" y="2434559"/>
            <a:ext cx="3333750" cy="904875"/>
          </a:xfrm>
          <a:prstGeom prst="rect">
            <a:avLst/>
          </a:prstGeom>
          <a:noFill/>
          <a:ln>
            <a:noFill/>
          </a:ln>
        </p:spPr>
      </p:pic>
      <p:grpSp>
        <p:nvGrpSpPr>
          <p:cNvPr id="575" name="Google Shape;575;p36"/>
          <p:cNvGrpSpPr/>
          <p:nvPr/>
        </p:nvGrpSpPr>
        <p:grpSpPr>
          <a:xfrm rot="-980639">
            <a:off x="1347290" y="2848686"/>
            <a:ext cx="621050" cy="606769"/>
            <a:chOff x="11873470" y="-24098"/>
            <a:chExt cx="1107513" cy="1082047"/>
          </a:xfrm>
        </p:grpSpPr>
        <p:sp>
          <p:nvSpPr>
            <p:cNvPr id="576" name="Google Shape;576;p36"/>
            <p:cNvSpPr/>
            <p:nvPr/>
          </p:nvSpPr>
          <p:spPr>
            <a:xfrm>
              <a:off x="11873470" y="-24098"/>
              <a:ext cx="1097315" cy="1072212"/>
            </a:xfrm>
            <a:custGeom>
              <a:rect b="b" l="l" r="r" t="t"/>
              <a:pathLst>
                <a:path extrusionOk="0" h="30924" w="31648">
                  <a:moveTo>
                    <a:pt x="31605" y="16527"/>
                  </a:moveTo>
                  <a:cubicBezTo>
                    <a:pt x="31619" y="16427"/>
                    <a:pt x="31633" y="16328"/>
                    <a:pt x="31648" y="16228"/>
                  </a:cubicBezTo>
                  <a:cubicBezTo>
                    <a:pt x="31591" y="16186"/>
                    <a:pt x="31534" y="16129"/>
                    <a:pt x="31562" y="16058"/>
                  </a:cubicBezTo>
                  <a:cubicBezTo>
                    <a:pt x="31619" y="15831"/>
                    <a:pt x="31619" y="15590"/>
                    <a:pt x="31562" y="15362"/>
                  </a:cubicBezTo>
                  <a:cubicBezTo>
                    <a:pt x="31520" y="15107"/>
                    <a:pt x="31449" y="14809"/>
                    <a:pt x="31633" y="14567"/>
                  </a:cubicBezTo>
                  <a:cubicBezTo>
                    <a:pt x="31548" y="14383"/>
                    <a:pt x="31520" y="14170"/>
                    <a:pt x="31534" y="13971"/>
                  </a:cubicBezTo>
                  <a:cubicBezTo>
                    <a:pt x="31534" y="13843"/>
                    <a:pt x="31548" y="13730"/>
                    <a:pt x="31435" y="13644"/>
                  </a:cubicBezTo>
                  <a:cubicBezTo>
                    <a:pt x="31435" y="13190"/>
                    <a:pt x="31392" y="12750"/>
                    <a:pt x="31321" y="12310"/>
                  </a:cubicBezTo>
                  <a:cubicBezTo>
                    <a:pt x="31335" y="12296"/>
                    <a:pt x="31364" y="12281"/>
                    <a:pt x="31378" y="12267"/>
                  </a:cubicBezTo>
                  <a:cubicBezTo>
                    <a:pt x="31463" y="12040"/>
                    <a:pt x="31335" y="11855"/>
                    <a:pt x="31236" y="11671"/>
                  </a:cubicBezTo>
                  <a:lnTo>
                    <a:pt x="31236" y="11358"/>
                  </a:lnTo>
                  <a:cubicBezTo>
                    <a:pt x="31193" y="11245"/>
                    <a:pt x="31179" y="11117"/>
                    <a:pt x="31179" y="11004"/>
                  </a:cubicBezTo>
                  <a:cubicBezTo>
                    <a:pt x="31151" y="10791"/>
                    <a:pt x="31136" y="10563"/>
                    <a:pt x="30923" y="10421"/>
                  </a:cubicBezTo>
                  <a:cubicBezTo>
                    <a:pt x="30867" y="10365"/>
                    <a:pt x="30881" y="10265"/>
                    <a:pt x="30824" y="10208"/>
                  </a:cubicBezTo>
                  <a:lnTo>
                    <a:pt x="30824" y="10010"/>
                  </a:lnTo>
                  <a:cubicBezTo>
                    <a:pt x="30753" y="9953"/>
                    <a:pt x="30781" y="9854"/>
                    <a:pt x="30725" y="9797"/>
                  </a:cubicBezTo>
                  <a:lnTo>
                    <a:pt x="30725" y="9697"/>
                  </a:lnTo>
                  <a:cubicBezTo>
                    <a:pt x="30696" y="9669"/>
                    <a:pt x="30654" y="9626"/>
                    <a:pt x="30625" y="9598"/>
                  </a:cubicBezTo>
                  <a:lnTo>
                    <a:pt x="30526" y="9484"/>
                  </a:lnTo>
                  <a:cubicBezTo>
                    <a:pt x="30441" y="9442"/>
                    <a:pt x="30455" y="9357"/>
                    <a:pt x="30412" y="9286"/>
                  </a:cubicBezTo>
                  <a:lnTo>
                    <a:pt x="30412" y="9286"/>
                  </a:lnTo>
                  <a:cubicBezTo>
                    <a:pt x="30356" y="9158"/>
                    <a:pt x="30299" y="9002"/>
                    <a:pt x="30157" y="9002"/>
                  </a:cubicBezTo>
                  <a:cubicBezTo>
                    <a:pt x="30242" y="8959"/>
                    <a:pt x="30299" y="8916"/>
                    <a:pt x="30214" y="8760"/>
                  </a:cubicBezTo>
                  <a:lnTo>
                    <a:pt x="30114" y="8760"/>
                  </a:lnTo>
                  <a:cubicBezTo>
                    <a:pt x="30114" y="8760"/>
                    <a:pt x="30086" y="8760"/>
                    <a:pt x="30086" y="8732"/>
                  </a:cubicBezTo>
                  <a:cubicBezTo>
                    <a:pt x="30072" y="8718"/>
                    <a:pt x="30086" y="8689"/>
                    <a:pt x="30100" y="8661"/>
                  </a:cubicBezTo>
                  <a:lnTo>
                    <a:pt x="30100" y="8561"/>
                  </a:lnTo>
                  <a:cubicBezTo>
                    <a:pt x="30072" y="8533"/>
                    <a:pt x="30043" y="8490"/>
                    <a:pt x="30001" y="8462"/>
                  </a:cubicBezTo>
                  <a:lnTo>
                    <a:pt x="30001" y="8363"/>
                  </a:lnTo>
                  <a:cubicBezTo>
                    <a:pt x="29972" y="8320"/>
                    <a:pt x="29944" y="8292"/>
                    <a:pt x="29901" y="8249"/>
                  </a:cubicBezTo>
                  <a:lnTo>
                    <a:pt x="29901" y="8150"/>
                  </a:lnTo>
                  <a:cubicBezTo>
                    <a:pt x="29859" y="7994"/>
                    <a:pt x="29660" y="8278"/>
                    <a:pt x="29631" y="8065"/>
                  </a:cubicBezTo>
                  <a:cubicBezTo>
                    <a:pt x="29433" y="8022"/>
                    <a:pt x="29603" y="7823"/>
                    <a:pt x="29489" y="7738"/>
                  </a:cubicBezTo>
                  <a:lnTo>
                    <a:pt x="29489" y="7738"/>
                  </a:lnTo>
                  <a:lnTo>
                    <a:pt x="29390" y="7639"/>
                  </a:lnTo>
                  <a:lnTo>
                    <a:pt x="29390" y="7525"/>
                  </a:lnTo>
                  <a:cubicBezTo>
                    <a:pt x="29333" y="7497"/>
                    <a:pt x="29262" y="7511"/>
                    <a:pt x="29220" y="7568"/>
                  </a:cubicBezTo>
                  <a:cubicBezTo>
                    <a:pt x="29248" y="7482"/>
                    <a:pt x="29234" y="7397"/>
                    <a:pt x="29177" y="7326"/>
                  </a:cubicBezTo>
                  <a:lnTo>
                    <a:pt x="29177" y="7326"/>
                  </a:lnTo>
                  <a:cubicBezTo>
                    <a:pt x="29163" y="7241"/>
                    <a:pt x="28851" y="7312"/>
                    <a:pt x="29078" y="7113"/>
                  </a:cubicBezTo>
                  <a:lnTo>
                    <a:pt x="28765" y="7099"/>
                  </a:lnTo>
                  <a:cubicBezTo>
                    <a:pt x="28737" y="7085"/>
                    <a:pt x="28694" y="7085"/>
                    <a:pt x="28666" y="7099"/>
                  </a:cubicBezTo>
                  <a:cubicBezTo>
                    <a:pt x="28666" y="7042"/>
                    <a:pt x="28652" y="6985"/>
                    <a:pt x="28609" y="6943"/>
                  </a:cubicBezTo>
                  <a:cubicBezTo>
                    <a:pt x="28623" y="6929"/>
                    <a:pt x="28623" y="6915"/>
                    <a:pt x="28623" y="6900"/>
                  </a:cubicBezTo>
                  <a:cubicBezTo>
                    <a:pt x="28638" y="6829"/>
                    <a:pt x="28609" y="6744"/>
                    <a:pt x="28552" y="6702"/>
                  </a:cubicBezTo>
                  <a:cubicBezTo>
                    <a:pt x="28496" y="6645"/>
                    <a:pt x="28425" y="6616"/>
                    <a:pt x="28354" y="6616"/>
                  </a:cubicBezTo>
                  <a:cubicBezTo>
                    <a:pt x="28311" y="6645"/>
                    <a:pt x="28254" y="6645"/>
                    <a:pt x="28268" y="6574"/>
                  </a:cubicBezTo>
                  <a:cubicBezTo>
                    <a:pt x="28212" y="6460"/>
                    <a:pt x="28098" y="6389"/>
                    <a:pt x="28041" y="6276"/>
                  </a:cubicBezTo>
                  <a:cubicBezTo>
                    <a:pt x="27885" y="6162"/>
                    <a:pt x="27743" y="6020"/>
                    <a:pt x="27615" y="5864"/>
                  </a:cubicBezTo>
                  <a:lnTo>
                    <a:pt x="27615" y="5864"/>
                  </a:lnTo>
                  <a:cubicBezTo>
                    <a:pt x="27473" y="5665"/>
                    <a:pt x="27289" y="5481"/>
                    <a:pt x="27090" y="5339"/>
                  </a:cubicBezTo>
                  <a:cubicBezTo>
                    <a:pt x="27090" y="5310"/>
                    <a:pt x="27090" y="5282"/>
                    <a:pt x="27090" y="5253"/>
                  </a:cubicBezTo>
                  <a:cubicBezTo>
                    <a:pt x="26877" y="5012"/>
                    <a:pt x="26579" y="4827"/>
                    <a:pt x="26266" y="4742"/>
                  </a:cubicBezTo>
                  <a:lnTo>
                    <a:pt x="26266" y="4728"/>
                  </a:lnTo>
                  <a:lnTo>
                    <a:pt x="26068" y="4728"/>
                  </a:lnTo>
                  <a:cubicBezTo>
                    <a:pt x="25912" y="4657"/>
                    <a:pt x="25727" y="4614"/>
                    <a:pt x="25727" y="4387"/>
                  </a:cubicBezTo>
                  <a:cubicBezTo>
                    <a:pt x="25727" y="4316"/>
                    <a:pt x="25684" y="4259"/>
                    <a:pt x="25656" y="4203"/>
                  </a:cubicBezTo>
                  <a:lnTo>
                    <a:pt x="25585" y="4203"/>
                  </a:lnTo>
                  <a:cubicBezTo>
                    <a:pt x="25613" y="4132"/>
                    <a:pt x="25599" y="4061"/>
                    <a:pt x="25542" y="4004"/>
                  </a:cubicBezTo>
                  <a:cubicBezTo>
                    <a:pt x="25415" y="3919"/>
                    <a:pt x="25230" y="3933"/>
                    <a:pt x="25131" y="3791"/>
                  </a:cubicBezTo>
                  <a:lnTo>
                    <a:pt x="25131" y="3791"/>
                  </a:lnTo>
                  <a:cubicBezTo>
                    <a:pt x="25102" y="3748"/>
                    <a:pt x="25060" y="3720"/>
                    <a:pt x="25031" y="3692"/>
                  </a:cubicBezTo>
                  <a:cubicBezTo>
                    <a:pt x="24989" y="3692"/>
                    <a:pt x="24960" y="3692"/>
                    <a:pt x="24932" y="3692"/>
                  </a:cubicBezTo>
                  <a:cubicBezTo>
                    <a:pt x="24875" y="3635"/>
                    <a:pt x="24790" y="3635"/>
                    <a:pt x="24733" y="3649"/>
                  </a:cubicBezTo>
                  <a:cubicBezTo>
                    <a:pt x="24733" y="3663"/>
                    <a:pt x="24733" y="3677"/>
                    <a:pt x="24719" y="3692"/>
                  </a:cubicBezTo>
                  <a:cubicBezTo>
                    <a:pt x="24691" y="3692"/>
                    <a:pt x="24648" y="3692"/>
                    <a:pt x="24620" y="3692"/>
                  </a:cubicBezTo>
                  <a:cubicBezTo>
                    <a:pt x="24620" y="3621"/>
                    <a:pt x="24620" y="3550"/>
                    <a:pt x="24620" y="3493"/>
                  </a:cubicBezTo>
                  <a:lnTo>
                    <a:pt x="24407" y="3493"/>
                  </a:lnTo>
                  <a:lnTo>
                    <a:pt x="24407" y="3393"/>
                  </a:lnTo>
                  <a:cubicBezTo>
                    <a:pt x="24094" y="3393"/>
                    <a:pt x="23810" y="3308"/>
                    <a:pt x="23682" y="2982"/>
                  </a:cubicBezTo>
                  <a:cubicBezTo>
                    <a:pt x="23597" y="2939"/>
                    <a:pt x="23498" y="2896"/>
                    <a:pt x="23398" y="2868"/>
                  </a:cubicBezTo>
                  <a:cubicBezTo>
                    <a:pt x="23271" y="2825"/>
                    <a:pt x="23171" y="2712"/>
                    <a:pt x="23171" y="2570"/>
                  </a:cubicBezTo>
                  <a:cubicBezTo>
                    <a:pt x="22958" y="2641"/>
                    <a:pt x="22717" y="2584"/>
                    <a:pt x="22575" y="2428"/>
                  </a:cubicBezTo>
                  <a:cubicBezTo>
                    <a:pt x="22405" y="2243"/>
                    <a:pt x="22177" y="2144"/>
                    <a:pt x="21950" y="2144"/>
                  </a:cubicBezTo>
                  <a:cubicBezTo>
                    <a:pt x="21808" y="2144"/>
                    <a:pt x="21681" y="2073"/>
                    <a:pt x="21610" y="1945"/>
                  </a:cubicBezTo>
                  <a:cubicBezTo>
                    <a:pt x="21581" y="1945"/>
                    <a:pt x="21539" y="1945"/>
                    <a:pt x="21524" y="1917"/>
                  </a:cubicBezTo>
                  <a:cubicBezTo>
                    <a:pt x="21382" y="1732"/>
                    <a:pt x="21198" y="1775"/>
                    <a:pt x="21013" y="1832"/>
                  </a:cubicBezTo>
                  <a:lnTo>
                    <a:pt x="21013" y="1832"/>
                  </a:lnTo>
                  <a:cubicBezTo>
                    <a:pt x="20999" y="1647"/>
                    <a:pt x="20857" y="1619"/>
                    <a:pt x="20729" y="1590"/>
                  </a:cubicBezTo>
                  <a:cubicBezTo>
                    <a:pt x="20417" y="1533"/>
                    <a:pt x="20119" y="1406"/>
                    <a:pt x="19863" y="1221"/>
                  </a:cubicBezTo>
                  <a:lnTo>
                    <a:pt x="19622" y="1278"/>
                  </a:lnTo>
                  <a:cubicBezTo>
                    <a:pt x="19551" y="1108"/>
                    <a:pt x="19380" y="1079"/>
                    <a:pt x="19238" y="1008"/>
                  </a:cubicBezTo>
                  <a:lnTo>
                    <a:pt x="19238" y="1008"/>
                  </a:lnTo>
                  <a:cubicBezTo>
                    <a:pt x="18600" y="880"/>
                    <a:pt x="17975" y="710"/>
                    <a:pt x="17364" y="497"/>
                  </a:cubicBezTo>
                  <a:cubicBezTo>
                    <a:pt x="17336" y="497"/>
                    <a:pt x="17293" y="497"/>
                    <a:pt x="17265" y="497"/>
                  </a:cubicBezTo>
                  <a:cubicBezTo>
                    <a:pt x="16811" y="469"/>
                    <a:pt x="16356" y="398"/>
                    <a:pt x="15916" y="284"/>
                  </a:cubicBezTo>
                  <a:lnTo>
                    <a:pt x="15916" y="284"/>
                  </a:lnTo>
                  <a:cubicBezTo>
                    <a:pt x="15817" y="256"/>
                    <a:pt x="15717" y="256"/>
                    <a:pt x="15604" y="284"/>
                  </a:cubicBezTo>
                  <a:lnTo>
                    <a:pt x="15306" y="284"/>
                  </a:lnTo>
                  <a:cubicBezTo>
                    <a:pt x="15277" y="241"/>
                    <a:pt x="15220" y="241"/>
                    <a:pt x="15192" y="284"/>
                  </a:cubicBezTo>
                  <a:lnTo>
                    <a:pt x="15192" y="284"/>
                  </a:lnTo>
                  <a:cubicBezTo>
                    <a:pt x="15178" y="298"/>
                    <a:pt x="15164" y="341"/>
                    <a:pt x="15164" y="369"/>
                  </a:cubicBezTo>
                  <a:cubicBezTo>
                    <a:pt x="14766" y="312"/>
                    <a:pt x="14397" y="0"/>
                    <a:pt x="13957" y="170"/>
                  </a:cubicBezTo>
                  <a:cubicBezTo>
                    <a:pt x="13801" y="284"/>
                    <a:pt x="13588" y="284"/>
                    <a:pt x="13431" y="170"/>
                  </a:cubicBezTo>
                  <a:cubicBezTo>
                    <a:pt x="13275" y="71"/>
                    <a:pt x="13076" y="85"/>
                    <a:pt x="12920" y="185"/>
                  </a:cubicBezTo>
                  <a:cubicBezTo>
                    <a:pt x="12878" y="241"/>
                    <a:pt x="12849" y="227"/>
                    <a:pt x="12807" y="185"/>
                  </a:cubicBezTo>
                  <a:cubicBezTo>
                    <a:pt x="12764" y="128"/>
                    <a:pt x="12750" y="142"/>
                    <a:pt x="12707" y="185"/>
                  </a:cubicBezTo>
                  <a:lnTo>
                    <a:pt x="12707" y="185"/>
                  </a:lnTo>
                  <a:cubicBezTo>
                    <a:pt x="12622" y="270"/>
                    <a:pt x="12480" y="185"/>
                    <a:pt x="12395" y="284"/>
                  </a:cubicBezTo>
                  <a:lnTo>
                    <a:pt x="12395" y="284"/>
                  </a:lnTo>
                  <a:cubicBezTo>
                    <a:pt x="12324" y="355"/>
                    <a:pt x="12210" y="327"/>
                    <a:pt x="12139" y="355"/>
                  </a:cubicBezTo>
                  <a:lnTo>
                    <a:pt x="12012" y="383"/>
                  </a:lnTo>
                  <a:cubicBezTo>
                    <a:pt x="11827" y="398"/>
                    <a:pt x="11657" y="483"/>
                    <a:pt x="11458" y="483"/>
                  </a:cubicBezTo>
                  <a:lnTo>
                    <a:pt x="11444" y="497"/>
                  </a:lnTo>
                  <a:lnTo>
                    <a:pt x="11444" y="454"/>
                  </a:lnTo>
                  <a:cubicBezTo>
                    <a:pt x="11387" y="426"/>
                    <a:pt x="11302" y="426"/>
                    <a:pt x="11245" y="483"/>
                  </a:cubicBezTo>
                  <a:cubicBezTo>
                    <a:pt x="11217" y="483"/>
                    <a:pt x="11188" y="483"/>
                    <a:pt x="11160" y="483"/>
                  </a:cubicBezTo>
                  <a:cubicBezTo>
                    <a:pt x="10947" y="568"/>
                    <a:pt x="10705" y="540"/>
                    <a:pt x="10521" y="696"/>
                  </a:cubicBezTo>
                  <a:lnTo>
                    <a:pt x="10521" y="696"/>
                  </a:lnTo>
                  <a:cubicBezTo>
                    <a:pt x="10052" y="937"/>
                    <a:pt x="9555" y="1108"/>
                    <a:pt x="9073" y="1320"/>
                  </a:cubicBezTo>
                  <a:lnTo>
                    <a:pt x="9073" y="1320"/>
                  </a:lnTo>
                  <a:cubicBezTo>
                    <a:pt x="8803" y="1420"/>
                    <a:pt x="8618" y="1647"/>
                    <a:pt x="8349" y="1732"/>
                  </a:cubicBezTo>
                  <a:cubicBezTo>
                    <a:pt x="8292" y="1746"/>
                    <a:pt x="8263" y="1789"/>
                    <a:pt x="8235" y="1832"/>
                  </a:cubicBezTo>
                  <a:lnTo>
                    <a:pt x="8235" y="1832"/>
                  </a:lnTo>
                  <a:cubicBezTo>
                    <a:pt x="8178" y="1874"/>
                    <a:pt x="8107" y="1903"/>
                    <a:pt x="8065" y="1959"/>
                  </a:cubicBezTo>
                  <a:cubicBezTo>
                    <a:pt x="8036" y="1974"/>
                    <a:pt x="8008" y="2002"/>
                    <a:pt x="7994" y="2030"/>
                  </a:cubicBezTo>
                  <a:lnTo>
                    <a:pt x="7937" y="2130"/>
                  </a:lnTo>
                  <a:cubicBezTo>
                    <a:pt x="7724" y="2329"/>
                    <a:pt x="7468" y="2485"/>
                    <a:pt x="7199" y="2598"/>
                  </a:cubicBezTo>
                  <a:cubicBezTo>
                    <a:pt x="7128" y="2641"/>
                    <a:pt x="7057" y="2683"/>
                    <a:pt x="6986" y="2740"/>
                  </a:cubicBezTo>
                  <a:cubicBezTo>
                    <a:pt x="6929" y="2797"/>
                    <a:pt x="6886" y="2882"/>
                    <a:pt x="6886" y="2967"/>
                  </a:cubicBezTo>
                  <a:cubicBezTo>
                    <a:pt x="6730" y="2967"/>
                    <a:pt x="6645" y="3081"/>
                    <a:pt x="6531" y="3166"/>
                  </a:cubicBezTo>
                  <a:cubicBezTo>
                    <a:pt x="6418" y="3266"/>
                    <a:pt x="6332" y="3408"/>
                    <a:pt x="6219" y="3422"/>
                  </a:cubicBezTo>
                  <a:cubicBezTo>
                    <a:pt x="6034" y="3450"/>
                    <a:pt x="6020" y="3663"/>
                    <a:pt x="5864" y="3677"/>
                  </a:cubicBezTo>
                  <a:cubicBezTo>
                    <a:pt x="5679" y="3706"/>
                    <a:pt x="5566" y="3848"/>
                    <a:pt x="5438" y="3947"/>
                  </a:cubicBezTo>
                  <a:cubicBezTo>
                    <a:pt x="5367" y="3976"/>
                    <a:pt x="5310" y="3990"/>
                    <a:pt x="5239" y="4004"/>
                  </a:cubicBezTo>
                  <a:lnTo>
                    <a:pt x="5126" y="4203"/>
                  </a:lnTo>
                  <a:lnTo>
                    <a:pt x="5026" y="4203"/>
                  </a:lnTo>
                  <a:lnTo>
                    <a:pt x="4927" y="4316"/>
                  </a:lnTo>
                  <a:lnTo>
                    <a:pt x="4827" y="4416"/>
                  </a:lnTo>
                  <a:cubicBezTo>
                    <a:pt x="4771" y="4501"/>
                    <a:pt x="4728" y="4614"/>
                    <a:pt x="4714" y="4714"/>
                  </a:cubicBezTo>
                  <a:lnTo>
                    <a:pt x="4714" y="4714"/>
                  </a:lnTo>
                  <a:cubicBezTo>
                    <a:pt x="4572" y="4771"/>
                    <a:pt x="4487" y="4941"/>
                    <a:pt x="4316" y="4927"/>
                  </a:cubicBezTo>
                  <a:cubicBezTo>
                    <a:pt x="4345" y="4998"/>
                    <a:pt x="4373" y="5069"/>
                    <a:pt x="4416" y="5140"/>
                  </a:cubicBezTo>
                  <a:lnTo>
                    <a:pt x="4416" y="5140"/>
                  </a:lnTo>
                  <a:lnTo>
                    <a:pt x="4416" y="5154"/>
                  </a:lnTo>
                  <a:lnTo>
                    <a:pt x="4416" y="5154"/>
                  </a:lnTo>
                  <a:cubicBezTo>
                    <a:pt x="4401" y="5126"/>
                    <a:pt x="4387" y="5111"/>
                    <a:pt x="4387" y="5111"/>
                  </a:cubicBezTo>
                  <a:cubicBezTo>
                    <a:pt x="4288" y="5055"/>
                    <a:pt x="4174" y="5069"/>
                    <a:pt x="4103" y="5140"/>
                  </a:cubicBezTo>
                  <a:cubicBezTo>
                    <a:pt x="4047" y="5197"/>
                    <a:pt x="4061" y="5282"/>
                    <a:pt x="4004" y="5339"/>
                  </a:cubicBezTo>
                  <a:cubicBezTo>
                    <a:pt x="3961" y="5339"/>
                    <a:pt x="3933" y="5339"/>
                    <a:pt x="3905" y="5339"/>
                  </a:cubicBezTo>
                  <a:cubicBezTo>
                    <a:pt x="3862" y="5410"/>
                    <a:pt x="3876" y="5495"/>
                    <a:pt x="3791" y="5551"/>
                  </a:cubicBezTo>
                  <a:cubicBezTo>
                    <a:pt x="3706" y="5594"/>
                    <a:pt x="3649" y="5679"/>
                    <a:pt x="3592" y="5750"/>
                  </a:cubicBezTo>
                  <a:cubicBezTo>
                    <a:pt x="3550" y="5821"/>
                    <a:pt x="3564" y="5921"/>
                    <a:pt x="3479" y="5963"/>
                  </a:cubicBezTo>
                  <a:lnTo>
                    <a:pt x="3479" y="5963"/>
                  </a:lnTo>
                  <a:cubicBezTo>
                    <a:pt x="3379" y="6034"/>
                    <a:pt x="3450" y="6176"/>
                    <a:pt x="3379" y="6276"/>
                  </a:cubicBezTo>
                  <a:lnTo>
                    <a:pt x="3379" y="6276"/>
                  </a:lnTo>
                  <a:cubicBezTo>
                    <a:pt x="3223" y="6375"/>
                    <a:pt x="3124" y="6517"/>
                    <a:pt x="3067" y="6687"/>
                  </a:cubicBezTo>
                  <a:lnTo>
                    <a:pt x="3067" y="6687"/>
                  </a:lnTo>
                  <a:cubicBezTo>
                    <a:pt x="2982" y="6744"/>
                    <a:pt x="2882" y="6815"/>
                    <a:pt x="2925" y="6915"/>
                  </a:cubicBezTo>
                  <a:cubicBezTo>
                    <a:pt x="2826" y="6971"/>
                    <a:pt x="2740" y="7042"/>
                    <a:pt x="2655" y="7113"/>
                  </a:cubicBezTo>
                  <a:cubicBezTo>
                    <a:pt x="2655" y="7142"/>
                    <a:pt x="2655" y="7170"/>
                    <a:pt x="2655" y="7198"/>
                  </a:cubicBezTo>
                  <a:cubicBezTo>
                    <a:pt x="2613" y="7241"/>
                    <a:pt x="2584" y="7284"/>
                    <a:pt x="2556" y="7312"/>
                  </a:cubicBezTo>
                  <a:cubicBezTo>
                    <a:pt x="2556" y="7355"/>
                    <a:pt x="2556" y="7383"/>
                    <a:pt x="2542" y="7411"/>
                  </a:cubicBezTo>
                  <a:cubicBezTo>
                    <a:pt x="2513" y="7454"/>
                    <a:pt x="2485" y="7482"/>
                    <a:pt x="2456" y="7525"/>
                  </a:cubicBezTo>
                  <a:cubicBezTo>
                    <a:pt x="2456" y="7553"/>
                    <a:pt x="2456" y="7582"/>
                    <a:pt x="2456" y="7624"/>
                  </a:cubicBezTo>
                  <a:cubicBezTo>
                    <a:pt x="2414" y="7653"/>
                    <a:pt x="2385" y="7681"/>
                    <a:pt x="2357" y="7724"/>
                  </a:cubicBezTo>
                  <a:lnTo>
                    <a:pt x="2357" y="7724"/>
                  </a:lnTo>
                  <a:cubicBezTo>
                    <a:pt x="2286" y="7781"/>
                    <a:pt x="2300" y="7880"/>
                    <a:pt x="2258" y="7937"/>
                  </a:cubicBezTo>
                  <a:lnTo>
                    <a:pt x="2258" y="7937"/>
                  </a:lnTo>
                  <a:lnTo>
                    <a:pt x="2258" y="7937"/>
                  </a:lnTo>
                  <a:lnTo>
                    <a:pt x="2258" y="7937"/>
                  </a:lnTo>
                  <a:cubicBezTo>
                    <a:pt x="2187" y="7994"/>
                    <a:pt x="2201" y="8079"/>
                    <a:pt x="2144" y="8150"/>
                  </a:cubicBezTo>
                  <a:lnTo>
                    <a:pt x="2144" y="8150"/>
                  </a:lnTo>
                  <a:cubicBezTo>
                    <a:pt x="2144" y="8150"/>
                    <a:pt x="2130" y="8150"/>
                    <a:pt x="2130" y="8178"/>
                  </a:cubicBezTo>
                  <a:cubicBezTo>
                    <a:pt x="2116" y="8192"/>
                    <a:pt x="2130" y="8221"/>
                    <a:pt x="2144" y="8235"/>
                  </a:cubicBezTo>
                  <a:lnTo>
                    <a:pt x="2144" y="8235"/>
                  </a:lnTo>
                  <a:cubicBezTo>
                    <a:pt x="2158" y="8263"/>
                    <a:pt x="2187" y="8278"/>
                    <a:pt x="2201" y="8292"/>
                  </a:cubicBezTo>
                  <a:cubicBezTo>
                    <a:pt x="2187" y="8306"/>
                    <a:pt x="2158" y="8320"/>
                    <a:pt x="2144" y="8349"/>
                  </a:cubicBezTo>
                  <a:lnTo>
                    <a:pt x="2144" y="8349"/>
                  </a:lnTo>
                  <a:cubicBezTo>
                    <a:pt x="2101" y="8391"/>
                    <a:pt x="2073" y="8420"/>
                    <a:pt x="2045" y="8462"/>
                  </a:cubicBezTo>
                  <a:lnTo>
                    <a:pt x="2045" y="8462"/>
                  </a:lnTo>
                  <a:cubicBezTo>
                    <a:pt x="2002" y="8490"/>
                    <a:pt x="1959" y="8533"/>
                    <a:pt x="1931" y="8561"/>
                  </a:cubicBezTo>
                  <a:lnTo>
                    <a:pt x="1931" y="8561"/>
                  </a:lnTo>
                  <a:cubicBezTo>
                    <a:pt x="1860" y="8661"/>
                    <a:pt x="1789" y="8774"/>
                    <a:pt x="1718" y="8874"/>
                  </a:cubicBezTo>
                  <a:lnTo>
                    <a:pt x="1718" y="8874"/>
                  </a:lnTo>
                  <a:lnTo>
                    <a:pt x="1718" y="8874"/>
                  </a:lnTo>
                  <a:cubicBezTo>
                    <a:pt x="1661" y="8931"/>
                    <a:pt x="1675" y="9030"/>
                    <a:pt x="1619" y="9087"/>
                  </a:cubicBezTo>
                  <a:lnTo>
                    <a:pt x="1619" y="9087"/>
                  </a:lnTo>
                  <a:cubicBezTo>
                    <a:pt x="1562" y="9144"/>
                    <a:pt x="1562" y="9215"/>
                    <a:pt x="1548" y="9286"/>
                  </a:cubicBezTo>
                  <a:lnTo>
                    <a:pt x="1548" y="9286"/>
                  </a:lnTo>
                  <a:lnTo>
                    <a:pt x="1505" y="9286"/>
                  </a:lnTo>
                  <a:cubicBezTo>
                    <a:pt x="1519" y="9371"/>
                    <a:pt x="1477" y="9442"/>
                    <a:pt x="1420" y="9499"/>
                  </a:cubicBezTo>
                  <a:cubicBezTo>
                    <a:pt x="1377" y="9697"/>
                    <a:pt x="1335" y="9896"/>
                    <a:pt x="1292" y="10095"/>
                  </a:cubicBezTo>
                  <a:cubicBezTo>
                    <a:pt x="1264" y="10194"/>
                    <a:pt x="1193" y="10279"/>
                    <a:pt x="1093" y="10322"/>
                  </a:cubicBezTo>
                  <a:cubicBezTo>
                    <a:pt x="1108" y="10407"/>
                    <a:pt x="1065" y="10478"/>
                    <a:pt x="994" y="10521"/>
                  </a:cubicBezTo>
                  <a:cubicBezTo>
                    <a:pt x="1008" y="10606"/>
                    <a:pt x="966" y="10691"/>
                    <a:pt x="895" y="10734"/>
                  </a:cubicBezTo>
                  <a:cubicBezTo>
                    <a:pt x="895" y="10819"/>
                    <a:pt x="852" y="10890"/>
                    <a:pt x="781" y="10933"/>
                  </a:cubicBezTo>
                  <a:lnTo>
                    <a:pt x="781" y="11103"/>
                  </a:lnTo>
                  <a:cubicBezTo>
                    <a:pt x="753" y="11146"/>
                    <a:pt x="724" y="11202"/>
                    <a:pt x="696" y="11259"/>
                  </a:cubicBezTo>
                  <a:lnTo>
                    <a:pt x="696" y="11259"/>
                  </a:lnTo>
                  <a:cubicBezTo>
                    <a:pt x="582" y="11330"/>
                    <a:pt x="682" y="11486"/>
                    <a:pt x="582" y="11571"/>
                  </a:cubicBezTo>
                  <a:cubicBezTo>
                    <a:pt x="483" y="11642"/>
                    <a:pt x="568" y="11799"/>
                    <a:pt x="483" y="11898"/>
                  </a:cubicBezTo>
                  <a:cubicBezTo>
                    <a:pt x="483" y="11926"/>
                    <a:pt x="483" y="11955"/>
                    <a:pt x="483" y="11983"/>
                  </a:cubicBezTo>
                  <a:cubicBezTo>
                    <a:pt x="355" y="12139"/>
                    <a:pt x="511" y="12338"/>
                    <a:pt x="383" y="12494"/>
                  </a:cubicBezTo>
                  <a:lnTo>
                    <a:pt x="383" y="12494"/>
                  </a:lnTo>
                  <a:cubicBezTo>
                    <a:pt x="284" y="12580"/>
                    <a:pt x="369" y="12722"/>
                    <a:pt x="270" y="12807"/>
                  </a:cubicBezTo>
                  <a:lnTo>
                    <a:pt x="270" y="12807"/>
                  </a:lnTo>
                  <a:cubicBezTo>
                    <a:pt x="170" y="12963"/>
                    <a:pt x="256" y="13133"/>
                    <a:pt x="199" y="13289"/>
                  </a:cubicBezTo>
                  <a:cubicBezTo>
                    <a:pt x="199" y="13318"/>
                    <a:pt x="213" y="13346"/>
                    <a:pt x="227" y="13389"/>
                  </a:cubicBezTo>
                  <a:cubicBezTo>
                    <a:pt x="142" y="13517"/>
                    <a:pt x="185" y="13673"/>
                    <a:pt x="170" y="13815"/>
                  </a:cubicBezTo>
                  <a:cubicBezTo>
                    <a:pt x="128" y="13815"/>
                    <a:pt x="85" y="13829"/>
                    <a:pt x="71" y="13857"/>
                  </a:cubicBezTo>
                  <a:lnTo>
                    <a:pt x="71" y="13857"/>
                  </a:lnTo>
                  <a:cubicBezTo>
                    <a:pt x="71" y="13857"/>
                    <a:pt x="57" y="13872"/>
                    <a:pt x="43" y="13886"/>
                  </a:cubicBezTo>
                  <a:cubicBezTo>
                    <a:pt x="28" y="13914"/>
                    <a:pt x="43" y="13928"/>
                    <a:pt x="71" y="13957"/>
                  </a:cubicBezTo>
                  <a:cubicBezTo>
                    <a:pt x="71" y="13985"/>
                    <a:pt x="71" y="14028"/>
                    <a:pt x="71" y="14056"/>
                  </a:cubicBezTo>
                  <a:cubicBezTo>
                    <a:pt x="71" y="14056"/>
                    <a:pt x="43" y="14070"/>
                    <a:pt x="43" y="14085"/>
                  </a:cubicBezTo>
                  <a:cubicBezTo>
                    <a:pt x="28" y="14113"/>
                    <a:pt x="43" y="14141"/>
                    <a:pt x="71" y="14156"/>
                  </a:cubicBezTo>
                  <a:lnTo>
                    <a:pt x="71" y="14156"/>
                  </a:lnTo>
                  <a:cubicBezTo>
                    <a:pt x="142" y="14297"/>
                    <a:pt x="142" y="14454"/>
                    <a:pt x="71" y="14581"/>
                  </a:cubicBezTo>
                  <a:cubicBezTo>
                    <a:pt x="71" y="14610"/>
                    <a:pt x="71" y="14638"/>
                    <a:pt x="71" y="14667"/>
                  </a:cubicBezTo>
                  <a:cubicBezTo>
                    <a:pt x="0" y="15050"/>
                    <a:pt x="0" y="15433"/>
                    <a:pt x="71" y="15817"/>
                  </a:cubicBezTo>
                  <a:cubicBezTo>
                    <a:pt x="85" y="15845"/>
                    <a:pt x="128" y="15859"/>
                    <a:pt x="156" y="15859"/>
                  </a:cubicBezTo>
                  <a:cubicBezTo>
                    <a:pt x="156" y="16299"/>
                    <a:pt x="170" y="16725"/>
                    <a:pt x="170" y="17166"/>
                  </a:cubicBezTo>
                  <a:lnTo>
                    <a:pt x="170" y="17677"/>
                  </a:lnTo>
                  <a:cubicBezTo>
                    <a:pt x="256" y="17762"/>
                    <a:pt x="298" y="17890"/>
                    <a:pt x="284" y="18003"/>
                  </a:cubicBezTo>
                  <a:cubicBezTo>
                    <a:pt x="284" y="18202"/>
                    <a:pt x="298" y="18401"/>
                    <a:pt x="298" y="18600"/>
                  </a:cubicBezTo>
                  <a:cubicBezTo>
                    <a:pt x="426" y="18827"/>
                    <a:pt x="497" y="19082"/>
                    <a:pt x="483" y="19338"/>
                  </a:cubicBezTo>
                  <a:cubicBezTo>
                    <a:pt x="454" y="19494"/>
                    <a:pt x="525" y="19636"/>
                    <a:pt x="667" y="19693"/>
                  </a:cubicBezTo>
                  <a:cubicBezTo>
                    <a:pt x="710" y="19721"/>
                    <a:pt x="738" y="19792"/>
                    <a:pt x="781" y="19849"/>
                  </a:cubicBezTo>
                  <a:lnTo>
                    <a:pt x="781" y="19849"/>
                  </a:lnTo>
                  <a:cubicBezTo>
                    <a:pt x="667" y="19977"/>
                    <a:pt x="639" y="20175"/>
                    <a:pt x="724" y="20332"/>
                  </a:cubicBezTo>
                  <a:cubicBezTo>
                    <a:pt x="781" y="20474"/>
                    <a:pt x="795" y="20630"/>
                    <a:pt x="795" y="20772"/>
                  </a:cubicBezTo>
                  <a:cubicBezTo>
                    <a:pt x="809" y="20772"/>
                    <a:pt x="824" y="20772"/>
                    <a:pt x="852" y="20772"/>
                  </a:cubicBezTo>
                  <a:cubicBezTo>
                    <a:pt x="1037" y="20857"/>
                    <a:pt x="1037" y="20857"/>
                    <a:pt x="937" y="21042"/>
                  </a:cubicBezTo>
                  <a:cubicBezTo>
                    <a:pt x="923" y="21084"/>
                    <a:pt x="909" y="21141"/>
                    <a:pt x="909" y="21184"/>
                  </a:cubicBezTo>
                  <a:lnTo>
                    <a:pt x="994" y="21297"/>
                  </a:lnTo>
                  <a:cubicBezTo>
                    <a:pt x="1051" y="21340"/>
                    <a:pt x="1093" y="21397"/>
                    <a:pt x="1108" y="21468"/>
                  </a:cubicBezTo>
                  <a:cubicBezTo>
                    <a:pt x="1136" y="21638"/>
                    <a:pt x="1207" y="21794"/>
                    <a:pt x="1306" y="21922"/>
                  </a:cubicBezTo>
                  <a:lnTo>
                    <a:pt x="1306" y="21922"/>
                  </a:lnTo>
                  <a:lnTo>
                    <a:pt x="1306" y="21922"/>
                  </a:lnTo>
                  <a:lnTo>
                    <a:pt x="1306" y="21922"/>
                  </a:lnTo>
                  <a:cubicBezTo>
                    <a:pt x="1306" y="22021"/>
                    <a:pt x="1306" y="22121"/>
                    <a:pt x="1321" y="22220"/>
                  </a:cubicBezTo>
                  <a:cubicBezTo>
                    <a:pt x="1491" y="22305"/>
                    <a:pt x="1590" y="22547"/>
                    <a:pt x="1817" y="22561"/>
                  </a:cubicBezTo>
                  <a:lnTo>
                    <a:pt x="1832" y="22547"/>
                  </a:lnTo>
                  <a:lnTo>
                    <a:pt x="1832" y="22547"/>
                  </a:lnTo>
                  <a:lnTo>
                    <a:pt x="1817" y="22561"/>
                  </a:lnTo>
                  <a:cubicBezTo>
                    <a:pt x="1761" y="22717"/>
                    <a:pt x="1775" y="22902"/>
                    <a:pt x="1832" y="23058"/>
                  </a:cubicBezTo>
                  <a:cubicBezTo>
                    <a:pt x="1945" y="23157"/>
                    <a:pt x="2016" y="23313"/>
                    <a:pt x="2030" y="23469"/>
                  </a:cubicBezTo>
                  <a:cubicBezTo>
                    <a:pt x="2116" y="23512"/>
                    <a:pt x="2187" y="23583"/>
                    <a:pt x="2229" y="23682"/>
                  </a:cubicBezTo>
                  <a:cubicBezTo>
                    <a:pt x="2272" y="23796"/>
                    <a:pt x="2343" y="23895"/>
                    <a:pt x="2428" y="23981"/>
                  </a:cubicBezTo>
                  <a:cubicBezTo>
                    <a:pt x="2414" y="23981"/>
                    <a:pt x="2414" y="23981"/>
                    <a:pt x="2414" y="23995"/>
                  </a:cubicBezTo>
                  <a:cubicBezTo>
                    <a:pt x="2428" y="24165"/>
                    <a:pt x="2513" y="24307"/>
                    <a:pt x="2641" y="24407"/>
                  </a:cubicBezTo>
                  <a:cubicBezTo>
                    <a:pt x="2655" y="24435"/>
                    <a:pt x="2655" y="24477"/>
                    <a:pt x="2655" y="24506"/>
                  </a:cubicBezTo>
                  <a:cubicBezTo>
                    <a:pt x="2769" y="24690"/>
                    <a:pt x="2911" y="24875"/>
                    <a:pt x="3067" y="25031"/>
                  </a:cubicBezTo>
                  <a:lnTo>
                    <a:pt x="3067" y="25031"/>
                  </a:lnTo>
                  <a:cubicBezTo>
                    <a:pt x="3095" y="25060"/>
                    <a:pt x="3138" y="25102"/>
                    <a:pt x="3180" y="25131"/>
                  </a:cubicBezTo>
                  <a:cubicBezTo>
                    <a:pt x="3209" y="25131"/>
                    <a:pt x="3251" y="25131"/>
                    <a:pt x="3280" y="25145"/>
                  </a:cubicBezTo>
                  <a:cubicBezTo>
                    <a:pt x="3308" y="25145"/>
                    <a:pt x="3337" y="25145"/>
                    <a:pt x="3379" y="25145"/>
                  </a:cubicBezTo>
                  <a:lnTo>
                    <a:pt x="3379" y="25230"/>
                  </a:lnTo>
                  <a:lnTo>
                    <a:pt x="3479" y="25230"/>
                  </a:lnTo>
                  <a:cubicBezTo>
                    <a:pt x="3535" y="25372"/>
                    <a:pt x="3663" y="25486"/>
                    <a:pt x="3805" y="25528"/>
                  </a:cubicBezTo>
                  <a:cubicBezTo>
                    <a:pt x="3848" y="25542"/>
                    <a:pt x="3933" y="25557"/>
                    <a:pt x="3905" y="25599"/>
                  </a:cubicBezTo>
                  <a:cubicBezTo>
                    <a:pt x="3805" y="25741"/>
                    <a:pt x="3947" y="25770"/>
                    <a:pt x="3990" y="25841"/>
                  </a:cubicBezTo>
                  <a:cubicBezTo>
                    <a:pt x="4047" y="25940"/>
                    <a:pt x="4189" y="25869"/>
                    <a:pt x="4260" y="25954"/>
                  </a:cubicBezTo>
                  <a:cubicBezTo>
                    <a:pt x="4330" y="26039"/>
                    <a:pt x="4416" y="25982"/>
                    <a:pt x="4487" y="26011"/>
                  </a:cubicBezTo>
                  <a:cubicBezTo>
                    <a:pt x="4558" y="26053"/>
                    <a:pt x="4572" y="26110"/>
                    <a:pt x="4614" y="26153"/>
                  </a:cubicBezTo>
                  <a:cubicBezTo>
                    <a:pt x="4842" y="26238"/>
                    <a:pt x="4927" y="26494"/>
                    <a:pt x="5140" y="26579"/>
                  </a:cubicBezTo>
                  <a:lnTo>
                    <a:pt x="5140" y="26579"/>
                  </a:lnTo>
                  <a:cubicBezTo>
                    <a:pt x="5140" y="26721"/>
                    <a:pt x="5168" y="26863"/>
                    <a:pt x="5253" y="26976"/>
                  </a:cubicBezTo>
                  <a:lnTo>
                    <a:pt x="5353" y="27090"/>
                  </a:lnTo>
                  <a:cubicBezTo>
                    <a:pt x="5466" y="27090"/>
                    <a:pt x="5552" y="27161"/>
                    <a:pt x="5651" y="27204"/>
                  </a:cubicBezTo>
                  <a:lnTo>
                    <a:pt x="5651" y="27204"/>
                  </a:lnTo>
                  <a:cubicBezTo>
                    <a:pt x="5651" y="27303"/>
                    <a:pt x="5694" y="27360"/>
                    <a:pt x="5807" y="27331"/>
                  </a:cubicBezTo>
                  <a:cubicBezTo>
                    <a:pt x="5835" y="27317"/>
                    <a:pt x="5864" y="27317"/>
                    <a:pt x="5892" y="27303"/>
                  </a:cubicBezTo>
                  <a:cubicBezTo>
                    <a:pt x="5906" y="27587"/>
                    <a:pt x="6119" y="27686"/>
                    <a:pt x="6332" y="27800"/>
                  </a:cubicBezTo>
                  <a:cubicBezTo>
                    <a:pt x="6375" y="27842"/>
                    <a:pt x="6432" y="27771"/>
                    <a:pt x="6460" y="27828"/>
                  </a:cubicBezTo>
                  <a:lnTo>
                    <a:pt x="6460" y="27885"/>
                  </a:lnTo>
                  <a:lnTo>
                    <a:pt x="6503" y="27913"/>
                  </a:lnTo>
                  <a:lnTo>
                    <a:pt x="6503" y="27913"/>
                  </a:lnTo>
                  <a:cubicBezTo>
                    <a:pt x="6560" y="27970"/>
                    <a:pt x="6659" y="27956"/>
                    <a:pt x="6730" y="28013"/>
                  </a:cubicBezTo>
                  <a:lnTo>
                    <a:pt x="6773" y="28013"/>
                  </a:lnTo>
                  <a:lnTo>
                    <a:pt x="6801" y="28013"/>
                  </a:lnTo>
                  <a:cubicBezTo>
                    <a:pt x="7014" y="28197"/>
                    <a:pt x="7312" y="28254"/>
                    <a:pt x="7539" y="28439"/>
                  </a:cubicBezTo>
                  <a:lnTo>
                    <a:pt x="7539" y="28439"/>
                  </a:lnTo>
                  <a:cubicBezTo>
                    <a:pt x="7596" y="28567"/>
                    <a:pt x="7738" y="28567"/>
                    <a:pt x="7852" y="28638"/>
                  </a:cubicBezTo>
                  <a:lnTo>
                    <a:pt x="7852" y="28638"/>
                  </a:lnTo>
                  <a:cubicBezTo>
                    <a:pt x="7979" y="28794"/>
                    <a:pt x="8221" y="28694"/>
                    <a:pt x="8363" y="28850"/>
                  </a:cubicBezTo>
                  <a:lnTo>
                    <a:pt x="8363" y="28850"/>
                  </a:lnTo>
                  <a:cubicBezTo>
                    <a:pt x="8420" y="28921"/>
                    <a:pt x="8519" y="28893"/>
                    <a:pt x="8576" y="28936"/>
                  </a:cubicBezTo>
                  <a:lnTo>
                    <a:pt x="8576" y="28936"/>
                  </a:lnTo>
                  <a:cubicBezTo>
                    <a:pt x="8675" y="29049"/>
                    <a:pt x="8803" y="29106"/>
                    <a:pt x="8945" y="29106"/>
                  </a:cubicBezTo>
                  <a:cubicBezTo>
                    <a:pt x="8945" y="29120"/>
                    <a:pt x="8959" y="29149"/>
                    <a:pt x="8987" y="29149"/>
                  </a:cubicBezTo>
                  <a:cubicBezTo>
                    <a:pt x="8987" y="29191"/>
                    <a:pt x="8987" y="29220"/>
                    <a:pt x="8987" y="29248"/>
                  </a:cubicBezTo>
                  <a:cubicBezTo>
                    <a:pt x="9044" y="29305"/>
                    <a:pt x="9030" y="29404"/>
                    <a:pt x="9087" y="29461"/>
                  </a:cubicBezTo>
                  <a:cubicBezTo>
                    <a:pt x="9215" y="29532"/>
                    <a:pt x="9371" y="29532"/>
                    <a:pt x="9499" y="29461"/>
                  </a:cubicBezTo>
                  <a:lnTo>
                    <a:pt x="9499" y="29461"/>
                  </a:lnTo>
                  <a:cubicBezTo>
                    <a:pt x="9541" y="29418"/>
                    <a:pt x="9612" y="29404"/>
                    <a:pt x="9669" y="29404"/>
                  </a:cubicBezTo>
                  <a:lnTo>
                    <a:pt x="9669" y="29404"/>
                  </a:lnTo>
                  <a:cubicBezTo>
                    <a:pt x="9669" y="29418"/>
                    <a:pt x="9669" y="29447"/>
                    <a:pt x="9712" y="29461"/>
                  </a:cubicBezTo>
                  <a:lnTo>
                    <a:pt x="9712" y="29461"/>
                  </a:lnTo>
                  <a:cubicBezTo>
                    <a:pt x="9726" y="29461"/>
                    <a:pt x="9726" y="29475"/>
                    <a:pt x="9740" y="29489"/>
                  </a:cubicBezTo>
                  <a:cubicBezTo>
                    <a:pt x="9740" y="29518"/>
                    <a:pt x="9740" y="29546"/>
                    <a:pt x="9712" y="29560"/>
                  </a:cubicBezTo>
                  <a:lnTo>
                    <a:pt x="9712" y="29660"/>
                  </a:lnTo>
                  <a:cubicBezTo>
                    <a:pt x="9740" y="29702"/>
                    <a:pt x="9783" y="29731"/>
                    <a:pt x="9811" y="29773"/>
                  </a:cubicBezTo>
                  <a:lnTo>
                    <a:pt x="10024" y="29773"/>
                  </a:lnTo>
                  <a:cubicBezTo>
                    <a:pt x="10038" y="29731"/>
                    <a:pt x="10095" y="29731"/>
                    <a:pt x="10123" y="29773"/>
                  </a:cubicBezTo>
                  <a:lnTo>
                    <a:pt x="10123" y="29773"/>
                  </a:lnTo>
                  <a:cubicBezTo>
                    <a:pt x="10166" y="29802"/>
                    <a:pt x="10194" y="29830"/>
                    <a:pt x="10223" y="29873"/>
                  </a:cubicBezTo>
                  <a:lnTo>
                    <a:pt x="10336" y="29773"/>
                  </a:lnTo>
                  <a:cubicBezTo>
                    <a:pt x="10336" y="29773"/>
                    <a:pt x="10350" y="29759"/>
                    <a:pt x="10365" y="29731"/>
                  </a:cubicBezTo>
                  <a:cubicBezTo>
                    <a:pt x="10365" y="29731"/>
                    <a:pt x="10365" y="29717"/>
                    <a:pt x="10365" y="29702"/>
                  </a:cubicBezTo>
                  <a:lnTo>
                    <a:pt x="10393" y="29702"/>
                  </a:lnTo>
                  <a:cubicBezTo>
                    <a:pt x="10393" y="29731"/>
                    <a:pt x="10407" y="29759"/>
                    <a:pt x="10436" y="29759"/>
                  </a:cubicBezTo>
                  <a:lnTo>
                    <a:pt x="10436" y="29759"/>
                  </a:lnTo>
                  <a:cubicBezTo>
                    <a:pt x="10478" y="29830"/>
                    <a:pt x="10535" y="29901"/>
                    <a:pt x="10592" y="29958"/>
                  </a:cubicBezTo>
                  <a:lnTo>
                    <a:pt x="10592" y="29958"/>
                  </a:lnTo>
                  <a:lnTo>
                    <a:pt x="10521" y="29958"/>
                  </a:lnTo>
                  <a:lnTo>
                    <a:pt x="10634" y="30072"/>
                  </a:lnTo>
                  <a:cubicBezTo>
                    <a:pt x="10634" y="30072"/>
                    <a:pt x="10649" y="30057"/>
                    <a:pt x="10649" y="30029"/>
                  </a:cubicBezTo>
                  <a:cubicBezTo>
                    <a:pt x="10649" y="30029"/>
                    <a:pt x="10649" y="30015"/>
                    <a:pt x="10649" y="30015"/>
                  </a:cubicBezTo>
                  <a:cubicBezTo>
                    <a:pt x="10677" y="30029"/>
                    <a:pt x="10705" y="30043"/>
                    <a:pt x="10734" y="30072"/>
                  </a:cubicBezTo>
                  <a:lnTo>
                    <a:pt x="10833" y="30072"/>
                  </a:lnTo>
                  <a:cubicBezTo>
                    <a:pt x="10876" y="30057"/>
                    <a:pt x="10904" y="29958"/>
                    <a:pt x="10947" y="30072"/>
                  </a:cubicBezTo>
                  <a:lnTo>
                    <a:pt x="10947" y="30171"/>
                  </a:lnTo>
                  <a:cubicBezTo>
                    <a:pt x="11032" y="30242"/>
                    <a:pt x="11160" y="30242"/>
                    <a:pt x="11259" y="30171"/>
                  </a:cubicBezTo>
                  <a:lnTo>
                    <a:pt x="11259" y="30171"/>
                  </a:lnTo>
                  <a:cubicBezTo>
                    <a:pt x="11316" y="30100"/>
                    <a:pt x="11415" y="30100"/>
                    <a:pt x="11472" y="30171"/>
                  </a:cubicBezTo>
                  <a:lnTo>
                    <a:pt x="11572" y="30171"/>
                  </a:lnTo>
                  <a:cubicBezTo>
                    <a:pt x="11600" y="30199"/>
                    <a:pt x="11657" y="30199"/>
                    <a:pt x="11685" y="30171"/>
                  </a:cubicBezTo>
                  <a:lnTo>
                    <a:pt x="11685" y="30157"/>
                  </a:lnTo>
                  <a:cubicBezTo>
                    <a:pt x="11799" y="30171"/>
                    <a:pt x="11912" y="30157"/>
                    <a:pt x="11983" y="30256"/>
                  </a:cubicBezTo>
                  <a:cubicBezTo>
                    <a:pt x="12125" y="30370"/>
                    <a:pt x="12338" y="30398"/>
                    <a:pt x="12509" y="30313"/>
                  </a:cubicBezTo>
                  <a:cubicBezTo>
                    <a:pt x="12580" y="30285"/>
                    <a:pt x="12636" y="30270"/>
                    <a:pt x="12707" y="30270"/>
                  </a:cubicBezTo>
                  <a:lnTo>
                    <a:pt x="12849" y="30270"/>
                  </a:lnTo>
                  <a:lnTo>
                    <a:pt x="12849" y="30285"/>
                  </a:lnTo>
                  <a:cubicBezTo>
                    <a:pt x="12835" y="30497"/>
                    <a:pt x="13020" y="30497"/>
                    <a:pt x="13133" y="30554"/>
                  </a:cubicBezTo>
                  <a:lnTo>
                    <a:pt x="13133" y="30554"/>
                  </a:lnTo>
                  <a:cubicBezTo>
                    <a:pt x="13346" y="30739"/>
                    <a:pt x="13673" y="30483"/>
                    <a:pt x="13857" y="30767"/>
                  </a:cubicBezTo>
                  <a:cubicBezTo>
                    <a:pt x="13914" y="30838"/>
                    <a:pt x="13999" y="30838"/>
                    <a:pt x="14056" y="30767"/>
                  </a:cubicBezTo>
                  <a:lnTo>
                    <a:pt x="14056" y="30767"/>
                  </a:lnTo>
                  <a:cubicBezTo>
                    <a:pt x="14099" y="30739"/>
                    <a:pt x="14127" y="30696"/>
                    <a:pt x="14170" y="30668"/>
                  </a:cubicBezTo>
                  <a:lnTo>
                    <a:pt x="14170" y="30668"/>
                  </a:lnTo>
                  <a:cubicBezTo>
                    <a:pt x="14241" y="30611"/>
                    <a:pt x="14298" y="30597"/>
                    <a:pt x="14369" y="30668"/>
                  </a:cubicBezTo>
                  <a:cubicBezTo>
                    <a:pt x="14383" y="30696"/>
                    <a:pt x="14383" y="30725"/>
                    <a:pt x="14383" y="30753"/>
                  </a:cubicBezTo>
                  <a:cubicBezTo>
                    <a:pt x="14496" y="30838"/>
                    <a:pt x="14667" y="30852"/>
                    <a:pt x="14794" y="30767"/>
                  </a:cubicBezTo>
                  <a:lnTo>
                    <a:pt x="14894" y="30767"/>
                  </a:lnTo>
                  <a:cubicBezTo>
                    <a:pt x="14936" y="30796"/>
                    <a:pt x="14965" y="30838"/>
                    <a:pt x="14993" y="30867"/>
                  </a:cubicBezTo>
                  <a:lnTo>
                    <a:pt x="14993" y="30867"/>
                  </a:lnTo>
                  <a:cubicBezTo>
                    <a:pt x="15050" y="30923"/>
                    <a:pt x="15149" y="30923"/>
                    <a:pt x="15206" y="30867"/>
                  </a:cubicBezTo>
                  <a:lnTo>
                    <a:pt x="15206" y="30867"/>
                  </a:lnTo>
                  <a:cubicBezTo>
                    <a:pt x="15235" y="30838"/>
                    <a:pt x="15263" y="30796"/>
                    <a:pt x="15306" y="30767"/>
                  </a:cubicBezTo>
                  <a:lnTo>
                    <a:pt x="15419" y="30767"/>
                  </a:lnTo>
                  <a:cubicBezTo>
                    <a:pt x="15646" y="30852"/>
                    <a:pt x="15902" y="30838"/>
                    <a:pt x="16129" y="30725"/>
                  </a:cubicBezTo>
                  <a:cubicBezTo>
                    <a:pt x="16143" y="30710"/>
                    <a:pt x="16157" y="30710"/>
                    <a:pt x="16172" y="30696"/>
                  </a:cubicBezTo>
                  <a:cubicBezTo>
                    <a:pt x="16186" y="30725"/>
                    <a:pt x="16214" y="30739"/>
                    <a:pt x="16243" y="30753"/>
                  </a:cubicBezTo>
                  <a:cubicBezTo>
                    <a:pt x="16271" y="30796"/>
                    <a:pt x="16314" y="30824"/>
                    <a:pt x="16342" y="30867"/>
                  </a:cubicBezTo>
                  <a:lnTo>
                    <a:pt x="16456" y="30867"/>
                  </a:lnTo>
                  <a:cubicBezTo>
                    <a:pt x="16512" y="30923"/>
                    <a:pt x="16598" y="30923"/>
                    <a:pt x="16654" y="30867"/>
                  </a:cubicBezTo>
                  <a:lnTo>
                    <a:pt x="16654" y="30867"/>
                  </a:lnTo>
                  <a:cubicBezTo>
                    <a:pt x="16711" y="30824"/>
                    <a:pt x="16768" y="30810"/>
                    <a:pt x="16825" y="30767"/>
                  </a:cubicBezTo>
                  <a:lnTo>
                    <a:pt x="16953" y="30767"/>
                  </a:lnTo>
                  <a:lnTo>
                    <a:pt x="16967" y="30796"/>
                  </a:lnTo>
                  <a:cubicBezTo>
                    <a:pt x="17038" y="30824"/>
                    <a:pt x="17123" y="30810"/>
                    <a:pt x="17180" y="30767"/>
                  </a:cubicBezTo>
                  <a:lnTo>
                    <a:pt x="17180" y="30767"/>
                  </a:lnTo>
                  <a:cubicBezTo>
                    <a:pt x="17237" y="30710"/>
                    <a:pt x="17322" y="30710"/>
                    <a:pt x="17379" y="30767"/>
                  </a:cubicBezTo>
                  <a:lnTo>
                    <a:pt x="17478" y="30767"/>
                  </a:lnTo>
                  <a:cubicBezTo>
                    <a:pt x="17535" y="30710"/>
                    <a:pt x="17563" y="30597"/>
                    <a:pt x="17691" y="30668"/>
                  </a:cubicBezTo>
                  <a:cubicBezTo>
                    <a:pt x="17776" y="30654"/>
                    <a:pt x="17861" y="30696"/>
                    <a:pt x="17904" y="30767"/>
                  </a:cubicBezTo>
                  <a:cubicBezTo>
                    <a:pt x="17946" y="30824"/>
                    <a:pt x="18046" y="30824"/>
                    <a:pt x="18103" y="30781"/>
                  </a:cubicBezTo>
                  <a:lnTo>
                    <a:pt x="18103" y="30781"/>
                  </a:lnTo>
                  <a:cubicBezTo>
                    <a:pt x="18131" y="30739"/>
                    <a:pt x="18174" y="30710"/>
                    <a:pt x="18202" y="30668"/>
                  </a:cubicBezTo>
                  <a:lnTo>
                    <a:pt x="18202" y="30668"/>
                  </a:lnTo>
                  <a:cubicBezTo>
                    <a:pt x="18230" y="30639"/>
                    <a:pt x="18287" y="30639"/>
                    <a:pt x="18301" y="30668"/>
                  </a:cubicBezTo>
                  <a:cubicBezTo>
                    <a:pt x="18358" y="30725"/>
                    <a:pt x="18458" y="30725"/>
                    <a:pt x="18514" y="30668"/>
                  </a:cubicBezTo>
                  <a:lnTo>
                    <a:pt x="18514" y="30668"/>
                  </a:lnTo>
                  <a:cubicBezTo>
                    <a:pt x="18543" y="30639"/>
                    <a:pt x="18585" y="30639"/>
                    <a:pt x="18614" y="30668"/>
                  </a:cubicBezTo>
                  <a:lnTo>
                    <a:pt x="18614" y="30668"/>
                  </a:lnTo>
                  <a:cubicBezTo>
                    <a:pt x="18642" y="30710"/>
                    <a:pt x="18685" y="30739"/>
                    <a:pt x="18713" y="30781"/>
                  </a:cubicBezTo>
                  <a:lnTo>
                    <a:pt x="18813" y="30781"/>
                  </a:lnTo>
                  <a:cubicBezTo>
                    <a:pt x="18912" y="30739"/>
                    <a:pt x="18798" y="30483"/>
                    <a:pt x="19025" y="30568"/>
                  </a:cubicBezTo>
                  <a:lnTo>
                    <a:pt x="19025" y="30568"/>
                  </a:lnTo>
                  <a:cubicBezTo>
                    <a:pt x="19054" y="30597"/>
                    <a:pt x="19096" y="30597"/>
                    <a:pt x="19125" y="30568"/>
                  </a:cubicBezTo>
                  <a:cubicBezTo>
                    <a:pt x="19167" y="30540"/>
                    <a:pt x="19196" y="30497"/>
                    <a:pt x="19238" y="30469"/>
                  </a:cubicBezTo>
                  <a:cubicBezTo>
                    <a:pt x="19295" y="30398"/>
                    <a:pt x="19380" y="30426"/>
                    <a:pt x="19437" y="30370"/>
                  </a:cubicBezTo>
                  <a:lnTo>
                    <a:pt x="19551" y="30370"/>
                  </a:lnTo>
                  <a:cubicBezTo>
                    <a:pt x="19579" y="30398"/>
                    <a:pt x="19622" y="30426"/>
                    <a:pt x="19650" y="30455"/>
                  </a:cubicBezTo>
                  <a:lnTo>
                    <a:pt x="19650" y="30455"/>
                  </a:lnTo>
                  <a:cubicBezTo>
                    <a:pt x="19778" y="30540"/>
                    <a:pt x="19934" y="30540"/>
                    <a:pt x="20062" y="30455"/>
                  </a:cubicBezTo>
                  <a:lnTo>
                    <a:pt x="20062" y="30355"/>
                  </a:lnTo>
                  <a:cubicBezTo>
                    <a:pt x="20147" y="30285"/>
                    <a:pt x="20275" y="30285"/>
                    <a:pt x="20374" y="30355"/>
                  </a:cubicBezTo>
                  <a:lnTo>
                    <a:pt x="20573" y="30355"/>
                  </a:lnTo>
                  <a:cubicBezTo>
                    <a:pt x="20601" y="30327"/>
                    <a:pt x="20644" y="30299"/>
                    <a:pt x="20672" y="30256"/>
                  </a:cubicBezTo>
                  <a:lnTo>
                    <a:pt x="20985" y="30143"/>
                  </a:lnTo>
                  <a:cubicBezTo>
                    <a:pt x="21042" y="30086"/>
                    <a:pt x="21141" y="30086"/>
                    <a:pt x="21198" y="30143"/>
                  </a:cubicBezTo>
                  <a:lnTo>
                    <a:pt x="21297" y="30143"/>
                  </a:lnTo>
                  <a:cubicBezTo>
                    <a:pt x="21326" y="30114"/>
                    <a:pt x="21368" y="30086"/>
                    <a:pt x="21397" y="30043"/>
                  </a:cubicBezTo>
                  <a:cubicBezTo>
                    <a:pt x="21439" y="29986"/>
                    <a:pt x="21482" y="29930"/>
                    <a:pt x="21510" y="29859"/>
                  </a:cubicBezTo>
                  <a:cubicBezTo>
                    <a:pt x="21539" y="29887"/>
                    <a:pt x="21581" y="29915"/>
                    <a:pt x="21610" y="29944"/>
                  </a:cubicBezTo>
                  <a:lnTo>
                    <a:pt x="21610" y="29944"/>
                  </a:lnTo>
                  <a:cubicBezTo>
                    <a:pt x="21666" y="30001"/>
                    <a:pt x="21752" y="30001"/>
                    <a:pt x="21808" y="29944"/>
                  </a:cubicBezTo>
                  <a:lnTo>
                    <a:pt x="21808" y="29944"/>
                  </a:lnTo>
                  <a:cubicBezTo>
                    <a:pt x="21865" y="29887"/>
                    <a:pt x="21964" y="29901"/>
                    <a:pt x="22021" y="29844"/>
                  </a:cubicBezTo>
                  <a:lnTo>
                    <a:pt x="22021" y="29844"/>
                  </a:lnTo>
                  <a:cubicBezTo>
                    <a:pt x="22106" y="29745"/>
                    <a:pt x="22248" y="29830"/>
                    <a:pt x="22334" y="29745"/>
                  </a:cubicBezTo>
                  <a:cubicBezTo>
                    <a:pt x="22362" y="29702"/>
                    <a:pt x="22390" y="29674"/>
                    <a:pt x="22433" y="29631"/>
                  </a:cubicBezTo>
                  <a:lnTo>
                    <a:pt x="22433" y="29631"/>
                  </a:lnTo>
                  <a:cubicBezTo>
                    <a:pt x="22490" y="29575"/>
                    <a:pt x="22589" y="29589"/>
                    <a:pt x="22646" y="29532"/>
                  </a:cubicBezTo>
                  <a:lnTo>
                    <a:pt x="22646" y="29433"/>
                  </a:lnTo>
                  <a:cubicBezTo>
                    <a:pt x="22674" y="29390"/>
                    <a:pt x="22703" y="29362"/>
                    <a:pt x="22745" y="29333"/>
                  </a:cubicBezTo>
                  <a:lnTo>
                    <a:pt x="22745" y="29333"/>
                  </a:lnTo>
                  <a:cubicBezTo>
                    <a:pt x="22859" y="29205"/>
                    <a:pt x="23029" y="29333"/>
                    <a:pt x="23143" y="29234"/>
                  </a:cubicBezTo>
                  <a:lnTo>
                    <a:pt x="23242" y="29234"/>
                  </a:lnTo>
                  <a:cubicBezTo>
                    <a:pt x="23285" y="29191"/>
                    <a:pt x="23327" y="29163"/>
                    <a:pt x="23356" y="29120"/>
                  </a:cubicBezTo>
                  <a:lnTo>
                    <a:pt x="23356" y="29120"/>
                  </a:lnTo>
                  <a:cubicBezTo>
                    <a:pt x="23384" y="29092"/>
                    <a:pt x="23427" y="29063"/>
                    <a:pt x="23455" y="29021"/>
                  </a:cubicBezTo>
                  <a:lnTo>
                    <a:pt x="23512" y="29021"/>
                  </a:lnTo>
                  <a:lnTo>
                    <a:pt x="23555" y="29021"/>
                  </a:lnTo>
                  <a:cubicBezTo>
                    <a:pt x="23597" y="28694"/>
                    <a:pt x="23895" y="28794"/>
                    <a:pt x="24094" y="28723"/>
                  </a:cubicBezTo>
                  <a:lnTo>
                    <a:pt x="24094" y="28723"/>
                  </a:lnTo>
                  <a:cubicBezTo>
                    <a:pt x="24123" y="28680"/>
                    <a:pt x="24165" y="28652"/>
                    <a:pt x="24194" y="28609"/>
                  </a:cubicBezTo>
                  <a:lnTo>
                    <a:pt x="24194" y="28609"/>
                  </a:lnTo>
                  <a:cubicBezTo>
                    <a:pt x="24250" y="28552"/>
                    <a:pt x="24350" y="28567"/>
                    <a:pt x="24407" y="28510"/>
                  </a:cubicBezTo>
                  <a:lnTo>
                    <a:pt x="24506" y="28410"/>
                  </a:lnTo>
                  <a:lnTo>
                    <a:pt x="24506" y="28410"/>
                  </a:lnTo>
                  <a:cubicBezTo>
                    <a:pt x="24534" y="28368"/>
                    <a:pt x="24577" y="28339"/>
                    <a:pt x="24605" y="28297"/>
                  </a:cubicBezTo>
                  <a:lnTo>
                    <a:pt x="24605" y="28297"/>
                  </a:lnTo>
                  <a:cubicBezTo>
                    <a:pt x="24662" y="28155"/>
                    <a:pt x="24818" y="28155"/>
                    <a:pt x="24918" y="28084"/>
                  </a:cubicBezTo>
                  <a:lnTo>
                    <a:pt x="24918" y="28084"/>
                  </a:lnTo>
                  <a:lnTo>
                    <a:pt x="25031" y="27984"/>
                  </a:lnTo>
                  <a:lnTo>
                    <a:pt x="25031" y="27984"/>
                  </a:lnTo>
                  <a:cubicBezTo>
                    <a:pt x="25074" y="27942"/>
                    <a:pt x="25088" y="27871"/>
                    <a:pt x="25074" y="27814"/>
                  </a:cubicBezTo>
                  <a:cubicBezTo>
                    <a:pt x="25031" y="27800"/>
                    <a:pt x="25017" y="27771"/>
                    <a:pt x="25045" y="27757"/>
                  </a:cubicBezTo>
                  <a:cubicBezTo>
                    <a:pt x="25045" y="27786"/>
                    <a:pt x="25074" y="27814"/>
                    <a:pt x="25102" y="27800"/>
                  </a:cubicBezTo>
                  <a:cubicBezTo>
                    <a:pt x="25173" y="27757"/>
                    <a:pt x="25202" y="27672"/>
                    <a:pt x="25173" y="27601"/>
                  </a:cubicBezTo>
                  <a:cubicBezTo>
                    <a:pt x="25329" y="27672"/>
                    <a:pt x="25429" y="27530"/>
                    <a:pt x="25542" y="27459"/>
                  </a:cubicBezTo>
                  <a:lnTo>
                    <a:pt x="25542" y="27459"/>
                  </a:lnTo>
                  <a:cubicBezTo>
                    <a:pt x="25585" y="27431"/>
                    <a:pt x="25613" y="27402"/>
                    <a:pt x="25656" y="27360"/>
                  </a:cubicBezTo>
                  <a:lnTo>
                    <a:pt x="25656" y="27360"/>
                  </a:lnTo>
                  <a:cubicBezTo>
                    <a:pt x="25741" y="27289"/>
                    <a:pt x="25869" y="27232"/>
                    <a:pt x="25954" y="27161"/>
                  </a:cubicBezTo>
                  <a:lnTo>
                    <a:pt x="25954" y="27161"/>
                  </a:lnTo>
                  <a:cubicBezTo>
                    <a:pt x="25997" y="27118"/>
                    <a:pt x="26025" y="27090"/>
                    <a:pt x="26068" y="27047"/>
                  </a:cubicBezTo>
                  <a:lnTo>
                    <a:pt x="26153" y="26948"/>
                  </a:lnTo>
                  <a:cubicBezTo>
                    <a:pt x="26196" y="26920"/>
                    <a:pt x="26224" y="26863"/>
                    <a:pt x="26210" y="26806"/>
                  </a:cubicBezTo>
                  <a:cubicBezTo>
                    <a:pt x="26408" y="26522"/>
                    <a:pt x="26721" y="26323"/>
                    <a:pt x="26891" y="26011"/>
                  </a:cubicBezTo>
                  <a:lnTo>
                    <a:pt x="26891" y="26011"/>
                  </a:lnTo>
                  <a:cubicBezTo>
                    <a:pt x="26934" y="25982"/>
                    <a:pt x="26962" y="25940"/>
                    <a:pt x="26991" y="25897"/>
                  </a:cubicBezTo>
                  <a:lnTo>
                    <a:pt x="26991" y="25897"/>
                  </a:lnTo>
                  <a:cubicBezTo>
                    <a:pt x="27346" y="25613"/>
                    <a:pt x="27559" y="25216"/>
                    <a:pt x="27828" y="24861"/>
                  </a:cubicBezTo>
                  <a:lnTo>
                    <a:pt x="27828" y="24861"/>
                  </a:lnTo>
                  <a:cubicBezTo>
                    <a:pt x="27871" y="24832"/>
                    <a:pt x="27899" y="24804"/>
                    <a:pt x="27942" y="24761"/>
                  </a:cubicBezTo>
                  <a:lnTo>
                    <a:pt x="27970" y="24761"/>
                  </a:lnTo>
                  <a:lnTo>
                    <a:pt x="28013" y="24761"/>
                  </a:lnTo>
                  <a:cubicBezTo>
                    <a:pt x="28084" y="24719"/>
                    <a:pt x="28084" y="24648"/>
                    <a:pt x="28098" y="24577"/>
                  </a:cubicBezTo>
                  <a:lnTo>
                    <a:pt x="28112" y="24548"/>
                  </a:lnTo>
                  <a:lnTo>
                    <a:pt x="28141" y="24548"/>
                  </a:lnTo>
                  <a:cubicBezTo>
                    <a:pt x="28183" y="24520"/>
                    <a:pt x="28212" y="24477"/>
                    <a:pt x="28240" y="24449"/>
                  </a:cubicBezTo>
                  <a:lnTo>
                    <a:pt x="28354" y="24350"/>
                  </a:lnTo>
                  <a:lnTo>
                    <a:pt x="28453" y="24236"/>
                  </a:lnTo>
                  <a:lnTo>
                    <a:pt x="28453" y="24123"/>
                  </a:lnTo>
                  <a:lnTo>
                    <a:pt x="28453" y="24123"/>
                  </a:lnTo>
                  <a:cubicBezTo>
                    <a:pt x="28481" y="24094"/>
                    <a:pt x="28510" y="24066"/>
                    <a:pt x="28538" y="24023"/>
                  </a:cubicBezTo>
                  <a:lnTo>
                    <a:pt x="28538" y="24023"/>
                  </a:lnTo>
                  <a:cubicBezTo>
                    <a:pt x="28822" y="23682"/>
                    <a:pt x="28879" y="23228"/>
                    <a:pt x="29177" y="22887"/>
                  </a:cubicBezTo>
                  <a:cubicBezTo>
                    <a:pt x="29376" y="22774"/>
                    <a:pt x="29390" y="22547"/>
                    <a:pt x="29475" y="22362"/>
                  </a:cubicBezTo>
                  <a:lnTo>
                    <a:pt x="29475" y="22362"/>
                  </a:lnTo>
                  <a:lnTo>
                    <a:pt x="29475" y="22362"/>
                  </a:lnTo>
                  <a:lnTo>
                    <a:pt x="29475" y="22362"/>
                  </a:lnTo>
                  <a:cubicBezTo>
                    <a:pt x="29546" y="22319"/>
                    <a:pt x="29532" y="22220"/>
                    <a:pt x="29589" y="22163"/>
                  </a:cubicBezTo>
                  <a:lnTo>
                    <a:pt x="29589" y="22163"/>
                  </a:lnTo>
                  <a:cubicBezTo>
                    <a:pt x="29646" y="22106"/>
                    <a:pt x="29631" y="22021"/>
                    <a:pt x="29688" y="21964"/>
                  </a:cubicBezTo>
                  <a:lnTo>
                    <a:pt x="29688" y="21964"/>
                  </a:lnTo>
                  <a:cubicBezTo>
                    <a:pt x="29802" y="21837"/>
                    <a:pt x="29859" y="21695"/>
                    <a:pt x="29859" y="21539"/>
                  </a:cubicBezTo>
                  <a:lnTo>
                    <a:pt x="29859" y="21524"/>
                  </a:lnTo>
                  <a:lnTo>
                    <a:pt x="30015" y="21340"/>
                  </a:lnTo>
                  <a:lnTo>
                    <a:pt x="30100" y="21226"/>
                  </a:lnTo>
                  <a:cubicBezTo>
                    <a:pt x="30114" y="21084"/>
                    <a:pt x="30086" y="20928"/>
                    <a:pt x="30214" y="20814"/>
                  </a:cubicBezTo>
                  <a:lnTo>
                    <a:pt x="30214" y="20616"/>
                  </a:lnTo>
                  <a:cubicBezTo>
                    <a:pt x="30199" y="20601"/>
                    <a:pt x="30185" y="20601"/>
                    <a:pt x="30171" y="20587"/>
                  </a:cubicBezTo>
                  <a:lnTo>
                    <a:pt x="30171" y="20587"/>
                  </a:lnTo>
                  <a:cubicBezTo>
                    <a:pt x="30185" y="20587"/>
                    <a:pt x="30199" y="20601"/>
                    <a:pt x="30214" y="20616"/>
                  </a:cubicBezTo>
                  <a:lnTo>
                    <a:pt x="30299" y="20601"/>
                  </a:lnTo>
                  <a:cubicBezTo>
                    <a:pt x="30299" y="20530"/>
                    <a:pt x="30341" y="20445"/>
                    <a:pt x="30412" y="20403"/>
                  </a:cubicBezTo>
                  <a:cubicBezTo>
                    <a:pt x="30398" y="20317"/>
                    <a:pt x="30441" y="20246"/>
                    <a:pt x="30512" y="20190"/>
                  </a:cubicBezTo>
                  <a:cubicBezTo>
                    <a:pt x="30498" y="20119"/>
                    <a:pt x="30540" y="20034"/>
                    <a:pt x="30611" y="19991"/>
                  </a:cubicBezTo>
                  <a:cubicBezTo>
                    <a:pt x="30625" y="19877"/>
                    <a:pt x="30611" y="19764"/>
                    <a:pt x="30725" y="19679"/>
                  </a:cubicBezTo>
                  <a:cubicBezTo>
                    <a:pt x="30753" y="19650"/>
                    <a:pt x="30781" y="19608"/>
                    <a:pt x="30810" y="19565"/>
                  </a:cubicBezTo>
                  <a:cubicBezTo>
                    <a:pt x="30810" y="19466"/>
                    <a:pt x="30810" y="19338"/>
                    <a:pt x="30923" y="19267"/>
                  </a:cubicBezTo>
                  <a:cubicBezTo>
                    <a:pt x="30923" y="19153"/>
                    <a:pt x="30923" y="19040"/>
                    <a:pt x="31037" y="18954"/>
                  </a:cubicBezTo>
                  <a:lnTo>
                    <a:pt x="31037" y="18770"/>
                  </a:lnTo>
                  <a:cubicBezTo>
                    <a:pt x="31065" y="18756"/>
                    <a:pt x="31094" y="18756"/>
                    <a:pt x="31122" y="18741"/>
                  </a:cubicBezTo>
                  <a:cubicBezTo>
                    <a:pt x="31136" y="18600"/>
                    <a:pt x="31080" y="18443"/>
                    <a:pt x="31222" y="18330"/>
                  </a:cubicBezTo>
                  <a:cubicBezTo>
                    <a:pt x="31222" y="18202"/>
                    <a:pt x="31222" y="18060"/>
                    <a:pt x="31236" y="17932"/>
                  </a:cubicBezTo>
                  <a:cubicBezTo>
                    <a:pt x="31364" y="17861"/>
                    <a:pt x="31307" y="17677"/>
                    <a:pt x="31420" y="17606"/>
                  </a:cubicBezTo>
                  <a:cubicBezTo>
                    <a:pt x="31378" y="17449"/>
                    <a:pt x="31392" y="17265"/>
                    <a:pt x="31477" y="17123"/>
                  </a:cubicBezTo>
                  <a:cubicBezTo>
                    <a:pt x="31534" y="17024"/>
                    <a:pt x="31562" y="16910"/>
                    <a:pt x="31548" y="16782"/>
                  </a:cubicBezTo>
                  <a:lnTo>
                    <a:pt x="31648" y="16683"/>
                  </a:lnTo>
                  <a:cubicBezTo>
                    <a:pt x="31562" y="16683"/>
                    <a:pt x="31577" y="16612"/>
                    <a:pt x="31605" y="16527"/>
                  </a:cubicBezTo>
                  <a:close/>
                  <a:moveTo>
                    <a:pt x="8121" y="5452"/>
                  </a:moveTo>
                  <a:lnTo>
                    <a:pt x="8150" y="5452"/>
                  </a:lnTo>
                  <a:lnTo>
                    <a:pt x="8150" y="5466"/>
                  </a:lnTo>
                  <a:lnTo>
                    <a:pt x="8150" y="5466"/>
                  </a:lnTo>
                  <a:cubicBezTo>
                    <a:pt x="8136" y="5452"/>
                    <a:pt x="8121" y="5452"/>
                    <a:pt x="8121" y="5452"/>
                  </a:cubicBezTo>
                  <a:close/>
                  <a:moveTo>
                    <a:pt x="29773" y="11032"/>
                  </a:moveTo>
                  <a:lnTo>
                    <a:pt x="29745" y="11018"/>
                  </a:lnTo>
                  <a:cubicBezTo>
                    <a:pt x="29759" y="11018"/>
                    <a:pt x="29773" y="11018"/>
                    <a:pt x="29773" y="11032"/>
                  </a:cubicBezTo>
                  <a:close/>
                  <a:moveTo>
                    <a:pt x="29745" y="11046"/>
                  </a:moveTo>
                  <a:lnTo>
                    <a:pt x="29745" y="11046"/>
                  </a:lnTo>
                  <a:lnTo>
                    <a:pt x="29745" y="11060"/>
                  </a:lnTo>
                  <a:close/>
                  <a:moveTo>
                    <a:pt x="16654" y="8150"/>
                  </a:moveTo>
                  <a:lnTo>
                    <a:pt x="16654" y="8164"/>
                  </a:lnTo>
                  <a:close/>
                  <a:moveTo>
                    <a:pt x="21610" y="9186"/>
                  </a:moveTo>
                  <a:lnTo>
                    <a:pt x="21610" y="9186"/>
                  </a:lnTo>
                  <a:close/>
                  <a:moveTo>
                    <a:pt x="27516" y="14596"/>
                  </a:moveTo>
                  <a:lnTo>
                    <a:pt x="27502" y="14581"/>
                  </a:lnTo>
                  <a:lnTo>
                    <a:pt x="27516" y="14581"/>
                  </a:lnTo>
                  <a:close/>
                  <a:moveTo>
                    <a:pt x="18770" y="24094"/>
                  </a:moveTo>
                  <a:lnTo>
                    <a:pt x="18813" y="24094"/>
                  </a:lnTo>
                  <a:cubicBezTo>
                    <a:pt x="18813" y="24108"/>
                    <a:pt x="18798" y="24123"/>
                    <a:pt x="18798" y="24137"/>
                  </a:cubicBezTo>
                  <a:close/>
                  <a:moveTo>
                    <a:pt x="22234" y="11174"/>
                  </a:moveTo>
                  <a:close/>
                  <a:moveTo>
                    <a:pt x="17052" y="11884"/>
                  </a:moveTo>
                  <a:close/>
                  <a:moveTo>
                    <a:pt x="20247" y="11245"/>
                  </a:moveTo>
                  <a:lnTo>
                    <a:pt x="20218" y="11231"/>
                  </a:lnTo>
                  <a:lnTo>
                    <a:pt x="20218" y="11231"/>
                  </a:lnTo>
                  <a:cubicBezTo>
                    <a:pt x="20232" y="11245"/>
                    <a:pt x="20232" y="11245"/>
                    <a:pt x="20247" y="11245"/>
                  </a:cubicBezTo>
                  <a:close/>
                  <a:moveTo>
                    <a:pt x="17151" y="21326"/>
                  </a:moveTo>
                  <a:lnTo>
                    <a:pt x="17151" y="21311"/>
                  </a:lnTo>
                  <a:lnTo>
                    <a:pt x="17151" y="21311"/>
                  </a:lnTo>
                  <a:lnTo>
                    <a:pt x="17151" y="21311"/>
                  </a:lnTo>
                  <a:close/>
                  <a:moveTo>
                    <a:pt x="11430" y="16456"/>
                  </a:moveTo>
                  <a:lnTo>
                    <a:pt x="11430" y="16441"/>
                  </a:lnTo>
                  <a:lnTo>
                    <a:pt x="11430" y="16441"/>
                  </a:lnTo>
                  <a:lnTo>
                    <a:pt x="11430" y="16456"/>
                  </a:lnTo>
                  <a:close/>
                  <a:moveTo>
                    <a:pt x="18713" y="15618"/>
                  </a:moveTo>
                  <a:close/>
                  <a:moveTo>
                    <a:pt x="11870" y="16981"/>
                  </a:moveTo>
                  <a:cubicBezTo>
                    <a:pt x="11898" y="16967"/>
                    <a:pt x="11926" y="16967"/>
                    <a:pt x="11969" y="16967"/>
                  </a:cubicBezTo>
                  <a:lnTo>
                    <a:pt x="11969" y="16967"/>
                  </a:lnTo>
                  <a:cubicBezTo>
                    <a:pt x="11926" y="16967"/>
                    <a:pt x="11898" y="16967"/>
                    <a:pt x="11870" y="16981"/>
                  </a:cubicBezTo>
                  <a:close/>
                  <a:moveTo>
                    <a:pt x="8973" y="12097"/>
                  </a:moveTo>
                  <a:close/>
                  <a:moveTo>
                    <a:pt x="11501" y="20190"/>
                  </a:moveTo>
                  <a:cubicBezTo>
                    <a:pt x="11557" y="20261"/>
                    <a:pt x="11557" y="20332"/>
                    <a:pt x="11515" y="20374"/>
                  </a:cubicBezTo>
                  <a:cubicBezTo>
                    <a:pt x="11515" y="20317"/>
                    <a:pt x="11515" y="20246"/>
                    <a:pt x="11501" y="20190"/>
                  </a:cubicBezTo>
                  <a:close/>
                  <a:moveTo>
                    <a:pt x="19537" y="12920"/>
                  </a:moveTo>
                  <a:lnTo>
                    <a:pt x="19537" y="12920"/>
                  </a:lnTo>
                  <a:lnTo>
                    <a:pt x="19537" y="12934"/>
                  </a:lnTo>
                  <a:close/>
                  <a:moveTo>
                    <a:pt x="18500" y="12608"/>
                  </a:moveTo>
                  <a:close/>
                  <a:moveTo>
                    <a:pt x="17563" y="16640"/>
                  </a:moveTo>
                  <a:lnTo>
                    <a:pt x="17563" y="16626"/>
                  </a:lnTo>
                  <a:lnTo>
                    <a:pt x="17577" y="16626"/>
                  </a:lnTo>
                  <a:close/>
                  <a:moveTo>
                    <a:pt x="7213" y="15760"/>
                  </a:moveTo>
                  <a:lnTo>
                    <a:pt x="7241" y="15788"/>
                  </a:lnTo>
                  <a:lnTo>
                    <a:pt x="7213" y="15788"/>
                  </a:lnTo>
                  <a:cubicBezTo>
                    <a:pt x="7213" y="15788"/>
                    <a:pt x="7213" y="15788"/>
                    <a:pt x="7213" y="15760"/>
                  </a:cubicBezTo>
                  <a:close/>
                  <a:moveTo>
                    <a:pt x="23427" y="18472"/>
                  </a:moveTo>
                  <a:lnTo>
                    <a:pt x="23469" y="18458"/>
                  </a:lnTo>
                  <a:cubicBezTo>
                    <a:pt x="23455" y="18472"/>
                    <a:pt x="23455" y="18486"/>
                    <a:pt x="23455" y="18500"/>
                  </a:cubicBezTo>
                  <a:close/>
                  <a:moveTo>
                    <a:pt x="13630" y="10535"/>
                  </a:moveTo>
                  <a:lnTo>
                    <a:pt x="13630" y="10535"/>
                  </a:lnTo>
                  <a:close/>
                  <a:moveTo>
                    <a:pt x="10010" y="11046"/>
                  </a:moveTo>
                  <a:close/>
                  <a:moveTo>
                    <a:pt x="7156" y="19522"/>
                  </a:moveTo>
                  <a:lnTo>
                    <a:pt x="7156" y="19522"/>
                  </a:lnTo>
                  <a:cubicBezTo>
                    <a:pt x="7128" y="19522"/>
                    <a:pt x="7113" y="19522"/>
                    <a:pt x="7099" y="19508"/>
                  </a:cubicBezTo>
                  <a:close/>
                  <a:moveTo>
                    <a:pt x="23981" y="16953"/>
                  </a:moveTo>
                  <a:lnTo>
                    <a:pt x="23981" y="16953"/>
                  </a:lnTo>
                  <a:lnTo>
                    <a:pt x="23981" y="16953"/>
                  </a:lnTo>
                  <a:lnTo>
                    <a:pt x="23966" y="16938"/>
                  </a:lnTo>
                  <a:lnTo>
                    <a:pt x="23981" y="16938"/>
                  </a:lnTo>
                  <a:cubicBezTo>
                    <a:pt x="23981" y="16938"/>
                    <a:pt x="23981" y="16953"/>
                    <a:pt x="23981" y="16953"/>
                  </a:cubicBezTo>
                  <a:close/>
                  <a:moveTo>
                    <a:pt x="23370" y="15192"/>
                  </a:moveTo>
                  <a:cubicBezTo>
                    <a:pt x="23384" y="15206"/>
                    <a:pt x="23384" y="15220"/>
                    <a:pt x="23384" y="15235"/>
                  </a:cubicBezTo>
                  <a:cubicBezTo>
                    <a:pt x="23384" y="15220"/>
                    <a:pt x="23370" y="15206"/>
                    <a:pt x="23370" y="15192"/>
                  </a:cubicBezTo>
                  <a:lnTo>
                    <a:pt x="23370" y="15192"/>
                  </a:lnTo>
                  <a:lnTo>
                    <a:pt x="23370" y="15192"/>
                  </a:lnTo>
                  <a:close/>
                  <a:moveTo>
                    <a:pt x="20261" y="10322"/>
                  </a:moveTo>
                  <a:lnTo>
                    <a:pt x="20261" y="10322"/>
                  </a:lnTo>
                  <a:lnTo>
                    <a:pt x="20261" y="10322"/>
                  </a:lnTo>
                  <a:close/>
                  <a:moveTo>
                    <a:pt x="20261" y="10322"/>
                  </a:moveTo>
                  <a:close/>
                  <a:moveTo>
                    <a:pt x="20062" y="11288"/>
                  </a:moveTo>
                  <a:cubicBezTo>
                    <a:pt x="20062" y="11273"/>
                    <a:pt x="20062" y="11273"/>
                    <a:pt x="20062" y="11273"/>
                  </a:cubicBezTo>
                  <a:lnTo>
                    <a:pt x="20076" y="11273"/>
                  </a:lnTo>
                  <a:close/>
                  <a:moveTo>
                    <a:pt x="4231" y="17265"/>
                  </a:moveTo>
                  <a:lnTo>
                    <a:pt x="4189" y="17222"/>
                  </a:lnTo>
                  <a:cubicBezTo>
                    <a:pt x="4203" y="17222"/>
                    <a:pt x="4217" y="17251"/>
                    <a:pt x="4231" y="17265"/>
                  </a:cubicBezTo>
                  <a:close/>
                  <a:moveTo>
                    <a:pt x="5878" y="19849"/>
                  </a:moveTo>
                  <a:close/>
                  <a:moveTo>
                    <a:pt x="7227" y="19735"/>
                  </a:moveTo>
                  <a:lnTo>
                    <a:pt x="7227" y="19735"/>
                  </a:lnTo>
                  <a:close/>
                  <a:moveTo>
                    <a:pt x="21411" y="9712"/>
                  </a:moveTo>
                  <a:close/>
                  <a:moveTo>
                    <a:pt x="4387" y="15689"/>
                  </a:moveTo>
                  <a:lnTo>
                    <a:pt x="4416" y="15689"/>
                  </a:lnTo>
                  <a:cubicBezTo>
                    <a:pt x="4416" y="15689"/>
                    <a:pt x="4416" y="15703"/>
                    <a:pt x="4416" y="15703"/>
                  </a:cubicBezTo>
                  <a:close/>
                  <a:moveTo>
                    <a:pt x="3365" y="15306"/>
                  </a:moveTo>
                  <a:cubicBezTo>
                    <a:pt x="3365" y="15291"/>
                    <a:pt x="3365" y="15277"/>
                    <a:pt x="3365" y="15263"/>
                  </a:cubicBezTo>
                  <a:lnTo>
                    <a:pt x="3408" y="15306"/>
                  </a:lnTo>
                  <a:close/>
                  <a:moveTo>
                    <a:pt x="5892" y="20289"/>
                  </a:moveTo>
                  <a:cubicBezTo>
                    <a:pt x="5878" y="20275"/>
                    <a:pt x="5878" y="20275"/>
                    <a:pt x="5864" y="20275"/>
                  </a:cubicBezTo>
                  <a:lnTo>
                    <a:pt x="5864" y="20275"/>
                  </a:lnTo>
                  <a:lnTo>
                    <a:pt x="5864" y="20275"/>
                  </a:lnTo>
                  <a:cubicBezTo>
                    <a:pt x="5864" y="20275"/>
                    <a:pt x="5878" y="20289"/>
                    <a:pt x="5892" y="20289"/>
                  </a:cubicBezTo>
                  <a:close/>
                  <a:moveTo>
                    <a:pt x="15291" y="11146"/>
                  </a:moveTo>
                  <a:cubicBezTo>
                    <a:pt x="15291" y="11146"/>
                    <a:pt x="15291" y="11146"/>
                    <a:pt x="15291" y="11160"/>
                  </a:cubicBezTo>
                  <a:lnTo>
                    <a:pt x="15291" y="11160"/>
                  </a:lnTo>
                  <a:lnTo>
                    <a:pt x="15291" y="11146"/>
                  </a:lnTo>
                  <a:close/>
                  <a:moveTo>
                    <a:pt x="14340" y="9200"/>
                  </a:moveTo>
                  <a:cubicBezTo>
                    <a:pt x="14383" y="9186"/>
                    <a:pt x="14425" y="9172"/>
                    <a:pt x="14468" y="9186"/>
                  </a:cubicBezTo>
                  <a:cubicBezTo>
                    <a:pt x="14425" y="9186"/>
                    <a:pt x="14383" y="9186"/>
                    <a:pt x="14340" y="9200"/>
                  </a:cubicBezTo>
                  <a:close/>
                  <a:moveTo>
                    <a:pt x="12906" y="25542"/>
                  </a:moveTo>
                  <a:cubicBezTo>
                    <a:pt x="12892" y="25542"/>
                    <a:pt x="12892" y="25528"/>
                    <a:pt x="12892" y="25528"/>
                  </a:cubicBezTo>
                  <a:cubicBezTo>
                    <a:pt x="12892" y="25528"/>
                    <a:pt x="12906" y="25528"/>
                    <a:pt x="12906" y="25528"/>
                  </a:cubicBezTo>
                  <a:cubicBezTo>
                    <a:pt x="12906" y="25528"/>
                    <a:pt x="12906" y="25542"/>
                    <a:pt x="12906" y="25542"/>
                  </a:cubicBezTo>
                  <a:close/>
                  <a:moveTo>
                    <a:pt x="16143" y="24747"/>
                  </a:moveTo>
                  <a:lnTo>
                    <a:pt x="16143" y="24747"/>
                  </a:lnTo>
                  <a:lnTo>
                    <a:pt x="16129" y="24790"/>
                  </a:lnTo>
                  <a:cubicBezTo>
                    <a:pt x="16129" y="24776"/>
                    <a:pt x="16129" y="24776"/>
                    <a:pt x="16129" y="24776"/>
                  </a:cubicBezTo>
                  <a:cubicBezTo>
                    <a:pt x="16129" y="24761"/>
                    <a:pt x="16129" y="24747"/>
                    <a:pt x="16129" y="24747"/>
                  </a:cubicBezTo>
                  <a:close/>
                  <a:moveTo>
                    <a:pt x="20871" y="23256"/>
                  </a:moveTo>
                  <a:lnTo>
                    <a:pt x="20885" y="23271"/>
                  </a:lnTo>
                  <a:lnTo>
                    <a:pt x="20885" y="23271"/>
                  </a:lnTo>
                  <a:lnTo>
                    <a:pt x="20871" y="23256"/>
                  </a:lnTo>
                  <a:close/>
                  <a:moveTo>
                    <a:pt x="25329" y="11259"/>
                  </a:moveTo>
                  <a:lnTo>
                    <a:pt x="25329" y="11316"/>
                  </a:lnTo>
                  <a:cubicBezTo>
                    <a:pt x="25315" y="11302"/>
                    <a:pt x="25315" y="11273"/>
                    <a:pt x="25301" y="11259"/>
                  </a:cubicBezTo>
                  <a:close/>
                  <a:moveTo>
                    <a:pt x="19437" y="10010"/>
                  </a:moveTo>
                  <a:close/>
                  <a:moveTo>
                    <a:pt x="2471" y="20218"/>
                  </a:moveTo>
                  <a:cubicBezTo>
                    <a:pt x="2471" y="20232"/>
                    <a:pt x="2471" y="20246"/>
                    <a:pt x="2456" y="20261"/>
                  </a:cubicBezTo>
                  <a:lnTo>
                    <a:pt x="2442" y="20261"/>
                  </a:lnTo>
                  <a:cubicBezTo>
                    <a:pt x="2456" y="20246"/>
                    <a:pt x="2456" y="20232"/>
                    <a:pt x="2471" y="20218"/>
                  </a:cubicBezTo>
                  <a:close/>
                  <a:moveTo>
                    <a:pt x="4004" y="19125"/>
                  </a:moveTo>
                  <a:lnTo>
                    <a:pt x="4004" y="19111"/>
                  </a:lnTo>
                  <a:lnTo>
                    <a:pt x="4004" y="19111"/>
                  </a:lnTo>
                  <a:lnTo>
                    <a:pt x="4004" y="19111"/>
                  </a:lnTo>
                  <a:lnTo>
                    <a:pt x="4004" y="19111"/>
                  </a:lnTo>
                  <a:lnTo>
                    <a:pt x="4004" y="19111"/>
                  </a:lnTo>
                  <a:close/>
                  <a:moveTo>
                    <a:pt x="5140" y="19423"/>
                  </a:moveTo>
                  <a:lnTo>
                    <a:pt x="5140" y="19423"/>
                  </a:lnTo>
                  <a:cubicBezTo>
                    <a:pt x="5083" y="19437"/>
                    <a:pt x="5040" y="19466"/>
                    <a:pt x="4998" y="19494"/>
                  </a:cubicBezTo>
                  <a:cubicBezTo>
                    <a:pt x="5040" y="19480"/>
                    <a:pt x="5097" y="19451"/>
                    <a:pt x="5140" y="19437"/>
                  </a:cubicBezTo>
                  <a:close/>
                  <a:moveTo>
                    <a:pt x="16115" y="24804"/>
                  </a:moveTo>
                  <a:lnTo>
                    <a:pt x="16129" y="24832"/>
                  </a:lnTo>
                  <a:cubicBezTo>
                    <a:pt x="16115" y="24861"/>
                    <a:pt x="16086" y="24875"/>
                    <a:pt x="16072" y="24903"/>
                  </a:cubicBezTo>
                  <a:lnTo>
                    <a:pt x="16072" y="24804"/>
                  </a:lnTo>
                  <a:close/>
                  <a:moveTo>
                    <a:pt x="22021" y="9612"/>
                  </a:moveTo>
                  <a:close/>
                  <a:moveTo>
                    <a:pt x="10947" y="5764"/>
                  </a:moveTo>
                  <a:lnTo>
                    <a:pt x="10947" y="5764"/>
                  </a:lnTo>
                  <a:lnTo>
                    <a:pt x="10933" y="5764"/>
                  </a:lnTo>
                  <a:close/>
                  <a:moveTo>
                    <a:pt x="24790" y="24236"/>
                  </a:moveTo>
                  <a:lnTo>
                    <a:pt x="24804" y="24250"/>
                  </a:lnTo>
                  <a:lnTo>
                    <a:pt x="24790" y="24250"/>
                  </a:lnTo>
                  <a:cubicBezTo>
                    <a:pt x="24790" y="24250"/>
                    <a:pt x="24790" y="24250"/>
                    <a:pt x="24790" y="24236"/>
                  </a:cubicBezTo>
                  <a:close/>
                  <a:moveTo>
                    <a:pt x="9598" y="5452"/>
                  </a:moveTo>
                  <a:lnTo>
                    <a:pt x="9584" y="5452"/>
                  </a:lnTo>
                  <a:lnTo>
                    <a:pt x="9584" y="5452"/>
                  </a:lnTo>
                  <a:close/>
                  <a:moveTo>
                    <a:pt x="6616" y="23569"/>
                  </a:moveTo>
                  <a:cubicBezTo>
                    <a:pt x="6588" y="23555"/>
                    <a:pt x="6574" y="23555"/>
                    <a:pt x="6545" y="23540"/>
                  </a:cubicBezTo>
                  <a:cubicBezTo>
                    <a:pt x="6574" y="23540"/>
                    <a:pt x="6602" y="23555"/>
                    <a:pt x="6616" y="23569"/>
                  </a:cubicBezTo>
                  <a:close/>
                  <a:moveTo>
                    <a:pt x="19253" y="2967"/>
                  </a:moveTo>
                  <a:lnTo>
                    <a:pt x="19224" y="2967"/>
                  </a:lnTo>
                  <a:lnTo>
                    <a:pt x="19224" y="2967"/>
                  </a:lnTo>
                  <a:lnTo>
                    <a:pt x="19253" y="2925"/>
                  </a:lnTo>
                  <a:cubicBezTo>
                    <a:pt x="19253" y="2939"/>
                    <a:pt x="19253" y="2953"/>
                    <a:pt x="19253" y="2967"/>
                  </a:cubicBezTo>
                  <a:close/>
                  <a:moveTo>
                    <a:pt x="16115" y="29788"/>
                  </a:moveTo>
                  <a:cubicBezTo>
                    <a:pt x="16115" y="29788"/>
                    <a:pt x="16115" y="29773"/>
                    <a:pt x="16115" y="29759"/>
                  </a:cubicBezTo>
                  <a:cubicBezTo>
                    <a:pt x="16115" y="29773"/>
                    <a:pt x="16115" y="29788"/>
                    <a:pt x="16115" y="29802"/>
                  </a:cubicBezTo>
                  <a:lnTo>
                    <a:pt x="16157" y="29802"/>
                  </a:lnTo>
                  <a:lnTo>
                    <a:pt x="16115" y="29802"/>
                  </a:lnTo>
                  <a:lnTo>
                    <a:pt x="16115" y="29802"/>
                  </a:lnTo>
                  <a:close/>
                  <a:moveTo>
                    <a:pt x="24918" y="26281"/>
                  </a:moveTo>
                  <a:lnTo>
                    <a:pt x="24918" y="26266"/>
                  </a:lnTo>
                  <a:lnTo>
                    <a:pt x="24918" y="26266"/>
                  </a:lnTo>
                  <a:lnTo>
                    <a:pt x="24918" y="26266"/>
                  </a:lnTo>
                  <a:close/>
                  <a:moveTo>
                    <a:pt x="15490" y="2471"/>
                  </a:moveTo>
                  <a:lnTo>
                    <a:pt x="15490" y="2456"/>
                  </a:lnTo>
                  <a:lnTo>
                    <a:pt x="15490" y="2485"/>
                  </a:lnTo>
                  <a:close/>
                  <a:moveTo>
                    <a:pt x="1533" y="10535"/>
                  </a:moveTo>
                  <a:cubicBezTo>
                    <a:pt x="1533" y="10521"/>
                    <a:pt x="1519" y="10521"/>
                    <a:pt x="1519" y="10521"/>
                  </a:cubicBezTo>
                  <a:lnTo>
                    <a:pt x="1519" y="10521"/>
                  </a:lnTo>
                  <a:cubicBezTo>
                    <a:pt x="1519" y="10521"/>
                    <a:pt x="1533" y="10521"/>
                    <a:pt x="1533" y="10535"/>
                  </a:cubicBezTo>
                  <a:close/>
                  <a:moveTo>
                    <a:pt x="1420" y="10535"/>
                  </a:moveTo>
                  <a:lnTo>
                    <a:pt x="1420" y="10535"/>
                  </a:lnTo>
                  <a:lnTo>
                    <a:pt x="1420" y="10535"/>
                  </a:lnTo>
                  <a:lnTo>
                    <a:pt x="1448" y="10521"/>
                  </a:lnTo>
                  <a:close/>
                  <a:moveTo>
                    <a:pt x="3791" y="22561"/>
                  </a:moveTo>
                  <a:lnTo>
                    <a:pt x="3791" y="22561"/>
                  </a:lnTo>
                  <a:close/>
                  <a:moveTo>
                    <a:pt x="9754" y="25273"/>
                  </a:moveTo>
                  <a:lnTo>
                    <a:pt x="9754" y="25273"/>
                  </a:lnTo>
                  <a:cubicBezTo>
                    <a:pt x="9726" y="25287"/>
                    <a:pt x="9712" y="25315"/>
                    <a:pt x="9683" y="25315"/>
                  </a:cubicBezTo>
                  <a:close/>
                  <a:moveTo>
                    <a:pt x="18855" y="29617"/>
                  </a:moveTo>
                  <a:lnTo>
                    <a:pt x="18855" y="29631"/>
                  </a:lnTo>
                  <a:lnTo>
                    <a:pt x="18841" y="29617"/>
                  </a:lnTo>
                  <a:close/>
                  <a:moveTo>
                    <a:pt x="9910" y="1945"/>
                  </a:moveTo>
                  <a:close/>
                  <a:moveTo>
                    <a:pt x="8959" y="25741"/>
                  </a:moveTo>
                  <a:close/>
                  <a:moveTo>
                    <a:pt x="1931" y="9399"/>
                  </a:moveTo>
                  <a:lnTo>
                    <a:pt x="1903" y="9399"/>
                  </a:lnTo>
                  <a:lnTo>
                    <a:pt x="1903" y="9399"/>
                  </a:lnTo>
                  <a:cubicBezTo>
                    <a:pt x="1888" y="9357"/>
                    <a:pt x="1917" y="9357"/>
                    <a:pt x="1931" y="9399"/>
                  </a:cubicBezTo>
                  <a:close/>
                  <a:moveTo>
                    <a:pt x="25855" y="26877"/>
                  </a:moveTo>
                  <a:lnTo>
                    <a:pt x="25855" y="26891"/>
                  </a:lnTo>
                  <a:lnTo>
                    <a:pt x="25855" y="26891"/>
                  </a:lnTo>
                  <a:cubicBezTo>
                    <a:pt x="25855" y="26891"/>
                    <a:pt x="25855" y="26877"/>
                    <a:pt x="25855" y="26877"/>
                  </a:cubicBezTo>
                  <a:close/>
                </a:path>
              </a:pathLst>
            </a:custGeom>
            <a:solidFill>
              <a:schemeClr val="lt1"/>
            </a:solidFill>
            <a:ln cap="flat" cmpd="sng" w="89625">
              <a:solidFill>
                <a:schemeClr val="lt1"/>
              </a:solidFill>
              <a:prstDash val="solid"/>
              <a:round/>
              <a:headEnd len="sm" w="sm" type="none"/>
              <a:tailEnd len="sm" w="sm" type="none"/>
            </a:ln>
            <a:effectLst>
              <a:outerShdw blurRad="33613" rotWithShape="0" algn="bl" dir="5400000" dist="11204">
                <a:schemeClr val="dk1">
                  <a:alpha val="50000"/>
                </a:schemeClr>
              </a:outerShdw>
            </a:effectLst>
          </p:spPr>
          <p:txBody>
            <a:bodyPr anchorCtr="0" anchor="ctr" bIns="53775" lIns="53775" spcFirstLastPara="1" rIns="53775" wrap="square" tIns="53775">
              <a:noAutofit/>
            </a:bodyPr>
            <a:lstStyle/>
            <a:p>
              <a:pPr indent="0" lvl="0" marL="0" rtl="0" algn="l">
                <a:spcBef>
                  <a:spcPts val="0"/>
                </a:spcBef>
                <a:spcAft>
                  <a:spcPts val="0"/>
                </a:spcAft>
                <a:buNone/>
              </a:pPr>
              <a:r>
                <a:t/>
              </a:r>
              <a:endParaRPr/>
            </a:p>
          </p:txBody>
        </p:sp>
        <p:pic>
          <p:nvPicPr>
            <p:cNvPr id="577" name="Google Shape;577;p36"/>
            <p:cNvPicPr preferRelativeResize="0"/>
            <p:nvPr/>
          </p:nvPicPr>
          <p:blipFill>
            <a:blip r:embed="rId4">
              <a:alphaModFix/>
            </a:blip>
            <a:stretch>
              <a:fillRect/>
            </a:stretch>
          </p:blipFill>
          <p:spPr>
            <a:xfrm>
              <a:off x="11880480" y="-17956"/>
              <a:ext cx="1100503" cy="1075904"/>
            </a:xfrm>
            <a:prstGeom prst="rect">
              <a:avLst/>
            </a:prstGeom>
            <a:noFill/>
            <a:ln>
              <a:noFill/>
            </a:ln>
          </p:spPr>
        </p:pic>
      </p:grpSp>
      <p:grpSp>
        <p:nvGrpSpPr>
          <p:cNvPr id="578" name="Google Shape;578;p36"/>
          <p:cNvGrpSpPr/>
          <p:nvPr/>
        </p:nvGrpSpPr>
        <p:grpSpPr>
          <a:xfrm rot="1867554">
            <a:off x="7103230" y="2067267"/>
            <a:ext cx="686887" cy="642190"/>
            <a:chOff x="10415772" y="-60500"/>
            <a:chExt cx="1156567" cy="1081307"/>
          </a:xfrm>
        </p:grpSpPr>
        <p:sp>
          <p:nvSpPr>
            <p:cNvPr id="579" name="Google Shape;579;p36"/>
            <p:cNvSpPr/>
            <p:nvPr/>
          </p:nvSpPr>
          <p:spPr>
            <a:xfrm>
              <a:off x="10418403" y="-53382"/>
              <a:ext cx="1153935" cy="1074189"/>
            </a:xfrm>
            <a:custGeom>
              <a:rect b="b" l="l" r="r" t="t"/>
              <a:pathLst>
                <a:path extrusionOk="0" h="30981" w="33281">
                  <a:moveTo>
                    <a:pt x="33125" y="16172"/>
                  </a:moveTo>
                  <a:cubicBezTo>
                    <a:pt x="33096" y="16158"/>
                    <a:pt x="33068" y="16144"/>
                    <a:pt x="33040" y="16144"/>
                  </a:cubicBezTo>
                  <a:cubicBezTo>
                    <a:pt x="33054" y="16115"/>
                    <a:pt x="33082" y="16087"/>
                    <a:pt x="33125" y="16073"/>
                  </a:cubicBezTo>
                  <a:cubicBezTo>
                    <a:pt x="33111" y="16030"/>
                    <a:pt x="33111" y="15959"/>
                    <a:pt x="33082" y="15945"/>
                  </a:cubicBezTo>
                  <a:cubicBezTo>
                    <a:pt x="32898" y="15846"/>
                    <a:pt x="32798" y="15633"/>
                    <a:pt x="32855" y="15434"/>
                  </a:cubicBezTo>
                  <a:cubicBezTo>
                    <a:pt x="32869" y="15264"/>
                    <a:pt x="32855" y="15093"/>
                    <a:pt x="32784" y="14937"/>
                  </a:cubicBezTo>
                  <a:cubicBezTo>
                    <a:pt x="32741" y="14838"/>
                    <a:pt x="32727" y="14738"/>
                    <a:pt x="32741" y="14625"/>
                  </a:cubicBezTo>
                  <a:cubicBezTo>
                    <a:pt x="32741" y="14525"/>
                    <a:pt x="32812" y="14454"/>
                    <a:pt x="32912" y="14454"/>
                  </a:cubicBezTo>
                  <a:cubicBezTo>
                    <a:pt x="32912" y="14426"/>
                    <a:pt x="32912" y="14397"/>
                    <a:pt x="32912" y="14383"/>
                  </a:cubicBezTo>
                  <a:lnTo>
                    <a:pt x="32812" y="14284"/>
                  </a:lnTo>
                  <a:cubicBezTo>
                    <a:pt x="32727" y="14213"/>
                    <a:pt x="32727" y="14142"/>
                    <a:pt x="32827" y="14085"/>
                  </a:cubicBezTo>
                  <a:cubicBezTo>
                    <a:pt x="32784" y="13972"/>
                    <a:pt x="32756" y="13858"/>
                    <a:pt x="32642" y="13801"/>
                  </a:cubicBezTo>
                  <a:lnTo>
                    <a:pt x="32557" y="13318"/>
                  </a:lnTo>
                  <a:lnTo>
                    <a:pt x="32642" y="13318"/>
                  </a:lnTo>
                  <a:lnTo>
                    <a:pt x="32741" y="13219"/>
                  </a:lnTo>
                  <a:lnTo>
                    <a:pt x="32741" y="13134"/>
                  </a:lnTo>
                  <a:cubicBezTo>
                    <a:pt x="32628" y="13134"/>
                    <a:pt x="32543" y="13049"/>
                    <a:pt x="32543" y="12935"/>
                  </a:cubicBezTo>
                  <a:lnTo>
                    <a:pt x="32244" y="12949"/>
                  </a:lnTo>
                  <a:lnTo>
                    <a:pt x="32173" y="12850"/>
                  </a:lnTo>
                  <a:cubicBezTo>
                    <a:pt x="32287" y="12751"/>
                    <a:pt x="32372" y="12651"/>
                    <a:pt x="32259" y="12495"/>
                  </a:cubicBezTo>
                  <a:cubicBezTo>
                    <a:pt x="32202" y="12438"/>
                    <a:pt x="32173" y="12353"/>
                    <a:pt x="32173" y="12282"/>
                  </a:cubicBezTo>
                  <a:cubicBezTo>
                    <a:pt x="32230" y="12097"/>
                    <a:pt x="32088" y="11970"/>
                    <a:pt x="32060" y="11799"/>
                  </a:cubicBezTo>
                  <a:cubicBezTo>
                    <a:pt x="31946" y="11799"/>
                    <a:pt x="31918" y="11700"/>
                    <a:pt x="31889" y="11615"/>
                  </a:cubicBezTo>
                  <a:cubicBezTo>
                    <a:pt x="31847" y="11544"/>
                    <a:pt x="31776" y="11529"/>
                    <a:pt x="31691" y="11586"/>
                  </a:cubicBezTo>
                  <a:cubicBezTo>
                    <a:pt x="31648" y="11629"/>
                    <a:pt x="31606" y="11700"/>
                    <a:pt x="31549" y="11629"/>
                  </a:cubicBezTo>
                  <a:cubicBezTo>
                    <a:pt x="31520" y="11600"/>
                    <a:pt x="31535" y="11544"/>
                    <a:pt x="31549" y="11501"/>
                  </a:cubicBezTo>
                  <a:cubicBezTo>
                    <a:pt x="31634" y="11359"/>
                    <a:pt x="31549" y="11302"/>
                    <a:pt x="31421" y="11288"/>
                  </a:cubicBezTo>
                  <a:lnTo>
                    <a:pt x="31421" y="11288"/>
                  </a:lnTo>
                  <a:cubicBezTo>
                    <a:pt x="31364" y="11118"/>
                    <a:pt x="31478" y="10990"/>
                    <a:pt x="31563" y="10862"/>
                  </a:cubicBezTo>
                  <a:lnTo>
                    <a:pt x="31307" y="10749"/>
                  </a:lnTo>
                  <a:cubicBezTo>
                    <a:pt x="31307" y="10678"/>
                    <a:pt x="31307" y="10621"/>
                    <a:pt x="31279" y="10564"/>
                  </a:cubicBezTo>
                  <a:cubicBezTo>
                    <a:pt x="31180" y="10337"/>
                    <a:pt x="31066" y="10110"/>
                    <a:pt x="30754" y="10181"/>
                  </a:cubicBezTo>
                  <a:cubicBezTo>
                    <a:pt x="30754" y="10081"/>
                    <a:pt x="30725" y="9982"/>
                    <a:pt x="30810" y="9911"/>
                  </a:cubicBezTo>
                  <a:cubicBezTo>
                    <a:pt x="30853" y="9882"/>
                    <a:pt x="30881" y="9868"/>
                    <a:pt x="30924" y="9840"/>
                  </a:cubicBezTo>
                  <a:cubicBezTo>
                    <a:pt x="31023" y="9726"/>
                    <a:pt x="31009" y="9655"/>
                    <a:pt x="30867" y="9584"/>
                  </a:cubicBezTo>
                  <a:cubicBezTo>
                    <a:pt x="30810" y="9556"/>
                    <a:pt x="30754" y="9528"/>
                    <a:pt x="30697" y="9513"/>
                  </a:cubicBezTo>
                  <a:cubicBezTo>
                    <a:pt x="30782" y="9471"/>
                    <a:pt x="30867" y="9400"/>
                    <a:pt x="30938" y="9315"/>
                  </a:cubicBezTo>
                  <a:lnTo>
                    <a:pt x="30938" y="9315"/>
                  </a:lnTo>
                  <a:cubicBezTo>
                    <a:pt x="30967" y="9286"/>
                    <a:pt x="30995" y="9258"/>
                    <a:pt x="31038" y="9229"/>
                  </a:cubicBezTo>
                  <a:lnTo>
                    <a:pt x="31038" y="9229"/>
                  </a:lnTo>
                  <a:cubicBezTo>
                    <a:pt x="31066" y="9187"/>
                    <a:pt x="31094" y="9158"/>
                    <a:pt x="31123" y="9116"/>
                  </a:cubicBezTo>
                  <a:cubicBezTo>
                    <a:pt x="31123" y="9087"/>
                    <a:pt x="31123" y="9073"/>
                    <a:pt x="31123" y="9045"/>
                  </a:cubicBezTo>
                  <a:cubicBezTo>
                    <a:pt x="31094" y="9002"/>
                    <a:pt x="31066" y="8974"/>
                    <a:pt x="31038" y="8945"/>
                  </a:cubicBezTo>
                  <a:lnTo>
                    <a:pt x="31038" y="8945"/>
                  </a:lnTo>
                  <a:cubicBezTo>
                    <a:pt x="30938" y="8874"/>
                    <a:pt x="30796" y="8874"/>
                    <a:pt x="30739" y="8747"/>
                  </a:cubicBezTo>
                  <a:lnTo>
                    <a:pt x="30739" y="8747"/>
                  </a:lnTo>
                  <a:cubicBezTo>
                    <a:pt x="30725" y="8718"/>
                    <a:pt x="30683" y="8718"/>
                    <a:pt x="30654" y="8747"/>
                  </a:cubicBezTo>
                  <a:cubicBezTo>
                    <a:pt x="30626" y="8747"/>
                    <a:pt x="30597" y="8747"/>
                    <a:pt x="30555" y="8747"/>
                  </a:cubicBezTo>
                  <a:cubicBezTo>
                    <a:pt x="30384" y="8860"/>
                    <a:pt x="30186" y="8661"/>
                    <a:pt x="30015" y="8789"/>
                  </a:cubicBezTo>
                  <a:cubicBezTo>
                    <a:pt x="30001" y="8803"/>
                    <a:pt x="30001" y="8832"/>
                    <a:pt x="29987" y="8846"/>
                  </a:cubicBezTo>
                  <a:lnTo>
                    <a:pt x="29987" y="8846"/>
                  </a:lnTo>
                  <a:lnTo>
                    <a:pt x="29902" y="8761"/>
                  </a:lnTo>
                  <a:cubicBezTo>
                    <a:pt x="30044" y="8633"/>
                    <a:pt x="30058" y="8619"/>
                    <a:pt x="29973" y="8406"/>
                  </a:cubicBezTo>
                  <a:lnTo>
                    <a:pt x="30015" y="8363"/>
                  </a:lnTo>
                  <a:cubicBezTo>
                    <a:pt x="30001" y="8335"/>
                    <a:pt x="29987" y="8307"/>
                    <a:pt x="29973" y="8278"/>
                  </a:cubicBezTo>
                  <a:cubicBezTo>
                    <a:pt x="29916" y="8023"/>
                    <a:pt x="30214" y="8108"/>
                    <a:pt x="30271" y="7966"/>
                  </a:cubicBezTo>
                  <a:cubicBezTo>
                    <a:pt x="30271" y="7937"/>
                    <a:pt x="30271" y="7909"/>
                    <a:pt x="30271" y="7895"/>
                  </a:cubicBezTo>
                  <a:cubicBezTo>
                    <a:pt x="30214" y="7838"/>
                    <a:pt x="30228" y="7753"/>
                    <a:pt x="30172" y="7696"/>
                  </a:cubicBezTo>
                  <a:lnTo>
                    <a:pt x="30172" y="7696"/>
                  </a:lnTo>
                  <a:cubicBezTo>
                    <a:pt x="29973" y="7497"/>
                    <a:pt x="29746" y="7895"/>
                    <a:pt x="29561" y="7653"/>
                  </a:cubicBezTo>
                  <a:cubicBezTo>
                    <a:pt x="29547" y="7611"/>
                    <a:pt x="29518" y="7554"/>
                    <a:pt x="29504" y="7511"/>
                  </a:cubicBezTo>
                  <a:lnTo>
                    <a:pt x="29504" y="7412"/>
                  </a:lnTo>
                  <a:lnTo>
                    <a:pt x="29447" y="7412"/>
                  </a:lnTo>
                  <a:cubicBezTo>
                    <a:pt x="29433" y="7384"/>
                    <a:pt x="29419" y="7355"/>
                    <a:pt x="29391" y="7327"/>
                  </a:cubicBezTo>
                  <a:cubicBezTo>
                    <a:pt x="29362" y="7298"/>
                    <a:pt x="29334" y="7270"/>
                    <a:pt x="29291" y="7256"/>
                  </a:cubicBezTo>
                  <a:cubicBezTo>
                    <a:pt x="29249" y="7242"/>
                    <a:pt x="29206" y="7227"/>
                    <a:pt x="29163" y="7227"/>
                  </a:cubicBezTo>
                  <a:lnTo>
                    <a:pt x="29149" y="7227"/>
                  </a:lnTo>
                  <a:cubicBezTo>
                    <a:pt x="29107" y="7213"/>
                    <a:pt x="29078" y="7213"/>
                    <a:pt x="29036" y="7213"/>
                  </a:cubicBezTo>
                  <a:cubicBezTo>
                    <a:pt x="29092" y="7142"/>
                    <a:pt x="29163" y="7085"/>
                    <a:pt x="29220" y="7014"/>
                  </a:cubicBezTo>
                  <a:lnTo>
                    <a:pt x="29220" y="7014"/>
                  </a:lnTo>
                  <a:cubicBezTo>
                    <a:pt x="29249" y="6986"/>
                    <a:pt x="29277" y="6943"/>
                    <a:pt x="29305" y="6915"/>
                  </a:cubicBezTo>
                  <a:cubicBezTo>
                    <a:pt x="29305" y="6887"/>
                    <a:pt x="29305" y="6858"/>
                    <a:pt x="29305" y="6830"/>
                  </a:cubicBezTo>
                  <a:cubicBezTo>
                    <a:pt x="29277" y="6802"/>
                    <a:pt x="29249" y="6759"/>
                    <a:pt x="29220" y="6731"/>
                  </a:cubicBezTo>
                  <a:lnTo>
                    <a:pt x="29220" y="6731"/>
                  </a:lnTo>
                  <a:cubicBezTo>
                    <a:pt x="29206" y="6716"/>
                    <a:pt x="29178" y="6688"/>
                    <a:pt x="29149" y="6688"/>
                  </a:cubicBezTo>
                  <a:cubicBezTo>
                    <a:pt x="29163" y="6660"/>
                    <a:pt x="29163" y="6631"/>
                    <a:pt x="29163" y="6603"/>
                  </a:cubicBezTo>
                  <a:cubicBezTo>
                    <a:pt x="29149" y="6589"/>
                    <a:pt x="29135" y="6560"/>
                    <a:pt x="29121" y="6546"/>
                  </a:cubicBezTo>
                  <a:cubicBezTo>
                    <a:pt x="29092" y="6546"/>
                    <a:pt x="29064" y="6546"/>
                    <a:pt x="29036" y="6546"/>
                  </a:cubicBezTo>
                  <a:cubicBezTo>
                    <a:pt x="28965" y="6617"/>
                    <a:pt x="28865" y="6574"/>
                    <a:pt x="28794" y="6603"/>
                  </a:cubicBezTo>
                  <a:cubicBezTo>
                    <a:pt x="28794" y="6546"/>
                    <a:pt x="28780" y="6489"/>
                    <a:pt x="28752" y="6447"/>
                  </a:cubicBezTo>
                  <a:lnTo>
                    <a:pt x="28752" y="6262"/>
                  </a:lnTo>
                  <a:cubicBezTo>
                    <a:pt x="28723" y="6219"/>
                    <a:pt x="28667" y="6205"/>
                    <a:pt x="28638" y="6234"/>
                  </a:cubicBezTo>
                  <a:lnTo>
                    <a:pt x="28624" y="6248"/>
                  </a:lnTo>
                  <a:cubicBezTo>
                    <a:pt x="28525" y="6177"/>
                    <a:pt x="28411" y="6148"/>
                    <a:pt x="28283" y="6163"/>
                  </a:cubicBezTo>
                  <a:lnTo>
                    <a:pt x="28269" y="6134"/>
                  </a:lnTo>
                  <a:cubicBezTo>
                    <a:pt x="28212" y="6106"/>
                    <a:pt x="28127" y="6092"/>
                    <a:pt x="28084" y="6035"/>
                  </a:cubicBezTo>
                  <a:cubicBezTo>
                    <a:pt x="28113" y="6021"/>
                    <a:pt x="28155" y="5992"/>
                    <a:pt x="28184" y="5978"/>
                  </a:cubicBezTo>
                  <a:lnTo>
                    <a:pt x="28184" y="5978"/>
                  </a:lnTo>
                  <a:cubicBezTo>
                    <a:pt x="28212" y="5935"/>
                    <a:pt x="28241" y="5907"/>
                    <a:pt x="28269" y="5879"/>
                  </a:cubicBezTo>
                  <a:lnTo>
                    <a:pt x="28269" y="5879"/>
                  </a:lnTo>
                  <a:cubicBezTo>
                    <a:pt x="28297" y="5850"/>
                    <a:pt x="28297" y="5808"/>
                    <a:pt x="28269" y="5779"/>
                  </a:cubicBezTo>
                  <a:lnTo>
                    <a:pt x="28269" y="5779"/>
                  </a:lnTo>
                  <a:cubicBezTo>
                    <a:pt x="28226" y="5722"/>
                    <a:pt x="28141" y="5722"/>
                    <a:pt x="28084" y="5779"/>
                  </a:cubicBezTo>
                  <a:lnTo>
                    <a:pt x="27999" y="5779"/>
                  </a:lnTo>
                  <a:cubicBezTo>
                    <a:pt x="27871" y="5850"/>
                    <a:pt x="27786" y="5779"/>
                    <a:pt x="27715" y="5708"/>
                  </a:cubicBezTo>
                  <a:cubicBezTo>
                    <a:pt x="27658" y="5623"/>
                    <a:pt x="27786" y="5637"/>
                    <a:pt x="27800" y="5580"/>
                  </a:cubicBezTo>
                  <a:lnTo>
                    <a:pt x="27800" y="5580"/>
                  </a:lnTo>
                  <a:cubicBezTo>
                    <a:pt x="27857" y="5538"/>
                    <a:pt x="27857" y="5453"/>
                    <a:pt x="27800" y="5396"/>
                  </a:cubicBezTo>
                  <a:lnTo>
                    <a:pt x="27800" y="5396"/>
                  </a:lnTo>
                  <a:cubicBezTo>
                    <a:pt x="27744" y="5339"/>
                    <a:pt x="27758" y="5254"/>
                    <a:pt x="27701" y="5211"/>
                  </a:cubicBezTo>
                  <a:lnTo>
                    <a:pt x="27701" y="5211"/>
                  </a:lnTo>
                  <a:cubicBezTo>
                    <a:pt x="27587" y="5098"/>
                    <a:pt x="27488" y="4998"/>
                    <a:pt x="27318" y="5112"/>
                  </a:cubicBezTo>
                  <a:lnTo>
                    <a:pt x="27318" y="5112"/>
                  </a:lnTo>
                  <a:cubicBezTo>
                    <a:pt x="27119" y="5183"/>
                    <a:pt x="27218" y="4970"/>
                    <a:pt x="27133" y="4913"/>
                  </a:cubicBezTo>
                  <a:lnTo>
                    <a:pt x="27133" y="4913"/>
                  </a:lnTo>
                  <a:cubicBezTo>
                    <a:pt x="27091" y="4856"/>
                    <a:pt x="27034" y="4814"/>
                    <a:pt x="26977" y="4785"/>
                  </a:cubicBezTo>
                  <a:cubicBezTo>
                    <a:pt x="26977" y="4771"/>
                    <a:pt x="26977" y="4743"/>
                    <a:pt x="26949" y="4729"/>
                  </a:cubicBezTo>
                  <a:lnTo>
                    <a:pt x="26949" y="4729"/>
                  </a:lnTo>
                  <a:cubicBezTo>
                    <a:pt x="26906" y="4700"/>
                    <a:pt x="26878" y="4672"/>
                    <a:pt x="26849" y="4629"/>
                  </a:cubicBezTo>
                  <a:lnTo>
                    <a:pt x="26750" y="4530"/>
                  </a:lnTo>
                  <a:cubicBezTo>
                    <a:pt x="26807" y="4359"/>
                    <a:pt x="26878" y="4175"/>
                    <a:pt x="26565" y="4246"/>
                  </a:cubicBezTo>
                  <a:lnTo>
                    <a:pt x="26466" y="4246"/>
                  </a:lnTo>
                  <a:cubicBezTo>
                    <a:pt x="26437" y="4288"/>
                    <a:pt x="26395" y="4317"/>
                    <a:pt x="26366" y="4345"/>
                  </a:cubicBezTo>
                  <a:lnTo>
                    <a:pt x="26366" y="4345"/>
                  </a:lnTo>
                  <a:cubicBezTo>
                    <a:pt x="26338" y="4374"/>
                    <a:pt x="26310" y="4402"/>
                    <a:pt x="26295" y="4445"/>
                  </a:cubicBezTo>
                  <a:lnTo>
                    <a:pt x="26210" y="4430"/>
                  </a:lnTo>
                  <a:cubicBezTo>
                    <a:pt x="26210" y="4430"/>
                    <a:pt x="26210" y="4416"/>
                    <a:pt x="26210" y="4402"/>
                  </a:cubicBezTo>
                  <a:cubicBezTo>
                    <a:pt x="26182" y="4274"/>
                    <a:pt x="25997" y="4288"/>
                    <a:pt x="25983" y="4146"/>
                  </a:cubicBezTo>
                  <a:cubicBezTo>
                    <a:pt x="25955" y="4161"/>
                    <a:pt x="25926" y="4161"/>
                    <a:pt x="25898" y="4146"/>
                  </a:cubicBezTo>
                  <a:lnTo>
                    <a:pt x="25855" y="4132"/>
                  </a:lnTo>
                  <a:lnTo>
                    <a:pt x="25827" y="4090"/>
                  </a:lnTo>
                  <a:lnTo>
                    <a:pt x="25841" y="4047"/>
                  </a:lnTo>
                  <a:cubicBezTo>
                    <a:pt x="25841" y="4019"/>
                    <a:pt x="25827" y="3990"/>
                    <a:pt x="25799" y="3962"/>
                  </a:cubicBezTo>
                  <a:lnTo>
                    <a:pt x="25799" y="3877"/>
                  </a:lnTo>
                  <a:cubicBezTo>
                    <a:pt x="25770" y="3834"/>
                    <a:pt x="25742" y="3806"/>
                    <a:pt x="25699" y="3777"/>
                  </a:cubicBezTo>
                  <a:cubicBezTo>
                    <a:pt x="25614" y="3692"/>
                    <a:pt x="25699" y="3564"/>
                    <a:pt x="25614" y="3493"/>
                  </a:cubicBezTo>
                  <a:cubicBezTo>
                    <a:pt x="25571" y="3422"/>
                    <a:pt x="25500" y="3380"/>
                    <a:pt x="25415" y="3394"/>
                  </a:cubicBezTo>
                  <a:cubicBezTo>
                    <a:pt x="25373" y="3337"/>
                    <a:pt x="25344" y="3238"/>
                    <a:pt x="25231" y="3295"/>
                  </a:cubicBezTo>
                  <a:lnTo>
                    <a:pt x="25046" y="3295"/>
                  </a:lnTo>
                  <a:cubicBezTo>
                    <a:pt x="25018" y="3266"/>
                    <a:pt x="25003" y="3266"/>
                    <a:pt x="24975" y="3266"/>
                  </a:cubicBezTo>
                  <a:lnTo>
                    <a:pt x="24975" y="3252"/>
                  </a:lnTo>
                  <a:lnTo>
                    <a:pt x="24932" y="3195"/>
                  </a:lnTo>
                  <a:lnTo>
                    <a:pt x="24932" y="3195"/>
                  </a:lnTo>
                  <a:cubicBezTo>
                    <a:pt x="24876" y="3153"/>
                    <a:pt x="24904" y="3067"/>
                    <a:pt x="24847" y="3011"/>
                  </a:cubicBezTo>
                  <a:lnTo>
                    <a:pt x="24847" y="2911"/>
                  </a:lnTo>
                  <a:lnTo>
                    <a:pt x="24748" y="2826"/>
                  </a:lnTo>
                  <a:cubicBezTo>
                    <a:pt x="24407" y="2982"/>
                    <a:pt x="24407" y="2982"/>
                    <a:pt x="24180" y="2727"/>
                  </a:cubicBezTo>
                  <a:cubicBezTo>
                    <a:pt x="24081" y="2812"/>
                    <a:pt x="23981" y="2741"/>
                    <a:pt x="23896" y="2727"/>
                  </a:cubicBezTo>
                  <a:lnTo>
                    <a:pt x="23797" y="2727"/>
                  </a:lnTo>
                  <a:cubicBezTo>
                    <a:pt x="23740" y="2684"/>
                    <a:pt x="23740" y="2599"/>
                    <a:pt x="23797" y="2542"/>
                  </a:cubicBezTo>
                  <a:lnTo>
                    <a:pt x="23797" y="2542"/>
                  </a:lnTo>
                  <a:cubicBezTo>
                    <a:pt x="23797" y="2542"/>
                    <a:pt x="23811" y="2542"/>
                    <a:pt x="23825" y="2514"/>
                  </a:cubicBezTo>
                  <a:cubicBezTo>
                    <a:pt x="23825" y="2500"/>
                    <a:pt x="23825" y="2471"/>
                    <a:pt x="23797" y="2457"/>
                  </a:cubicBezTo>
                  <a:lnTo>
                    <a:pt x="23782" y="2457"/>
                  </a:lnTo>
                  <a:cubicBezTo>
                    <a:pt x="23797" y="2443"/>
                    <a:pt x="23811" y="2429"/>
                    <a:pt x="23825" y="2429"/>
                  </a:cubicBezTo>
                  <a:cubicBezTo>
                    <a:pt x="23768" y="2216"/>
                    <a:pt x="23669" y="2074"/>
                    <a:pt x="23413" y="2173"/>
                  </a:cubicBezTo>
                  <a:lnTo>
                    <a:pt x="23413" y="2173"/>
                  </a:lnTo>
                  <a:cubicBezTo>
                    <a:pt x="23300" y="2230"/>
                    <a:pt x="23271" y="2130"/>
                    <a:pt x="23229" y="2074"/>
                  </a:cubicBezTo>
                  <a:lnTo>
                    <a:pt x="23229" y="2074"/>
                  </a:lnTo>
                  <a:cubicBezTo>
                    <a:pt x="23129" y="2003"/>
                    <a:pt x="23229" y="1861"/>
                    <a:pt x="23129" y="1790"/>
                  </a:cubicBezTo>
                  <a:lnTo>
                    <a:pt x="23129" y="1790"/>
                  </a:lnTo>
                  <a:cubicBezTo>
                    <a:pt x="23058" y="1747"/>
                    <a:pt x="23058" y="1662"/>
                    <a:pt x="23030" y="1591"/>
                  </a:cubicBezTo>
                  <a:cubicBezTo>
                    <a:pt x="22973" y="1548"/>
                    <a:pt x="22902" y="1548"/>
                    <a:pt x="22845" y="1591"/>
                  </a:cubicBezTo>
                  <a:cubicBezTo>
                    <a:pt x="22817" y="1605"/>
                    <a:pt x="22789" y="1605"/>
                    <a:pt x="22760" y="1591"/>
                  </a:cubicBezTo>
                  <a:cubicBezTo>
                    <a:pt x="22561" y="1690"/>
                    <a:pt x="22334" y="1662"/>
                    <a:pt x="22178" y="1506"/>
                  </a:cubicBezTo>
                  <a:cubicBezTo>
                    <a:pt x="22022" y="1520"/>
                    <a:pt x="21851" y="1477"/>
                    <a:pt x="21780" y="1676"/>
                  </a:cubicBezTo>
                  <a:lnTo>
                    <a:pt x="21709" y="1676"/>
                  </a:lnTo>
                  <a:cubicBezTo>
                    <a:pt x="21596" y="1591"/>
                    <a:pt x="21482" y="1491"/>
                    <a:pt x="21525" y="1307"/>
                  </a:cubicBezTo>
                  <a:lnTo>
                    <a:pt x="21525" y="1307"/>
                  </a:lnTo>
                  <a:lnTo>
                    <a:pt x="21695" y="1278"/>
                  </a:lnTo>
                  <a:lnTo>
                    <a:pt x="21695" y="1321"/>
                  </a:lnTo>
                  <a:lnTo>
                    <a:pt x="21795" y="1207"/>
                  </a:lnTo>
                  <a:cubicBezTo>
                    <a:pt x="21823" y="1179"/>
                    <a:pt x="21851" y="1179"/>
                    <a:pt x="21880" y="1207"/>
                  </a:cubicBezTo>
                  <a:lnTo>
                    <a:pt x="21880" y="1207"/>
                  </a:lnTo>
                  <a:cubicBezTo>
                    <a:pt x="21965" y="1278"/>
                    <a:pt x="22079" y="1264"/>
                    <a:pt x="22164" y="1207"/>
                  </a:cubicBezTo>
                  <a:cubicBezTo>
                    <a:pt x="22164" y="1179"/>
                    <a:pt x="22164" y="1151"/>
                    <a:pt x="22164" y="1122"/>
                  </a:cubicBezTo>
                  <a:cubicBezTo>
                    <a:pt x="22079" y="753"/>
                    <a:pt x="21809" y="909"/>
                    <a:pt x="21596" y="924"/>
                  </a:cubicBezTo>
                  <a:cubicBezTo>
                    <a:pt x="21568" y="924"/>
                    <a:pt x="21539" y="924"/>
                    <a:pt x="21511" y="924"/>
                  </a:cubicBezTo>
                  <a:cubicBezTo>
                    <a:pt x="21482" y="938"/>
                    <a:pt x="21468" y="980"/>
                    <a:pt x="21468" y="1009"/>
                  </a:cubicBezTo>
                  <a:cubicBezTo>
                    <a:pt x="21454" y="1009"/>
                    <a:pt x="21426" y="1009"/>
                    <a:pt x="21411" y="1009"/>
                  </a:cubicBezTo>
                  <a:lnTo>
                    <a:pt x="21411" y="1009"/>
                  </a:lnTo>
                  <a:cubicBezTo>
                    <a:pt x="21312" y="980"/>
                    <a:pt x="21298" y="909"/>
                    <a:pt x="21312" y="810"/>
                  </a:cubicBezTo>
                  <a:cubicBezTo>
                    <a:pt x="21284" y="810"/>
                    <a:pt x="21241" y="810"/>
                    <a:pt x="21213" y="810"/>
                  </a:cubicBezTo>
                  <a:cubicBezTo>
                    <a:pt x="21170" y="767"/>
                    <a:pt x="21085" y="767"/>
                    <a:pt x="21028" y="810"/>
                  </a:cubicBezTo>
                  <a:lnTo>
                    <a:pt x="21028" y="810"/>
                  </a:lnTo>
                  <a:cubicBezTo>
                    <a:pt x="21000" y="838"/>
                    <a:pt x="20957" y="838"/>
                    <a:pt x="20929" y="810"/>
                  </a:cubicBezTo>
                  <a:cubicBezTo>
                    <a:pt x="20900" y="810"/>
                    <a:pt x="20872" y="810"/>
                    <a:pt x="20843" y="810"/>
                  </a:cubicBezTo>
                  <a:cubicBezTo>
                    <a:pt x="20843" y="810"/>
                    <a:pt x="20829" y="796"/>
                    <a:pt x="20815" y="782"/>
                  </a:cubicBezTo>
                  <a:cubicBezTo>
                    <a:pt x="20815" y="767"/>
                    <a:pt x="20815" y="739"/>
                    <a:pt x="20843" y="725"/>
                  </a:cubicBezTo>
                  <a:lnTo>
                    <a:pt x="20843" y="725"/>
                  </a:lnTo>
                  <a:cubicBezTo>
                    <a:pt x="20943" y="554"/>
                    <a:pt x="20801" y="455"/>
                    <a:pt x="20744" y="341"/>
                  </a:cubicBezTo>
                  <a:lnTo>
                    <a:pt x="20645" y="341"/>
                  </a:lnTo>
                  <a:cubicBezTo>
                    <a:pt x="20616" y="370"/>
                    <a:pt x="20588" y="398"/>
                    <a:pt x="20559" y="427"/>
                  </a:cubicBezTo>
                  <a:lnTo>
                    <a:pt x="20446" y="540"/>
                  </a:lnTo>
                  <a:cubicBezTo>
                    <a:pt x="20417" y="569"/>
                    <a:pt x="20389" y="597"/>
                    <a:pt x="20361" y="625"/>
                  </a:cubicBezTo>
                  <a:lnTo>
                    <a:pt x="20261" y="640"/>
                  </a:lnTo>
                  <a:lnTo>
                    <a:pt x="20261" y="640"/>
                  </a:lnTo>
                  <a:lnTo>
                    <a:pt x="20176" y="640"/>
                  </a:lnTo>
                  <a:lnTo>
                    <a:pt x="20176" y="640"/>
                  </a:lnTo>
                  <a:lnTo>
                    <a:pt x="20077" y="625"/>
                  </a:lnTo>
                  <a:cubicBezTo>
                    <a:pt x="20077" y="640"/>
                    <a:pt x="20077" y="654"/>
                    <a:pt x="20077" y="668"/>
                  </a:cubicBezTo>
                  <a:lnTo>
                    <a:pt x="19992" y="668"/>
                  </a:lnTo>
                  <a:cubicBezTo>
                    <a:pt x="19821" y="597"/>
                    <a:pt x="19665" y="498"/>
                    <a:pt x="19523" y="384"/>
                  </a:cubicBezTo>
                  <a:cubicBezTo>
                    <a:pt x="19367" y="270"/>
                    <a:pt x="19253" y="114"/>
                    <a:pt x="19026" y="242"/>
                  </a:cubicBezTo>
                  <a:lnTo>
                    <a:pt x="19026" y="242"/>
                  </a:lnTo>
                  <a:cubicBezTo>
                    <a:pt x="18770" y="114"/>
                    <a:pt x="18472" y="72"/>
                    <a:pt x="18188" y="114"/>
                  </a:cubicBezTo>
                  <a:lnTo>
                    <a:pt x="18160" y="114"/>
                  </a:lnTo>
                  <a:cubicBezTo>
                    <a:pt x="18146" y="86"/>
                    <a:pt x="18103" y="72"/>
                    <a:pt x="18075" y="57"/>
                  </a:cubicBezTo>
                  <a:lnTo>
                    <a:pt x="17975" y="57"/>
                  </a:lnTo>
                  <a:cubicBezTo>
                    <a:pt x="17933" y="1"/>
                    <a:pt x="17848" y="1"/>
                    <a:pt x="17791" y="57"/>
                  </a:cubicBezTo>
                  <a:lnTo>
                    <a:pt x="17791" y="57"/>
                  </a:lnTo>
                  <a:cubicBezTo>
                    <a:pt x="17748" y="114"/>
                    <a:pt x="17649" y="114"/>
                    <a:pt x="17606" y="57"/>
                  </a:cubicBezTo>
                  <a:cubicBezTo>
                    <a:pt x="17578" y="57"/>
                    <a:pt x="17549" y="57"/>
                    <a:pt x="17507" y="57"/>
                  </a:cubicBezTo>
                  <a:cubicBezTo>
                    <a:pt x="17493" y="15"/>
                    <a:pt x="17450" y="15"/>
                    <a:pt x="17422" y="57"/>
                  </a:cubicBezTo>
                  <a:lnTo>
                    <a:pt x="17308" y="157"/>
                  </a:lnTo>
                  <a:cubicBezTo>
                    <a:pt x="17294" y="270"/>
                    <a:pt x="17223" y="370"/>
                    <a:pt x="17138" y="441"/>
                  </a:cubicBezTo>
                  <a:lnTo>
                    <a:pt x="17138" y="441"/>
                  </a:lnTo>
                  <a:cubicBezTo>
                    <a:pt x="17010" y="412"/>
                    <a:pt x="16939" y="228"/>
                    <a:pt x="16783" y="270"/>
                  </a:cubicBezTo>
                  <a:lnTo>
                    <a:pt x="16769" y="341"/>
                  </a:lnTo>
                  <a:cubicBezTo>
                    <a:pt x="16740" y="341"/>
                    <a:pt x="16726" y="341"/>
                    <a:pt x="16712" y="341"/>
                  </a:cubicBezTo>
                  <a:cubicBezTo>
                    <a:pt x="16698" y="341"/>
                    <a:pt x="16683" y="327"/>
                    <a:pt x="16669" y="327"/>
                  </a:cubicBezTo>
                  <a:cubicBezTo>
                    <a:pt x="16641" y="313"/>
                    <a:pt x="16598" y="327"/>
                    <a:pt x="16570" y="356"/>
                  </a:cubicBezTo>
                  <a:lnTo>
                    <a:pt x="16570" y="356"/>
                  </a:lnTo>
                  <a:cubicBezTo>
                    <a:pt x="16541" y="384"/>
                    <a:pt x="16513" y="412"/>
                    <a:pt x="16485" y="441"/>
                  </a:cubicBezTo>
                  <a:lnTo>
                    <a:pt x="16286" y="441"/>
                  </a:lnTo>
                  <a:cubicBezTo>
                    <a:pt x="16286" y="441"/>
                    <a:pt x="16272" y="427"/>
                    <a:pt x="16272" y="398"/>
                  </a:cubicBezTo>
                  <a:cubicBezTo>
                    <a:pt x="16257" y="384"/>
                    <a:pt x="16272" y="370"/>
                    <a:pt x="16286" y="341"/>
                  </a:cubicBezTo>
                  <a:lnTo>
                    <a:pt x="16286" y="341"/>
                  </a:lnTo>
                  <a:cubicBezTo>
                    <a:pt x="16286" y="341"/>
                    <a:pt x="16300" y="327"/>
                    <a:pt x="16300" y="313"/>
                  </a:cubicBezTo>
                  <a:cubicBezTo>
                    <a:pt x="16314" y="285"/>
                    <a:pt x="16300" y="270"/>
                    <a:pt x="16286" y="256"/>
                  </a:cubicBezTo>
                  <a:lnTo>
                    <a:pt x="16286" y="256"/>
                  </a:lnTo>
                  <a:cubicBezTo>
                    <a:pt x="16257" y="214"/>
                    <a:pt x="16215" y="185"/>
                    <a:pt x="16172" y="157"/>
                  </a:cubicBezTo>
                  <a:lnTo>
                    <a:pt x="16002" y="157"/>
                  </a:lnTo>
                  <a:cubicBezTo>
                    <a:pt x="15917" y="199"/>
                    <a:pt x="15874" y="398"/>
                    <a:pt x="15718" y="256"/>
                  </a:cubicBezTo>
                  <a:cubicBezTo>
                    <a:pt x="15690" y="256"/>
                    <a:pt x="15661" y="256"/>
                    <a:pt x="15633" y="256"/>
                  </a:cubicBezTo>
                  <a:cubicBezTo>
                    <a:pt x="15590" y="270"/>
                    <a:pt x="15576" y="313"/>
                    <a:pt x="15562" y="341"/>
                  </a:cubicBezTo>
                  <a:lnTo>
                    <a:pt x="15249" y="356"/>
                  </a:lnTo>
                  <a:cubicBezTo>
                    <a:pt x="15207" y="412"/>
                    <a:pt x="15136" y="441"/>
                    <a:pt x="15079" y="441"/>
                  </a:cubicBezTo>
                  <a:cubicBezTo>
                    <a:pt x="15107" y="412"/>
                    <a:pt x="15122" y="384"/>
                    <a:pt x="15150" y="341"/>
                  </a:cubicBezTo>
                  <a:lnTo>
                    <a:pt x="15150" y="256"/>
                  </a:lnTo>
                  <a:cubicBezTo>
                    <a:pt x="15093" y="199"/>
                    <a:pt x="15008" y="214"/>
                    <a:pt x="14965" y="157"/>
                  </a:cubicBezTo>
                  <a:lnTo>
                    <a:pt x="14866" y="157"/>
                  </a:lnTo>
                  <a:cubicBezTo>
                    <a:pt x="14809" y="185"/>
                    <a:pt x="14752" y="214"/>
                    <a:pt x="14696" y="199"/>
                  </a:cubicBezTo>
                  <a:cubicBezTo>
                    <a:pt x="14681" y="242"/>
                    <a:pt x="14653" y="256"/>
                    <a:pt x="14625" y="270"/>
                  </a:cubicBezTo>
                  <a:lnTo>
                    <a:pt x="14582" y="242"/>
                  </a:lnTo>
                  <a:lnTo>
                    <a:pt x="14483" y="341"/>
                  </a:lnTo>
                  <a:cubicBezTo>
                    <a:pt x="14341" y="455"/>
                    <a:pt x="14142" y="327"/>
                    <a:pt x="14000" y="441"/>
                  </a:cubicBezTo>
                  <a:lnTo>
                    <a:pt x="14000" y="540"/>
                  </a:lnTo>
                  <a:cubicBezTo>
                    <a:pt x="13929" y="625"/>
                    <a:pt x="13801" y="540"/>
                    <a:pt x="13730" y="625"/>
                  </a:cubicBezTo>
                  <a:lnTo>
                    <a:pt x="13730" y="625"/>
                  </a:lnTo>
                  <a:cubicBezTo>
                    <a:pt x="13702" y="654"/>
                    <a:pt x="13688" y="668"/>
                    <a:pt x="13688" y="696"/>
                  </a:cubicBezTo>
                  <a:cubicBezTo>
                    <a:pt x="13645" y="668"/>
                    <a:pt x="13574" y="682"/>
                    <a:pt x="13531" y="725"/>
                  </a:cubicBezTo>
                  <a:lnTo>
                    <a:pt x="13446" y="725"/>
                  </a:lnTo>
                  <a:cubicBezTo>
                    <a:pt x="13418" y="753"/>
                    <a:pt x="13375" y="782"/>
                    <a:pt x="13347" y="810"/>
                  </a:cubicBezTo>
                  <a:lnTo>
                    <a:pt x="13247" y="909"/>
                  </a:lnTo>
                  <a:cubicBezTo>
                    <a:pt x="13205" y="980"/>
                    <a:pt x="13134" y="995"/>
                    <a:pt x="13063" y="1009"/>
                  </a:cubicBezTo>
                  <a:lnTo>
                    <a:pt x="12396" y="1094"/>
                  </a:lnTo>
                  <a:lnTo>
                    <a:pt x="12396" y="1094"/>
                  </a:lnTo>
                  <a:lnTo>
                    <a:pt x="12396" y="1094"/>
                  </a:lnTo>
                  <a:lnTo>
                    <a:pt x="12396" y="1094"/>
                  </a:lnTo>
                  <a:lnTo>
                    <a:pt x="12424" y="1066"/>
                  </a:lnTo>
                  <a:cubicBezTo>
                    <a:pt x="12438" y="1023"/>
                    <a:pt x="12495" y="980"/>
                    <a:pt x="12495" y="952"/>
                  </a:cubicBezTo>
                  <a:cubicBezTo>
                    <a:pt x="12481" y="924"/>
                    <a:pt x="12424" y="909"/>
                    <a:pt x="12381" y="909"/>
                  </a:cubicBezTo>
                  <a:cubicBezTo>
                    <a:pt x="12254" y="895"/>
                    <a:pt x="12126" y="924"/>
                    <a:pt x="12026" y="1009"/>
                  </a:cubicBezTo>
                  <a:cubicBezTo>
                    <a:pt x="11941" y="1066"/>
                    <a:pt x="11870" y="1151"/>
                    <a:pt x="11728" y="1122"/>
                  </a:cubicBezTo>
                  <a:cubicBezTo>
                    <a:pt x="11671" y="1108"/>
                    <a:pt x="11686" y="1179"/>
                    <a:pt x="11714" y="1222"/>
                  </a:cubicBezTo>
                  <a:cubicBezTo>
                    <a:pt x="11742" y="1264"/>
                    <a:pt x="11771" y="1293"/>
                    <a:pt x="11742" y="1349"/>
                  </a:cubicBezTo>
                  <a:cubicBezTo>
                    <a:pt x="11402" y="1278"/>
                    <a:pt x="11416" y="1278"/>
                    <a:pt x="11089" y="1463"/>
                  </a:cubicBezTo>
                  <a:cubicBezTo>
                    <a:pt x="10990" y="1506"/>
                    <a:pt x="10876" y="1548"/>
                    <a:pt x="10777" y="1577"/>
                  </a:cubicBezTo>
                  <a:lnTo>
                    <a:pt x="10493" y="1577"/>
                  </a:lnTo>
                  <a:cubicBezTo>
                    <a:pt x="10408" y="1648"/>
                    <a:pt x="10294" y="1690"/>
                    <a:pt x="10209" y="1761"/>
                  </a:cubicBezTo>
                  <a:lnTo>
                    <a:pt x="9925" y="1761"/>
                  </a:lnTo>
                  <a:cubicBezTo>
                    <a:pt x="9868" y="1818"/>
                    <a:pt x="9854" y="1889"/>
                    <a:pt x="9897" y="1946"/>
                  </a:cubicBezTo>
                  <a:lnTo>
                    <a:pt x="9897" y="1946"/>
                  </a:lnTo>
                  <a:lnTo>
                    <a:pt x="9499" y="2074"/>
                  </a:lnTo>
                  <a:cubicBezTo>
                    <a:pt x="9457" y="2145"/>
                    <a:pt x="9386" y="2173"/>
                    <a:pt x="9300" y="2173"/>
                  </a:cubicBezTo>
                  <a:lnTo>
                    <a:pt x="9300" y="2343"/>
                  </a:lnTo>
                  <a:cubicBezTo>
                    <a:pt x="9315" y="2443"/>
                    <a:pt x="9244" y="2542"/>
                    <a:pt x="9144" y="2556"/>
                  </a:cubicBezTo>
                  <a:lnTo>
                    <a:pt x="9144" y="2556"/>
                  </a:lnTo>
                  <a:cubicBezTo>
                    <a:pt x="9116" y="2514"/>
                    <a:pt x="9059" y="2528"/>
                    <a:pt x="9031" y="2556"/>
                  </a:cubicBezTo>
                  <a:lnTo>
                    <a:pt x="9031" y="2556"/>
                  </a:lnTo>
                  <a:cubicBezTo>
                    <a:pt x="9002" y="2599"/>
                    <a:pt x="8960" y="2613"/>
                    <a:pt x="8931" y="2656"/>
                  </a:cubicBezTo>
                  <a:cubicBezTo>
                    <a:pt x="8903" y="2656"/>
                    <a:pt x="8874" y="2656"/>
                    <a:pt x="8832" y="2656"/>
                  </a:cubicBezTo>
                  <a:cubicBezTo>
                    <a:pt x="8803" y="2684"/>
                    <a:pt x="8775" y="2712"/>
                    <a:pt x="8747" y="2741"/>
                  </a:cubicBezTo>
                  <a:lnTo>
                    <a:pt x="8747" y="2741"/>
                  </a:lnTo>
                  <a:cubicBezTo>
                    <a:pt x="8676" y="2812"/>
                    <a:pt x="8661" y="2925"/>
                    <a:pt x="8718" y="3011"/>
                  </a:cubicBezTo>
                  <a:cubicBezTo>
                    <a:pt x="8718" y="3011"/>
                    <a:pt x="8732" y="3025"/>
                    <a:pt x="8747" y="3025"/>
                  </a:cubicBezTo>
                  <a:lnTo>
                    <a:pt x="8747" y="3025"/>
                  </a:lnTo>
                  <a:lnTo>
                    <a:pt x="8747" y="3025"/>
                  </a:lnTo>
                  <a:lnTo>
                    <a:pt x="8647" y="3110"/>
                  </a:lnTo>
                  <a:lnTo>
                    <a:pt x="8647" y="3110"/>
                  </a:lnTo>
                  <a:lnTo>
                    <a:pt x="8590" y="3110"/>
                  </a:lnTo>
                  <a:cubicBezTo>
                    <a:pt x="8576" y="2982"/>
                    <a:pt x="8576" y="2826"/>
                    <a:pt x="8378" y="2826"/>
                  </a:cubicBezTo>
                  <a:cubicBezTo>
                    <a:pt x="8264" y="3025"/>
                    <a:pt x="8065" y="3039"/>
                    <a:pt x="7895" y="3110"/>
                  </a:cubicBezTo>
                  <a:lnTo>
                    <a:pt x="7895" y="3110"/>
                  </a:lnTo>
                  <a:cubicBezTo>
                    <a:pt x="7866" y="3153"/>
                    <a:pt x="7838" y="3181"/>
                    <a:pt x="7795" y="3209"/>
                  </a:cubicBezTo>
                  <a:lnTo>
                    <a:pt x="7795" y="3295"/>
                  </a:lnTo>
                  <a:lnTo>
                    <a:pt x="7795" y="3295"/>
                  </a:lnTo>
                  <a:cubicBezTo>
                    <a:pt x="7739" y="3323"/>
                    <a:pt x="7668" y="3366"/>
                    <a:pt x="7625" y="3351"/>
                  </a:cubicBezTo>
                  <a:cubicBezTo>
                    <a:pt x="7497" y="3295"/>
                    <a:pt x="7412" y="3366"/>
                    <a:pt x="7313" y="3408"/>
                  </a:cubicBezTo>
                  <a:cubicBezTo>
                    <a:pt x="7298" y="3422"/>
                    <a:pt x="7284" y="3451"/>
                    <a:pt x="7298" y="3479"/>
                  </a:cubicBezTo>
                  <a:lnTo>
                    <a:pt x="7270" y="3465"/>
                  </a:lnTo>
                  <a:lnTo>
                    <a:pt x="7227" y="3493"/>
                  </a:lnTo>
                  <a:lnTo>
                    <a:pt x="7128" y="3493"/>
                  </a:lnTo>
                  <a:lnTo>
                    <a:pt x="7128" y="3593"/>
                  </a:lnTo>
                  <a:cubicBezTo>
                    <a:pt x="7029" y="3650"/>
                    <a:pt x="6901" y="3678"/>
                    <a:pt x="6844" y="3777"/>
                  </a:cubicBezTo>
                  <a:cubicBezTo>
                    <a:pt x="6702" y="3863"/>
                    <a:pt x="6532" y="3891"/>
                    <a:pt x="6461" y="4047"/>
                  </a:cubicBezTo>
                  <a:cubicBezTo>
                    <a:pt x="6376" y="4061"/>
                    <a:pt x="6319" y="4104"/>
                    <a:pt x="6276" y="4161"/>
                  </a:cubicBezTo>
                  <a:lnTo>
                    <a:pt x="6276" y="4161"/>
                  </a:lnTo>
                  <a:cubicBezTo>
                    <a:pt x="6063" y="4175"/>
                    <a:pt x="5964" y="4359"/>
                    <a:pt x="5808" y="4445"/>
                  </a:cubicBezTo>
                  <a:lnTo>
                    <a:pt x="5722" y="4516"/>
                  </a:lnTo>
                  <a:lnTo>
                    <a:pt x="5722" y="4516"/>
                  </a:lnTo>
                  <a:cubicBezTo>
                    <a:pt x="5651" y="4487"/>
                    <a:pt x="5580" y="4501"/>
                    <a:pt x="5524" y="4558"/>
                  </a:cubicBezTo>
                  <a:lnTo>
                    <a:pt x="5524" y="4558"/>
                  </a:lnTo>
                  <a:cubicBezTo>
                    <a:pt x="5495" y="4587"/>
                    <a:pt x="5453" y="4615"/>
                    <a:pt x="5424" y="4643"/>
                  </a:cubicBezTo>
                  <a:cubicBezTo>
                    <a:pt x="5396" y="4643"/>
                    <a:pt x="5368" y="4643"/>
                    <a:pt x="5339" y="4643"/>
                  </a:cubicBezTo>
                  <a:cubicBezTo>
                    <a:pt x="5240" y="4700"/>
                    <a:pt x="5140" y="4757"/>
                    <a:pt x="5041" y="4828"/>
                  </a:cubicBezTo>
                  <a:lnTo>
                    <a:pt x="5041" y="4828"/>
                  </a:lnTo>
                  <a:cubicBezTo>
                    <a:pt x="5013" y="4856"/>
                    <a:pt x="4984" y="4899"/>
                    <a:pt x="4942" y="4927"/>
                  </a:cubicBezTo>
                  <a:lnTo>
                    <a:pt x="4942" y="4927"/>
                  </a:lnTo>
                  <a:cubicBezTo>
                    <a:pt x="4899" y="5069"/>
                    <a:pt x="4785" y="5197"/>
                    <a:pt x="4629" y="5240"/>
                  </a:cubicBezTo>
                  <a:cubicBezTo>
                    <a:pt x="4516" y="5254"/>
                    <a:pt x="4487" y="5382"/>
                    <a:pt x="4473" y="5495"/>
                  </a:cubicBezTo>
                  <a:lnTo>
                    <a:pt x="4374" y="5595"/>
                  </a:lnTo>
                  <a:cubicBezTo>
                    <a:pt x="4217" y="5708"/>
                    <a:pt x="4076" y="5864"/>
                    <a:pt x="3976" y="6049"/>
                  </a:cubicBezTo>
                  <a:cubicBezTo>
                    <a:pt x="3863" y="6077"/>
                    <a:pt x="3763" y="6106"/>
                    <a:pt x="3749" y="6248"/>
                  </a:cubicBezTo>
                  <a:cubicBezTo>
                    <a:pt x="3749" y="6376"/>
                    <a:pt x="3664" y="6347"/>
                    <a:pt x="3579" y="6347"/>
                  </a:cubicBezTo>
                  <a:cubicBezTo>
                    <a:pt x="3508" y="6333"/>
                    <a:pt x="3465" y="6305"/>
                    <a:pt x="3408" y="6305"/>
                  </a:cubicBezTo>
                  <a:cubicBezTo>
                    <a:pt x="3408" y="6305"/>
                    <a:pt x="3380" y="6347"/>
                    <a:pt x="3380" y="6376"/>
                  </a:cubicBezTo>
                  <a:cubicBezTo>
                    <a:pt x="3394" y="6404"/>
                    <a:pt x="3408" y="6418"/>
                    <a:pt x="3437" y="6432"/>
                  </a:cubicBezTo>
                  <a:cubicBezTo>
                    <a:pt x="3522" y="6461"/>
                    <a:pt x="3607" y="6489"/>
                    <a:pt x="3607" y="6574"/>
                  </a:cubicBezTo>
                  <a:cubicBezTo>
                    <a:pt x="3607" y="6674"/>
                    <a:pt x="3536" y="6716"/>
                    <a:pt x="3465" y="6759"/>
                  </a:cubicBezTo>
                  <a:cubicBezTo>
                    <a:pt x="3394" y="6802"/>
                    <a:pt x="3309" y="6873"/>
                    <a:pt x="3238" y="6929"/>
                  </a:cubicBezTo>
                  <a:cubicBezTo>
                    <a:pt x="3167" y="6901"/>
                    <a:pt x="3096" y="6887"/>
                    <a:pt x="3025" y="6901"/>
                  </a:cubicBezTo>
                  <a:cubicBezTo>
                    <a:pt x="2897" y="6915"/>
                    <a:pt x="2783" y="6929"/>
                    <a:pt x="2670" y="6929"/>
                  </a:cubicBezTo>
                  <a:lnTo>
                    <a:pt x="2670" y="6929"/>
                  </a:lnTo>
                  <a:cubicBezTo>
                    <a:pt x="2642" y="6972"/>
                    <a:pt x="2599" y="7000"/>
                    <a:pt x="2571" y="7029"/>
                  </a:cubicBezTo>
                  <a:cubicBezTo>
                    <a:pt x="2542" y="7114"/>
                    <a:pt x="2471" y="7185"/>
                    <a:pt x="2386" y="7213"/>
                  </a:cubicBezTo>
                  <a:cubicBezTo>
                    <a:pt x="2358" y="7171"/>
                    <a:pt x="2315" y="7171"/>
                    <a:pt x="2287" y="7213"/>
                  </a:cubicBezTo>
                  <a:lnTo>
                    <a:pt x="2187" y="7298"/>
                  </a:lnTo>
                  <a:cubicBezTo>
                    <a:pt x="2187" y="7298"/>
                    <a:pt x="2173" y="7313"/>
                    <a:pt x="2173" y="7341"/>
                  </a:cubicBezTo>
                  <a:cubicBezTo>
                    <a:pt x="2159" y="7355"/>
                    <a:pt x="2173" y="7384"/>
                    <a:pt x="2187" y="7398"/>
                  </a:cubicBezTo>
                  <a:cubicBezTo>
                    <a:pt x="2315" y="7398"/>
                    <a:pt x="2400" y="7469"/>
                    <a:pt x="2372" y="7597"/>
                  </a:cubicBezTo>
                  <a:cubicBezTo>
                    <a:pt x="2343" y="7739"/>
                    <a:pt x="2358" y="7781"/>
                    <a:pt x="2485" y="7781"/>
                  </a:cubicBezTo>
                  <a:cubicBezTo>
                    <a:pt x="2542" y="7810"/>
                    <a:pt x="2613" y="7781"/>
                    <a:pt x="2670" y="7810"/>
                  </a:cubicBezTo>
                  <a:cubicBezTo>
                    <a:pt x="2656" y="7866"/>
                    <a:pt x="2642" y="7937"/>
                    <a:pt x="2556" y="7952"/>
                  </a:cubicBezTo>
                  <a:cubicBezTo>
                    <a:pt x="2471" y="7966"/>
                    <a:pt x="2400" y="7980"/>
                    <a:pt x="2329" y="8008"/>
                  </a:cubicBezTo>
                  <a:cubicBezTo>
                    <a:pt x="2272" y="8023"/>
                    <a:pt x="2244" y="8065"/>
                    <a:pt x="2272" y="8122"/>
                  </a:cubicBezTo>
                  <a:cubicBezTo>
                    <a:pt x="2187" y="8136"/>
                    <a:pt x="2102" y="8221"/>
                    <a:pt x="2003" y="8150"/>
                  </a:cubicBezTo>
                  <a:lnTo>
                    <a:pt x="1917" y="8150"/>
                  </a:lnTo>
                  <a:cubicBezTo>
                    <a:pt x="1861" y="8108"/>
                    <a:pt x="1775" y="8108"/>
                    <a:pt x="1719" y="8150"/>
                  </a:cubicBezTo>
                  <a:lnTo>
                    <a:pt x="1719" y="8150"/>
                  </a:lnTo>
                  <a:cubicBezTo>
                    <a:pt x="1690" y="8193"/>
                    <a:pt x="1662" y="8221"/>
                    <a:pt x="1633" y="8250"/>
                  </a:cubicBezTo>
                  <a:lnTo>
                    <a:pt x="1633" y="8349"/>
                  </a:lnTo>
                  <a:cubicBezTo>
                    <a:pt x="1633" y="8349"/>
                    <a:pt x="1619" y="8363"/>
                    <a:pt x="1605" y="8378"/>
                  </a:cubicBezTo>
                  <a:cubicBezTo>
                    <a:pt x="1605" y="8406"/>
                    <a:pt x="1605" y="8434"/>
                    <a:pt x="1633" y="8448"/>
                  </a:cubicBezTo>
                  <a:lnTo>
                    <a:pt x="1633" y="8448"/>
                  </a:lnTo>
                  <a:cubicBezTo>
                    <a:pt x="1861" y="8505"/>
                    <a:pt x="1690" y="8562"/>
                    <a:pt x="1633" y="8633"/>
                  </a:cubicBezTo>
                  <a:lnTo>
                    <a:pt x="1534" y="8732"/>
                  </a:lnTo>
                  <a:cubicBezTo>
                    <a:pt x="1534" y="8732"/>
                    <a:pt x="1520" y="8747"/>
                    <a:pt x="1506" y="8761"/>
                  </a:cubicBezTo>
                  <a:cubicBezTo>
                    <a:pt x="1506" y="8789"/>
                    <a:pt x="1506" y="8803"/>
                    <a:pt x="1534" y="8818"/>
                  </a:cubicBezTo>
                  <a:lnTo>
                    <a:pt x="1633" y="8917"/>
                  </a:lnTo>
                  <a:cubicBezTo>
                    <a:pt x="1591" y="8945"/>
                    <a:pt x="1562" y="8988"/>
                    <a:pt x="1534" y="9016"/>
                  </a:cubicBezTo>
                  <a:lnTo>
                    <a:pt x="1435" y="9016"/>
                  </a:lnTo>
                  <a:cubicBezTo>
                    <a:pt x="1420" y="9031"/>
                    <a:pt x="1406" y="9073"/>
                    <a:pt x="1406" y="9102"/>
                  </a:cubicBezTo>
                  <a:cubicBezTo>
                    <a:pt x="1420" y="9116"/>
                    <a:pt x="1420" y="9130"/>
                    <a:pt x="1435" y="9144"/>
                  </a:cubicBezTo>
                  <a:lnTo>
                    <a:pt x="1435" y="9201"/>
                  </a:lnTo>
                  <a:lnTo>
                    <a:pt x="1477" y="9201"/>
                  </a:lnTo>
                  <a:lnTo>
                    <a:pt x="1491" y="9229"/>
                  </a:lnTo>
                  <a:cubicBezTo>
                    <a:pt x="1477" y="9244"/>
                    <a:pt x="1449" y="9272"/>
                    <a:pt x="1435" y="9300"/>
                  </a:cubicBezTo>
                  <a:lnTo>
                    <a:pt x="1435" y="9386"/>
                  </a:lnTo>
                  <a:cubicBezTo>
                    <a:pt x="1349" y="9329"/>
                    <a:pt x="1236" y="9329"/>
                    <a:pt x="1151" y="9386"/>
                  </a:cubicBezTo>
                  <a:cubicBezTo>
                    <a:pt x="1293" y="9499"/>
                    <a:pt x="1293" y="9499"/>
                    <a:pt x="1435" y="9386"/>
                  </a:cubicBezTo>
                  <a:lnTo>
                    <a:pt x="1506" y="9386"/>
                  </a:lnTo>
                  <a:lnTo>
                    <a:pt x="1506" y="9386"/>
                  </a:lnTo>
                  <a:cubicBezTo>
                    <a:pt x="1491" y="9400"/>
                    <a:pt x="1491" y="9428"/>
                    <a:pt x="1506" y="9442"/>
                  </a:cubicBezTo>
                  <a:cubicBezTo>
                    <a:pt x="1392" y="9627"/>
                    <a:pt x="1307" y="9826"/>
                    <a:pt x="1051" y="9868"/>
                  </a:cubicBezTo>
                  <a:lnTo>
                    <a:pt x="1051" y="9868"/>
                  </a:lnTo>
                  <a:cubicBezTo>
                    <a:pt x="1023" y="9897"/>
                    <a:pt x="995" y="9925"/>
                    <a:pt x="966" y="9968"/>
                  </a:cubicBezTo>
                  <a:cubicBezTo>
                    <a:pt x="966" y="9996"/>
                    <a:pt x="966" y="10024"/>
                    <a:pt x="966" y="10053"/>
                  </a:cubicBezTo>
                  <a:cubicBezTo>
                    <a:pt x="966" y="10053"/>
                    <a:pt x="952" y="10067"/>
                    <a:pt x="938" y="10081"/>
                  </a:cubicBezTo>
                  <a:cubicBezTo>
                    <a:pt x="938" y="10110"/>
                    <a:pt x="938" y="10138"/>
                    <a:pt x="966" y="10152"/>
                  </a:cubicBezTo>
                  <a:cubicBezTo>
                    <a:pt x="966" y="10152"/>
                    <a:pt x="980" y="10152"/>
                    <a:pt x="980" y="10181"/>
                  </a:cubicBezTo>
                  <a:cubicBezTo>
                    <a:pt x="995" y="10209"/>
                    <a:pt x="980" y="10223"/>
                    <a:pt x="966" y="10237"/>
                  </a:cubicBezTo>
                  <a:lnTo>
                    <a:pt x="966" y="10237"/>
                  </a:lnTo>
                  <a:cubicBezTo>
                    <a:pt x="853" y="10308"/>
                    <a:pt x="924" y="10450"/>
                    <a:pt x="867" y="10536"/>
                  </a:cubicBezTo>
                  <a:lnTo>
                    <a:pt x="867" y="10536"/>
                  </a:lnTo>
                  <a:lnTo>
                    <a:pt x="782" y="10621"/>
                  </a:lnTo>
                  <a:lnTo>
                    <a:pt x="682" y="10720"/>
                  </a:lnTo>
                  <a:cubicBezTo>
                    <a:pt x="682" y="10720"/>
                    <a:pt x="668" y="10734"/>
                    <a:pt x="654" y="10749"/>
                  </a:cubicBezTo>
                  <a:cubicBezTo>
                    <a:pt x="654" y="10777"/>
                    <a:pt x="654" y="10805"/>
                    <a:pt x="682" y="10820"/>
                  </a:cubicBezTo>
                  <a:lnTo>
                    <a:pt x="867" y="10820"/>
                  </a:lnTo>
                  <a:cubicBezTo>
                    <a:pt x="980" y="10763"/>
                    <a:pt x="1108" y="10749"/>
                    <a:pt x="1222" y="10734"/>
                  </a:cubicBezTo>
                  <a:cubicBezTo>
                    <a:pt x="1207" y="10749"/>
                    <a:pt x="1193" y="10749"/>
                    <a:pt x="1193" y="10763"/>
                  </a:cubicBezTo>
                  <a:lnTo>
                    <a:pt x="1151" y="10763"/>
                  </a:lnTo>
                  <a:cubicBezTo>
                    <a:pt x="1066" y="10763"/>
                    <a:pt x="995" y="10834"/>
                    <a:pt x="966" y="10905"/>
                  </a:cubicBezTo>
                  <a:lnTo>
                    <a:pt x="966" y="11004"/>
                  </a:lnTo>
                  <a:cubicBezTo>
                    <a:pt x="924" y="11018"/>
                    <a:pt x="881" y="11061"/>
                    <a:pt x="838" y="11047"/>
                  </a:cubicBezTo>
                  <a:cubicBezTo>
                    <a:pt x="611" y="10976"/>
                    <a:pt x="498" y="11118"/>
                    <a:pt x="398" y="11288"/>
                  </a:cubicBezTo>
                  <a:cubicBezTo>
                    <a:pt x="498" y="11345"/>
                    <a:pt x="611" y="11373"/>
                    <a:pt x="725" y="11373"/>
                  </a:cubicBezTo>
                  <a:cubicBezTo>
                    <a:pt x="696" y="11473"/>
                    <a:pt x="782" y="11586"/>
                    <a:pt x="696" y="11671"/>
                  </a:cubicBezTo>
                  <a:lnTo>
                    <a:pt x="696" y="11671"/>
                  </a:lnTo>
                  <a:cubicBezTo>
                    <a:pt x="654" y="11700"/>
                    <a:pt x="625" y="11742"/>
                    <a:pt x="597" y="11771"/>
                  </a:cubicBezTo>
                  <a:lnTo>
                    <a:pt x="597" y="11771"/>
                  </a:lnTo>
                  <a:cubicBezTo>
                    <a:pt x="512" y="11856"/>
                    <a:pt x="384" y="11771"/>
                    <a:pt x="313" y="11856"/>
                  </a:cubicBezTo>
                  <a:cubicBezTo>
                    <a:pt x="299" y="11998"/>
                    <a:pt x="327" y="12126"/>
                    <a:pt x="412" y="12239"/>
                  </a:cubicBezTo>
                  <a:lnTo>
                    <a:pt x="412" y="12239"/>
                  </a:lnTo>
                  <a:cubicBezTo>
                    <a:pt x="455" y="12296"/>
                    <a:pt x="512" y="12353"/>
                    <a:pt x="583" y="12381"/>
                  </a:cubicBezTo>
                  <a:cubicBezTo>
                    <a:pt x="554" y="12452"/>
                    <a:pt x="540" y="12523"/>
                    <a:pt x="668" y="12538"/>
                  </a:cubicBezTo>
                  <a:cubicBezTo>
                    <a:pt x="711" y="12538"/>
                    <a:pt x="739" y="12594"/>
                    <a:pt x="782" y="12623"/>
                  </a:cubicBezTo>
                  <a:lnTo>
                    <a:pt x="725" y="12623"/>
                  </a:lnTo>
                  <a:cubicBezTo>
                    <a:pt x="540" y="12609"/>
                    <a:pt x="398" y="12637"/>
                    <a:pt x="398" y="12878"/>
                  </a:cubicBezTo>
                  <a:cubicBezTo>
                    <a:pt x="398" y="12963"/>
                    <a:pt x="313" y="12992"/>
                    <a:pt x="228" y="13020"/>
                  </a:cubicBezTo>
                  <a:cubicBezTo>
                    <a:pt x="228" y="13034"/>
                    <a:pt x="228" y="13063"/>
                    <a:pt x="228" y="13091"/>
                  </a:cubicBezTo>
                  <a:cubicBezTo>
                    <a:pt x="469" y="13034"/>
                    <a:pt x="526" y="13290"/>
                    <a:pt x="668" y="13389"/>
                  </a:cubicBezTo>
                  <a:cubicBezTo>
                    <a:pt x="682" y="13389"/>
                    <a:pt x="696" y="13432"/>
                    <a:pt x="696" y="13446"/>
                  </a:cubicBezTo>
                  <a:cubicBezTo>
                    <a:pt x="611" y="13517"/>
                    <a:pt x="483" y="13432"/>
                    <a:pt x="398" y="13531"/>
                  </a:cubicBezTo>
                  <a:cubicBezTo>
                    <a:pt x="455" y="13617"/>
                    <a:pt x="640" y="13531"/>
                    <a:pt x="625" y="13659"/>
                  </a:cubicBezTo>
                  <a:cubicBezTo>
                    <a:pt x="583" y="13801"/>
                    <a:pt x="583" y="13943"/>
                    <a:pt x="625" y="14085"/>
                  </a:cubicBezTo>
                  <a:cubicBezTo>
                    <a:pt x="625" y="14128"/>
                    <a:pt x="597" y="14170"/>
                    <a:pt x="569" y="14213"/>
                  </a:cubicBezTo>
                  <a:cubicBezTo>
                    <a:pt x="526" y="14241"/>
                    <a:pt x="483" y="14199"/>
                    <a:pt x="455" y="14170"/>
                  </a:cubicBezTo>
                  <a:cubicBezTo>
                    <a:pt x="313" y="14099"/>
                    <a:pt x="270" y="14114"/>
                    <a:pt x="285" y="14241"/>
                  </a:cubicBezTo>
                  <a:cubicBezTo>
                    <a:pt x="327" y="14497"/>
                    <a:pt x="214" y="14752"/>
                    <a:pt x="228" y="15022"/>
                  </a:cubicBezTo>
                  <a:lnTo>
                    <a:pt x="228" y="15022"/>
                  </a:lnTo>
                  <a:cubicBezTo>
                    <a:pt x="171" y="15079"/>
                    <a:pt x="143" y="15178"/>
                    <a:pt x="157" y="15278"/>
                  </a:cubicBezTo>
                  <a:lnTo>
                    <a:pt x="157" y="15604"/>
                  </a:lnTo>
                  <a:lnTo>
                    <a:pt x="242" y="15604"/>
                  </a:lnTo>
                  <a:lnTo>
                    <a:pt x="270" y="15576"/>
                  </a:lnTo>
                  <a:lnTo>
                    <a:pt x="270" y="15576"/>
                  </a:lnTo>
                  <a:lnTo>
                    <a:pt x="242" y="15590"/>
                  </a:lnTo>
                  <a:lnTo>
                    <a:pt x="157" y="15689"/>
                  </a:lnTo>
                  <a:lnTo>
                    <a:pt x="157" y="15775"/>
                  </a:lnTo>
                  <a:cubicBezTo>
                    <a:pt x="128" y="15789"/>
                    <a:pt x="100" y="15789"/>
                    <a:pt x="86" y="15789"/>
                  </a:cubicBezTo>
                  <a:cubicBezTo>
                    <a:pt x="57" y="16030"/>
                    <a:pt x="57" y="16030"/>
                    <a:pt x="256" y="15973"/>
                  </a:cubicBezTo>
                  <a:cubicBezTo>
                    <a:pt x="285" y="16002"/>
                    <a:pt x="327" y="16059"/>
                    <a:pt x="327" y="16073"/>
                  </a:cubicBezTo>
                  <a:cubicBezTo>
                    <a:pt x="270" y="16229"/>
                    <a:pt x="270" y="16428"/>
                    <a:pt x="72" y="16499"/>
                  </a:cubicBezTo>
                  <a:cubicBezTo>
                    <a:pt x="43" y="16513"/>
                    <a:pt x="29" y="16541"/>
                    <a:pt x="15" y="16570"/>
                  </a:cubicBezTo>
                  <a:cubicBezTo>
                    <a:pt x="1" y="16598"/>
                    <a:pt x="1" y="16627"/>
                    <a:pt x="15" y="16655"/>
                  </a:cubicBezTo>
                  <a:cubicBezTo>
                    <a:pt x="43" y="16698"/>
                    <a:pt x="100" y="16712"/>
                    <a:pt x="143" y="16683"/>
                  </a:cubicBezTo>
                  <a:cubicBezTo>
                    <a:pt x="185" y="16655"/>
                    <a:pt x="214" y="16627"/>
                    <a:pt x="242" y="16598"/>
                  </a:cubicBezTo>
                  <a:cubicBezTo>
                    <a:pt x="341" y="16470"/>
                    <a:pt x="455" y="16485"/>
                    <a:pt x="569" y="16556"/>
                  </a:cubicBezTo>
                  <a:cubicBezTo>
                    <a:pt x="625" y="16584"/>
                    <a:pt x="682" y="16598"/>
                    <a:pt x="739" y="16627"/>
                  </a:cubicBezTo>
                  <a:lnTo>
                    <a:pt x="739" y="16627"/>
                  </a:lnTo>
                  <a:lnTo>
                    <a:pt x="824" y="16698"/>
                  </a:lnTo>
                  <a:lnTo>
                    <a:pt x="838" y="16698"/>
                  </a:lnTo>
                  <a:lnTo>
                    <a:pt x="838" y="16698"/>
                  </a:lnTo>
                  <a:cubicBezTo>
                    <a:pt x="824" y="16769"/>
                    <a:pt x="753" y="16797"/>
                    <a:pt x="696" y="16783"/>
                  </a:cubicBezTo>
                  <a:cubicBezTo>
                    <a:pt x="597" y="16769"/>
                    <a:pt x="512" y="16740"/>
                    <a:pt x="427" y="16726"/>
                  </a:cubicBezTo>
                  <a:cubicBezTo>
                    <a:pt x="370" y="16726"/>
                    <a:pt x="327" y="16754"/>
                    <a:pt x="299" y="16783"/>
                  </a:cubicBezTo>
                  <a:cubicBezTo>
                    <a:pt x="299" y="16825"/>
                    <a:pt x="299" y="16882"/>
                    <a:pt x="313" y="16925"/>
                  </a:cubicBezTo>
                  <a:cubicBezTo>
                    <a:pt x="356" y="17053"/>
                    <a:pt x="512" y="17109"/>
                    <a:pt x="540" y="17280"/>
                  </a:cubicBezTo>
                  <a:cubicBezTo>
                    <a:pt x="583" y="17450"/>
                    <a:pt x="341" y="17507"/>
                    <a:pt x="370" y="17677"/>
                  </a:cubicBezTo>
                  <a:cubicBezTo>
                    <a:pt x="540" y="17805"/>
                    <a:pt x="554" y="17833"/>
                    <a:pt x="469" y="17975"/>
                  </a:cubicBezTo>
                  <a:cubicBezTo>
                    <a:pt x="512" y="18259"/>
                    <a:pt x="654" y="18529"/>
                    <a:pt x="867" y="18728"/>
                  </a:cubicBezTo>
                  <a:cubicBezTo>
                    <a:pt x="980" y="18841"/>
                    <a:pt x="895" y="18813"/>
                    <a:pt x="838" y="18841"/>
                  </a:cubicBezTo>
                  <a:cubicBezTo>
                    <a:pt x="782" y="18870"/>
                    <a:pt x="696" y="18983"/>
                    <a:pt x="782" y="19026"/>
                  </a:cubicBezTo>
                  <a:cubicBezTo>
                    <a:pt x="909" y="19097"/>
                    <a:pt x="952" y="19168"/>
                    <a:pt x="881" y="19310"/>
                  </a:cubicBezTo>
                  <a:cubicBezTo>
                    <a:pt x="853" y="19367"/>
                    <a:pt x="796" y="19452"/>
                    <a:pt x="810" y="19523"/>
                  </a:cubicBezTo>
                  <a:cubicBezTo>
                    <a:pt x="824" y="19580"/>
                    <a:pt x="938" y="19566"/>
                    <a:pt x="1009" y="19594"/>
                  </a:cubicBezTo>
                  <a:cubicBezTo>
                    <a:pt x="1080" y="19608"/>
                    <a:pt x="1066" y="19693"/>
                    <a:pt x="1066" y="19750"/>
                  </a:cubicBezTo>
                  <a:cubicBezTo>
                    <a:pt x="1066" y="19892"/>
                    <a:pt x="1108" y="19992"/>
                    <a:pt x="1264" y="20006"/>
                  </a:cubicBezTo>
                  <a:cubicBezTo>
                    <a:pt x="1293" y="20006"/>
                    <a:pt x="1307" y="20048"/>
                    <a:pt x="1321" y="20062"/>
                  </a:cubicBezTo>
                  <a:cubicBezTo>
                    <a:pt x="1307" y="20105"/>
                    <a:pt x="1278" y="20148"/>
                    <a:pt x="1264" y="20190"/>
                  </a:cubicBezTo>
                  <a:cubicBezTo>
                    <a:pt x="1236" y="20304"/>
                    <a:pt x="1264" y="20346"/>
                    <a:pt x="1378" y="20332"/>
                  </a:cubicBezTo>
                  <a:cubicBezTo>
                    <a:pt x="1420" y="20332"/>
                    <a:pt x="1477" y="20247"/>
                    <a:pt x="1534" y="20346"/>
                  </a:cubicBezTo>
                  <a:cubicBezTo>
                    <a:pt x="1378" y="20517"/>
                    <a:pt x="1236" y="20687"/>
                    <a:pt x="1406" y="20929"/>
                  </a:cubicBezTo>
                  <a:cubicBezTo>
                    <a:pt x="1463" y="21000"/>
                    <a:pt x="1307" y="21099"/>
                    <a:pt x="1420" y="21170"/>
                  </a:cubicBezTo>
                  <a:cubicBezTo>
                    <a:pt x="1534" y="21170"/>
                    <a:pt x="1591" y="21028"/>
                    <a:pt x="1719" y="21056"/>
                  </a:cubicBezTo>
                  <a:cubicBezTo>
                    <a:pt x="1818" y="21198"/>
                    <a:pt x="1861" y="21383"/>
                    <a:pt x="1832" y="21567"/>
                  </a:cubicBezTo>
                  <a:cubicBezTo>
                    <a:pt x="1832" y="21624"/>
                    <a:pt x="1875" y="21638"/>
                    <a:pt x="1889" y="21681"/>
                  </a:cubicBezTo>
                  <a:cubicBezTo>
                    <a:pt x="1946" y="21795"/>
                    <a:pt x="1988" y="21908"/>
                    <a:pt x="2017" y="22036"/>
                  </a:cubicBezTo>
                  <a:cubicBezTo>
                    <a:pt x="2045" y="22079"/>
                    <a:pt x="1974" y="22164"/>
                    <a:pt x="2059" y="22192"/>
                  </a:cubicBezTo>
                  <a:cubicBezTo>
                    <a:pt x="2130" y="22192"/>
                    <a:pt x="2187" y="22178"/>
                    <a:pt x="2244" y="22164"/>
                  </a:cubicBezTo>
                  <a:cubicBezTo>
                    <a:pt x="2201" y="22490"/>
                    <a:pt x="2201" y="22490"/>
                    <a:pt x="2429" y="22746"/>
                  </a:cubicBezTo>
                  <a:cubicBezTo>
                    <a:pt x="2514" y="22860"/>
                    <a:pt x="2627" y="22973"/>
                    <a:pt x="2755" y="23044"/>
                  </a:cubicBezTo>
                  <a:cubicBezTo>
                    <a:pt x="2911" y="23129"/>
                    <a:pt x="3011" y="23285"/>
                    <a:pt x="3011" y="23456"/>
                  </a:cubicBezTo>
                  <a:cubicBezTo>
                    <a:pt x="3011" y="23697"/>
                    <a:pt x="3124" y="23924"/>
                    <a:pt x="3309" y="24081"/>
                  </a:cubicBezTo>
                  <a:cubicBezTo>
                    <a:pt x="3493" y="24223"/>
                    <a:pt x="3635" y="24407"/>
                    <a:pt x="3749" y="24620"/>
                  </a:cubicBezTo>
                  <a:cubicBezTo>
                    <a:pt x="3806" y="24734"/>
                    <a:pt x="3820" y="24833"/>
                    <a:pt x="3962" y="24876"/>
                  </a:cubicBezTo>
                  <a:cubicBezTo>
                    <a:pt x="4047" y="24890"/>
                    <a:pt x="4104" y="24975"/>
                    <a:pt x="4189" y="25032"/>
                  </a:cubicBezTo>
                  <a:cubicBezTo>
                    <a:pt x="4345" y="25145"/>
                    <a:pt x="4161" y="25358"/>
                    <a:pt x="4260" y="25401"/>
                  </a:cubicBezTo>
                  <a:cubicBezTo>
                    <a:pt x="4345" y="25444"/>
                    <a:pt x="4530" y="25373"/>
                    <a:pt x="4558" y="25571"/>
                  </a:cubicBezTo>
                  <a:cubicBezTo>
                    <a:pt x="4587" y="25671"/>
                    <a:pt x="4643" y="25756"/>
                    <a:pt x="4743" y="25784"/>
                  </a:cubicBezTo>
                  <a:cubicBezTo>
                    <a:pt x="4743" y="25898"/>
                    <a:pt x="4842" y="25983"/>
                    <a:pt x="4814" y="26097"/>
                  </a:cubicBezTo>
                  <a:cubicBezTo>
                    <a:pt x="4814" y="26139"/>
                    <a:pt x="4856" y="26210"/>
                    <a:pt x="4871" y="26210"/>
                  </a:cubicBezTo>
                  <a:cubicBezTo>
                    <a:pt x="5084" y="26196"/>
                    <a:pt x="5055" y="26437"/>
                    <a:pt x="5169" y="26494"/>
                  </a:cubicBezTo>
                  <a:cubicBezTo>
                    <a:pt x="5311" y="26565"/>
                    <a:pt x="5410" y="26693"/>
                    <a:pt x="5481" y="26821"/>
                  </a:cubicBezTo>
                  <a:cubicBezTo>
                    <a:pt x="5552" y="26934"/>
                    <a:pt x="5623" y="27020"/>
                    <a:pt x="5708" y="27119"/>
                  </a:cubicBezTo>
                  <a:cubicBezTo>
                    <a:pt x="5737" y="27204"/>
                    <a:pt x="5808" y="27275"/>
                    <a:pt x="5907" y="27289"/>
                  </a:cubicBezTo>
                  <a:lnTo>
                    <a:pt x="5907" y="27488"/>
                  </a:lnTo>
                  <a:cubicBezTo>
                    <a:pt x="5964" y="27531"/>
                    <a:pt x="5992" y="27602"/>
                    <a:pt x="5978" y="27687"/>
                  </a:cubicBezTo>
                  <a:cubicBezTo>
                    <a:pt x="5978" y="27758"/>
                    <a:pt x="6021" y="27829"/>
                    <a:pt x="6092" y="27871"/>
                  </a:cubicBezTo>
                  <a:cubicBezTo>
                    <a:pt x="6120" y="27815"/>
                    <a:pt x="6148" y="27729"/>
                    <a:pt x="6234" y="27758"/>
                  </a:cubicBezTo>
                  <a:cubicBezTo>
                    <a:pt x="6262" y="27758"/>
                    <a:pt x="6262" y="27829"/>
                    <a:pt x="6276" y="27871"/>
                  </a:cubicBezTo>
                  <a:cubicBezTo>
                    <a:pt x="6305" y="27871"/>
                    <a:pt x="6319" y="27871"/>
                    <a:pt x="6347" y="27871"/>
                  </a:cubicBezTo>
                  <a:lnTo>
                    <a:pt x="6347" y="27871"/>
                  </a:lnTo>
                  <a:cubicBezTo>
                    <a:pt x="6361" y="27999"/>
                    <a:pt x="6234" y="28113"/>
                    <a:pt x="6276" y="28255"/>
                  </a:cubicBezTo>
                  <a:lnTo>
                    <a:pt x="6276" y="28255"/>
                  </a:lnTo>
                  <a:cubicBezTo>
                    <a:pt x="6333" y="28312"/>
                    <a:pt x="6418" y="28283"/>
                    <a:pt x="6475" y="28340"/>
                  </a:cubicBezTo>
                  <a:lnTo>
                    <a:pt x="6475" y="28340"/>
                  </a:lnTo>
                  <a:cubicBezTo>
                    <a:pt x="6546" y="28468"/>
                    <a:pt x="6702" y="28510"/>
                    <a:pt x="6759" y="28624"/>
                  </a:cubicBezTo>
                  <a:cubicBezTo>
                    <a:pt x="6787" y="28624"/>
                    <a:pt x="6830" y="28624"/>
                    <a:pt x="6858" y="28624"/>
                  </a:cubicBezTo>
                  <a:cubicBezTo>
                    <a:pt x="6929" y="28681"/>
                    <a:pt x="7029" y="28681"/>
                    <a:pt x="7114" y="28652"/>
                  </a:cubicBezTo>
                  <a:cubicBezTo>
                    <a:pt x="7114" y="28638"/>
                    <a:pt x="7114" y="28624"/>
                    <a:pt x="7114" y="28610"/>
                  </a:cubicBezTo>
                  <a:lnTo>
                    <a:pt x="7142" y="28624"/>
                  </a:lnTo>
                  <a:lnTo>
                    <a:pt x="7142" y="28624"/>
                  </a:lnTo>
                  <a:lnTo>
                    <a:pt x="7142" y="28723"/>
                  </a:lnTo>
                  <a:lnTo>
                    <a:pt x="7227" y="28723"/>
                  </a:lnTo>
                  <a:lnTo>
                    <a:pt x="7227" y="28723"/>
                  </a:lnTo>
                  <a:cubicBezTo>
                    <a:pt x="7242" y="28723"/>
                    <a:pt x="7242" y="28723"/>
                    <a:pt x="7256" y="28738"/>
                  </a:cubicBezTo>
                  <a:lnTo>
                    <a:pt x="7227" y="28738"/>
                  </a:lnTo>
                  <a:cubicBezTo>
                    <a:pt x="7171" y="28823"/>
                    <a:pt x="7171" y="28922"/>
                    <a:pt x="7227" y="29007"/>
                  </a:cubicBezTo>
                  <a:lnTo>
                    <a:pt x="7327" y="29021"/>
                  </a:lnTo>
                  <a:lnTo>
                    <a:pt x="7426" y="28993"/>
                  </a:lnTo>
                  <a:cubicBezTo>
                    <a:pt x="7469" y="29021"/>
                    <a:pt x="7540" y="29036"/>
                    <a:pt x="7540" y="29050"/>
                  </a:cubicBezTo>
                  <a:cubicBezTo>
                    <a:pt x="7568" y="29206"/>
                    <a:pt x="7682" y="29192"/>
                    <a:pt x="7781" y="29206"/>
                  </a:cubicBezTo>
                  <a:lnTo>
                    <a:pt x="7781" y="29206"/>
                  </a:lnTo>
                  <a:cubicBezTo>
                    <a:pt x="7881" y="29462"/>
                    <a:pt x="8179" y="29447"/>
                    <a:pt x="8335" y="29618"/>
                  </a:cubicBezTo>
                  <a:cubicBezTo>
                    <a:pt x="8420" y="29703"/>
                    <a:pt x="8534" y="29675"/>
                    <a:pt x="8647" y="29646"/>
                  </a:cubicBezTo>
                  <a:cubicBezTo>
                    <a:pt x="8747" y="29632"/>
                    <a:pt x="8732" y="29717"/>
                    <a:pt x="8761" y="29760"/>
                  </a:cubicBezTo>
                  <a:cubicBezTo>
                    <a:pt x="8846" y="29902"/>
                    <a:pt x="9002" y="29902"/>
                    <a:pt x="9130" y="29916"/>
                  </a:cubicBezTo>
                  <a:cubicBezTo>
                    <a:pt x="9187" y="29930"/>
                    <a:pt x="9244" y="29831"/>
                    <a:pt x="9315" y="29774"/>
                  </a:cubicBezTo>
                  <a:cubicBezTo>
                    <a:pt x="9315" y="29774"/>
                    <a:pt x="9329" y="29760"/>
                    <a:pt x="9329" y="29760"/>
                  </a:cubicBezTo>
                  <a:lnTo>
                    <a:pt x="9329" y="29760"/>
                  </a:lnTo>
                  <a:lnTo>
                    <a:pt x="9315" y="29774"/>
                  </a:lnTo>
                  <a:cubicBezTo>
                    <a:pt x="9329" y="29873"/>
                    <a:pt x="9315" y="29987"/>
                    <a:pt x="9414" y="30058"/>
                  </a:cubicBezTo>
                  <a:lnTo>
                    <a:pt x="9428" y="30030"/>
                  </a:lnTo>
                  <a:lnTo>
                    <a:pt x="9428" y="30030"/>
                  </a:lnTo>
                  <a:lnTo>
                    <a:pt x="9414" y="30058"/>
                  </a:lnTo>
                  <a:cubicBezTo>
                    <a:pt x="9485" y="30172"/>
                    <a:pt x="9655" y="30186"/>
                    <a:pt x="9712" y="30313"/>
                  </a:cubicBezTo>
                  <a:cubicBezTo>
                    <a:pt x="9741" y="30313"/>
                    <a:pt x="9755" y="30328"/>
                    <a:pt x="9783" y="30328"/>
                  </a:cubicBezTo>
                  <a:cubicBezTo>
                    <a:pt x="9854" y="30285"/>
                    <a:pt x="9939" y="30285"/>
                    <a:pt x="10010" y="30328"/>
                  </a:cubicBezTo>
                  <a:cubicBezTo>
                    <a:pt x="10039" y="30328"/>
                    <a:pt x="10067" y="30342"/>
                    <a:pt x="10081" y="30342"/>
                  </a:cubicBezTo>
                  <a:cubicBezTo>
                    <a:pt x="10592" y="30541"/>
                    <a:pt x="11132" y="30626"/>
                    <a:pt x="11686" y="30569"/>
                  </a:cubicBezTo>
                  <a:cubicBezTo>
                    <a:pt x="11700" y="30569"/>
                    <a:pt x="11714" y="30555"/>
                    <a:pt x="11728" y="30541"/>
                  </a:cubicBezTo>
                  <a:lnTo>
                    <a:pt x="11757" y="30541"/>
                  </a:lnTo>
                  <a:lnTo>
                    <a:pt x="11799" y="30541"/>
                  </a:lnTo>
                  <a:lnTo>
                    <a:pt x="11799" y="30612"/>
                  </a:lnTo>
                  <a:cubicBezTo>
                    <a:pt x="11884" y="30626"/>
                    <a:pt x="11955" y="30612"/>
                    <a:pt x="12026" y="30597"/>
                  </a:cubicBezTo>
                  <a:cubicBezTo>
                    <a:pt x="12140" y="30526"/>
                    <a:pt x="12225" y="30526"/>
                    <a:pt x="12310" y="30640"/>
                  </a:cubicBezTo>
                  <a:cubicBezTo>
                    <a:pt x="12339" y="30683"/>
                    <a:pt x="12410" y="30697"/>
                    <a:pt x="12467" y="30725"/>
                  </a:cubicBezTo>
                  <a:lnTo>
                    <a:pt x="12467" y="30810"/>
                  </a:lnTo>
                  <a:lnTo>
                    <a:pt x="12566" y="30810"/>
                  </a:lnTo>
                  <a:cubicBezTo>
                    <a:pt x="12637" y="30896"/>
                    <a:pt x="12708" y="30981"/>
                    <a:pt x="12850" y="30910"/>
                  </a:cubicBezTo>
                  <a:cubicBezTo>
                    <a:pt x="12949" y="30896"/>
                    <a:pt x="13063" y="30910"/>
                    <a:pt x="13134" y="30810"/>
                  </a:cubicBezTo>
                  <a:cubicBezTo>
                    <a:pt x="13162" y="30796"/>
                    <a:pt x="13191" y="30796"/>
                    <a:pt x="13219" y="30796"/>
                  </a:cubicBezTo>
                  <a:cubicBezTo>
                    <a:pt x="13318" y="30825"/>
                    <a:pt x="13418" y="30910"/>
                    <a:pt x="13517" y="30796"/>
                  </a:cubicBezTo>
                  <a:cubicBezTo>
                    <a:pt x="13560" y="30683"/>
                    <a:pt x="13673" y="30612"/>
                    <a:pt x="13801" y="30626"/>
                  </a:cubicBezTo>
                  <a:cubicBezTo>
                    <a:pt x="13830" y="30683"/>
                    <a:pt x="13886" y="30711"/>
                    <a:pt x="13957" y="30711"/>
                  </a:cubicBezTo>
                  <a:cubicBezTo>
                    <a:pt x="14142" y="30711"/>
                    <a:pt x="14312" y="30825"/>
                    <a:pt x="14511" y="30768"/>
                  </a:cubicBezTo>
                  <a:cubicBezTo>
                    <a:pt x="14625" y="30924"/>
                    <a:pt x="14738" y="30839"/>
                    <a:pt x="14866" y="30768"/>
                  </a:cubicBezTo>
                  <a:cubicBezTo>
                    <a:pt x="15008" y="30711"/>
                    <a:pt x="15164" y="30597"/>
                    <a:pt x="15349" y="30739"/>
                  </a:cubicBezTo>
                  <a:cubicBezTo>
                    <a:pt x="15406" y="30796"/>
                    <a:pt x="15491" y="30697"/>
                    <a:pt x="15519" y="30640"/>
                  </a:cubicBezTo>
                  <a:lnTo>
                    <a:pt x="15519" y="30640"/>
                  </a:lnTo>
                  <a:cubicBezTo>
                    <a:pt x="15548" y="30626"/>
                    <a:pt x="15576" y="30626"/>
                    <a:pt x="15604" y="30597"/>
                  </a:cubicBezTo>
                  <a:cubicBezTo>
                    <a:pt x="15690" y="30583"/>
                    <a:pt x="15775" y="30526"/>
                    <a:pt x="15846" y="30640"/>
                  </a:cubicBezTo>
                  <a:cubicBezTo>
                    <a:pt x="15917" y="30754"/>
                    <a:pt x="16044" y="30825"/>
                    <a:pt x="16186" y="30796"/>
                  </a:cubicBezTo>
                  <a:cubicBezTo>
                    <a:pt x="16243" y="30796"/>
                    <a:pt x="16314" y="30796"/>
                    <a:pt x="16371" y="30810"/>
                  </a:cubicBezTo>
                  <a:cubicBezTo>
                    <a:pt x="16385" y="30796"/>
                    <a:pt x="16414" y="30796"/>
                    <a:pt x="16442" y="30796"/>
                  </a:cubicBezTo>
                  <a:cubicBezTo>
                    <a:pt x="16485" y="30782"/>
                    <a:pt x="16499" y="30739"/>
                    <a:pt x="16485" y="30697"/>
                  </a:cubicBezTo>
                  <a:lnTo>
                    <a:pt x="16598" y="30640"/>
                  </a:lnTo>
                  <a:cubicBezTo>
                    <a:pt x="16598" y="30725"/>
                    <a:pt x="16570" y="30825"/>
                    <a:pt x="16655" y="30896"/>
                  </a:cubicBezTo>
                  <a:lnTo>
                    <a:pt x="16840" y="30896"/>
                  </a:lnTo>
                  <a:cubicBezTo>
                    <a:pt x="16953" y="30810"/>
                    <a:pt x="17109" y="30896"/>
                    <a:pt x="17223" y="30825"/>
                  </a:cubicBezTo>
                  <a:lnTo>
                    <a:pt x="17322" y="30711"/>
                  </a:lnTo>
                  <a:cubicBezTo>
                    <a:pt x="17379" y="30654"/>
                    <a:pt x="17478" y="30683"/>
                    <a:pt x="17521" y="30626"/>
                  </a:cubicBezTo>
                  <a:lnTo>
                    <a:pt x="17706" y="30626"/>
                  </a:lnTo>
                  <a:cubicBezTo>
                    <a:pt x="17805" y="30484"/>
                    <a:pt x="17961" y="30541"/>
                    <a:pt x="18089" y="30512"/>
                  </a:cubicBezTo>
                  <a:cubicBezTo>
                    <a:pt x="18203" y="30484"/>
                    <a:pt x="18274" y="30384"/>
                    <a:pt x="18359" y="30342"/>
                  </a:cubicBezTo>
                  <a:cubicBezTo>
                    <a:pt x="18274" y="30441"/>
                    <a:pt x="18160" y="30541"/>
                    <a:pt x="18288" y="30711"/>
                  </a:cubicBezTo>
                  <a:lnTo>
                    <a:pt x="18316" y="30711"/>
                  </a:lnTo>
                  <a:lnTo>
                    <a:pt x="18359" y="30711"/>
                  </a:lnTo>
                  <a:cubicBezTo>
                    <a:pt x="18416" y="30654"/>
                    <a:pt x="18501" y="30683"/>
                    <a:pt x="18558" y="30612"/>
                  </a:cubicBezTo>
                  <a:lnTo>
                    <a:pt x="18558" y="30612"/>
                  </a:lnTo>
                  <a:cubicBezTo>
                    <a:pt x="18629" y="30512"/>
                    <a:pt x="18770" y="30597"/>
                    <a:pt x="18841" y="30526"/>
                  </a:cubicBezTo>
                  <a:lnTo>
                    <a:pt x="18841" y="30526"/>
                  </a:lnTo>
                  <a:cubicBezTo>
                    <a:pt x="18870" y="30498"/>
                    <a:pt x="18898" y="30470"/>
                    <a:pt x="18941" y="30441"/>
                  </a:cubicBezTo>
                  <a:lnTo>
                    <a:pt x="19211" y="30427"/>
                  </a:lnTo>
                  <a:cubicBezTo>
                    <a:pt x="19253" y="30399"/>
                    <a:pt x="19296" y="30370"/>
                    <a:pt x="19324" y="30328"/>
                  </a:cubicBezTo>
                  <a:lnTo>
                    <a:pt x="19324" y="30328"/>
                  </a:lnTo>
                  <a:cubicBezTo>
                    <a:pt x="19551" y="30228"/>
                    <a:pt x="19892" y="30328"/>
                    <a:pt x="20006" y="30001"/>
                  </a:cubicBezTo>
                  <a:cubicBezTo>
                    <a:pt x="19906" y="30328"/>
                    <a:pt x="19921" y="30328"/>
                    <a:pt x="20176" y="30328"/>
                  </a:cubicBezTo>
                  <a:lnTo>
                    <a:pt x="20176" y="30328"/>
                  </a:lnTo>
                  <a:cubicBezTo>
                    <a:pt x="20204" y="30299"/>
                    <a:pt x="20247" y="30271"/>
                    <a:pt x="20275" y="30243"/>
                  </a:cubicBezTo>
                  <a:lnTo>
                    <a:pt x="20275" y="30243"/>
                  </a:lnTo>
                  <a:cubicBezTo>
                    <a:pt x="20290" y="30200"/>
                    <a:pt x="20346" y="30200"/>
                    <a:pt x="20375" y="30243"/>
                  </a:cubicBezTo>
                  <a:lnTo>
                    <a:pt x="20460" y="30243"/>
                  </a:lnTo>
                  <a:cubicBezTo>
                    <a:pt x="20488" y="30200"/>
                    <a:pt x="20531" y="30172"/>
                    <a:pt x="20559" y="30143"/>
                  </a:cubicBezTo>
                  <a:lnTo>
                    <a:pt x="20559" y="30143"/>
                  </a:lnTo>
                  <a:cubicBezTo>
                    <a:pt x="20630" y="30058"/>
                    <a:pt x="20758" y="30129"/>
                    <a:pt x="20843" y="30044"/>
                  </a:cubicBezTo>
                  <a:cubicBezTo>
                    <a:pt x="20872" y="30015"/>
                    <a:pt x="20900" y="29987"/>
                    <a:pt x="20929" y="29959"/>
                  </a:cubicBezTo>
                  <a:cubicBezTo>
                    <a:pt x="20971" y="29959"/>
                    <a:pt x="21000" y="29959"/>
                    <a:pt x="21028" y="29959"/>
                  </a:cubicBezTo>
                  <a:cubicBezTo>
                    <a:pt x="21056" y="29916"/>
                    <a:pt x="21099" y="29916"/>
                    <a:pt x="21127" y="29959"/>
                  </a:cubicBezTo>
                  <a:lnTo>
                    <a:pt x="21213" y="29959"/>
                  </a:lnTo>
                  <a:cubicBezTo>
                    <a:pt x="21284" y="29902"/>
                    <a:pt x="21213" y="29788"/>
                    <a:pt x="21312" y="29760"/>
                  </a:cubicBezTo>
                  <a:lnTo>
                    <a:pt x="21411" y="29760"/>
                  </a:lnTo>
                  <a:cubicBezTo>
                    <a:pt x="21468" y="29817"/>
                    <a:pt x="21553" y="29817"/>
                    <a:pt x="21596" y="29760"/>
                  </a:cubicBezTo>
                  <a:lnTo>
                    <a:pt x="21596" y="29760"/>
                  </a:lnTo>
                  <a:cubicBezTo>
                    <a:pt x="21624" y="29731"/>
                    <a:pt x="21624" y="29689"/>
                    <a:pt x="21596" y="29675"/>
                  </a:cubicBezTo>
                  <a:lnTo>
                    <a:pt x="21596" y="29575"/>
                  </a:lnTo>
                  <a:cubicBezTo>
                    <a:pt x="21596" y="29575"/>
                    <a:pt x="21582" y="29561"/>
                    <a:pt x="21582" y="29547"/>
                  </a:cubicBezTo>
                  <a:cubicBezTo>
                    <a:pt x="21568" y="29518"/>
                    <a:pt x="21582" y="29504"/>
                    <a:pt x="21596" y="29476"/>
                  </a:cubicBezTo>
                  <a:lnTo>
                    <a:pt x="21695" y="29476"/>
                  </a:lnTo>
                  <a:cubicBezTo>
                    <a:pt x="21752" y="29533"/>
                    <a:pt x="21837" y="29533"/>
                    <a:pt x="21880" y="29476"/>
                  </a:cubicBezTo>
                  <a:cubicBezTo>
                    <a:pt x="21922" y="29447"/>
                    <a:pt x="21951" y="29419"/>
                    <a:pt x="21979" y="29376"/>
                  </a:cubicBezTo>
                  <a:cubicBezTo>
                    <a:pt x="22022" y="29348"/>
                    <a:pt x="22050" y="29320"/>
                    <a:pt x="22079" y="29277"/>
                  </a:cubicBezTo>
                  <a:cubicBezTo>
                    <a:pt x="22121" y="29249"/>
                    <a:pt x="22135" y="29192"/>
                    <a:pt x="22121" y="29135"/>
                  </a:cubicBezTo>
                  <a:cubicBezTo>
                    <a:pt x="22164" y="29149"/>
                    <a:pt x="22235" y="29149"/>
                    <a:pt x="22277" y="29192"/>
                  </a:cubicBezTo>
                  <a:cubicBezTo>
                    <a:pt x="22306" y="29192"/>
                    <a:pt x="22334" y="29192"/>
                    <a:pt x="22363" y="29192"/>
                  </a:cubicBezTo>
                  <a:cubicBezTo>
                    <a:pt x="22391" y="29149"/>
                    <a:pt x="22434" y="29121"/>
                    <a:pt x="22462" y="29092"/>
                  </a:cubicBezTo>
                  <a:cubicBezTo>
                    <a:pt x="22462" y="29064"/>
                    <a:pt x="22462" y="29021"/>
                    <a:pt x="22462" y="28993"/>
                  </a:cubicBezTo>
                  <a:lnTo>
                    <a:pt x="22462" y="28894"/>
                  </a:lnTo>
                  <a:cubicBezTo>
                    <a:pt x="22618" y="28766"/>
                    <a:pt x="22831" y="28709"/>
                    <a:pt x="23030" y="28709"/>
                  </a:cubicBezTo>
                  <a:cubicBezTo>
                    <a:pt x="23243" y="28695"/>
                    <a:pt x="23456" y="28652"/>
                    <a:pt x="23655" y="28553"/>
                  </a:cubicBezTo>
                  <a:cubicBezTo>
                    <a:pt x="23811" y="28312"/>
                    <a:pt x="24109" y="28411"/>
                    <a:pt x="24294" y="28255"/>
                  </a:cubicBezTo>
                  <a:cubicBezTo>
                    <a:pt x="24577" y="28312"/>
                    <a:pt x="24776" y="28127"/>
                    <a:pt x="24961" y="27971"/>
                  </a:cubicBezTo>
                  <a:cubicBezTo>
                    <a:pt x="25344" y="27673"/>
                    <a:pt x="25699" y="27360"/>
                    <a:pt x="26111" y="27105"/>
                  </a:cubicBezTo>
                  <a:lnTo>
                    <a:pt x="26267" y="26977"/>
                  </a:lnTo>
                  <a:cubicBezTo>
                    <a:pt x="26295" y="26892"/>
                    <a:pt x="26338" y="26807"/>
                    <a:pt x="26381" y="26721"/>
                  </a:cubicBezTo>
                  <a:lnTo>
                    <a:pt x="27034" y="26693"/>
                  </a:lnTo>
                  <a:cubicBezTo>
                    <a:pt x="27133" y="26508"/>
                    <a:pt x="27332" y="26537"/>
                    <a:pt x="27502" y="26508"/>
                  </a:cubicBezTo>
                  <a:cubicBezTo>
                    <a:pt x="27516" y="26409"/>
                    <a:pt x="27559" y="26324"/>
                    <a:pt x="27644" y="26267"/>
                  </a:cubicBezTo>
                  <a:cubicBezTo>
                    <a:pt x="27900" y="26139"/>
                    <a:pt x="28099" y="25926"/>
                    <a:pt x="28198" y="25671"/>
                  </a:cubicBezTo>
                  <a:cubicBezTo>
                    <a:pt x="28226" y="25628"/>
                    <a:pt x="28255" y="25600"/>
                    <a:pt x="28297" y="25586"/>
                  </a:cubicBezTo>
                  <a:cubicBezTo>
                    <a:pt x="28525" y="25543"/>
                    <a:pt x="28581" y="25358"/>
                    <a:pt x="28667" y="25188"/>
                  </a:cubicBezTo>
                  <a:cubicBezTo>
                    <a:pt x="28766" y="25103"/>
                    <a:pt x="28837" y="25003"/>
                    <a:pt x="28936" y="24918"/>
                  </a:cubicBezTo>
                  <a:cubicBezTo>
                    <a:pt x="29121" y="24776"/>
                    <a:pt x="29263" y="24592"/>
                    <a:pt x="29376" y="24379"/>
                  </a:cubicBezTo>
                  <a:cubicBezTo>
                    <a:pt x="29504" y="24166"/>
                    <a:pt x="29675" y="23981"/>
                    <a:pt x="29888" y="23853"/>
                  </a:cubicBezTo>
                  <a:cubicBezTo>
                    <a:pt x="29888" y="23711"/>
                    <a:pt x="29888" y="23569"/>
                    <a:pt x="29902" y="23427"/>
                  </a:cubicBezTo>
                  <a:cubicBezTo>
                    <a:pt x="29930" y="23271"/>
                    <a:pt x="29973" y="23115"/>
                    <a:pt x="30172" y="23072"/>
                  </a:cubicBezTo>
                  <a:cubicBezTo>
                    <a:pt x="30172" y="22973"/>
                    <a:pt x="30257" y="22888"/>
                    <a:pt x="30370" y="22888"/>
                  </a:cubicBezTo>
                  <a:cubicBezTo>
                    <a:pt x="30384" y="22789"/>
                    <a:pt x="30370" y="22661"/>
                    <a:pt x="30498" y="22618"/>
                  </a:cubicBezTo>
                  <a:cubicBezTo>
                    <a:pt x="30626" y="22590"/>
                    <a:pt x="30697" y="22448"/>
                    <a:pt x="30754" y="22334"/>
                  </a:cubicBezTo>
                  <a:lnTo>
                    <a:pt x="30739" y="22306"/>
                  </a:lnTo>
                  <a:lnTo>
                    <a:pt x="30739" y="22306"/>
                  </a:lnTo>
                  <a:lnTo>
                    <a:pt x="30754" y="22334"/>
                  </a:lnTo>
                  <a:lnTo>
                    <a:pt x="30952" y="22050"/>
                  </a:lnTo>
                  <a:lnTo>
                    <a:pt x="30952" y="22050"/>
                  </a:lnTo>
                  <a:lnTo>
                    <a:pt x="31123" y="21937"/>
                  </a:lnTo>
                  <a:lnTo>
                    <a:pt x="31208" y="21837"/>
                  </a:lnTo>
                  <a:cubicBezTo>
                    <a:pt x="31222" y="21752"/>
                    <a:pt x="31251" y="21681"/>
                    <a:pt x="31322" y="21638"/>
                  </a:cubicBezTo>
                  <a:lnTo>
                    <a:pt x="31364" y="21638"/>
                  </a:lnTo>
                  <a:lnTo>
                    <a:pt x="31407" y="21638"/>
                  </a:lnTo>
                  <a:cubicBezTo>
                    <a:pt x="31407" y="21567"/>
                    <a:pt x="31449" y="21497"/>
                    <a:pt x="31506" y="21454"/>
                  </a:cubicBezTo>
                  <a:cubicBezTo>
                    <a:pt x="31563" y="21340"/>
                    <a:pt x="31563" y="21213"/>
                    <a:pt x="31520" y="21085"/>
                  </a:cubicBezTo>
                  <a:cubicBezTo>
                    <a:pt x="31520" y="21014"/>
                    <a:pt x="31535" y="20929"/>
                    <a:pt x="31535" y="20858"/>
                  </a:cubicBezTo>
                  <a:cubicBezTo>
                    <a:pt x="31535" y="20716"/>
                    <a:pt x="31606" y="20588"/>
                    <a:pt x="31733" y="20531"/>
                  </a:cubicBezTo>
                  <a:cubicBezTo>
                    <a:pt x="31790" y="20503"/>
                    <a:pt x="31833" y="20460"/>
                    <a:pt x="31875" y="20403"/>
                  </a:cubicBezTo>
                  <a:cubicBezTo>
                    <a:pt x="31889" y="20219"/>
                    <a:pt x="32003" y="20034"/>
                    <a:pt x="32173" y="19935"/>
                  </a:cubicBezTo>
                  <a:lnTo>
                    <a:pt x="32173" y="19850"/>
                  </a:lnTo>
                  <a:lnTo>
                    <a:pt x="32259" y="19850"/>
                  </a:lnTo>
                  <a:cubicBezTo>
                    <a:pt x="32259" y="19665"/>
                    <a:pt x="32358" y="19495"/>
                    <a:pt x="32202" y="19310"/>
                  </a:cubicBezTo>
                  <a:cubicBezTo>
                    <a:pt x="32145" y="19253"/>
                    <a:pt x="32188" y="19140"/>
                    <a:pt x="32259" y="19069"/>
                  </a:cubicBezTo>
                  <a:cubicBezTo>
                    <a:pt x="32330" y="18998"/>
                    <a:pt x="32401" y="18941"/>
                    <a:pt x="32472" y="18884"/>
                  </a:cubicBezTo>
                  <a:cubicBezTo>
                    <a:pt x="32543" y="18841"/>
                    <a:pt x="32571" y="18756"/>
                    <a:pt x="32543" y="18685"/>
                  </a:cubicBezTo>
                  <a:cubicBezTo>
                    <a:pt x="32514" y="18600"/>
                    <a:pt x="32486" y="18501"/>
                    <a:pt x="32457" y="18416"/>
                  </a:cubicBezTo>
                  <a:lnTo>
                    <a:pt x="32557" y="18430"/>
                  </a:lnTo>
                  <a:lnTo>
                    <a:pt x="32557" y="18430"/>
                  </a:lnTo>
                  <a:lnTo>
                    <a:pt x="32557" y="18430"/>
                  </a:lnTo>
                  <a:lnTo>
                    <a:pt x="32557" y="18430"/>
                  </a:lnTo>
                  <a:cubicBezTo>
                    <a:pt x="32599" y="18501"/>
                    <a:pt x="32670" y="18529"/>
                    <a:pt x="32741" y="18501"/>
                  </a:cubicBezTo>
                  <a:cubicBezTo>
                    <a:pt x="32741" y="18430"/>
                    <a:pt x="32770" y="18359"/>
                    <a:pt x="32855" y="18330"/>
                  </a:cubicBezTo>
                  <a:cubicBezTo>
                    <a:pt x="32855" y="18217"/>
                    <a:pt x="32784" y="18103"/>
                    <a:pt x="32883" y="17975"/>
                  </a:cubicBezTo>
                  <a:cubicBezTo>
                    <a:pt x="32983" y="17862"/>
                    <a:pt x="32713" y="17805"/>
                    <a:pt x="32798" y="17663"/>
                  </a:cubicBezTo>
                  <a:cubicBezTo>
                    <a:pt x="32855" y="17592"/>
                    <a:pt x="32841" y="17507"/>
                    <a:pt x="32770" y="17450"/>
                  </a:cubicBezTo>
                  <a:lnTo>
                    <a:pt x="32770" y="17450"/>
                  </a:lnTo>
                  <a:cubicBezTo>
                    <a:pt x="32756" y="17336"/>
                    <a:pt x="32855" y="17209"/>
                    <a:pt x="32756" y="17095"/>
                  </a:cubicBezTo>
                  <a:lnTo>
                    <a:pt x="32756" y="17095"/>
                  </a:lnTo>
                  <a:cubicBezTo>
                    <a:pt x="32756" y="16911"/>
                    <a:pt x="32898" y="16911"/>
                    <a:pt x="33040" y="16896"/>
                  </a:cubicBezTo>
                  <a:lnTo>
                    <a:pt x="33040" y="16811"/>
                  </a:lnTo>
                  <a:cubicBezTo>
                    <a:pt x="33040" y="16740"/>
                    <a:pt x="33111" y="16740"/>
                    <a:pt x="33139" y="16712"/>
                  </a:cubicBezTo>
                  <a:lnTo>
                    <a:pt x="33139" y="16712"/>
                  </a:lnTo>
                  <a:cubicBezTo>
                    <a:pt x="33139" y="16712"/>
                    <a:pt x="33153" y="16712"/>
                    <a:pt x="33167" y="16683"/>
                  </a:cubicBezTo>
                  <a:cubicBezTo>
                    <a:pt x="33182" y="16655"/>
                    <a:pt x="33167" y="16641"/>
                    <a:pt x="33139" y="16612"/>
                  </a:cubicBezTo>
                  <a:lnTo>
                    <a:pt x="33139" y="16527"/>
                  </a:lnTo>
                  <a:cubicBezTo>
                    <a:pt x="33167" y="16499"/>
                    <a:pt x="33196" y="16456"/>
                    <a:pt x="33238" y="16428"/>
                  </a:cubicBezTo>
                  <a:cubicBezTo>
                    <a:pt x="33281" y="16328"/>
                    <a:pt x="33167" y="16272"/>
                    <a:pt x="33125" y="16172"/>
                  </a:cubicBezTo>
                  <a:close/>
                  <a:moveTo>
                    <a:pt x="16158" y="30285"/>
                  </a:moveTo>
                  <a:close/>
                  <a:moveTo>
                    <a:pt x="17876" y="739"/>
                  </a:moveTo>
                  <a:lnTo>
                    <a:pt x="17876" y="725"/>
                  </a:lnTo>
                  <a:lnTo>
                    <a:pt x="17890" y="739"/>
                  </a:lnTo>
                  <a:lnTo>
                    <a:pt x="17876" y="739"/>
                  </a:lnTo>
                  <a:lnTo>
                    <a:pt x="17876" y="753"/>
                  </a:lnTo>
                  <a:lnTo>
                    <a:pt x="17876" y="753"/>
                  </a:lnTo>
                  <a:close/>
                  <a:moveTo>
                    <a:pt x="19125" y="1406"/>
                  </a:moveTo>
                  <a:lnTo>
                    <a:pt x="19125" y="1406"/>
                  </a:lnTo>
                  <a:lnTo>
                    <a:pt x="19111" y="1406"/>
                  </a:lnTo>
                  <a:lnTo>
                    <a:pt x="19111" y="1406"/>
                  </a:lnTo>
                  <a:close/>
                  <a:moveTo>
                    <a:pt x="21312" y="4090"/>
                  </a:moveTo>
                  <a:cubicBezTo>
                    <a:pt x="21312" y="4090"/>
                    <a:pt x="21298" y="4104"/>
                    <a:pt x="21298" y="4104"/>
                  </a:cubicBezTo>
                  <a:lnTo>
                    <a:pt x="21298" y="4090"/>
                  </a:lnTo>
                  <a:close/>
                  <a:moveTo>
                    <a:pt x="31677" y="13617"/>
                  </a:moveTo>
                  <a:cubicBezTo>
                    <a:pt x="31691" y="13602"/>
                    <a:pt x="31691" y="13602"/>
                    <a:pt x="31705" y="13602"/>
                  </a:cubicBezTo>
                  <a:lnTo>
                    <a:pt x="31705" y="13602"/>
                  </a:lnTo>
                  <a:close/>
                  <a:moveTo>
                    <a:pt x="4345" y="7980"/>
                  </a:moveTo>
                  <a:cubicBezTo>
                    <a:pt x="4345" y="7980"/>
                    <a:pt x="4345" y="7994"/>
                    <a:pt x="4345" y="7994"/>
                  </a:cubicBezTo>
                  <a:close/>
                  <a:moveTo>
                    <a:pt x="16371" y="6063"/>
                  </a:moveTo>
                  <a:lnTo>
                    <a:pt x="16371" y="6077"/>
                  </a:lnTo>
                  <a:lnTo>
                    <a:pt x="16357" y="6077"/>
                  </a:lnTo>
                  <a:close/>
                  <a:moveTo>
                    <a:pt x="20460" y="27020"/>
                  </a:moveTo>
                  <a:lnTo>
                    <a:pt x="20460" y="27034"/>
                  </a:lnTo>
                  <a:lnTo>
                    <a:pt x="20446" y="27034"/>
                  </a:lnTo>
                  <a:close/>
                  <a:moveTo>
                    <a:pt x="20446" y="27048"/>
                  </a:moveTo>
                  <a:lnTo>
                    <a:pt x="20446" y="27034"/>
                  </a:lnTo>
                  <a:lnTo>
                    <a:pt x="20446" y="27048"/>
                  </a:lnTo>
                  <a:close/>
                  <a:moveTo>
                    <a:pt x="20275" y="27048"/>
                  </a:moveTo>
                  <a:lnTo>
                    <a:pt x="20261" y="27048"/>
                  </a:lnTo>
                  <a:lnTo>
                    <a:pt x="20261" y="27048"/>
                  </a:lnTo>
                  <a:cubicBezTo>
                    <a:pt x="20261" y="27048"/>
                    <a:pt x="20261" y="27034"/>
                    <a:pt x="20275" y="27048"/>
                  </a:cubicBezTo>
                  <a:close/>
                  <a:moveTo>
                    <a:pt x="6745" y="7966"/>
                  </a:moveTo>
                  <a:lnTo>
                    <a:pt x="6745" y="7994"/>
                  </a:lnTo>
                  <a:lnTo>
                    <a:pt x="6731" y="7994"/>
                  </a:lnTo>
                  <a:lnTo>
                    <a:pt x="6731" y="7994"/>
                  </a:lnTo>
                  <a:close/>
                  <a:moveTo>
                    <a:pt x="26182" y="19523"/>
                  </a:moveTo>
                  <a:lnTo>
                    <a:pt x="26168" y="19509"/>
                  </a:lnTo>
                  <a:lnTo>
                    <a:pt x="26182" y="19509"/>
                  </a:lnTo>
                  <a:cubicBezTo>
                    <a:pt x="26182" y="19523"/>
                    <a:pt x="26168" y="19523"/>
                    <a:pt x="26182" y="19523"/>
                  </a:cubicBezTo>
                  <a:close/>
                  <a:moveTo>
                    <a:pt x="12580" y="23995"/>
                  </a:moveTo>
                  <a:lnTo>
                    <a:pt x="12651" y="23995"/>
                  </a:lnTo>
                  <a:cubicBezTo>
                    <a:pt x="12651" y="23995"/>
                    <a:pt x="12651" y="24010"/>
                    <a:pt x="12651" y="24024"/>
                  </a:cubicBezTo>
                  <a:close/>
                  <a:moveTo>
                    <a:pt x="11246" y="24024"/>
                  </a:moveTo>
                  <a:lnTo>
                    <a:pt x="11217" y="23995"/>
                  </a:lnTo>
                  <a:lnTo>
                    <a:pt x="11246" y="24024"/>
                  </a:lnTo>
                  <a:cubicBezTo>
                    <a:pt x="11260" y="24024"/>
                    <a:pt x="11260" y="24038"/>
                    <a:pt x="11274" y="24052"/>
                  </a:cubicBezTo>
                  <a:lnTo>
                    <a:pt x="11274" y="24052"/>
                  </a:lnTo>
                  <a:cubicBezTo>
                    <a:pt x="11274" y="24038"/>
                    <a:pt x="11274" y="24038"/>
                    <a:pt x="11246" y="24024"/>
                  </a:cubicBezTo>
                  <a:close/>
                  <a:moveTo>
                    <a:pt x="9102" y="7114"/>
                  </a:moveTo>
                  <a:cubicBezTo>
                    <a:pt x="9116" y="7114"/>
                    <a:pt x="9130" y="7100"/>
                    <a:pt x="9144" y="7085"/>
                  </a:cubicBezTo>
                  <a:lnTo>
                    <a:pt x="9173" y="7057"/>
                  </a:lnTo>
                  <a:lnTo>
                    <a:pt x="9187" y="7057"/>
                  </a:lnTo>
                  <a:lnTo>
                    <a:pt x="9158" y="7085"/>
                  </a:lnTo>
                  <a:lnTo>
                    <a:pt x="9144" y="7100"/>
                  </a:lnTo>
                  <a:lnTo>
                    <a:pt x="9116" y="7128"/>
                  </a:lnTo>
                  <a:cubicBezTo>
                    <a:pt x="9116" y="7128"/>
                    <a:pt x="9116" y="7114"/>
                    <a:pt x="9102" y="7114"/>
                  </a:cubicBezTo>
                  <a:close/>
                  <a:moveTo>
                    <a:pt x="17195" y="5495"/>
                  </a:moveTo>
                  <a:cubicBezTo>
                    <a:pt x="17180" y="5467"/>
                    <a:pt x="17180" y="5439"/>
                    <a:pt x="17195" y="5410"/>
                  </a:cubicBezTo>
                  <a:cubicBezTo>
                    <a:pt x="17195" y="5396"/>
                    <a:pt x="17251" y="5368"/>
                    <a:pt x="17265" y="5382"/>
                  </a:cubicBezTo>
                  <a:lnTo>
                    <a:pt x="17280" y="5396"/>
                  </a:lnTo>
                  <a:cubicBezTo>
                    <a:pt x="17251" y="5424"/>
                    <a:pt x="17209" y="5467"/>
                    <a:pt x="17180" y="5509"/>
                  </a:cubicBezTo>
                  <a:close/>
                  <a:moveTo>
                    <a:pt x="4729" y="10933"/>
                  </a:moveTo>
                  <a:lnTo>
                    <a:pt x="4729" y="10933"/>
                  </a:lnTo>
                  <a:lnTo>
                    <a:pt x="4729" y="10933"/>
                  </a:lnTo>
                  <a:lnTo>
                    <a:pt x="4714" y="10933"/>
                  </a:lnTo>
                  <a:close/>
                  <a:moveTo>
                    <a:pt x="29021" y="17038"/>
                  </a:moveTo>
                  <a:lnTo>
                    <a:pt x="29021" y="17038"/>
                  </a:lnTo>
                  <a:close/>
                  <a:moveTo>
                    <a:pt x="9684" y="21426"/>
                  </a:moveTo>
                  <a:lnTo>
                    <a:pt x="9684" y="21426"/>
                  </a:lnTo>
                  <a:close/>
                  <a:moveTo>
                    <a:pt x="15533" y="5694"/>
                  </a:moveTo>
                  <a:lnTo>
                    <a:pt x="15533" y="5694"/>
                  </a:lnTo>
                  <a:lnTo>
                    <a:pt x="15533" y="5708"/>
                  </a:lnTo>
                  <a:close/>
                  <a:moveTo>
                    <a:pt x="28950" y="14071"/>
                  </a:moveTo>
                  <a:lnTo>
                    <a:pt x="28950" y="14071"/>
                  </a:lnTo>
                  <a:cubicBezTo>
                    <a:pt x="28979" y="14071"/>
                    <a:pt x="28993" y="14071"/>
                    <a:pt x="29007" y="14057"/>
                  </a:cubicBezTo>
                  <a:cubicBezTo>
                    <a:pt x="28993" y="14071"/>
                    <a:pt x="28965" y="14071"/>
                    <a:pt x="28950" y="14071"/>
                  </a:cubicBezTo>
                  <a:close/>
                  <a:moveTo>
                    <a:pt x="29220" y="13404"/>
                  </a:moveTo>
                  <a:close/>
                  <a:moveTo>
                    <a:pt x="28269" y="14738"/>
                  </a:moveTo>
                  <a:lnTo>
                    <a:pt x="28269" y="14738"/>
                  </a:lnTo>
                  <a:lnTo>
                    <a:pt x="28269" y="14696"/>
                  </a:lnTo>
                  <a:cubicBezTo>
                    <a:pt x="28269" y="14710"/>
                    <a:pt x="28283" y="14738"/>
                    <a:pt x="28283" y="14752"/>
                  </a:cubicBezTo>
                  <a:close/>
                  <a:moveTo>
                    <a:pt x="26551" y="15391"/>
                  </a:moveTo>
                  <a:lnTo>
                    <a:pt x="26551" y="15406"/>
                  </a:lnTo>
                  <a:lnTo>
                    <a:pt x="26537" y="15391"/>
                  </a:lnTo>
                  <a:close/>
                  <a:moveTo>
                    <a:pt x="17152" y="23853"/>
                  </a:moveTo>
                  <a:cubicBezTo>
                    <a:pt x="17152" y="23839"/>
                    <a:pt x="17152" y="23839"/>
                    <a:pt x="17152" y="23839"/>
                  </a:cubicBezTo>
                  <a:lnTo>
                    <a:pt x="17152" y="23839"/>
                  </a:lnTo>
                  <a:lnTo>
                    <a:pt x="17152" y="23839"/>
                  </a:lnTo>
                  <a:close/>
                  <a:moveTo>
                    <a:pt x="17024" y="23498"/>
                  </a:moveTo>
                  <a:lnTo>
                    <a:pt x="17024" y="23513"/>
                  </a:lnTo>
                  <a:lnTo>
                    <a:pt x="17024" y="23513"/>
                  </a:lnTo>
                  <a:lnTo>
                    <a:pt x="17024" y="23513"/>
                  </a:lnTo>
                  <a:lnTo>
                    <a:pt x="17024" y="23513"/>
                  </a:lnTo>
                  <a:close/>
                  <a:moveTo>
                    <a:pt x="12566" y="8832"/>
                  </a:moveTo>
                  <a:cubicBezTo>
                    <a:pt x="12566" y="8832"/>
                    <a:pt x="12566" y="8832"/>
                    <a:pt x="12566" y="8818"/>
                  </a:cubicBezTo>
                  <a:close/>
                  <a:moveTo>
                    <a:pt x="11714" y="18671"/>
                  </a:moveTo>
                  <a:lnTo>
                    <a:pt x="11714" y="18671"/>
                  </a:lnTo>
                  <a:close/>
                  <a:moveTo>
                    <a:pt x="9116" y="15533"/>
                  </a:moveTo>
                  <a:lnTo>
                    <a:pt x="9102" y="15533"/>
                  </a:lnTo>
                  <a:lnTo>
                    <a:pt x="9116" y="15519"/>
                  </a:lnTo>
                  <a:cubicBezTo>
                    <a:pt x="9116" y="15519"/>
                    <a:pt x="9116" y="15533"/>
                    <a:pt x="9116" y="15533"/>
                  </a:cubicBezTo>
                  <a:close/>
                  <a:moveTo>
                    <a:pt x="8449" y="17351"/>
                  </a:moveTo>
                  <a:cubicBezTo>
                    <a:pt x="8491" y="17308"/>
                    <a:pt x="8449" y="17422"/>
                    <a:pt x="8420" y="17365"/>
                  </a:cubicBezTo>
                  <a:cubicBezTo>
                    <a:pt x="8420" y="17336"/>
                    <a:pt x="8434" y="17322"/>
                    <a:pt x="8434" y="17308"/>
                  </a:cubicBezTo>
                  <a:cubicBezTo>
                    <a:pt x="8434" y="17322"/>
                    <a:pt x="8434" y="17336"/>
                    <a:pt x="8449" y="17351"/>
                  </a:cubicBezTo>
                  <a:close/>
                  <a:moveTo>
                    <a:pt x="6447" y="19211"/>
                  </a:moveTo>
                  <a:close/>
                  <a:moveTo>
                    <a:pt x="10152" y="21497"/>
                  </a:moveTo>
                  <a:close/>
                  <a:moveTo>
                    <a:pt x="12452" y="21894"/>
                  </a:moveTo>
                  <a:lnTo>
                    <a:pt x="12452" y="21894"/>
                  </a:lnTo>
                  <a:lnTo>
                    <a:pt x="12452" y="21894"/>
                  </a:lnTo>
                  <a:lnTo>
                    <a:pt x="12438" y="21880"/>
                  </a:lnTo>
                  <a:close/>
                  <a:moveTo>
                    <a:pt x="12736" y="8747"/>
                  </a:moveTo>
                  <a:lnTo>
                    <a:pt x="12736" y="8747"/>
                  </a:lnTo>
                  <a:lnTo>
                    <a:pt x="12736" y="8732"/>
                  </a:lnTo>
                  <a:lnTo>
                    <a:pt x="12736" y="8732"/>
                  </a:lnTo>
                  <a:lnTo>
                    <a:pt x="12736" y="8732"/>
                  </a:lnTo>
                  <a:lnTo>
                    <a:pt x="12736" y="8732"/>
                  </a:lnTo>
                  <a:lnTo>
                    <a:pt x="12736" y="8732"/>
                  </a:lnTo>
                  <a:close/>
                  <a:moveTo>
                    <a:pt x="12637" y="8463"/>
                  </a:moveTo>
                  <a:lnTo>
                    <a:pt x="12637" y="8463"/>
                  </a:lnTo>
                  <a:cubicBezTo>
                    <a:pt x="12637" y="8448"/>
                    <a:pt x="12637" y="8448"/>
                    <a:pt x="12623" y="8448"/>
                  </a:cubicBezTo>
                  <a:lnTo>
                    <a:pt x="12637" y="8448"/>
                  </a:lnTo>
                  <a:close/>
                  <a:moveTo>
                    <a:pt x="4658" y="14795"/>
                  </a:moveTo>
                  <a:cubicBezTo>
                    <a:pt x="4615" y="14795"/>
                    <a:pt x="4587" y="14809"/>
                    <a:pt x="4544" y="14809"/>
                  </a:cubicBezTo>
                  <a:cubicBezTo>
                    <a:pt x="4572" y="14752"/>
                    <a:pt x="4615" y="14710"/>
                    <a:pt x="4672" y="14681"/>
                  </a:cubicBezTo>
                  <a:cubicBezTo>
                    <a:pt x="4672" y="14724"/>
                    <a:pt x="4672" y="14752"/>
                    <a:pt x="4658" y="14795"/>
                  </a:cubicBezTo>
                  <a:close/>
                  <a:moveTo>
                    <a:pt x="23456" y="14114"/>
                  </a:moveTo>
                  <a:cubicBezTo>
                    <a:pt x="23456" y="14114"/>
                    <a:pt x="23470" y="14128"/>
                    <a:pt x="23470" y="14142"/>
                  </a:cubicBezTo>
                  <a:cubicBezTo>
                    <a:pt x="23470" y="14128"/>
                    <a:pt x="23456" y="14114"/>
                    <a:pt x="23456" y="14099"/>
                  </a:cubicBezTo>
                  <a:close/>
                  <a:moveTo>
                    <a:pt x="23612" y="13077"/>
                  </a:moveTo>
                  <a:cubicBezTo>
                    <a:pt x="23669" y="13049"/>
                    <a:pt x="23711" y="13049"/>
                    <a:pt x="23768" y="13049"/>
                  </a:cubicBezTo>
                  <a:lnTo>
                    <a:pt x="23768" y="13049"/>
                  </a:lnTo>
                  <a:cubicBezTo>
                    <a:pt x="23726" y="13077"/>
                    <a:pt x="23669" y="13077"/>
                    <a:pt x="23626" y="13077"/>
                  </a:cubicBezTo>
                  <a:close/>
                  <a:moveTo>
                    <a:pt x="6617" y="10422"/>
                  </a:moveTo>
                  <a:lnTo>
                    <a:pt x="6617" y="10422"/>
                  </a:lnTo>
                  <a:lnTo>
                    <a:pt x="6617" y="10422"/>
                  </a:lnTo>
                  <a:close/>
                  <a:moveTo>
                    <a:pt x="5311" y="15789"/>
                  </a:moveTo>
                  <a:lnTo>
                    <a:pt x="5282" y="15817"/>
                  </a:lnTo>
                  <a:cubicBezTo>
                    <a:pt x="5282" y="15803"/>
                    <a:pt x="5282" y="15803"/>
                    <a:pt x="5282" y="15789"/>
                  </a:cubicBezTo>
                  <a:close/>
                  <a:moveTo>
                    <a:pt x="21482" y="18586"/>
                  </a:moveTo>
                  <a:lnTo>
                    <a:pt x="21482" y="18572"/>
                  </a:lnTo>
                  <a:lnTo>
                    <a:pt x="21482" y="18572"/>
                  </a:lnTo>
                  <a:close/>
                  <a:moveTo>
                    <a:pt x="21227" y="16243"/>
                  </a:moveTo>
                  <a:close/>
                  <a:moveTo>
                    <a:pt x="23498" y="14142"/>
                  </a:moveTo>
                  <a:close/>
                  <a:moveTo>
                    <a:pt x="10678" y="9428"/>
                  </a:moveTo>
                  <a:cubicBezTo>
                    <a:pt x="10635" y="9457"/>
                    <a:pt x="10592" y="9457"/>
                    <a:pt x="10550" y="9428"/>
                  </a:cubicBezTo>
                  <a:cubicBezTo>
                    <a:pt x="10621" y="9428"/>
                    <a:pt x="10692" y="9414"/>
                    <a:pt x="10749" y="9400"/>
                  </a:cubicBezTo>
                  <a:close/>
                  <a:moveTo>
                    <a:pt x="5978" y="10450"/>
                  </a:moveTo>
                  <a:close/>
                  <a:moveTo>
                    <a:pt x="5211" y="9130"/>
                  </a:moveTo>
                  <a:close/>
                  <a:moveTo>
                    <a:pt x="3976" y="14838"/>
                  </a:moveTo>
                  <a:lnTo>
                    <a:pt x="3976" y="14838"/>
                  </a:lnTo>
                  <a:close/>
                  <a:moveTo>
                    <a:pt x="9769" y="21426"/>
                  </a:moveTo>
                  <a:lnTo>
                    <a:pt x="9755" y="21426"/>
                  </a:lnTo>
                  <a:cubicBezTo>
                    <a:pt x="9755" y="21426"/>
                    <a:pt x="9769" y="21411"/>
                    <a:pt x="9769" y="21426"/>
                  </a:cubicBezTo>
                  <a:close/>
                  <a:moveTo>
                    <a:pt x="14923" y="25330"/>
                  </a:moveTo>
                  <a:close/>
                  <a:moveTo>
                    <a:pt x="24549" y="17819"/>
                  </a:moveTo>
                  <a:lnTo>
                    <a:pt x="24549" y="17791"/>
                  </a:lnTo>
                  <a:lnTo>
                    <a:pt x="24549" y="17791"/>
                  </a:lnTo>
                  <a:lnTo>
                    <a:pt x="24549" y="17805"/>
                  </a:lnTo>
                  <a:close/>
                  <a:moveTo>
                    <a:pt x="25642" y="12097"/>
                  </a:moveTo>
                  <a:lnTo>
                    <a:pt x="25657" y="12126"/>
                  </a:lnTo>
                  <a:cubicBezTo>
                    <a:pt x="25657" y="12126"/>
                    <a:pt x="25642" y="12112"/>
                    <a:pt x="25642" y="12097"/>
                  </a:cubicBezTo>
                  <a:close/>
                  <a:moveTo>
                    <a:pt x="24663" y="7526"/>
                  </a:moveTo>
                  <a:close/>
                  <a:moveTo>
                    <a:pt x="14355" y="5595"/>
                  </a:moveTo>
                  <a:close/>
                  <a:moveTo>
                    <a:pt x="7682" y="7298"/>
                  </a:moveTo>
                  <a:cubicBezTo>
                    <a:pt x="7682" y="7298"/>
                    <a:pt x="7682" y="7298"/>
                    <a:pt x="7668" y="7298"/>
                  </a:cubicBezTo>
                  <a:lnTo>
                    <a:pt x="7682" y="7298"/>
                  </a:lnTo>
                  <a:close/>
                  <a:moveTo>
                    <a:pt x="4842" y="10962"/>
                  </a:moveTo>
                  <a:close/>
                  <a:moveTo>
                    <a:pt x="7937" y="23910"/>
                  </a:moveTo>
                  <a:cubicBezTo>
                    <a:pt x="7909" y="23896"/>
                    <a:pt x="7895" y="23882"/>
                    <a:pt x="7881" y="23853"/>
                  </a:cubicBezTo>
                  <a:lnTo>
                    <a:pt x="7881" y="23782"/>
                  </a:lnTo>
                  <a:cubicBezTo>
                    <a:pt x="7937" y="23811"/>
                    <a:pt x="7980" y="23825"/>
                    <a:pt x="8037" y="23853"/>
                  </a:cubicBezTo>
                  <a:cubicBezTo>
                    <a:pt x="8037" y="23853"/>
                    <a:pt x="8037" y="23853"/>
                    <a:pt x="8037" y="23868"/>
                  </a:cubicBezTo>
                  <a:cubicBezTo>
                    <a:pt x="8008" y="23896"/>
                    <a:pt x="7980" y="23910"/>
                    <a:pt x="7937" y="23910"/>
                  </a:cubicBezTo>
                  <a:close/>
                  <a:moveTo>
                    <a:pt x="28922" y="17975"/>
                  </a:moveTo>
                  <a:close/>
                  <a:moveTo>
                    <a:pt x="22050" y="7653"/>
                  </a:moveTo>
                  <a:lnTo>
                    <a:pt x="22064" y="7653"/>
                  </a:lnTo>
                  <a:close/>
                  <a:moveTo>
                    <a:pt x="12552" y="5311"/>
                  </a:moveTo>
                  <a:cubicBezTo>
                    <a:pt x="12566" y="5325"/>
                    <a:pt x="12566" y="5339"/>
                    <a:pt x="12580" y="5353"/>
                  </a:cubicBezTo>
                  <a:lnTo>
                    <a:pt x="12623" y="5382"/>
                  </a:lnTo>
                  <a:cubicBezTo>
                    <a:pt x="12623" y="5396"/>
                    <a:pt x="12637" y="5396"/>
                    <a:pt x="12651" y="5410"/>
                  </a:cubicBezTo>
                  <a:lnTo>
                    <a:pt x="12651" y="5410"/>
                  </a:lnTo>
                  <a:cubicBezTo>
                    <a:pt x="12637" y="5396"/>
                    <a:pt x="12637" y="5396"/>
                    <a:pt x="12637" y="5382"/>
                  </a:cubicBezTo>
                  <a:lnTo>
                    <a:pt x="12637" y="5382"/>
                  </a:lnTo>
                  <a:lnTo>
                    <a:pt x="12637" y="5382"/>
                  </a:lnTo>
                  <a:lnTo>
                    <a:pt x="12594" y="5339"/>
                  </a:lnTo>
                  <a:lnTo>
                    <a:pt x="12566" y="5311"/>
                  </a:lnTo>
                  <a:close/>
                  <a:moveTo>
                    <a:pt x="13503" y="24180"/>
                  </a:moveTo>
                  <a:close/>
                  <a:moveTo>
                    <a:pt x="24648" y="23243"/>
                  </a:moveTo>
                  <a:lnTo>
                    <a:pt x="24648" y="23229"/>
                  </a:lnTo>
                  <a:cubicBezTo>
                    <a:pt x="24648" y="23214"/>
                    <a:pt x="24648" y="23229"/>
                    <a:pt x="24634" y="23214"/>
                  </a:cubicBezTo>
                  <a:lnTo>
                    <a:pt x="24648" y="23229"/>
                  </a:lnTo>
                  <a:lnTo>
                    <a:pt x="24648" y="23229"/>
                  </a:lnTo>
                  <a:lnTo>
                    <a:pt x="24648" y="23229"/>
                  </a:lnTo>
                  <a:cubicBezTo>
                    <a:pt x="24648" y="23229"/>
                    <a:pt x="24648" y="23229"/>
                    <a:pt x="24648" y="23243"/>
                  </a:cubicBezTo>
                  <a:close/>
                  <a:moveTo>
                    <a:pt x="30455" y="16754"/>
                  </a:moveTo>
                  <a:lnTo>
                    <a:pt x="30455" y="16754"/>
                  </a:lnTo>
                  <a:lnTo>
                    <a:pt x="30470" y="16754"/>
                  </a:lnTo>
                  <a:close/>
                  <a:moveTo>
                    <a:pt x="16783" y="4189"/>
                  </a:moveTo>
                  <a:close/>
                  <a:moveTo>
                    <a:pt x="5992" y="8818"/>
                  </a:moveTo>
                  <a:lnTo>
                    <a:pt x="5992" y="8846"/>
                  </a:lnTo>
                  <a:lnTo>
                    <a:pt x="5992" y="8846"/>
                  </a:lnTo>
                  <a:cubicBezTo>
                    <a:pt x="5992" y="8832"/>
                    <a:pt x="5992" y="8818"/>
                    <a:pt x="5992" y="8818"/>
                  </a:cubicBezTo>
                  <a:close/>
                  <a:moveTo>
                    <a:pt x="11884" y="26395"/>
                  </a:moveTo>
                  <a:close/>
                  <a:moveTo>
                    <a:pt x="20446" y="25969"/>
                  </a:moveTo>
                  <a:lnTo>
                    <a:pt x="20432" y="25969"/>
                  </a:lnTo>
                  <a:lnTo>
                    <a:pt x="20432" y="25969"/>
                  </a:lnTo>
                  <a:close/>
                  <a:moveTo>
                    <a:pt x="27786" y="21894"/>
                  </a:moveTo>
                  <a:close/>
                  <a:moveTo>
                    <a:pt x="29348" y="11089"/>
                  </a:moveTo>
                  <a:close/>
                  <a:moveTo>
                    <a:pt x="24052" y="5268"/>
                  </a:moveTo>
                  <a:lnTo>
                    <a:pt x="24052" y="5254"/>
                  </a:lnTo>
                  <a:close/>
                  <a:moveTo>
                    <a:pt x="20602" y="5623"/>
                  </a:moveTo>
                  <a:lnTo>
                    <a:pt x="20602" y="5609"/>
                  </a:lnTo>
                  <a:lnTo>
                    <a:pt x="20616" y="5609"/>
                  </a:lnTo>
                  <a:close/>
                  <a:moveTo>
                    <a:pt x="8079" y="27304"/>
                  </a:moveTo>
                  <a:lnTo>
                    <a:pt x="8079" y="27304"/>
                  </a:lnTo>
                  <a:lnTo>
                    <a:pt x="8065" y="27318"/>
                  </a:lnTo>
                  <a:lnTo>
                    <a:pt x="8065" y="27318"/>
                  </a:lnTo>
                  <a:close/>
                  <a:moveTo>
                    <a:pt x="15888" y="28283"/>
                  </a:moveTo>
                  <a:lnTo>
                    <a:pt x="15888" y="28269"/>
                  </a:lnTo>
                  <a:lnTo>
                    <a:pt x="15888" y="28269"/>
                  </a:lnTo>
                  <a:lnTo>
                    <a:pt x="15888" y="28269"/>
                  </a:lnTo>
                  <a:close/>
                  <a:moveTo>
                    <a:pt x="19693" y="27886"/>
                  </a:moveTo>
                  <a:lnTo>
                    <a:pt x="19693" y="27886"/>
                  </a:lnTo>
                  <a:lnTo>
                    <a:pt x="19693" y="27886"/>
                  </a:lnTo>
                  <a:close/>
                  <a:moveTo>
                    <a:pt x="29405" y="19977"/>
                  </a:moveTo>
                  <a:lnTo>
                    <a:pt x="29405" y="19977"/>
                  </a:lnTo>
                  <a:lnTo>
                    <a:pt x="29433" y="20006"/>
                  </a:lnTo>
                  <a:lnTo>
                    <a:pt x="29433" y="20006"/>
                  </a:lnTo>
                  <a:cubicBezTo>
                    <a:pt x="29419" y="19992"/>
                    <a:pt x="29419" y="19992"/>
                    <a:pt x="29405" y="19977"/>
                  </a:cubicBezTo>
                  <a:close/>
                  <a:moveTo>
                    <a:pt x="31719" y="13617"/>
                  </a:moveTo>
                  <a:lnTo>
                    <a:pt x="31719" y="13631"/>
                  </a:lnTo>
                  <a:lnTo>
                    <a:pt x="31677" y="13617"/>
                  </a:lnTo>
                  <a:lnTo>
                    <a:pt x="31691" y="13602"/>
                  </a:lnTo>
                  <a:close/>
                  <a:moveTo>
                    <a:pt x="30257" y="11217"/>
                  </a:moveTo>
                  <a:close/>
                  <a:moveTo>
                    <a:pt x="22774" y="5765"/>
                  </a:moveTo>
                  <a:cubicBezTo>
                    <a:pt x="22746" y="5765"/>
                    <a:pt x="22718" y="5765"/>
                    <a:pt x="22703" y="5779"/>
                  </a:cubicBezTo>
                  <a:lnTo>
                    <a:pt x="22845" y="5708"/>
                  </a:lnTo>
                  <a:cubicBezTo>
                    <a:pt x="22831" y="5722"/>
                    <a:pt x="22803" y="5751"/>
                    <a:pt x="22774" y="5765"/>
                  </a:cubicBezTo>
                  <a:close/>
                  <a:moveTo>
                    <a:pt x="12963" y="4175"/>
                  </a:moveTo>
                  <a:cubicBezTo>
                    <a:pt x="13006" y="4217"/>
                    <a:pt x="13034" y="4246"/>
                    <a:pt x="13063" y="4274"/>
                  </a:cubicBezTo>
                  <a:cubicBezTo>
                    <a:pt x="13020" y="4274"/>
                    <a:pt x="12978" y="4232"/>
                    <a:pt x="12978" y="4175"/>
                  </a:cubicBezTo>
                  <a:close/>
                  <a:moveTo>
                    <a:pt x="19509" y="28269"/>
                  </a:moveTo>
                  <a:lnTo>
                    <a:pt x="19509" y="28269"/>
                  </a:lnTo>
                  <a:lnTo>
                    <a:pt x="19509" y="28269"/>
                  </a:lnTo>
                  <a:cubicBezTo>
                    <a:pt x="19523" y="28269"/>
                    <a:pt x="19523" y="28269"/>
                    <a:pt x="19509" y="28269"/>
                  </a:cubicBezTo>
                  <a:close/>
                  <a:moveTo>
                    <a:pt x="27502" y="23612"/>
                  </a:moveTo>
                  <a:close/>
                  <a:moveTo>
                    <a:pt x="22916" y="3976"/>
                  </a:moveTo>
                  <a:close/>
                  <a:moveTo>
                    <a:pt x="19793" y="1690"/>
                  </a:moveTo>
                  <a:lnTo>
                    <a:pt x="19793" y="1690"/>
                  </a:lnTo>
                  <a:cubicBezTo>
                    <a:pt x="19793" y="1690"/>
                    <a:pt x="19793" y="1690"/>
                    <a:pt x="19793" y="1690"/>
                  </a:cubicBezTo>
                  <a:close/>
                  <a:moveTo>
                    <a:pt x="5495" y="7227"/>
                  </a:moveTo>
                  <a:close/>
                  <a:moveTo>
                    <a:pt x="12822" y="27815"/>
                  </a:moveTo>
                  <a:lnTo>
                    <a:pt x="12822" y="27800"/>
                  </a:lnTo>
                  <a:lnTo>
                    <a:pt x="12822" y="27800"/>
                  </a:lnTo>
                  <a:lnTo>
                    <a:pt x="12822" y="27800"/>
                  </a:lnTo>
                  <a:lnTo>
                    <a:pt x="12807" y="27800"/>
                  </a:lnTo>
                  <a:lnTo>
                    <a:pt x="12807" y="27786"/>
                  </a:lnTo>
                  <a:close/>
                  <a:moveTo>
                    <a:pt x="16840" y="29334"/>
                  </a:moveTo>
                  <a:close/>
                  <a:moveTo>
                    <a:pt x="23484" y="25742"/>
                  </a:moveTo>
                  <a:lnTo>
                    <a:pt x="23484" y="25742"/>
                  </a:lnTo>
                  <a:cubicBezTo>
                    <a:pt x="23456" y="25685"/>
                    <a:pt x="23555" y="25657"/>
                    <a:pt x="23612" y="25699"/>
                  </a:cubicBezTo>
                  <a:lnTo>
                    <a:pt x="23640" y="25713"/>
                  </a:lnTo>
                  <a:cubicBezTo>
                    <a:pt x="23584" y="25713"/>
                    <a:pt x="23527" y="25728"/>
                    <a:pt x="23484" y="25742"/>
                  </a:cubicBezTo>
                  <a:close/>
                  <a:moveTo>
                    <a:pt x="26352" y="5382"/>
                  </a:moveTo>
                  <a:cubicBezTo>
                    <a:pt x="26338" y="5368"/>
                    <a:pt x="26324" y="5339"/>
                    <a:pt x="26324" y="5325"/>
                  </a:cubicBezTo>
                  <a:cubicBezTo>
                    <a:pt x="26352" y="5325"/>
                    <a:pt x="26366" y="5339"/>
                    <a:pt x="26366" y="5353"/>
                  </a:cubicBezTo>
                  <a:cubicBezTo>
                    <a:pt x="26352" y="5368"/>
                    <a:pt x="26366" y="5368"/>
                    <a:pt x="26352" y="5382"/>
                  </a:cubicBezTo>
                  <a:close/>
                  <a:moveTo>
                    <a:pt x="1974" y="9130"/>
                  </a:moveTo>
                  <a:close/>
                  <a:moveTo>
                    <a:pt x="7866" y="27687"/>
                  </a:moveTo>
                  <a:cubicBezTo>
                    <a:pt x="7866" y="27687"/>
                    <a:pt x="7881" y="27701"/>
                    <a:pt x="7881" y="27701"/>
                  </a:cubicBezTo>
                  <a:lnTo>
                    <a:pt x="7881" y="27701"/>
                  </a:lnTo>
                  <a:close/>
                  <a:moveTo>
                    <a:pt x="18330" y="29036"/>
                  </a:moveTo>
                  <a:lnTo>
                    <a:pt x="18359" y="29036"/>
                  </a:lnTo>
                  <a:cubicBezTo>
                    <a:pt x="18345" y="29050"/>
                    <a:pt x="18345" y="29064"/>
                    <a:pt x="18330" y="29078"/>
                  </a:cubicBezTo>
                  <a:close/>
                  <a:moveTo>
                    <a:pt x="26466" y="25018"/>
                  </a:moveTo>
                  <a:lnTo>
                    <a:pt x="26551" y="24932"/>
                  </a:lnTo>
                  <a:lnTo>
                    <a:pt x="26551" y="24932"/>
                  </a:lnTo>
                  <a:cubicBezTo>
                    <a:pt x="26523" y="24961"/>
                    <a:pt x="26494" y="24989"/>
                    <a:pt x="26466" y="25018"/>
                  </a:cubicBezTo>
                  <a:close/>
                  <a:moveTo>
                    <a:pt x="20275" y="1804"/>
                  </a:moveTo>
                  <a:cubicBezTo>
                    <a:pt x="20304" y="1804"/>
                    <a:pt x="20332" y="1790"/>
                    <a:pt x="20375" y="1790"/>
                  </a:cubicBezTo>
                  <a:cubicBezTo>
                    <a:pt x="20417" y="1790"/>
                    <a:pt x="20460" y="1818"/>
                    <a:pt x="20474" y="1861"/>
                  </a:cubicBezTo>
                  <a:cubicBezTo>
                    <a:pt x="20417" y="1846"/>
                    <a:pt x="20346" y="1818"/>
                    <a:pt x="20275" y="1804"/>
                  </a:cubicBezTo>
                  <a:close/>
                  <a:moveTo>
                    <a:pt x="20460" y="924"/>
                  </a:moveTo>
                  <a:lnTo>
                    <a:pt x="20432" y="938"/>
                  </a:lnTo>
                  <a:lnTo>
                    <a:pt x="20432" y="938"/>
                  </a:lnTo>
                  <a:lnTo>
                    <a:pt x="20460" y="924"/>
                  </a:lnTo>
                  <a:close/>
                  <a:moveTo>
                    <a:pt x="4260" y="6262"/>
                  </a:moveTo>
                  <a:close/>
                  <a:moveTo>
                    <a:pt x="1207" y="18841"/>
                  </a:moveTo>
                  <a:lnTo>
                    <a:pt x="1222" y="18841"/>
                  </a:lnTo>
                  <a:close/>
                  <a:moveTo>
                    <a:pt x="3465" y="22959"/>
                  </a:moveTo>
                  <a:cubicBezTo>
                    <a:pt x="3493" y="22931"/>
                    <a:pt x="3536" y="22916"/>
                    <a:pt x="3579" y="22902"/>
                  </a:cubicBezTo>
                  <a:cubicBezTo>
                    <a:pt x="3579" y="22916"/>
                    <a:pt x="3579" y="22931"/>
                    <a:pt x="3564" y="22931"/>
                  </a:cubicBezTo>
                  <a:cubicBezTo>
                    <a:pt x="3522" y="22973"/>
                    <a:pt x="3493" y="22973"/>
                    <a:pt x="3465" y="22959"/>
                  </a:cubicBezTo>
                  <a:close/>
                  <a:moveTo>
                    <a:pt x="5410" y="25231"/>
                  </a:moveTo>
                  <a:lnTo>
                    <a:pt x="5410" y="25231"/>
                  </a:lnTo>
                  <a:lnTo>
                    <a:pt x="5410" y="25231"/>
                  </a:lnTo>
                  <a:lnTo>
                    <a:pt x="5410" y="25231"/>
                  </a:lnTo>
                  <a:lnTo>
                    <a:pt x="5410" y="25231"/>
                  </a:lnTo>
                  <a:lnTo>
                    <a:pt x="5410" y="25259"/>
                  </a:lnTo>
                  <a:lnTo>
                    <a:pt x="5410" y="25259"/>
                  </a:lnTo>
                  <a:cubicBezTo>
                    <a:pt x="5410" y="25245"/>
                    <a:pt x="5396" y="25245"/>
                    <a:pt x="5396" y="25231"/>
                  </a:cubicBezTo>
                  <a:close/>
                  <a:moveTo>
                    <a:pt x="5992" y="25543"/>
                  </a:moveTo>
                  <a:cubicBezTo>
                    <a:pt x="5992" y="25500"/>
                    <a:pt x="6021" y="25458"/>
                    <a:pt x="6077" y="25458"/>
                  </a:cubicBezTo>
                  <a:cubicBezTo>
                    <a:pt x="6077" y="25458"/>
                    <a:pt x="6092" y="25472"/>
                    <a:pt x="6092" y="25472"/>
                  </a:cubicBezTo>
                  <a:cubicBezTo>
                    <a:pt x="6063" y="25486"/>
                    <a:pt x="6021" y="25515"/>
                    <a:pt x="5992" y="25543"/>
                  </a:cubicBezTo>
                  <a:close/>
                  <a:moveTo>
                    <a:pt x="15690" y="30172"/>
                  </a:moveTo>
                  <a:cubicBezTo>
                    <a:pt x="15690" y="30172"/>
                    <a:pt x="15675" y="30172"/>
                    <a:pt x="15675" y="30157"/>
                  </a:cubicBezTo>
                  <a:close/>
                  <a:moveTo>
                    <a:pt x="27375" y="25571"/>
                  </a:moveTo>
                  <a:cubicBezTo>
                    <a:pt x="27389" y="25571"/>
                    <a:pt x="27431" y="25600"/>
                    <a:pt x="27431" y="25628"/>
                  </a:cubicBezTo>
                  <a:cubicBezTo>
                    <a:pt x="27445" y="25628"/>
                    <a:pt x="27445" y="25628"/>
                    <a:pt x="27431" y="25628"/>
                  </a:cubicBezTo>
                  <a:lnTo>
                    <a:pt x="27375" y="25571"/>
                  </a:lnTo>
                  <a:close/>
                  <a:moveTo>
                    <a:pt x="29107" y="23243"/>
                  </a:moveTo>
                  <a:close/>
                  <a:moveTo>
                    <a:pt x="31776" y="17620"/>
                  </a:moveTo>
                  <a:lnTo>
                    <a:pt x="31776" y="17606"/>
                  </a:lnTo>
                  <a:lnTo>
                    <a:pt x="31790" y="17635"/>
                  </a:lnTo>
                  <a:close/>
                  <a:moveTo>
                    <a:pt x="32557" y="16641"/>
                  </a:moveTo>
                  <a:lnTo>
                    <a:pt x="32557" y="16641"/>
                  </a:lnTo>
                  <a:close/>
                  <a:moveTo>
                    <a:pt x="16769" y="554"/>
                  </a:moveTo>
                  <a:lnTo>
                    <a:pt x="16797" y="554"/>
                  </a:lnTo>
                  <a:lnTo>
                    <a:pt x="16797" y="554"/>
                  </a:lnTo>
                  <a:cubicBezTo>
                    <a:pt x="16783" y="569"/>
                    <a:pt x="16769" y="569"/>
                    <a:pt x="16754" y="583"/>
                  </a:cubicBezTo>
                  <a:cubicBezTo>
                    <a:pt x="16754" y="569"/>
                    <a:pt x="16769" y="569"/>
                    <a:pt x="16769" y="554"/>
                  </a:cubicBezTo>
                  <a:close/>
                  <a:moveTo>
                    <a:pt x="4544" y="24180"/>
                  </a:moveTo>
                  <a:close/>
                  <a:moveTo>
                    <a:pt x="6816" y="26239"/>
                  </a:moveTo>
                  <a:cubicBezTo>
                    <a:pt x="6802" y="26239"/>
                    <a:pt x="6773" y="26239"/>
                    <a:pt x="6759" y="26239"/>
                  </a:cubicBezTo>
                  <a:lnTo>
                    <a:pt x="6759" y="26210"/>
                  </a:lnTo>
                  <a:close/>
                  <a:moveTo>
                    <a:pt x="18359" y="30086"/>
                  </a:moveTo>
                  <a:close/>
                  <a:moveTo>
                    <a:pt x="22292" y="28865"/>
                  </a:moveTo>
                  <a:close/>
                  <a:moveTo>
                    <a:pt x="21681" y="1293"/>
                  </a:moveTo>
                  <a:close/>
                  <a:moveTo>
                    <a:pt x="16442" y="938"/>
                  </a:moveTo>
                  <a:lnTo>
                    <a:pt x="16442" y="938"/>
                  </a:lnTo>
                  <a:cubicBezTo>
                    <a:pt x="16470" y="938"/>
                    <a:pt x="16485" y="938"/>
                    <a:pt x="16499" y="952"/>
                  </a:cubicBezTo>
                  <a:cubicBezTo>
                    <a:pt x="16485" y="952"/>
                    <a:pt x="16470" y="938"/>
                    <a:pt x="16456" y="938"/>
                  </a:cubicBezTo>
                  <a:close/>
                  <a:moveTo>
                    <a:pt x="228" y="15022"/>
                  </a:moveTo>
                  <a:cubicBezTo>
                    <a:pt x="242" y="15022"/>
                    <a:pt x="256" y="15022"/>
                    <a:pt x="270" y="15036"/>
                  </a:cubicBezTo>
                  <a:lnTo>
                    <a:pt x="270" y="15036"/>
                  </a:lnTo>
                  <a:close/>
                  <a:moveTo>
                    <a:pt x="867" y="16712"/>
                  </a:moveTo>
                  <a:cubicBezTo>
                    <a:pt x="853" y="16655"/>
                    <a:pt x="895" y="16669"/>
                    <a:pt x="895" y="16726"/>
                  </a:cubicBezTo>
                  <a:lnTo>
                    <a:pt x="867" y="16726"/>
                  </a:lnTo>
                  <a:close/>
                  <a:moveTo>
                    <a:pt x="2443" y="22079"/>
                  </a:moveTo>
                  <a:lnTo>
                    <a:pt x="2443" y="22079"/>
                  </a:lnTo>
                  <a:lnTo>
                    <a:pt x="2443" y="22079"/>
                  </a:lnTo>
                  <a:lnTo>
                    <a:pt x="2443" y="22079"/>
                  </a:lnTo>
                  <a:cubicBezTo>
                    <a:pt x="2457" y="22036"/>
                    <a:pt x="2500" y="22022"/>
                    <a:pt x="2528" y="22008"/>
                  </a:cubicBezTo>
                  <a:cubicBezTo>
                    <a:pt x="2500" y="22036"/>
                    <a:pt x="2471" y="22050"/>
                    <a:pt x="2443" y="22079"/>
                  </a:cubicBezTo>
                  <a:close/>
                  <a:moveTo>
                    <a:pt x="19977" y="29987"/>
                  </a:moveTo>
                  <a:lnTo>
                    <a:pt x="19992" y="29987"/>
                  </a:lnTo>
                  <a:lnTo>
                    <a:pt x="19992" y="29987"/>
                  </a:lnTo>
                  <a:close/>
                </a:path>
              </a:pathLst>
            </a:custGeom>
            <a:solidFill>
              <a:schemeClr val="lt1"/>
            </a:solidFill>
            <a:ln cap="flat" cmpd="sng" w="94950">
              <a:solidFill>
                <a:schemeClr val="lt1"/>
              </a:solidFill>
              <a:prstDash val="solid"/>
              <a:round/>
              <a:headEnd len="sm" w="sm" type="none"/>
              <a:tailEnd len="sm" w="sm" type="none"/>
            </a:ln>
            <a:effectLst>
              <a:outerShdw blurRad="35605" rotWithShape="0" algn="bl" dir="5400000" dist="11868">
                <a:schemeClr val="dk1">
                  <a:alpha val="50000"/>
                </a:schemeClr>
              </a:outerShdw>
            </a:effectLst>
          </p:spPr>
          <p:txBody>
            <a:bodyPr anchorCtr="0" anchor="ctr" bIns="56950" lIns="56950" spcFirstLastPara="1" rIns="56950" wrap="square" tIns="56950">
              <a:noAutofit/>
            </a:bodyPr>
            <a:lstStyle/>
            <a:p>
              <a:pPr indent="0" lvl="0" marL="0" rtl="0" algn="l">
                <a:spcBef>
                  <a:spcPts val="0"/>
                </a:spcBef>
                <a:spcAft>
                  <a:spcPts val="0"/>
                </a:spcAft>
                <a:buNone/>
              </a:pPr>
              <a:r>
                <a:t/>
              </a:r>
              <a:endParaRPr/>
            </a:p>
          </p:txBody>
        </p:sp>
        <p:pic>
          <p:nvPicPr>
            <p:cNvPr id="580" name="Google Shape;580;p36"/>
            <p:cNvPicPr preferRelativeResize="0"/>
            <p:nvPr/>
          </p:nvPicPr>
          <p:blipFill>
            <a:blip r:embed="rId5">
              <a:alphaModFix/>
            </a:blip>
            <a:stretch>
              <a:fillRect/>
            </a:stretch>
          </p:blipFill>
          <p:spPr>
            <a:xfrm>
              <a:off x="10415772" y="-60500"/>
              <a:ext cx="1155836" cy="1075904"/>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7"/>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Logistic Regression</a:t>
            </a:r>
            <a:endParaRPr/>
          </a:p>
        </p:txBody>
      </p:sp>
      <p:sp>
        <p:nvSpPr>
          <p:cNvPr id="586" name="Google Shape;586;p37"/>
          <p:cNvSpPr txBox="1"/>
          <p:nvPr/>
        </p:nvSpPr>
        <p:spPr>
          <a:xfrm>
            <a:off x="618662" y="1211522"/>
            <a:ext cx="58071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latin typeface="Gantari"/>
                <a:ea typeface="Gantari"/>
                <a:cs typeface="Gantari"/>
                <a:sym typeface="Gantari"/>
              </a:rPr>
              <a:t>Data are approximately linearly separable</a:t>
            </a:r>
            <a:endParaRPr>
              <a:latin typeface="Gantari"/>
              <a:ea typeface="Gantari"/>
              <a:cs typeface="Gantari"/>
              <a:sym typeface="Gantari"/>
            </a:endParaRPr>
          </a:p>
        </p:txBody>
      </p:sp>
      <p:sp>
        <p:nvSpPr>
          <p:cNvPr id="587" name="Google Shape;587;p37"/>
          <p:cNvSpPr txBox="1"/>
          <p:nvPr/>
        </p:nvSpPr>
        <p:spPr>
          <a:xfrm>
            <a:off x="621737" y="1662273"/>
            <a:ext cx="58071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latin typeface="Gantari"/>
                <a:ea typeface="Gantari"/>
                <a:cs typeface="Gantari"/>
                <a:sym typeface="Gantari"/>
              </a:rPr>
              <a:t>S</a:t>
            </a:r>
            <a:r>
              <a:rPr lang="en">
                <a:latin typeface="Gantari"/>
                <a:ea typeface="Gantari"/>
                <a:cs typeface="Gantari"/>
                <a:sym typeface="Gantari"/>
              </a:rPr>
              <a:t>oftmax layer ensures probabilistic predictions</a:t>
            </a:r>
            <a:endParaRPr>
              <a:latin typeface="Gantari"/>
              <a:ea typeface="Gantari"/>
              <a:cs typeface="Gantari"/>
              <a:sym typeface="Gantari"/>
            </a:endParaRPr>
          </a:p>
        </p:txBody>
      </p:sp>
      <p:sp>
        <p:nvSpPr>
          <p:cNvPr id="588" name="Google Shape;588;p37"/>
          <p:cNvSpPr txBox="1"/>
          <p:nvPr/>
        </p:nvSpPr>
        <p:spPr>
          <a:xfrm>
            <a:off x="635265" y="4316267"/>
            <a:ext cx="79806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LR may struggle with </a:t>
            </a:r>
            <a:r>
              <a:rPr b="1" lang="en" sz="1500"/>
              <a:t>non-linear sentiment cues </a:t>
            </a:r>
            <a:r>
              <a:rPr lang="en" sz="1500"/>
              <a:t>(e.g., sarcasm) or </a:t>
            </a:r>
            <a:r>
              <a:rPr b="1" lang="en" sz="1500"/>
              <a:t>class imbalance</a:t>
            </a:r>
            <a:endParaRPr b="1" sz="1500"/>
          </a:p>
        </p:txBody>
      </p:sp>
      <p:sp>
        <p:nvSpPr>
          <p:cNvPr id="589" name="Google Shape;589;p37"/>
          <p:cNvSpPr txBox="1"/>
          <p:nvPr/>
        </p:nvSpPr>
        <p:spPr>
          <a:xfrm>
            <a:off x="624610" y="2144777"/>
            <a:ext cx="64347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latin typeface="Gantari"/>
                <a:ea typeface="Gantari"/>
                <a:cs typeface="Gantari"/>
                <a:sym typeface="Gantari"/>
              </a:rPr>
              <a:t>L2 regularisation reduces overfitting in high-dimensional text data</a:t>
            </a:r>
            <a:endParaRPr>
              <a:latin typeface="Gantari"/>
              <a:ea typeface="Gantari"/>
              <a:cs typeface="Gantari"/>
              <a:sym typeface="Gantari"/>
            </a:endParaRPr>
          </a:p>
        </p:txBody>
      </p:sp>
      <p:pic>
        <p:nvPicPr>
          <p:cNvPr id="590" name="Google Shape;590;p37" title="Linearly_separable_red-blue_cropped_.svg.png"/>
          <p:cNvPicPr preferRelativeResize="0"/>
          <p:nvPr/>
        </p:nvPicPr>
        <p:blipFill>
          <a:blip r:embed="rId3">
            <a:alphaModFix/>
          </a:blip>
          <a:stretch>
            <a:fillRect/>
          </a:stretch>
        </p:blipFill>
        <p:spPr>
          <a:xfrm>
            <a:off x="1164534" y="2868526"/>
            <a:ext cx="1136650" cy="1139500"/>
          </a:xfrm>
          <a:prstGeom prst="rect">
            <a:avLst/>
          </a:prstGeom>
          <a:noFill/>
          <a:ln>
            <a:noFill/>
          </a:ln>
        </p:spPr>
      </p:pic>
      <p:pic>
        <p:nvPicPr>
          <p:cNvPr id="591" name="Google Shape;591;p37"/>
          <p:cNvPicPr preferRelativeResize="0"/>
          <p:nvPr/>
        </p:nvPicPr>
        <p:blipFill>
          <a:blip r:embed="rId4">
            <a:alphaModFix/>
          </a:blip>
          <a:stretch>
            <a:fillRect/>
          </a:stretch>
        </p:blipFill>
        <p:spPr>
          <a:xfrm>
            <a:off x="3161690" y="2929050"/>
            <a:ext cx="4703640" cy="1139500"/>
          </a:xfrm>
          <a:prstGeom prst="rect">
            <a:avLst/>
          </a:prstGeom>
          <a:noFill/>
          <a:ln>
            <a:noFill/>
          </a:ln>
        </p:spPr>
      </p:pic>
      <p:grpSp>
        <p:nvGrpSpPr>
          <p:cNvPr id="592" name="Google Shape;592;p37"/>
          <p:cNvGrpSpPr/>
          <p:nvPr/>
        </p:nvGrpSpPr>
        <p:grpSpPr>
          <a:xfrm>
            <a:off x="7258404" y="1111940"/>
            <a:ext cx="806009" cy="835045"/>
            <a:chOff x="10341275" y="2788533"/>
            <a:chExt cx="1144574" cy="1185806"/>
          </a:xfrm>
        </p:grpSpPr>
        <p:sp>
          <p:nvSpPr>
            <p:cNvPr id="593" name="Google Shape;593;p37"/>
            <p:cNvSpPr/>
            <p:nvPr/>
          </p:nvSpPr>
          <p:spPr>
            <a:xfrm>
              <a:off x="10341275" y="2788533"/>
              <a:ext cx="1144574" cy="1180044"/>
            </a:xfrm>
            <a:custGeom>
              <a:rect b="b" l="l" r="r" t="t"/>
              <a:pathLst>
                <a:path extrusionOk="0" h="34034" w="33011">
                  <a:moveTo>
                    <a:pt x="32812" y="20502"/>
                  </a:moveTo>
                  <a:cubicBezTo>
                    <a:pt x="32798" y="20445"/>
                    <a:pt x="32812" y="20403"/>
                    <a:pt x="32840" y="20346"/>
                  </a:cubicBezTo>
                  <a:cubicBezTo>
                    <a:pt x="32954" y="20176"/>
                    <a:pt x="32982" y="19949"/>
                    <a:pt x="32925" y="19736"/>
                  </a:cubicBezTo>
                  <a:cubicBezTo>
                    <a:pt x="32840" y="19523"/>
                    <a:pt x="33011" y="19324"/>
                    <a:pt x="32897" y="19125"/>
                  </a:cubicBezTo>
                  <a:lnTo>
                    <a:pt x="32897" y="18898"/>
                  </a:lnTo>
                  <a:cubicBezTo>
                    <a:pt x="32968" y="18756"/>
                    <a:pt x="32954" y="18586"/>
                    <a:pt x="32869" y="18444"/>
                  </a:cubicBezTo>
                  <a:cubicBezTo>
                    <a:pt x="32798" y="18259"/>
                    <a:pt x="32982" y="18160"/>
                    <a:pt x="32925" y="17989"/>
                  </a:cubicBezTo>
                  <a:cubicBezTo>
                    <a:pt x="32826" y="17606"/>
                    <a:pt x="32897" y="17208"/>
                    <a:pt x="32798" y="16825"/>
                  </a:cubicBezTo>
                  <a:cubicBezTo>
                    <a:pt x="32656" y="16314"/>
                    <a:pt x="32656" y="15774"/>
                    <a:pt x="32556" y="15249"/>
                  </a:cubicBezTo>
                  <a:cubicBezTo>
                    <a:pt x="32485" y="14951"/>
                    <a:pt x="32457" y="14653"/>
                    <a:pt x="32457" y="14355"/>
                  </a:cubicBezTo>
                  <a:cubicBezTo>
                    <a:pt x="32556" y="14142"/>
                    <a:pt x="32556" y="13914"/>
                    <a:pt x="32485" y="13701"/>
                  </a:cubicBezTo>
                  <a:cubicBezTo>
                    <a:pt x="32457" y="13602"/>
                    <a:pt x="32457" y="13503"/>
                    <a:pt x="32485" y="13403"/>
                  </a:cubicBezTo>
                  <a:cubicBezTo>
                    <a:pt x="32499" y="13375"/>
                    <a:pt x="32542" y="13346"/>
                    <a:pt x="32542" y="13318"/>
                  </a:cubicBezTo>
                  <a:cubicBezTo>
                    <a:pt x="32656" y="12921"/>
                    <a:pt x="32414" y="12622"/>
                    <a:pt x="32244" y="12310"/>
                  </a:cubicBezTo>
                  <a:cubicBezTo>
                    <a:pt x="32230" y="12296"/>
                    <a:pt x="32187" y="12296"/>
                    <a:pt x="32144" y="12282"/>
                  </a:cubicBezTo>
                  <a:cubicBezTo>
                    <a:pt x="32130" y="12168"/>
                    <a:pt x="32144" y="12012"/>
                    <a:pt x="32088" y="11941"/>
                  </a:cubicBezTo>
                  <a:cubicBezTo>
                    <a:pt x="31903" y="11770"/>
                    <a:pt x="31917" y="11543"/>
                    <a:pt x="31903" y="11316"/>
                  </a:cubicBezTo>
                  <a:cubicBezTo>
                    <a:pt x="31747" y="11217"/>
                    <a:pt x="31846" y="11018"/>
                    <a:pt x="31761" y="10890"/>
                  </a:cubicBezTo>
                  <a:cubicBezTo>
                    <a:pt x="31619" y="10663"/>
                    <a:pt x="31534" y="10422"/>
                    <a:pt x="31520" y="10152"/>
                  </a:cubicBezTo>
                  <a:cubicBezTo>
                    <a:pt x="31477" y="9896"/>
                    <a:pt x="31364" y="9641"/>
                    <a:pt x="31165" y="9470"/>
                  </a:cubicBezTo>
                  <a:cubicBezTo>
                    <a:pt x="31023" y="8988"/>
                    <a:pt x="30838" y="8519"/>
                    <a:pt x="30625" y="8065"/>
                  </a:cubicBezTo>
                  <a:cubicBezTo>
                    <a:pt x="30554" y="7809"/>
                    <a:pt x="30469" y="7568"/>
                    <a:pt x="30384" y="7312"/>
                  </a:cubicBezTo>
                  <a:cubicBezTo>
                    <a:pt x="30128" y="6830"/>
                    <a:pt x="29915" y="6318"/>
                    <a:pt x="29560" y="5892"/>
                  </a:cubicBezTo>
                  <a:cubicBezTo>
                    <a:pt x="29546" y="5694"/>
                    <a:pt x="29390" y="5594"/>
                    <a:pt x="29305" y="5452"/>
                  </a:cubicBezTo>
                  <a:cubicBezTo>
                    <a:pt x="29149" y="5197"/>
                    <a:pt x="28879" y="5055"/>
                    <a:pt x="28780" y="4771"/>
                  </a:cubicBezTo>
                  <a:cubicBezTo>
                    <a:pt x="28694" y="4558"/>
                    <a:pt x="28552" y="4373"/>
                    <a:pt x="28354" y="4246"/>
                  </a:cubicBezTo>
                  <a:cubicBezTo>
                    <a:pt x="28339" y="4104"/>
                    <a:pt x="28197" y="4047"/>
                    <a:pt x="28126" y="3933"/>
                  </a:cubicBezTo>
                  <a:cubicBezTo>
                    <a:pt x="27970" y="3791"/>
                    <a:pt x="27857" y="3607"/>
                    <a:pt x="27786" y="3408"/>
                  </a:cubicBezTo>
                  <a:cubicBezTo>
                    <a:pt x="27516" y="3365"/>
                    <a:pt x="27416" y="3124"/>
                    <a:pt x="27232" y="2982"/>
                  </a:cubicBezTo>
                  <a:lnTo>
                    <a:pt x="27133" y="2854"/>
                  </a:lnTo>
                  <a:cubicBezTo>
                    <a:pt x="26962" y="2741"/>
                    <a:pt x="26806" y="2613"/>
                    <a:pt x="26636" y="2499"/>
                  </a:cubicBezTo>
                  <a:cubicBezTo>
                    <a:pt x="26508" y="2414"/>
                    <a:pt x="26352" y="2357"/>
                    <a:pt x="26281" y="2201"/>
                  </a:cubicBezTo>
                  <a:cubicBezTo>
                    <a:pt x="26153" y="2102"/>
                    <a:pt x="26025" y="2002"/>
                    <a:pt x="25912" y="1889"/>
                  </a:cubicBezTo>
                  <a:cubicBezTo>
                    <a:pt x="25812" y="1789"/>
                    <a:pt x="25656" y="1747"/>
                    <a:pt x="25514" y="1761"/>
                  </a:cubicBezTo>
                  <a:cubicBezTo>
                    <a:pt x="25500" y="1732"/>
                    <a:pt x="25500" y="1704"/>
                    <a:pt x="25500" y="1676"/>
                  </a:cubicBezTo>
                  <a:cubicBezTo>
                    <a:pt x="25471" y="1690"/>
                    <a:pt x="25429" y="1676"/>
                    <a:pt x="25400" y="1661"/>
                  </a:cubicBezTo>
                  <a:lnTo>
                    <a:pt x="25187" y="1448"/>
                  </a:lnTo>
                  <a:cubicBezTo>
                    <a:pt x="25088" y="1406"/>
                    <a:pt x="25017" y="1335"/>
                    <a:pt x="24974" y="1236"/>
                  </a:cubicBezTo>
                  <a:cubicBezTo>
                    <a:pt x="24889" y="1236"/>
                    <a:pt x="24804" y="1179"/>
                    <a:pt x="24761" y="1108"/>
                  </a:cubicBezTo>
                  <a:lnTo>
                    <a:pt x="24435" y="1108"/>
                  </a:lnTo>
                  <a:cubicBezTo>
                    <a:pt x="24435" y="1051"/>
                    <a:pt x="24435" y="980"/>
                    <a:pt x="24421" y="909"/>
                  </a:cubicBezTo>
                  <a:cubicBezTo>
                    <a:pt x="24392" y="909"/>
                    <a:pt x="24364" y="909"/>
                    <a:pt x="24336" y="909"/>
                  </a:cubicBezTo>
                  <a:cubicBezTo>
                    <a:pt x="24179" y="1008"/>
                    <a:pt x="24151" y="994"/>
                    <a:pt x="24108" y="795"/>
                  </a:cubicBezTo>
                  <a:lnTo>
                    <a:pt x="23924" y="795"/>
                  </a:lnTo>
                  <a:cubicBezTo>
                    <a:pt x="23924" y="753"/>
                    <a:pt x="23910" y="710"/>
                    <a:pt x="23881" y="682"/>
                  </a:cubicBezTo>
                  <a:lnTo>
                    <a:pt x="23881" y="682"/>
                  </a:lnTo>
                  <a:cubicBezTo>
                    <a:pt x="23824" y="625"/>
                    <a:pt x="23725" y="639"/>
                    <a:pt x="23668" y="582"/>
                  </a:cubicBezTo>
                  <a:cubicBezTo>
                    <a:pt x="23626" y="582"/>
                    <a:pt x="23597" y="582"/>
                    <a:pt x="23569" y="582"/>
                  </a:cubicBezTo>
                  <a:cubicBezTo>
                    <a:pt x="23526" y="540"/>
                    <a:pt x="23484" y="511"/>
                    <a:pt x="23441" y="483"/>
                  </a:cubicBezTo>
                  <a:cubicBezTo>
                    <a:pt x="23413" y="483"/>
                    <a:pt x="23370" y="483"/>
                    <a:pt x="23342" y="483"/>
                  </a:cubicBezTo>
                  <a:cubicBezTo>
                    <a:pt x="23228" y="369"/>
                    <a:pt x="23043" y="497"/>
                    <a:pt x="22916" y="369"/>
                  </a:cubicBezTo>
                  <a:lnTo>
                    <a:pt x="22916" y="369"/>
                  </a:lnTo>
                  <a:cubicBezTo>
                    <a:pt x="22873" y="341"/>
                    <a:pt x="22845" y="298"/>
                    <a:pt x="22802" y="270"/>
                  </a:cubicBezTo>
                  <a:cubicBezTo>
                    <a:pt x="22774" y="270"/>
                    <a:pt x="22731" y="270"/>
                    <a:pt x="22703" y="270"/>
                  </a:cubicBezTo>
                  <a:lnTo>
                    <a:pt x="22589" y="171"/>
                  </a:lnTo>
                  <a:lnTo>
                    <a:pt x="22589" y="171"/>
                  </a:lnTo>
                  <a:cubicBezTo>
                    <a:pt x="22461" y="85"/>
                    <a:pt x="22305" y="43"/>
                    <a:pt x="22163" y="57"/>
                  </a:cubicBezTo>
                  <a:cubicBezTo>
                    <a:pt x="22121" y="156"/>
                    <a:pt x="22035" y="227"/>
                    <a:pt x="21936" y="270"/>
                  </a:cubicBezTo>
                  <a:cubicBezTo>
                    <a:pt x="21893" y="242"/>
                    <a:pt x="21851" y="227"/>
                    <a:pt x="21794" y="213"/>
                  </a:cubicBezTo>
                  <a:cubicBezTo>
                    <a:pt x="21283" y="156"/>
                    <a:pt x="20772" y="156"/>
                    <a:pt x="20275" y="57"/>
                  </a:cubicBezTo>
                  <a:cubicBezTo>
                    <a:pt x="20218" y="29"/>
                    <a:pt x="20161" y="29"/>
                    <a:pt x="20119" y="57"/>
                  </a:cubicBezTo>
                  <a:cubicBezTo>
                    <a:pt x="19877" y="213"/>
                    <a:pt x="19664" y="71"/>
                    <a:pt x="19451" y="29"/>
                  </a:cubicBezTo>
                  <a:cubicBezTo>
                    <a:pt x="19281" y="0"/>
                    <a:pt x="19111" y="0"/>
                    <a:pt x="18940" y="29"/>
                  </a:cubicBezTo>
                  <a:cubicBezTo>
                    <a:pt x="18429" y="128"/>
                    <a:pt x="17904" y="171"/>
                    <a:pt x="17393" y="171"/>
                  </a:cubicBezTo>
                  <a:cubicBezTo>
                    <a:pt x="17123" y="142"/>
                    <a:pt x="16853" y="171"/>
                    <a:pt x="16583" y="242"/>
                  </a:cubicBezTo>
                  <a:cubicBezTo>
                    <a:pt x="16314" y="313"/>
                    <a:pt x="16030" y="355"/>
                    <a:pt x="15746" y="369"/>
                  </a:cubicBezTo>
                  <a:cubicBezTo>
                    <a:pt x="15348" y="412"/>
                    <a:pt x="14965" y="455"/>
                    <a:pt x="14581" y="497"/>
                  </a:cubicBezTo>
                  <a:cubicBezTo>
                    <a:pt x="14539" y="497"/>
                    <a:pt x="14496" y="554"/>
                    <a:pt x="14454" y="597"/>
                  </a:cubicBezTo>
                  <a:lnTo>
                    <a:pt x="14454" y="597"/>
                  </a:lnTo>
                  <a:cubicBezTo>
                    <a:pt x="14340" y="597"/>
                    <a:pt x="14212" y="625"/>
                    <a:pt x="14127" y="497"/>
                  </a:cubicBezTo>
                  <a:lnTo>
                    <a:pt x="14042" y="497"/>
                  </a:lnTo>
                  <a:lnTo>
                    <a:pt x="13928" y="597"/>
                  </a:lnTo>
                  <a:cubicBezTo>
                    <a:pt x="13886" y="639"/>
                    <a:pt x="13843" y="682"/>
                    <a:pt x="13801" y="696"/>
                  </a:cubicBezTo>
                  <a:cubicBezTo>
                    <a:pt x="13233" y="767"/>
                    <a:pt x="12693" y="895"/>
                    <a:pt x="12154" y="1079"/>
                  </a:cubicBezTo>
                  <a:cubicBezTo>
                    <a:pt x="11898" y="1193"/>
                    <a:pt x="11614" y="1250"/>
                    <a:pt x="11330" y="1250"/>
                  </a:cubicBezTo>
                  <a:cubicBezTo>
                    <a:pt x="11330" y="1292"/>
                    <a:pt x="11316" y="1307"/>
                    <a:pt x="11316" y="1349"/>
                  </a:cubicBezTo>
                  <a:lnTo>
                    <a:pt x="11103" y="1363"/>
                  </a:lnTo>
                  <a:lnTo>
                    <a:pt x="10862" y="1534"/>
                  </a:lnTo>
                  <a:cubicBezTo>
                    <a:pt x="10734" y="1534"/>
                    <a:pt x="10620" y="1576"/>
                    <a:pt x="10521" y="1661"/>
                  </a:cubicBezTo>
                  <a:cubicBezTo>
                    <a:pt x="10421" y="1747"/>
                    <a:pt x="10279" y="1789"/>
                    <a:pt x="10137" y="1789"/>
                  </a:cubicBezTo>
                  <a:cubicBezTo>
                    <a:pt x="10123" y="1818"/>
                    <a:pt x="10123" y="1860"/>
                    <a:pt x="10137" y="1889"/>
                  </a:cubicBezTo>
                  <a:cubicBezTo>
                    <a:pt x="9924" y="2045"/>
                    <a:pt x="9626" y="2073"/>
                    <a:pt x="9470" y="2315"/>
                  </a:cubicBezTo>
                  <a:cubicBezTo>
                    <a:pt x="9399" y="2357"/>
                    <a:pt x="9342" y="2400"/>
                    <a:pt x="9271" y="2442"/>
                  </a:cubicBezTo>
                  <a:cubicBezTo>
                    <a:pt x="9186" y="2542"/>
                    <a:pt x="9101" y="2627"/>
                    <a:pt x="9030" y="2726"/>
                  </a:cubicBezTo>
                  <a:lnTo>
                    <a:pt x="9030" y="2726"/>
                  </a:lnTo>
                  <a:cubicBezTo>
                    <a:pt x="8916" y="2769"/>
                    <a:pt x="8803" y="2812"/>
                    <a:pt x="8703" y="2897"/>
                  </a:cubicBezTo>
                  <a:cubicBezTo>
                    <a:pt x="8533" y="2996"/>
                    <a:pt x="8405" y="3181"/>
                    <a:pt x="8178" y="3195"/>
                  </a:cubicBezTo>
                  <a:cubicBezTo>
                    <a:pt x="8121" y="3308"/>
                    <a:pt x="7994" y="3394"/>
                    <a:pt x="7866" y="3422"/>
                  </a:cubicBezTo>
                  <a:cubicBezTo>
                    <a:pt x="7866" y="3450"/>
                    <a:pt x="7866" y="3479"/>
                    <a:pt x="7866" y="3521"/>
                  </a:cubicBezTo>
                  <a:lnTo>
                    <a:pt x="7724" y="3706"/>
                  </a:lnTo>
                  <a:lnTo>
                    <a:pt x="7724" y="3706"/>
                  </a:lnTo>
                  <a:lnTo>
                    <a:pt x="7610" y="3820"/>
                  </a:lnTo>
                  <a:lnTo>
                    <a:pt x="7639" y="3848"/>
                  </a:lnTo>
                  <a:lnTo>
                    <a:pt x="7639" y="3848"/>
                  </a:lnTo>
                  <a:lnTo>
                    <a:pt x="7624" y="3805"/>
                  </a:lnTo>
                  <a:cubicBezTo>
                    <a:pt x="7582" y="3848"/>
                    <a:pt x="7553" y="3876"/>
                    <a:pt x="7511" y="3919"/>
                  </a:cubicBezTo>
                  <a:cubicBezTo>
                    <a:pt x="7213" y="4047"/>
                    <a:pt x="6986" y="4274"/>
                    <a:pt x="6858" y="4572"/>
                  </a:cubicBezTo>
                  <a:lnTo>
                    <a:pt x="6687" y="4615"/>
                  </a:lnTo>
                  <a:cubicBezTo>
                    <a:pt x="6673" y="4671"/>
                    <a:pt x="6659" y="4728"/>
                    <a:pt x="6645" y="4785"/>
                  </a:cubicBezTo>
                  <a:lnTo>
                    <a:pt x="6673" y="4813"/>
                  </a:lnTo>
                  <a:lnTo>
                    <a:pt x="6673" y="4813"/>
                  </a:lnTo>
                  <a:lnTo>
                    <a:pt x="6645" y="4785"/>
                  </a:lnTo>
                  <a:cubicBezTo>
                    <a:pt x="6588" y="4799"/>
                    <a:pt x="6545" y="4842"/>
                    <a:pt x="6531" y="4884"/>
                  </a:cubicBezTo>
                  <a:cubicBezTo>
                    <a:pt x="6418" y="4913"/>
                    <a:pt x="6332" y="4970"/>
                    <a:pt x="6261" y="5055"/>
                  </a:cubicBezTo>
                  <a:cubicBezTo>
                    <a:pt x="5963" y="5396"/>
                    <a:pt x="5637" y="5722"/>
                    <a:pt x="5268" y="6006"/>
                  </a:cubicBezTo>
                  <a:cubicBezTo>
                    <a:pt x="4984" y="6191"/>
                    <a:pt x="4756" y="6446"/>
                    <a:pt x="4586" y="6744"/>
                  </a:cubicBezTo>
                  <a:cubicBezTo>
                    <a:pt x="4458" y="6872"/>
                    <a:pt x="4345" y="7071"/>
                    <a:pt x="4174" y="7114"/>
                  </a:cubicBezTo>
                  <a:cubicBezTo>
                    <a:pt x="3933" y="7185"/>
                    <a:pt x="3919" y="7440"/>
                    <a:pt x="3734" y="7525"/>
                  </a:cubicBezTo>
                  <a:cubicBezTo>
                    <a:pt x="3706" y="7525"/>
                    <a:pt x="3677" y="7525"/>
                    <a:pt x="3635" y="7525"/>
                  </a:cubicBezTo>
                  <a:cubicBezTo>
                    <a:pt x="3621" y="7639"/>
                    <a:pt x="3550" y="7724"/>
                    <a:pt x="3436" y="7752"/>
                  </a:cubicBezTo>
                  <a:cubicBezTo>
                    <a:pt x="3408" y="7838"/>
                    <a:pt x="3365" y="7923"/>
                    <a:pt x="3322" y="7994"/>
                  </a:cubicBezTo>
                  <a:cubicBezTo>
                    <a:pt x="3067" y="8335"/>
                    <a:pt x="2840" y="8689"/>
                    <a:pt x="2627" y="9059"/>
                  </a:cubicBezTo>
                  <a:cubicBezTo>
                    <a:pt x="2471" y="9371"/>
                    <a:pt x="2258" y="9655"/>
                    <a:pt x="2016" y="9911"/>
                  </a:cubicBezTo>
                  <a:cubicBezTo>
                    <a:pt x="1988" y="10081"/>
                    <a:pt x="1832" y="10237"/>
                    <a:pt x="1903" y="10436"/>
                  </a:cubicBezTo>
                  <a:cubicBezTo>
                    <a:pt x="1817" y="10663"/>
                    <a:pt x="1604" y="10819"/>
                    <a:pt x="1576" y="11075"/>
                  </a:cubicBezTo>
                  <a:cubicBezTo>
                    <a:pt x="1576" y="11089"/>
                    <a:pt x="1505" y="11103"/>
                    <a:pt x="1477" y="11117"/>
                  </a:cubicBezTo>
                  <a:cubicBezTo>
                    <a:pt x="1420" y="11430"/>
                    <a:pt x="1335" y="11742"/>
                    <a:pt x="1235" y="12040"/>
                  </a:cubicBezTo>
                  <a:cubicBezTo>
                    <a:pt x="980" y="12054"/>
                    <a:pt x="1150" y="12310"/>
                    <a:pt x="1022" y="12395"/>
                  </a:cubicBezTo>
                  <a:cubicBezTo>
                    <a:pt x="1037" y="12438"/>
                    <a:pt x="1037" y="12466"/>
                    <a:pt x="1022" y="12495"/>
                  </a:cubicBezTo>
                  <a:cubicBezTo>
                    <a:pt x="966" y="12566"/>
                    <a:pt x="980" y="12651"/>
                    <a:pt x="923" y="12722"/>
                  </a:cubicBezTo>
                  <a:cubicBezTo>
                    <a:pt x="795" y="13133"/>
                    <a:pt x="682" y="13574"/>
                    <a:pt x="611" y="14014"/>
                  </a:cubicBezTo>
                  <a:cubicBezTo>
                    <a:pt x="469" y="14866"/>
                    <a:pt x="0" y="15718"/>
                    <a:pt x="383" y="16626"/>
                  </a:cubicBezTo>
                  <a:lnTo>
                    <a:pt x="383" y="16626"/>
                  </a:lnTo>
                  <a:lnTo>
                    <a:pt x="383" y="16626"/>
                  </a:lnTo>
                  <a:lnTo>
                    <a:pt x="383" y="16626"/>
                  </a:lnTo>
                  <a:cubicBezTo>
                    <a:pt x="383" y="16626"/>
                    <a:pt x="369" y="16640"/>
                    <a:pt x="355" y="16655"/>
                  </a:cubicBezTo>
                  <a:cubicBezTo>
                    <a:pt x="355" y="16683"/>
                    <a:pt x="355" y="16697"/>
                    <a:pt x="383" y="16726"/>
                  </a:cubicBezTo>
                  <a:lnTo>
                    <a:pt x="383" y="16726"/>
                  </a:lnTo>
                  <a:cubicBezTo>
                    <a:pt x="540" y="16896"/>
                    <a:pt x="312" y="17166"/>
                    <a:pt x="554" y="17294"/>
                  </a:cubicBezTo>
                  <a:cubicBezTo>
                    <a:pt x="568" y="17294"/>
                    <a:pt x="582" y="17294"/>
                    <a:pt x="596" y="17279"/>
                  </a:cubicBezTo>
                  <a:cubicBezTo>
                    <a:pt x="582" y="17393"/>
                    <a:pt x="611" y="17521"/>
                    <a:pt x="696" y="17606"/>
                  </a:cubicBezTo>
                  <a:cubicBezTo>
                    <a:pt x="738" y="17876"/>
                    <a:pt x="696" y="18160"/>
                    <a:pt x="596" y="18415"/>
                  </a:cubicBezTo>
                  <a:cubicBezTo>
                    <a:pt x="582" y="18472"/>
                    <a:pt x="582" y="18515"/>
                    <a:pt x="596" y="18571"/>
                  </a:cubicBezTo>
                  <a:cubicBezTo>
                    <a:pt x="568" y="18586"/>
                    <a:pt x="554" y="18600"/>
                    <a:pt x="554" y="18628"/>
                  </a:cubicBezTo>
                  <a:cubicBezTo>
                    <a:pt x="568" y="18799"/>
                    <a:pt x="483" y="18969"/>
                    <a:pt x="611" y="19111"/>
                  </a:cubicBezTo>
                  <a:lnTo>
                    <a:pt x="611" y="19111"/>
                  </a:lnTo>
                  <a:cubicBezTo>
                    <a:pt x="653" y="19338"/>
                    <a:pt x="426" y="19551"/>
                    <a:pt x="611" y="19778"/>
                  </a:cubicBezTo>
                  <a:lnTo>
                    <a:pt x="611" y="19764"/>
                  </a:lnTo>
                  <a:cubicBezTo>
                    <a:pt x="639" y="19807"/>
                    <a:pt x="667" y="19849"/>
                    <a:pt x="710" y="19878"/>
                  </a:cubicBezTo>
                  <a:lnTo>
                    <a:pt x="710" y="19878"/>
                  </a:lnTo>
                  <a:cubicBezTo>
                    <a:pt x="738" y="20133"/>
                    <a:pt x="554" y="20389"/>
                    <a:pt x="710" y="20644"/>
                  </a:cubicBezTo>
                  <a:cubicBezTo>
                    <a:pt x="767" y="20701"/>
                    <a:pt x="753" y="20786"/>
                    <a:pt x="809" y="20857"/>
                  </a:cubicBezTo>
                  <a:cubicBezTo>
                    <a:pt x="824" y="20886"/>
                    <a:pt x="824" y="20914"/>
                    <a:pt x="824" y="20942"/>
                  </a:cubicBezTo>
                  <a:cubicBezTo>
                    <a:pt x="966" y="21226"/>
                    <a:pt x="951" y="21539"/>
                    <a:pt x="1037" y="21837"/>
                  </a:cubicBezTo>
                  <a:cubicBezTo>
                    <a:pt x="1065" y="21851"/>
                    <a:pt x="1093" y="21865"/>
                    <a:pt x="1122" y="21851"/>
                  </a:cubicBezTo>
                  <a:lnTo>
                    <a:pt x="1122" y="21851"/>
                  </a:lnTo>
                  <a:cubicBezTo>
                    <a:pt x="1136" y="21908"/>
                    <a:pt x="1178" y="21936"/>
                    <a:pt x="1235" y="21950"/>
                  </a:cubicBezTo>
                  <a:lnTo>
                    <a:pt x="1235" y="21950"/>
                  </a:lnTo>
                  <a:cubicBezTo>
                    <a:pt x="1249" y="22078"/>
                    <a:pt x="1249" y="22220"/>
                    <a:pt x="1264" y="22348"/>
                  </a:cubicBezTo>
                  <a:lnTo>
                    <a:pt x="1349" y="22376"/>
                  </a:lnTo>
                  <a:lnTo>
                    <a:pt x="1363" y="22575"/>
                  </a:lnTo>
                  <a:lnTo>
                    <a:pt x="1462" y="22689"/>
                  </a:lnTo>
                  <a:cubicBezTo>
                    <a:pt x="1448" y="22774"/>
                    <a:pt x="1477" y="22873"/>
                    <a:pt x="1548" y="22930"/>
                  </a:cubicBezTo>
                  <a:lnTo>
                    <a:pt x="1548" y="22930"/>
                  </a:lnTo>
                  <a:lnTo>
                    <a:pt x="1590" y="23214"/>
                  </a:lnTo>
                  <a:cubicBezTo>
                    <a:pt x="1619" y="23228"/>
                    <a:pt x="1647" y="23228"/>
                    <a:pt x="1675" y="23228"/>
                  </a:cubicBezTo>
                  <a:cubicBezTo>
                    <a:pt x="1690" y="23285"/>
                    <a:pt x="1718" y="23328"/>
                    <a:pt x="1775" y="23356"/>
                  </a:cubicBezTo>
                  <a:cubicBezTo>
                    <a:pt x="1789" y="23413"/>
                    <a:pt x="1789" y="23484"/>
                    <a:pt x="1803" y="23541"/>
                  </a:cubicBezTo>
                  <a:lnTo>
                    <a:pt x="1917" y="23654"/>
                  </a:lnTo>
                  <a:lnTo>
                    <a:pt x="2016" y="23768"/>
                  </a:lnTo>
                  <a:cubicBezTo>
                    <a:pt x="2087" y="23825"/>
                    <a:pt x="2116" y="23910"/>
                    <a:pt x="2116" y="23995"/>
                  </a:cubicBezTo>
                  <a:cubicBezTo>
                    <a:pt x="2229" y="24066"/>
                    <a:pt x="2229" y="24180"/>
                    <a:pt x="2243" y="24307"/>
                  </a:cubicBezTo>
                  <a:lnTo>
                    <a:pt x="2329" y="24322"/>
                  </a:lnTo>
                  <a:cubicBezTo>
                    <a:pt x="2314" y="24364"/>
                    <a:pt x="2314" y="24393"/>
                    <a:pt x="2329" y="24435"/>
                  </a:cubicBezTo>
                  <a:cubicBezTo>
                    <a:pt x="2456" y="24535"/>
                    <a:pt x="2542" y="24691"/>
                    <a:pt x="2542" y="24861"/>
                  </a:cubicBezTo>
                  <a:lnTo>
                    <a:pt x="2726" y="24875"/>
                  </a:lnTo>
                  <a:cubicBezTo>
                    <a:pt x="2896" y="25145"/>
                    <a:pt x="3053" y="25429"/>
                    <a:pt x="3195" y="25727"/>
                  </a:cubicBezTo>
                  <a:cubicBezTo>
                    <a:pt x="3237" y="25741"/>
                    <a:pt x="3280" y="25784"/>
                    <a:pt x="3294" y="25841"/>
                  </a:cubicBezTo>
                  <a:cubicBezTo>
                    <a:pt x="3365" y="25883"/>
                    <a:pt x="3422" y="25969"/>
                    <a:pt x="3408" y="26054"/>
                  </a:cubicBezTo>
                  <a:cubicBezTo>
                    <a:pt x="3564" y="26153"/>
                    <a:pt x="3677" y="26309"/>
                    <a:pt x="3734" y="26480"/>
                  </a:cubicBezTo>
                  <a:lnTo>
                    <a:pt x="3905" y="26607"/>
                  </a:lnTo>
                  <a:cubicBezTo>
                    <a:pt x="3919" y="26650"/>
                    <a:pt x="3933" y="26678"/>
                    <a:pt x="3947" y="26707"/>
                  </a:cubicBezTo>
                  <a:cubicBezTo>
                    <a:pt x="3947" y="26749"/>
                    <a:pt x="3933" y="26778"/>
                    <a:pt x="3933" y="26820"/>
                  </a:cubicBezTo>
                  <a:cubicBezTo>
                    <a:pt x="4075" y="26891"/>
                    <a:pt x="4188" y="27005"/>
                    <a:pt x="4259" y="27133"/>
                  </a:cubicBezTo>
                  <a:cubicBezTo>
                    <a:pt x="4345" y="27190"/>
                    <a:pt x="4387" y="27261"/>
                    <a:pt x="4387" y="27346"/>
                  </a:cubicBezTo>
                  <a:cubicBezTo>
                    <a:pt x="4444" y="27403"/>
                    <a:pt x="4487" y="27474"/>
                    <a:pt x="4487" y="27559"/>
                  </a:cubicBezTo>
                  <a:cubicBezTo>
                    <a:pt x="4529" y="27559"/>
                    <a:pt x="4558" y="27559"/>
                    <a:pt x="4586" y="27559"/>
                  </a:cubicBezTo>
                  <a:lnTo>
                    <a:pt x="4600" y="27658"/>
                  </a:lnTo>
                  <a:lnTo>
                    <a:pt x="4700" y="27772"/>
                  </a:lnTo>
                  <a:lnTo>
                    <a:pt x="4799" y="27899"/>
                  </a:lnTo>
                  <a:lnTo>
                    <a:pt x="4913" y="28013"/>
                  </a:lnTo>
                  <a:cubicBezTo>
                    <a:pt x="5012" y="28041"/>
                    <a:pt x="5097" y="28112"/>
                    <a:pt x="5140" y="28212"/>
                  </a:cubicBezTo>
                  <a:lnTo>
                    <a:pt x="5253" y="28311"/>
                  </a:lnTo>
                  <a:cubicBezTo>
                    <a:pt x="5367" y="28311"/>
                    <a:pt x="5466" y="28411"/>
                    <a:pt x="5466" y="28538"/>
                  </a:cubicBezTo>
                  <a:lnTo>
                    <a:pt x="5580" y="28638"/>
                  </a:lnTo>
                  <a:cubicBezTo>
                    <a:pt x="5665" y="28680"/>
                    <a:pt x="5750" y="28751"/>
                    <a:pt x="5793" y="28851"/>
                  </a:cubicBezTo>
                  <a:lnTo>
                    <a:pt x="5892" y="28964"/>
                  </a:lnTo>
                  <a:lnTo>
                    <a:pt x="6006" y="29064"/>
                  </a:lnTo>
                  <a:cubicBezTo>
                    <a:pt x="6176" y="29092"/>
                    <a:pt x="6318" y="29234"/>
                    <a:pt x="6332" y="29404"/>
                  </a:cubicBezTo>
                  <a:cubicBezTo>
                    <a:pt x="6545" y="29518"/>
                    <a:pt x="6631" y="29759"/>
                    <a:pt x="6858" y="29845"/>
                  </a:cubicBezTo>
                  <a:lnTo>
                    <a:pt x="7213" y="30271"/>
                  </a:lnTo>
                  <a:cubicBezTo>
                    <a:pt x="7340" y="30342"/>
                    <a:pt x="7440" y="30498"/>
                    <a:pt x="7610" y="30512"/>
                  </a:cubicBezTo>
                  <a:lnTo>
                    <a:pt x="7752" y="30696"/>
                  </a:lnTo>
                  <a:cubicBezTo>
                    <a:pt x="7837" y="30696"/>
                    <a:pt x="7923" y="30725"/>
                    <a:pt x="7951" y="30824"/>
                  </a:cubicBezTo>
                  <a:cubicBezTo>
                    <a:pt x="8107" y="30881"/>
                    <a:pt x="8207" y="31037"/>
                    <a:pt x="8377" y="31066"/>
                  </a:cubicBezTo>
                  <a:lnTo>
                    <a:pt x="8377" y="31066"/>
                  </a:lnTo>
                  <a:cubicBezTo>
                    <a:pt x="8434" y="31151"/>
                    <a:pt x="8576" y="31137"/>
                    <a:pt x="8604" y="31250"/>
                  </a:cubicBezTo>
                  <a:lnTo>
                    <a:pt x="8902" y="31264"/>
                  </a:lnTo>
                  <a:lnTo>
                    <a:pt x="8902" y="31264"/>
                  </a:lnTo>
                  <a:cubicBezTo>
                    <a:pt x="9030" y="31492"/>
                    <a:pt x="9229" y="31676"/>
                    <a:pt x="9470" y="31804"/>
                  </a:cubicBezTo>
                  <a:cubicBezTo>
                    <a:pt x="9570" y="31847"/>
                    <a:pt x="9655" y="31918"/>
                    <a:pt x="9697" y="32003"/>
                  </a:cubicBezTo>
                  <a:cubicBezTo>
                    <a:pt x="9797" y="32045"/>
                    <a:pt x="9882" y="32102"/>
                    <a:pt x="9981" y="32130"/>
                  </a:cubicBezTo>
                  <a:cubicBezTo>
                    <a:pt x="10066" y="32159"/>
                    <a:pt x="10123" y="32230"/>
                    <a:pt x="10137" y="32329"/>
                  </a:cubicBezTo>
                  <a:cubicBezTo>
                    <a:pt x="10322" y="32372"/>
                    <a:pt x="10492" y="32414"/>
                    <a:pt x="10677" y="32485"/>
                  </a:cubicBezTo>
                  <a:cubicBezTo>
                    <a:pt x="10720" y="32514"/>
                    <a:pt x="10748" y="32599"/>
                    <a:pt x="10791" y="32642"/>
                  </a:cubicBezTo>
                  <a:lnTo>
                    <a:pt x="11089" y="32670"/>
                  </a:lnTo>
                  <a:lnTo>
                    <a:pt x="11089" y="32670"/>
                  </a:lnTo>
                  <a:lnTo>
                    <a:pt x="11089" y="32784"/>
                  </a:lnTo>
                  <a:lnTo>
                    <a:pt x="11202" y="32784"/>
                  </a:lnTo>
                  <a:lnTo>
                    <a:pt x="11202" y="32784"/>
                  </a:lnTo>
                  <a:cubicBezTo>
                    <a:pt x="11231" y="32784"/>
                    <a:pt x="11259" y="32798"/>
                    <a:pt x="11302" y="32798"/>
                  </a:cubicBezTo>
                  <a:cubicBezTo>
                    <a:pt x="11344" y="32869"/>
                    <a:pt x="11415" y="32911"/>
                    <a:pt x="11515" y="32911"/>
                  </a:cubicBezTo>
                  <a:lnTo>
                    <a:pt x="11515" y="32911"/>
                  </a:lnTo>
                  <a:cubicBezTo>
                    <a:pt x="11515" y="32940"/>
                    <a:pt x="11515" y="32968"/>
                    <a:pt x="11529" y="32997"/>
                  </a:cubicBezTo>
                  <a:cubicBezTo>
                    <a:pt x="11756" y="33082"/>
                    <a:pt x="12012" y="33124"/>
                    <a:pt x="12253" y="33110"/>
                  </a:cubicBezTo>
                  <a:cubicBezTo>
                    <a:pt x="12253" y="33110"/>
                    <a:pt x="12253" y="33124"/>
                    <a:pt x="12253" y="33139"/>
                  </a:cubicBezTo>
                  <a:cubicBezTo>
                    <a:pt x="12253" y="33167"/>
                    <a:pt x="12267" y="33195"/>
                    <a:pt x="12281" y="33224"/>
                  </a:cubicBezTo>
                  <a:lnTo>
                    <a:pt x="12281" y="33224"/>
                  </a:lnTo>
                  <a:cubicBezTo>
                    <a:pt x="12324" y="33252"/>
                    <a:pt x="12352" y="33295"/>
                    <a:pt x="12395" y="33323"/>
                  </a:cubicBezTo>
                  <a:lnTo>
                    <a:pt x="12395" y="33323"/>
                  </a:lnTo>
                  <a:cubicBezTo>
                    <a:pt x="12452" y="33394"/>
                    <a:pt x="12551" y="33366"/>
                    <a:pt x="12622" y="33437"/>
                  </a:cubicBezTo>
                  <a:lnTo>
                    <a:pt x="12835" y="33437"/>
                  </a:lnTo>
                  <a:lnTo>
                    <a:pt x="13062" y="33423"/>
                  </a:lnTo>
                  <a:lnTo>
                    <a:pt x="13105" y="33423"/>
                  </a:lnTo>
                  <a:lnTo>
                    <a:pt x="13147" y="33423"/>
                  </a:lnTo>
                  <a:lnTo>
                    <a:pt x="13147" y="33423"/>
                  </a:lnTo>
                  <a:cubicBezTo>
                    <a:pt x="13304" y="33479"/>
                    <a:pt x="13446" y="33550"/>
                    <a:pt x="13602" y="33593"/>
                  </a:cubicBezTo>
                  <a:cubicBezTo>
                    <a:pt x="13772" y="33650"/>
                    <a:pt x="13943" y="33664"/>
                    <a:pt x="14127" y="33635"/>
                  </a:cubicBezTo>
                  <a:cubicBezTo>
                    <a:pt x="14198" y="33621"/>
                    <a:pt x="14255" y="33579"/>
                    <a:pt x="14283" y="33508"/>
                  </a:cubicBezTo>
                  <a:cubicBezTo>
                    <a:pt x="14312" y="33437"/>
                    <a:pt x="14212" y="33323"/>
                    <a:pt x="14354" y="33281"/>
                  </a:cubicBezTo>
                  <a:lnTo>
                    <a:pt x="14979" y="33550"/>
                  </a:lnTo>
                  <a:cubicBezTo>
                    <a:pt x="14979" y="33607"/>
                    <a:pt x="15007" y="33664"/>
                    <a:pt x="15078" y="33692"/>
                  </a:cubicBezTo>
                  <a:cubicBezTo>
                    <a:pt x="15419" y="33848"/>
                    <a:pt x="15817" y="33919"/>
                    <a:pt x="16200" y="33863"/>
                  </a:cubicBezTo>
                  <a:lnTo>
                    <a:pt x="16200" y="33863"/>
                  </a:lnTo>
                  <a:cubicBezTo>
                    <a:pt x="16527" y="34033"/>
                    <a:pt x="16853" y="33919"/>
                    <a:pt x="17180" y="33863"/>
                  </a:cubicBezTo>
                  <a:lnTo>
                    <a:pt x="17222" y="33863"/>
                  </a:lnTo>
                  <a:lnTo>
                    <a:pt x="17265" y="33877"/>
                  </a:lnTo>
                  <a:cubicBezTo>
                    <a:pt x="17393" y="33763"/>
                    <a:pt x="17591" y="33891"/>
                    <a:pt x="17719" y="33763"/>
                  </a:cubicBezTo>
                  <a:lnTo>
                    <a:pt x="17719" y="33763"/>
                  </a:lnTo>
                  <a:cubicBezTo>
                    <a:pt x="17776" y="33721"/>
                    <a:pt x="17890" y="33735"/>
                    <a:pt x="17946" y="33678"/>
                  </a:cubicBezTo>
                  <a:cubicBezTo>
                    <a:pt x="18188" y="33806"/>
                    <a:pt x="18415" y="33863"/>
                    <a:pt x="18656" y="33635"/>
                  </a:cubicBezTo>
                  <a:cubicBezTo>
                    <a:pt x="18685" y="33607"/>
                    <a:pt x="18756" y="33593"/>
                    <a:pt x="18798" y="33579"/>
                  </a:cubicBezTo>
                  <a:cubicBezTo>
                    <a:pt x="18827" y="33593"/>
                    <a:pt x="18869" y="33635"/>
                    <a:pt x="18883" y="33635"/>
                  </a:cubicBezTo>
                  <a:cubicBezTo>
                    <a:pt x="19224" y="33493"/>
                    <a:pt x="19608" y="33423"/>
                    <a:pt x="19977" y="33423"/>
                  </a:cubicBezTo>
                  <a:cubicBezTo>
                    <a:pt x="20034" y="33408"/>
                    <a:pt x="20076" y="33394"/>
                    <a:pt x="20119" y="33352"/>
                  </a:cubicBezTo>
                  <a:cubicBezTo>
                    <a:pt x="20218" y="33394"/>
                    <a:pt x="20289" y="33550"/>
                    <a:pt x="20431" y="33408"/>
                  </a:cubicBezTo>
                  <a:cubicBezTo>
                    <a:pt x="20545" y="33323"/>
                    <a:pt x="20672" y="33266"/>
                    <a:pt x="20814" y="33281"/>
                  </a:cubicBezTo>
                  <a:cubicBezTo>
                    <a:pt x="20956" y="33295"/>
                    <a:pt x="21098" y="33238"/>
                    <a:pt x="21198" y="33124"/>
                  </a:cubicBezTo>
                  <a:lnTo>
                    <a:pt x="21198" y="33124"/>
                  </a:lnTo>
                  <a:cubicBezTo>
                    <a:pt x="21297" y="33110"/>
                    <a:pt x="21411" y="33238"/>
                    <a:pt x="21524" y="33124"/>
                  </a:cubicBezTo>
                  <a:lnTo>
                    <a:pt x="21737" y="33124"/>
                  </a:lnTo>
                  <a:lnTo>
                    <a:pt x="21950" y="33110"/>
                  </a:lnTo>
                  <a:cubicBezTo>
                    <a:pt x="22007" y="33181"/>
                    <a:pt x="22121" y="33167"/>
                    <a:pt x="22163" y="33096"/>
                  </a:cubicBezTo>
                  <a:cubicBezTo>
                    <a:pt x="22163" y="33068"/>
                    <a:pt x="22163" y="33039"/>
                    <a:pt x="22163" y="32997"/>
                  </a:cubicBezTo>
                  <a:cubicBezTo>
                    <a:pt x="22319" y="32869"/>
                    <a:pt x="22547" y="33025"/>
                    <a:pt x="22703" y="32897"/>
                  </a:cubicBezTo>
                  <a:lnTo>
                    <a:pt x="22703" y="32897"/>
                  </a:lnTo>
                  <a:cubicBezTo>
                    <a:pt x="22760" y="32826"/>
                    <a:pt x="22859" y="32855"/>
                    <a:pt x="22916" y="32769"/>
                  </a:cubicBezTo>
                  <a:cubicBezTo>
                    <a:pt x="22916" y="32741"/>
                    <a:pt x="22916" y="32698"/>
                    <a:pt x="22930" y="32670"/>
                  </a:cubicBezTo>
                  <a:cubicBezTo>
                    <a:pt x="22958" y="32642"/>
                    <a:pt x="23015" y="32642"/>
                    <a:pt x="23043" y="32670"/>
                  </a:cubicBezTo>
                  <a:lnTo>
                    <a:pt x="23086" y="32670"/>
                  </a:lnTo>
                  <a:lnTo>
                    <a:pt x="23143" y="32670"/>
                  </a:lnTo>
                  <a:cubicBezTo>
                    <a:pt x="23157" y="32713"/>
                    <a:pt x="23214" y="32713"/>
                    <a:pt x="23242" y="32670"/>
                  </a:cubicBezTo>
                  <a:lnTo>
                    <a:pt x="23242" y="32670"/>
                  </a:lnTo>
                  <a:cubicBezTo>
                    <a:pt x="23299" y="32613"/>
                    <a:pt x="23413" y="32627"/>
                    <a:pt x="23455" y="32556"/>
                  </a:cubicBezTo>
                  <a:cubicBezTo>
                    <a:pt x="23455" y="32514"/>
                    <a:pt x="23455" y="32485"/>
                    <a:pt x="23469" y="32457"/>
                  </a:cubicBezTo>
                  <a:cubicBezTo>
                    <a:pt x="23512" y="32414"/>
                    <a:pt x="23526" y="32343"/>
                    <a:pt x="23512" y="32287"/>
                  </a:cubicBezTo>
                  <a:cubicBezTo>
                    <a:pt x="23555" y="32329"/>
                    <a:pt x="23583" y="32400"/>
                    <a:pt x="23583" y="32457"/>
                  </a:cubicBezTo>
                  <a:lnTo>
                    <a:pt x="23782" y="32457"/>
                  </a:lnTo>
                  <a:cubicBezTo>
                    <a:pt x="23782" y="32343"/>
                    <a:pt x="23881" y="32244"/>
                    <a:pt x="24009" y="32258"/>
                  </a:cubicBezTo>
                  <a:cubicBezTo>
                    <a:pt x="24009" y="32216"/>
                    <a:pt x="24009" y="32173"/>
                    <a:pt x="24009" y="32145"/>
                  </a:cubicBezTo>
                  <a:cubicBezTo>
                    <a:pt x="24094" y="32088"/>
                    <a:pt x="24194" y="32045"/>
                    <a:pt x="24222" y="31932"/>
                  </a:cubicBezTo>
                  <a:lnTo>
                    <a:pt x="24222" y="31932"/>
                  </a:lnTo>
                  <a:cubicBezTo>
                    <a:pt x="24336" y="31832"/>
                    <a:pt x="24421" y="31903"/>
                    <a:pt x="24506" y="31974"/>
                  </a:cubicBezTo>
                  <a:cubicBezTo>
                    <a:pt x="24676" y="31832"/>
                    <a:pt x="24903" y="31932"/>
                    <a:pt x="25088" y="31804"/>
                  </a:cubicBezTo>
                  <a:cubicBezTo>
                    <a:pt x="25088" y="31776"/>
                    <a:pt x="25088" y="31747"/>
                    <a:pt x="25102" y="31719"/>
                  </a:cubicBezTo>
                  <a:lnTo>
                    <a:pt x="25301" y="31719"/>
                  </a:lnTo>
                  <a:lnTo>
                    <a:pt x="25301" y="31619"/>
                  </a:lnTo>
                  <a:lnTo>
                    <a:pt x="25301" y="31619"/>
                  </a:lnTo>
                  <a:lnTo>
                    <a:pt x="25301" y="31619"/>
                  </a:lnTo>
                  <a:cubicBezTo>
                    <a:pt x="25344" y="31634"/>
                    <a:pt x="25372" y="31634"/>
                    <a:pt x="25415" y="31619"/>
                  </a:cubicBezTo>
                  <a:cubicBezTo>
                    <a:pt x="25457" y="31534"/>
                    <a:pt x="25528" y="31492"/>
                    <a:pt x="25628" y="31506"/>
                  </a:cubicBezTo>
                  <a:cubicBezTo>
                    <a:pt x="25670" y="31463"/>
                    <a:pt x="25741" y="31435"/>
                    <a:pt x="25798" y="31406"/>
                  </a:cubicBezTo>
                  <a:lnTo>
                    <a:pt x="25826" y="31392"/>
                  </a:lnTo>
                  <a:lnTo>
                    <a:pt x="26053" y="31392"/>
                  </a:lnTo>
                  <a:lnTo>
                    <a:pt x="26053" y="31321"/>
                  </a:lnTo>
                  <a:cubicBezTo>
                    <a:pt x="26082" y="31335"/>
                    <a:pt x="26124" y="31335"/>
                    <a:pt x="26153" y="31293"/>
                  </a:cubicBezTo>
                  <a:lnTo>
                    <a:pt x="26153" y="31293"/>
                  </a:lnTo>
                  <a:cubicBezTo>
                    <a:pt x="26181" y="31264"/>
                    <a:pt x="26195" y="31236"/>
                    <a:pt x="26210" y="31208"/>
                  </a:cubicBezTo>
                  <a:cubicBezTo>
                    <a:pt x="26210" y="31208"/>
                    <a:pt x="26224" y="31193"/>
                    <a:pt x="26224" y="31193"/>
                  </a:cubicBezTo>
                  <a:lnTo>
                    <a:pt x="26266" y="31193"/>
                  </a:lnTo>
                  <a:lnTo>
                    <a:pt x="26266" y="31137"/>
                  </a:lnTo>
                  <a:lnTo>
                    <a:pt x="26281" y="31122"/>
                  </a:lnTo>
                  <a:lnTo>
                    <a:pt x="26309" y="31094"/>
                  </a:lnTo>
                  <a:lnTo>
                    <a:pt x="26323" y="31080"/>
                  </a:lnTo>
                  <a:lnTo>
                    <a:pt x="26380" y="31080"/>
                  </a:lnTo>
                  <a:lnTo>
                    <a:pt x="26380" y="31051"/>
                  </a:lnTo>
                  <a:lnTo>
                    <a:pt x="26394" y="31023"/>
                  </a:lnTo>
                  <a:cubicBezTo>
                    <a:pt x="26423" y="31023"/>
                    <a:pt x="26465" y="30995"/>
                    <a:pt x="26479" y="30980"/>
                  </a:cubicBezTo>
                  <a:lnTo>
                    <a:pt x="26522" y="30980"/>
                  </a:lnTo>
                  <a:lnTo>
                    <a:pt x="26579" y="30980"/>
                  </a:lnTo>
                  <a:cubicBezTo>
                    <a:pt x="26621" y="30952"/>
                    <a:pt x="26621" y="30867"/>
                    <a:pt x="26707" y="30867"/>
                  </a:cubicBezTo>
                  <a:lnTo>
                    <a:pt x="26806" y="30867"/>
                  </a:lnTo>
                  <a:cubicBezTo>
                    <a:pt x="26834" y="30838"/>
                    <a:pt x="26877" y="30796"/>
                    <a:pt x="26920" y="30753"/>
                  </a:cubicBezTo>
                  <a:cubicBezTo>
                    <a:pt x="26920" y="30725"/>
                    <a:pt x="26920" y="30696"/>
                    <a:pt x="26920" y="30668"/>
                  </a:cubicBezTo>
                  <a:cubicBezTo>
                    <a:pt x="26863" y="30554"/>
                    <a:pt x="26735" y="30640"/>
                    <a:pt x="26692" y="30569"/>
                  </a:cubicBezTo>
                  <a:cubicBezTo>
                    <a:pt x="26849" y="30597"/>
                    <a:pt x="26991" y="30484"/>
                    <a:pt x="27133" y="30441"/>
                  </a:cubicBezTo>
                  <a:cubicBezTo>
                    <a:pt x="27260" y="30441"/>
                    <a:pt x="27260" y="30086"/>
                    <a:pt x="27459" y="30327"/>
                  </a:cubicBezTo>
                  <a:lnTo>
                    <a:pt x="27459" y="30327"/>
                  </a:lnTo>
                  <a:cubicBezTo>
                    <a:pt x="27502" y="30285"/>
                    <a:pt x="27530" y="30256"/>
                    <a:pt x="27573" y="30214"/>
                  </a:cubicBezTo>
                  <a:cubicBezTo>
                    <a:pt x="27573" y="30185"/>
                    <a:pt x="27573" y="30143"/>
                    <a:pt x="27573" y="30114"/>
                  </a:cubicBezTo>
                  <a:cubicBezTo>
                    <a:pt x="27629" y="30043"/>
                    <a:pt x="27729" y="30072"/>
                    <a:pt x="27786" y="30001"/>
                  </a:cubicBezTo>
                  <a:lnTo>
                    <a:pt x="27786" y="29788"/>
                  </a:lnTo>
                  <a:cubicBezTo>
                    <a:pt x="27899" y="29717"/>
                    <a:pt x="28084" y="29703"/>
                    <a:pt x="28041" y="29490"/>
                  </a:cubicBezTo>
                  <a:cubicBezTo>
                    <a:pt x="28070" y="29490"/>
                    <a:pt x="28084" y="29490"/>
                    <a:pt x="28098" y="29461"/>
                  </a:cubicBezTo>
                  <a:lnTo>
                    <a:pt x="28098" y="29461"/>
                  </a:lnTo>
                  <a:cubicBezTo>
                    <a:pt x="28141" y="29419"/>
                    <a:pt x="28169" y="29376"/>
                    <a:pt x="28212" y="29348"/>
                  </a:cubicBezTo>
                  <a:lnTo>
                    <a:pt x="28212" y="29248"/>
                  </a:lnTo>
                  <a:cubicBezTo>
                    <a:pt x="28254" y="29206"/>
                    <a:pt x="28283" y="29163"/>
                    <a:pt x="28311" y="29135"/>
                  </a:cubicBezTo>
                  <a:lnTo>
                    <a:pt x="28311" y="29021"/>
                  </a:lnTo>
                  <a:cubicBezTo>
                    <a:pt x="28339" y="28993"/>
                    <a:pt x="28354" y="28950"/>
                    <a:pt x="28325" y="28908"/>
                  </a:cubicBezTo>
                  <a:cubicBezTo>
                    <a:pt x="28410" y="28865"/>
                    <a:pt x="28410" y="28879"/>
                    <a:pt x="28425" y="29021"/>
                  </a:cubicBezTo>
                  <a:lnTo>
                    <a:pt x="28638" y="29021"/>
                  </a:lnTo>
                  <a:cubicBezTo>
                    <a:pt x="28822" y="28922"/>
                    <a:pt x="28879" y="28680"/>
                    <a:pt x="29078" y="28595"/>
                  </a:cubicBezTo>
                  <a:cubicBezTo>
                    <a:pt x="29063" y="28496"/>
                    <a:pt x="29106" y="28425"/>
                    <a:pt x="29177" y="28368"/>
                  </a:cubicBezTo>
                  <a:cubicBezTo>
                    <a:pt x="29163" y="28283"/>
                    <a:pt x="29205" y="28198"/>
                    <a:pt x="29291" y="28155"/>
                  </a:cubicBezTo>
                  <a:lnTo>
                    <a:pt x="29291" y="28056"/>
                  </a:lnTo>
                  <a:lnTo>
                    <a:pt x="29489" y="28027"/>
                  </a:lnTo>
                  <a:cubicBezTo>
                    <a:pt x="29461" y="27857"/>
                    <a:pt x="29560" y="27686"/>
                    <a:pt x="29717" y="27615"/>
                  </a:cubicBezTo>
                  <a:cubicBezTo>
                    <a:pt x="29717" y="27488"/>
                    <a:pt x="29702" y="27360"/>
                    <a:pt x="29830" y="27289"/>
                  </a:cubicBezTo>
                  <a:cubicBezTo>
                    <a:pt x="29859" y="27246"/>
                    <a:pt x="29887" y="27218"/>
                    <a:pt x="29930" y="27175"/>
                  </a:cubicBezTo>
                  <a:cubicBezTo>
                    <a:pt x="29944" y="27048"/>
                    <a:pt x="29986" y="26991"/>
                    <a:pt x="30128" y="27005"/>
                  </a:cubicBezTo>
                  <a:cubicBezTo>
                    <a:pt x="30313" y="27005"/>
                    <a:pt x="30341" y="26962"/>
                    <a:pt x="30285" y="26835"/>
                  </a:cubicBezTo>
                  <a:cubicBezTo>
                    <a:pt x="30228" y="26707"/>
                    <a:pt x="30199" y="26664"/>
                    <a:pt x="30355" y="26622"/>
                  </a:cubicBezTo>
                  <a:cubicBezTo>
                    <a:pt x="30469" y="26593"/>
                    <a:pt x="30483" y="26494"/>
                    <a:pt x="30455" y="26409"/>
                  </a:cubicBezTo>
                  <a:cubicBezTo>
                    <a:pt x="30441" y="26338"/>
                    <a:pt x="30412" y="26281"/>
                    <a:pt x="30384" y="26210"/>
                  </a:cubicBezTo>
                  <a:lnTo>
                    <a:pt x="30583" y="26210"/>
                  </a:lnTo>
                  <a:lnTo>
                    <a:pt x="31009" y="26309"/>
                  </a:lnTo>
                  <a:lnTo>
                    <a:pt x="31009" y="26111"/>
                  </a:lnTo>
                  <a:cubicBezTo>
                    <a:pt x="31009" y="26111"/>
                    <a:pt x="30994" y="26096"/>
                    <a:pt x="30980" y="26068"/>
                  </a:cubicBezTo>
                  <a:cubicBezTo>
                    <a:pt x="30980" y="26040"/>
                    <a:pt x="30994" y="26011"/>
                    <a:pt x="31009" y="25997"/>
                  </a:cubicBezTo>
                  <a:lnTo>
                    <a:pt x="31009" y="25997"/>
                  </a:lnTo>
                  <a:cubicBezTo>
                    <a:pt x="31051" y="25969"/>
                    <a:pt x="31065" y="25926"/>
                    <a:pt x="31065" y="25869"/>
                  </a:cubicBezTo>
                  <a:cubicBezTo>
                    <a:pt x="31108" y="25898"/>
                    <a:pt x="31165" y="25940"/>
                    <a:pt x="31222" y="25869"/>
                  </a:cubicBezTo>
                  <a:cubicBezTo>
                    <a:pt x="31222" y="25841"/>
                    <a:pt x="31222" y="25812"/>
                    <a:pt x="31222" y="25784"/>
                  </a:cubicBezTo>
                  <a:cubicBezTo>
                    <a:pt x="31406" y="25670"/>
                    <a:pt x="31392" y="25358"/>
                    <a:pt x="31648" y="25330"/>
                  </a:cubicBezTo>
                  <a:cubicBezTo>
                    <a:pt x="31648" y="25301"/>
                    <a:pt x="31648" y="25273"/>
                    <a:pt x="31648" y="25244"/>
                  </a:cubicBezTo>
                  <a:cubicBezTo>
                    <a:pt x="31591" y="25188"/>
                    <a:pt x="31591" y="25088"/>
                    <a:pt x="31648" y="25031"/>
                  </a:cubicBezTo>
                  <a:cubicBezTo>
                    <a:pt x="31690" y="25017"/>
                    <a:pt x="31719" y="25017"/>
                    <a:pt x="31747" y="25017"/>
                  </a:cubicBezTo>
                  <a:cubicBezTo>
                    <a:pt x="31889" y="24904"/>
                    <a:pt x="31747" y="24705"/>
                    <a:pt x="31875" y="24591"/>
                  </a:cubicBezTo>
                  <a:lnTo>
                    <a:pt x="31875" y="24591"/>
                  </a:lnTo>
                  <a:cubicBezTo>
                    <a:pt x="31903" y="24549"/>
                    <a:pt x="31946" y="24520"/>
                    <a:pt x="31974" y="24478"/>
                  </a:cubicBezTo>
                  <a:cubicBezTo>
                    <a:pt x="32045" y="24393"/>
                    <a:pt x="32059" y="24265"/>
                    <a:pt x="32002" y="24165"/>
                  </a:cubicBezTo>
                  <a:cubicBezTo>
                    <a:pt x="31974" y="24137"/>
                    <a:pt x="31931" y="24137"/>
                    <a:pt x="31903" y="24151"/>
                  </a:cubicBezTo>
                  <a:cubicBezTo>
                    <a:pt x="31903" y="24123"/>
                    <a:pt x="31931" y="24123"/>
                    <a:pt x="31931" y="24109"/>
                  </a:cubicBezTo>
                  <a:cubicBezTo>
                    <a:pt x="32031" y="24052"/>
                    <a:pt x="32073" y="23924"/>
                    <a:pt x="32002" y="23825"/>
                  </a:cubicBezTo>
                  <a:cubicBezTo>
                    <a:pt x="32215" y="23825"/>
                    <a:pt x="32116" y="23526"/>
                    <a:pt x="32301" y="23498"/>
                  </a:cubicBezTo>
                  <a:cubicBezTo>
                    <a:pt x="32372" y="23441"/>
                    <a:pt x="32343" y="23342"/>
                    <a:pt x="32414" y="23271"/>
                  </a:cubicBezTo>
                  <a:cubicBezTo>
                    <a:pt x="32400" y="23242"/>
                    <a:pt x="32400" y="23214"/>
                    <a:pt x="32414" y="23172"/>
                  </a:cubicBezTo>
                  <a:cubicBezTo>
                    <a:pt x="32443" y="23143"/>
                    <a:pt x="32485" y="23101"/>
                    <a:pt x="32514" y="23058"/>
                  </a:cubicBezTo>
                  <a:lnTo>
                    <a:pt x="32514" y="23058"/>
                  </a:lnTo>
                  <a:cubicBezTo>
                    <a:pt x="32585" y="23001"/>
                    <a:pt x="32556" y="22902"/>
                    <a:pt x="32627" y="22845"/>
                  </a:cubicBezTo>
                  <a:cubicBezTo>
                    <a:pt x="32613" y="22817"/>
                    <a:pt x="32613" y="22788"/>
                    <a:pt x="32627" y="22760"/>
                  </a:cubicBezTo>
                  <a:cubicBezTo>
                    <a:pt x="32585" y="22703"/>
                    <a:pt x="32570" y="22632"/>
                    <a:pt x="32585" y="22561"/>
                  </a:cubicBezTo>
                  <a:cubicBezTo>
                    <a:pt x="32599" y="22561"/>
                    <a:pt x="32613" y="22547"/>
                    <a:pt x="32627" y="22518"/>
                  </a:cubicBezTo>
                  <a:lnTo>
                    <a:pt x="32627" y="22518"/>
                  </a:lnTo>
                  <a:cubicBezTo>
                    <a:pt x="32670" y="22490"/>
                    <a:pt x="32698" y="22447"/>
                    <a:pt x="32741" y="22419"/>
                  </a:cubicBezTo>
                  <a:lnTo>
                    <a:pt x="32741" y="22305"/>
                  </a:lnTo>
                  <a:cubicBezTo>
                    <a:pt x="32727" y="22305"/>
                    <a:pt x="32712" y="22291"/>
                    <a:pt x="32712" y="22263"/>
                  </a:cubicBezTo>
                  <a:cubicBezTo>
                    <a:pt x="32698" y="22249"/>
                    <a:pt x="32712" y="22220"/>
                    <a:pt x="32741" y="22192"/>
                  </a:cubicBezTo>
                  <a:cubicBezTo>
                    <a:pt x="32727" y="22163"/>
                    <a:pt x="32727" y="22121"/>
                    <a:pt x="32741" y="22092"/>
                  </a:cubicBezTo>
                  <a:lnTo>
                    <a:pt x="32741" y="21539"/>
                  </a:lnTo>
                  <a:cubicBezTo>
                    <a:pt x="32755" y="21170"/>
                    <a:pt x="32911" y="20843"/>
                    <a:pt x="32812" y="20502"/>
                  </a:cubicBezTo>
                  <a:close/>
                  <a:moveTo>
                    <a:pt x="27899" y="28979"/>
                  </a:moveTo>
                  <a:close/>
                  <a:moveTo>
                    <a:pt x="24662" y="31591"/>
                  </a:moveTo>
                  <a:lnTo>
                    <a:pt x="24662" y="31591"/>
                  </a:lnTo>
                  <a:lnTo>
                    <a:pt x="24662" y="31591"/>
                  </a:lnTo>
                  <a:lnTo>
                    <a:pt x="24676" y="31577"/>
                  </a:lnTo>
                  <a:cubicBezTo>
                    <a:pt x="24676" y="31577"/>
                    <a:pt x="24676" y="31577"/>
                    <a:pt x="24662" y="31591"/>
                  </a:cubicBezTo>
                  <a:close/>
                  <a:moveTo>
                    <a:pt x="18159" y="32784"/>
                  </a:moveTo>
                  <a:lnTo>
                    <a:pt x="18145" y="32784"/>
                  </a:lnTo>
                  <a:lnTo>
                    <a:pt x="18145" y="32784"/>
                  </a:lnTo>
                  <a:cubicBezTo>
                    <a:pt x="18159" y="32784"/>
                    <a:pt x="18159" y="32784"/>
                    <a:pt x="18159" y="32798"/>
                  </a:cubicBezTo>
                  <a:close/>
                  <a:moveTo>
                    <a:pt x="8178" y="30086"/>
                  </a:moveTo>
                  <a:lnTo>
                    <a:pt x="8178" y="30072"/>
                  </a:lnTo>
                  <a:lnTo>
                    <a:pt x="8207" y="30072"/>
                  </a:lnTo>
                  <a:close/>
                  <a:moveTo>
                    <a:pt x="26011" y="30413"/>
                  </a:moveTo>
                  <a:close/>
                  <a:moveTo>
                    <a:pt x="31051" y="14908"/>
                  </a:moveTo>
                  <a:cubicBezTo>
                    <a:pt x="30994" y="14937"/>
                    <a:pt x="30923" y="14937"/>
                    <a:pt x="30867" y="14908"/>
                  </a:cubicBezTo>
                  <a:cubicBezTo>
                    <a:pt x="30923" y="14922"/>
                    <a:pt x="30980" y="14922"/>
                    <a:pt x="31051" y="14908"/>
                  </a:cubicBezTo>
                  <a:close/>
                  <a:moveTo>
                    <a:pt x="3763" y="21425"/>
                  </a:moveTo>
                  <a:cubicBezTo>
                    <a:pt x="3763" y="21425"/>
                    <a:pt x="3763" y="21411"/>
                    <a:pt x="3763" y="21411"/>
                  </a:cubicBezTo>
                  <a:cubicBezTo>
                    <a:pt x="3791" y="21425"/>
                    <a:pt x="3805" y="21425"/>
                    <a:pt x="3834" y="21425"/>
                  </a:cubicBezTo>
                  <a:cubicBezTo>
                    <a:pt x="3805" y="21454"/>
                    <a:pt x="3777" y="21454"/>
                    <a:pt x="3763" y="21425"/>
                  </a:cubicBezTo>
                  <a:close/>
                  <a:moveTo>
                    <a:pt x="4600" y="21397"/>
                  </a:moveTo>
                  <a:lnTo>
                    <a:pt x="4515" y="21383"/>
                  </a:lnTo>
                  <a:lnTo>
                    <a:pt x="4572" y="21368"/>
                  </a:lnTo>
                  <a:cubicBezTo>
                    <a:pt x="4586" y="21383"/>
                    <a:pt x="4586" y="21383"/>
                    <a:pt x="4600" y="21397"/>
                  </a:cubicBezTo>
                  <a:close/>
                  <a:moveTo>
                    <a:pt x="19991" y="4600"/>
                  </a:moveTo>
                  <a:lnTo>
                    <a:pt x="19991" y="4600"/>
                  </a:lnTo>
                  <a:close/>
                  <a:moveTo>
                    <a:pt x="30611" y="14567"/>
                  </a:moveTo>
                  <a:close/>
                  <a:moveTo>
                    <a:pt x="7312" y="25770"/>
                  </a:moveTo>
                  <a:close/>
                  <a:moveTo>
                    <a:pt x="4728" y="15022"/>
                  </a:moveTo>
                  <a:lnTo>
                    <a:pt x="4742" y="15008"/>
                  </a:lnTo>
                  <a:cubicBezTo>
                    <a:pt x="4742" y="15008"/>
                    <a:pt x="4742" y="15022"/>
                    <a:pt x="4742" y="15022"/>
                  </a:cubicBezTo>
                  <a:close/>
                  <a:moveTo>
                    <a:pt x="11117" y="12622"/>
                  </a:moveTo>
                  <a:lnTo>
                    <a:pt x="11146" y="12651"/>
                  </a:lnTo>
                  <a:lnTo>
                    <a:pt x="11174" y="12679"/>
                  </a:lnTo>
                  <a:cubicBezTo>
                    <a:pt x="11131" y="12651"/>
                    <a:pt x="11117" y="12637"/>
                    <a:pt x="11117" y="12608"/>
                  </a:cubicBezTo>
                  <a:close/>
                  <a:moveTo>
                    <a:pt x="25982" y="10493"/>
                  </a:moveTo>
                  <a:lnTo>
                    <a:pt x="25968" y="10493"/>
                  </a:lnTo>
                  <a:lnTo>
                    <a:pt x="25968" y="10493"/>
                  </a:lnTo>
                  <a:lnTo>
                    <a:pt x="25982" y="10493"/>
                  </a:lnTo>
                  <a:cubicBezTo>
                    <a:pt x="25968" y="10407"/>
                    <a:pt x="26053" y="10521"/>
                    <a:pt x="25982" y="10493"/>
                  </a:cubicBezTo>
                  <a:close/>
                  <a:moveTo>
                    <a:pt x="9058" y="16655"/>
                  </a:moveTo>
                  <a:lnTo>
                    <a:pt x="9058" y="16640"/>
                  </a:lnTo>
                  <a:lnTo>
                    <a:pt x="9073" y="16640"/>
                  </a:lnTo>
                  <a:close/>
                  <a:moveTo>
                    <a:pt x="20403" y="15803"/>
                  </a:moveTo>
                  <a:close/>
                  <a:moveTo>
                    <a:pt x="21184" y="15760"/>
                  </a:moveTo>
                  <a:lnTo>
                    <a:pt x="21184" y="15760"/>
                  </a:lnTo>
                  <a:cubicBezTo>
                    <a:pt x="21184" y="15760"/>
                    <a:pt x="21184" y="15774"/>
                    <a:pt x="21184" y="15774"/>
                  </a:cubicBezTo>
                  <a:lnTo>
                    <a:pt x="21169" y="15774"/>
                  </a:lnTo>
                  <a:close/>
                  <a:moveTo>
                    <a:pt x="22589" y="17166"/>
                  </a:moveTo>
                  <a:lnTo>
                    <a:pt x="22603" y="17166"/>
                  </a:lnTo>
                  <a:lnTo>
                    <a:pt x="22603" y="17166"/>
                  </a:lnTo>
                  <a:lnTo>
                    <a:pt x="22589" y="17180"/>
                  </a:lnTo>
                  <a:close/>
                  <a:moveTo>
                    <a:pt x="25727" y="13772"/>
                  </a:moveTo>
                  <a:close/>
                  <a:moveTo>
                    <a:pt x="25628" y="13488"/>
                  </a:moveTo>
                  <a:close/>
                  <a:moveTo>
                    <a:pt x="22476" y="11330"/>
                  </a:moveTo>
                  <a:lnTo>
                    <a:pt x="22476" y="11330"/>
                  </a:lnTo>
                  <a:close/>
                  <a:moveTo>
                    <a:pt x="20800" y="9470"/>
                  </a:moveTo>
                  <a:cubicBezTo>
                    <a:pt x="20800" y="9456"/>
                    <a:pt x="20814" y="9442"/>
                    <a:pt x="20814" y="9428"/>
                  </a:cubicBezTo>
                  <a:lnTo>
                    <a:pt x="20843" y="9442"/>
                  </a:lnTo>
                  <a:close/>
                  <a:moveTo>
                    <a:pt x="10237" y="15107"/>
                  </a:moveTo>
                  <a:close/>
                  <a:moveTo>
                    <a:pt x="12835" y="16839"/>
                  </a:moveTo>
                  <a:close/>
                  <a:moveTo>
                    <a:pt x="25088" y="18770"/>
                  </a:moveTo>
                  <a:lnTo>
                    <a:pt x="25088" y="18770"/>
                  </a:lnTo>
                  <a:lnTo>
                    <a:pt x="25088" y="18770"/>
                  </a:lnTo>
                  <a:close/>
                  <a:moveTo>
                    <a:pt x="9924" y="14894"/>
                  </a:moveTo>
                  <a:lnTo>
                    <a:pt x="9924" y="14894"/>
                  </a:lnTo>
                  <a:close/>
                  <a:moveTo>
                    <a:pt x="9697" y="19224"/>
                  </a:moveTo>
                  <a:cubicBezTo>
                    <a:pt x="9697" y="19224"/>
                    <a:pt x="9697" y="19224"/>
                    <a:pt x="9697" y="19224"/>
                  </a:cubicBezTo>
                  <a:lnTo>
                    <a:pt x="9683" y="19224"/>
                  </a:lnTo>
                  <a:close/>
                  <a:moveTo>
                    <a:pt x="18472" y="20857"/>
                  </a:moveTo>
                  <a:lnTo>
                    <a:pt x="18472" y="20857"/>
                  </a:lnTo>
                  <a:close/>
                  <a:moveTo>
                    <a:pt x="28581" y="12821"/>
                  </a:moveTo>
                  <a:cubicBezTo>
                    <a:pt x="28581" y="12821"/>
                    <a:pt x="28581" y="12821"/>
                    <a:pt x="28581" y="12835"/>
                  </a:cubicBezTo>
                  <a:lnTo>
                    <a:pt x="28581" y="12835"/>
                  </a:lnTo>
                  <a:close/>
                  <a:moveTo>
                    <a:pt x="15944" y="6560"/>
                  </a:moveTo>
                  <a:cubicBezTo>
                    <a:pt x="15930" y="6588"/>
                    <a:pt x="15916" y="6602"/>
                    <a:pt x="15888" y="6602"/>
                  </a:cubicBezTo>
                  <a:cubicBezTo>
                    <a:pt x="15902" y="6588"/>
                    <a:pt x="15930" y="6574"/>
                    <a:pt x="15944" y="6560"/>
                  </a:cubicBezTo>
                  <a:close/>
                  <a:moveTo>
                    <a:pt x="23597" y="20630"/>
                  </a:moveTo>
                  <a:lnTo>
                    <a:pt x="23540" y="20559"/>
                  </a:lnTo>
                  <a:cubicBezTo>
                    <a:pt x="23583" y="20559"/>
                    <a:pt x="23597" y="20573"/>
                    <a:pt x="23597" y="20630"/>
                  </a:cubicBezTo>
                  <a:close/>
                  <a:moveTo>
                    <a:pt x="6631" y="13119"/>
                  </a:moveTo>
                  <a:lnTo>
                    <a:pt x="6687" y="13077"/>
                  </a:lnTo>
                  <a:cubicBezTo>
                    <a:pt x="6673" y="13091"/>
                    <a:pt x="6645" y="13105"/>
                    <a:pt x="6631" y="13119"/>
                  </a:cubicBezTo>
                  <a:close/>
                  <a:moveTo>
                    <a:pt x="6205" y="13318"/>
                  </a:moveTo>
                  <a:cubicBezTo>
                    <a:pt x="6190" y="13318"/>
                    <a:pt x="6176" y="13304"/>
                    <a:pt x="6176" y="13304"/>
                  </a:cubicBezTo>
                  <a:lnTo>
                    <a:pt x="6332" y="13247"/>
                  </a:lnTo>
                  <a:cubicBezTo>
                    <a:pt x="6290" y="13304"/>
                    <a:pt x="6261" y="13346"/>
                    <a:pt x="6205" y="13318"/>
                  </a:cubicBezTo>
                  <a:close/>
                  <a:moveTo>
                    <a:pt x="28907" y="11004"/>
                  </a:moveTo>
                  <a:close/>
                  <a:moveTo>
                    <a:pt x="7312" y="25841"/>
                  </a:moveTo>
                  <a:close/>
                  <a:moveTo>
                    <a:pt x="10507" y="19920"/>
                  </a:moveTo>
                  <a:close/>
                  <a:moveTo>
                    <a:pt x="25755" y="5793"/>
                  </a:moveTo>
                  <a:lnTo>
                    <a:pt x="25755" y="5793"/>
                  </a:lnTo>
                  <a:close/>
                  <a:moveTo>
                    <a:pt x="9442" y="27005"/>
                  </a:moveTo>
                  <a:cubicBezTo>
                    <a:pt x="9428" y="26991"/>
                    <a:pt x="9413" y="26977"/>
                    <a:pt x="9399" y="26962"/>
                  </a:cubicBezTo>
                  <a:lnTo>
                    <a:pt x="9399" y="26962"/>
                  </a:lnTo>
                  <a:cubicBezTo>
                    <a:pt x="9413" y="26977"/>
                    <a:pt x="9428" y="26991"/>
                    <a:pt x="9442" y="27005"/>
                  </a:cubicBezTo>
                  <a:close/>
                  <a:moveTo>
                    <a:pt x="15334" y="27474"/>
                  </a:moveTo>
                  <a:lnTo>
                    <a:pt x="15334" y="27459"/>
                  </a:lnTo>
                  <a:lnTo>
                    <a:pt x="15362" y="27474"/>
                  </a:lnTo>
                  <a:close/>
                  <a:moveTo>
                    <a:pt x="21439" y="23058"/>
                  </a:moveTo>
                  <a:cubicBezTo>
                    <a:pt x="21397" y="23044"/>
                    <a:pt x="21354" y="23015"/>
                    <a:pt x="21354" y="22959"/>
                  </a:cubicBezTo>
                  <a:close/>
                  <a:moveTo>
                    <a:pt x="27800" y="8505"/>
                  </a:moveTo>
                  <a:close/>
                  <a:moveTo>
                    <a:pt x="26692" y="6247"/>
                  </a:moveTo>
                  <a:cubicBezTo>
                    <a:pt x="26707" y="6247"/>
                    <a:pt x="26707" y="6262"/>
                    <a:pt x="26692" y="6276"/>
                  </a:cubicBezTo>
                  <a:cubicBezTo>
                    <a:pt x="26707" y="6262"/>
                    <a:pt x="26707" y="6247"/>
                    <a:pt x="26692" y="6247"/>
                  </a:cubicBezTo>
                  <a:close/>
                  <a:moveTo>
                    <a:pt x="6531" y="10876"/>
                  </a:moveTo>
                  <a:close/>
                  <a:moveTo>
                    <a:pt x="19764" y="22149"/>
                  </a:moveTo>
                  <a:lnTo>
                    <a:pt x="19764" y="22149"/>
                  </a:lnTo>
                  <a:close/>
                  <a:moveTo>
                    <a:pt x="21510" y="25500"/>
                  </a:moveTo>
                  <a:lnTo>
                    <a:pt x="21510" y="25514"/>
                  </a:lnTo>
                  <a:cubicBezTo>
                    <a:pt x="21496" y="25514"/>
                    <a:pt x="21496" y="25514"/>
                    <a:pt x="21482" y="25500"/>
                  </a:cubicBezTo>
                  <a:close/>
                  <a:moveTo>
                    <a:pt x="22845" y="2485"/>
                  </a:moveTo>
                  <a:cubicBezTo>
                    <a:pt x="22831" y="2471"/>
                    <a:pt x="22816" y="2457"/>
                    <a:pt x="22802" y="2442"/>
                  </a:cubicBezTo>
                  <a:lnTo>
                    <a:pt x="22845" y="2485"/>
                  </a:lnTo>
                  <a:close/>
                  <a:moveTo>
                    <a:pt x="20971" y="4047"/>
                  </a:moveTo>
                  <a:lnTo>
                    <a:pt x="20971" y="4047"/>
                  </a:lnTo>
                  <a:close/>
                  <a:moveTo>
                    <a:pt x="12310" y="24023"/>
                  </a:moveTo>
                  <a:lnTo>
                    <a:pt x="12352" y="24080"/>
                  </a:lnTo>
                  <a:cubicBezTo>
                    <a:pt x="12338" y="24066"/>
                    <a:pt x="12324" y="24052"/>
                    <a:pt x="12310" y="24023"/>
                  </a:cubicBezTo>
                  <a:close/>
                  <a:moveTo>
                    <a:pt x="25528" y="29745"/>
                  </a:moveTo>
                  <a:lnTo>
                    <a:pt x="25514" y="29745"/>
                  </a:lnTo>
                  <a:lnTo>
                    <a:pt x="25528" y="29731"/>
                  </a:lnTo>
                  <a:lnTo>
                    <a:pt x="25528" y="29745"/>
                  </a:lnTo>
                  <a:close/>
                  <a:moveTo>
                    <a:pt x="29390" y="10251"/>
                  </a:moveTo>
                  <a:close/>
                  <a:moveTo>
                    <a:pt x="2314" y="15561"/>
                  </a:moveTo>
                  <a:lnTo>
                    <a:pt x="2314" y="15561"/>
                  </a:lnTo>
                  <a:cubicBezTo>
                    <a:pt x="2314" y="15547"/>
                    <a:pt x="2329" y="15533"/>
                    <a:pt x="2329" y="15533"/>
                  </a:cubicBezTo>
                  <a:cubicBezTo>
                    <a:pt x="2329" y="15533"/>
                    <a:pt x="2329" y="15547"/>
                    <a:pt x="2314" y="15547"/>
                  </a:cubicBezTo>
                  <a:lnTo>
                    <a:pt x="2314" y="15547"/>
                  </a:lnTo>
                  <a:cubicBezTo>
                    <a:pt x="2314" y="15547"/>
                    <a:pt x="2314" y="15547"/>
                    <a:pt x="2314" y="15561"/>
                  </a:cubicBezTo>
                  <a:close/>
                  <a:moveTo>
                    <a:pt x="3947" y="24435"/>
                  </a:moveTo>
                  <a:lnTo>
                    <a:pt x="3947" y="24435"/>
                  </a:lnTo>
                  <a:lnTo>
                    <a:pt x="3947" y="24435"/>
                  </a:lnTo>
                  <a:lnTo>
                    <a:pt x="3933" y="24435"/>
                  </a:lnTo>
                  <a:close/>
                  <a:moveTo>
                    <a:pt x="30512" y="11103"/>
                  </a:moveTo>
                  <a:lnTo>
                    <a:pt x="30526" y="11103"/>
                  </a:lnTo>
                  <a:lnTo>
                    <a:pt x="30512" y="11103"/>
                  </a:lnTo>
                  <a:cubicBezTo>
                    <a:pt x="30512" y="11103"/>
                    <a:pt x="30512" y="11103"/>
                    <a:pt x="30512" y="11103"/>
                  </a:cubicBezTo>
                  <a:close/>
                  <a:moveTo>
                    <a:pt x="29106" y="6432"/>
                  </a:moveTo>
                  <a:lnTo>
                    <a:pt x="29092" y="6418"/>
                  </a:lnTo>
                  <a:lnTo>
                    <a:pt x="29106" y="6418"/>
                  </a:lnTo>
                  <a:close/>
                  <a:moveTo>
                    <a:pt x="16654" y="1136"/>
                  </a:moveTo>
                  <a:lnTo>
                    <a:pt x="16640" y="1136"/>
                  </a:lnTo>
                  <a:lnTo>
                    <a:pt x="16626" y="1122"/>
                  </a:lnTo>
                  <a:lnTo>
                    <a:pt x="16626" y="1122"/>
                  </a:lnTo>
                  <a:lnTo>
                    <a:pt x="16683" y="1122"/>
                  </a:lnTo>
                  <a:close/>
                  <a:moveTo>
                    <a:pt x="12736" y="1775"/>
                  </a:moveTo>
                  <a:close/>
                  <a:moveTo>
                    <a:pt x="9598" y="3635"/>
                  </a:moveTo>
                  <a:lnTo>
                    <a:pt x="9598" y="3635"/>
                  </a:lnTo>
                  <a:cubicBezTo>
                    <a:pt x="9612" y="3621"/>
                    <a:pt x="9641" y="3621"/>
                    <a:pt x="9655" y="3635"/>
                  </a:cubicBezTo>
                  <a:cubicBezTo>
                    <a:pt x="9641" y="3635"/>
                    <a:pt x="9612" y="3635"/>
                    <a:pt x="9598" y="3635"/>
                  </a:cubicBezTo>
                  <a:close/>
                  <a:moveTo>
                    <a:pt x="5892" y="27573"/>
                  </a:moveTo>
                  <a:close/>
                  <a:moveTo>
                    <a:pt x="11089" y="29518"/>
                  </a:moveTo>
                  <a:lnTo>
                    <a:pt x="11089" y="29518"/>
                  </a:lnTo>
                  <a:close/>
                  <a:moveTo>
                    <a:pt x="24194" y="1349"/>
                  </a:moveTo>
                  <a:lnTo>
                    <a:pt x="24194" y="1335"/>
                  </a:lnTo>
                  <a:close/>
                  <a:moveTo>
                    <a:pt x="10109" y="4018"/>
                  </a:moveTo>
                  <a:lnTo>
                    <a:pt x="10123" y="4047"/>
                  </a:lnTo>
                  <a:lnTo>
                    <a:pt x="10123" y="4047"/>
                  </a:lnTo>
                  <a:lnTo>
                    <a:pt x="10123" y="4047"/>
                  </a:lnTo>
                  <a:lnTo>
                    <a:pt x="10095" y="4047"/>
                  </a:lnTo>
                  <a:cubicBezTo>
                    <a:pt x="10109" y="4033"/>
                    <a:pt x="10109" y="4033"/>
                    <a:pt x="10109" y="4018"/>
                  </a:cubicBezTo>
                  <a:close/>
                  <a:moveTo>
                    <a:pt x="4813" y="7752"/>
                  </a:moveTo>
                  <a:close/>
                  <a:moveTo>
                    <a:pt x="2811" y="9499"/>
                  </a:moveTo>
                  <a:lnTo>
                    <a:pt x="2811" y="9499"/>
                  </a:lnTo>
                  <a:lnTo>
                    <a:pt x="2811" y="9499"/>
                  </a:lnTo>
                  <a:lnTo>
                    <a:pt x="2825" y="9485"/>
                  </a:lnTo>
                  <a:cubicBezTo>
                    <a:pt x="2825" y="9499"/>
                    <a:pt x="2825" y="9499"/>
                    <a:pt x="2825" y="9499"/>
                  </a:cubicBezTo>
                  <a:close/>
                  <a:moveTo>
                    <a:pt x="10563" y="2059"/>
                  </a:moveTo>
                  <a:lnTo>
                    <a:pt x="10563" y="2059"/>
                  </a:lnTo>
                  <a:lnTo>
                    <a:pt x="10478" y="2087"/>
                  </a:lnTo>
                  <a:close/>
                  <a:moveTo>
                    <a:pt x="1860" y="23328"/>
                  </a:moveTo>
                  <a:cubicBezTo>
                    <a:pt x="1874" y="23313"/>
                    <a:pt x="1888" y="23313"/>
                    <a:pt x="1903" y="23313"/>
                  </a:cubicBezTo>
                  <a:close/>
                  <a:moveTo>
                    <a:pt x="4614" y="26820"/>
                  </a:moveTo>
                  <a:lnTo>
                    <a:pt x="4629" y="26820"/>
                  </a:lnTo>
                  <a:cubicBezTo>
                    <a:pt x="4629" y="26820"/>
                    <a:pt x="4629" y="26835"/>
                    <a:pt x="4629" y="26835"/>
                  </a:cubicBezTo>
                  <a:cubicBezTo>
                    <a:pt x="4629" y="26835"/>
                    <a:pt x="4614" y="26820"/>
                    <a:pt x="4614" y="26820"/>
                  </a:cubicBezTo>
                  <a:close/>
                  <a:moveTo>
                    <a:pt x="21922" y="32926"/>
                  </a:moveTo>
                  <a:close/>
                  <a:moveTo>
                    <a:pt x="27999" y="29404"/>
                  </a:moveTo>
                  <a:close/>
                  <a:moveTo>
                    <a:pt x="32570" y="21950"/>
                  </a:moveTo>
                  <a:close/>
                </a:path>
              </a:pathLst>
            </a:custGeom>
            <a:solidFill>
              <a:schemeClr val="lt1"/>
            </a:solidFill>
            <a:ln cap="flat" cmpd="sng" w="115050">
              <a:solidFill>
                <a:schemeClr val="lt1"/>
              </a:solidFill>
              <a:prstDash val="solid"/>
              <a:round/>
              <a:headEnd len="sm" w="sm" type="none"/>
              <a:tailEnd len="sm" w="sm" type="none"/>
            </a:ln>
            <a:effectLst>
              <a:outerShdw blurRad="43145" rotWithShape="0" algn="bl" dir="5400000" dist="14382">
                <a:schemeClr val="dk1">
                  <a:alpha val="50000"/>
                </a:schemeClr>
              </a:outerShdw>
            </a:effectLst>
          </p:spPr>
          <p:txBody>
            <a:bodyPr anchorCtr="0" anchor="ctr" bIns="69025" lIns="69025" spcFirstLastPara="1" rIns="69025" wrap="square" tIns="69025">
              <a:noAutofit/>
            </a:bodyPr>
            <a:lstStyle/>
            <a:p>
              <a:pPr indent="0" lvl="0" marL="0" rtl="0" algn="l">
                <a:spcBef>
                  <a:spcPts val="0"/>
                </a:spcBef>
                <a:spcAft>
                  <a:spcPts val="0"/>
                </a:spcAft>
                <a:buNone/>
              </a:pPr>
              <a:r>
                <a:t/>
              </a:r>
              <a:endParaRPr/>
            </a:p>
          </p:txBody>
        </p:sp>
        <p:pic>
          <p:nvPicPr>
            <p:cNvPr id="594" name="Google Shape;594;p37"/>
            <p:cNvPicPr preferRelativeResize="0"/>
            <p:nvPr/>
          </p:nvPicPr>
          <p:blipFill>
            <a:blip r:embed="rId5">
              <a:alphaModFix amt="84000"/>
            </a:blip>
            <a:stretch>
              <a:fillRect/>
            </a:stretch>
          </p:blipFill>
          <p:spPr>
            <a:xfrm>
              <a:off x="10344860" y="2793918"/>
              <a:ext cx="1137392" cy="1180421"/>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38"/>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Linear SVM</a:t>
            </a:r>
            <a:endParaRPr/>
          </a:p>
        </p:txBody>
      </p:sp>
      <p:sp>
        <p:nvSpPr>
          <p:cNvPr id="600" name="Google Shape;600;p38"/>
          <p:cNvSpPr txBox="1"/>
          <p:nvPr/>
        </p:nvSpPr>
        <p:spPr>
          <a:xfrm>
            <a:off x="894525" y="812376"/>
            <a:ext cx="74394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latin typeface="Gantari"/>
              <a:ea typeface="Gantari"/>
              <a:cs typeface="Gantari"/>
              <a:sym typeface="Gantari"/>
            </a:endParaRPr>
          </a:p>
          <a:p>
            <a:pPr indent="0" lvl="0" marL="0" rtl="0" algn="l">
              <a:spcBef>
                <a:spcPts val="0"/>
              </a:spcBef>
              <a:spcAft>
                <a:spcPts val="0"/>
              </a:spcAft>
              <a:buNone/>
            </a:pPr>
            <a:r>
              <a:rPr lang="en">
                <a:latin typeface="Gantari"/>
                <a:ea typeface="Gantari"/>
                <a:cs typeface="Gantari"/>
                <a:sym typeface="Gantari"/>
              </a:rPr>
              <a:t>Support Vector Machine is a</a:t>
            </a:r>
            <a:r>
              <a:rPr b="1" lang="en">
                <a:latin typeface="Gantari"/>
                <a:ea typeface="Gantari"/>
                <a:cs typeface="Gantari"/>
                <a:sym typeface="Gantari"/>
              </a:rPr>
              <a:t> discriminative classifier</a:t>
            </a:r>
            <a:r>
              <a:rPr lang="en">
                <a:latin typeface="Gantari"/>
                <a:ea typeface="Gantari"/>
                <a:cs typeface="Gantari"/>
                <a:sym typeface="Gantari"/>
              </a:rPr>
              <a:t> that aims to find the optimal hyperplane that maximally separates data points of different sentiment classes in the feature space. </a:t>
            </a:r>
            <a:endParaRPr>
              <a:latin typeface="Gantari"/>
              <a:ea typeface="Gantari"/>
              <a:cs typeface="Gantari"/>
              <a:sym typeface="Gantari"/>
            </a:endParaRPr>
          </a:p>
          <a:p>
            <a:pPr indent="0" lvl="0" marL="0" rtl="0" algn="l">
              <a:spcBef>
                <a:spcPts val="0"/>
              </a:spcBef>
              <a:spcAft>
                <a:spcPts val="0"/>
              </a:spcAft>
              <a:buNone/>
            </a:pPr>
            <a:r>
              <a:t/>
            </a:r>
            <a:endParaRPr sz="1500">
              <a:latin typeface="Gantari"/>
              <a:ea typeface="Gantari"/>
              <a:cs typeface="Gantari"/>
              <a:sym typeface="Gantari"/>
            </a:endParaRPr>
          </a:p>
          <a:p>
            <a:pPr indent="0" lvl="0" marL="0" rtl="0" algn="l">
              <a:spcBef>
                <a:spcPts val="0"/>
              </a:spcBef>
              <a:spcAft>
                <a:spcPts val="0"/>
              </a:spcAft>
              <a:buNone/>
            </a:pPr>
            <a:r>
              <a:rPr lang="en" sz="1500">
                <a:latin typeface="Gantari"/>
                <a:ea typeface="Gantari"/>
                <a:cs typeface="Gantari"/>
                <a:sym typeface="Gantari"/>
              </a:rPr>
              <a:t>For multi-class sentiment analysis, the</a:t>
            </a:r>
            <a:r>
              <a:rPr b="1" lang="en" sz="1500">
                <a:latin typeface="Gantari"/>
                <a:ea typeface="Gantari"/>
                <a:cs typeface="Gantari"/>
                <a:sym typeface="Gantari"/>
              </a:rPr>
              <a:t> One-vs-Rest (OvR) </a:t>
            </a:r>
            <a:r>
              <a:rPr lang="en" sz="1500">
                <a:latin typeface="Gantari"/>
                <a:ea typeface="Gantari"/>
                <a:cs typeface="Gantari"/>
                <a:sym typeface="Gantari"/>
              </a:rPr>
              <a:t>strategy is commonly used, training one classifier per class (positive, neutral, negative)</a:t>
            </a:r>
            <a:endParaRPr sz="1500">
              <a:latin typeface="Gantari"/>
              <a:ea typeface="Gantari"/>
              <a:cs typeface="Gantari"/>
              <a:sym typeface="Gantari"/>
            </a:endParaRPr>
          </a:p>
          <a:p>
            <a:pPr indent="0" lvl="0" marL="0" rtl="0" algn="l">
              <a:spcBef>
                <a:spcPts val="0"/>
              </a:spcBef>
              <a:spcAft>
                <a:spcPts val="0"/>
              </a:spcAft>
              <a:buNone/>
            </a:pPr>
            <a:r>
              <a:t/>
            </a:r>
            <a:endParaRPr sz="1500">
              <a:latin typeface="Gantari"/>
              <a:ea typeface="Gantari"/>
              <a:cs typeface="Gantari"/>
              <a:sym typeface="Gantari"/>
            </a:endParaRPr>
          </a:p>
          <a:p>
            <a:pPr indent="0" lvl="0" marL="0" rtl="0" algn="l">
              <a:spcBef>
                <a:spcPts val="0"/>
              </a:spcBef>
              <a:spcAft>
                <a:spcPts val="0"/>
              </a:spcAft>
              <a:buNone/>
            </a:pPr>
            <a:r>
              <a:rPr lang="en" sz="1500">
                <a:latin typeface="Gantari"/>
                <a:ea typeface="Gantari"/>
                <a:cs typeface="Gantari"/>
                <a:sym typeface="Gantari"/>
              </a:rPr>
              <a:t>SVM minimizes classification error by maximizing the </a:t>
            </a:r>
            <a:r>
              <a:rPr b="1" lang="en" sz="1500">
                <a:latin typeface="Gantari"/>
                <a:ea typeface="Gantari"/>
                <a:cs typeface="Gantari"/>
                <a:sym typeface="Gantari"/>
              </a:rPr>
              <a:t>margin </a:t>
            </a:r>
            <a:r>
              <a:rPr lang="en" sz="1500">
                <a:latin typeface="Gantari"/>
                <a:ea typeface="Gantari"/>
                <a:cs typeface="Gantari"/>
                <a:sym typeface="Gantari"/>
              </a:rPr>
              <a:t>between support vectors and the decision boundary, defined as:</a:t>
            </a:r>
            <a:endParaRPr sz="1500">
              <a:latin typeface="Gantari"/>
              <a:ea typeface="Gantari"/>
              <a:cs typeface="Gantari"/>
              <a:sym typeface="Gantari"/>
            </a:endParaRPr>
          </a:p>
        </p:txBody>
      </p:sp>
      <p:pic>
        <p:nvPicPr>
          <p:cNvPr id="601" name="Google Shape;601;p38"/>
          <p:cNvPicPr preferRelativeResize="0"/>
          <p:nvPr/>
        </p:nvPicPr>
        <p:blipFill>
          <a:blip r:embed="rId3">
            <a:alphaModFix/>
          </a:blip>
          <a:stretch>
            <a:fillRect/>
          </a:stretch>
        </p:blipFill>
        <p:spPr>
          <a:xfrm>
            <a:off x="3205850" y="3252110"/>
            <a:ext cx="2724150" cy="762000"/>
          </a:xfrm>
          <a:prstGeom prst="rect">
            <a:avLst/>
          </a:prstGeom>
          <a:noFill/>
          <a:ln>
            <a:noFill/>
          </a:ln>
        </p:spPr>
      </p:pic>
      <p:sp>
        <p:nvSpPr>
          <p:cNvPr id="602" name="Google Shape;602;p38"/>
          <p:cNvSpPr txBox="1"/>
          <p:nvPr/>
        </p:nvSpPr>
        <p:spPr>
          <a:xfrm>
            <a:off x="2657840" y="4231534"/>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subject to</a:t>
            </a:r>
            <a:endParaRPr sz="1600"/>
          </a:p>
        </p:txBody>
      </p:sp>
      <p:pic>
        <p:nvPicPr>
          <p:cNvPr id="603" name="Google Shape;603;p38"/>
          <p:cNvPicPr preferRelativeResize="0"/>
          <p:nvPr/>
        </p:nvPicPr>
        <p:blipFill>
          <a:blip r:embed="rId4">
            <a:alphaModFix/>
          </a:blip>
          <a:stretch>
            <a:fillRect/>
          </a:stretch>
        </p:blipFill>
        <p:spPr>
          <a:xfrm>
            <a:off x="3803919" y="4216933"/>
            <a:ext cx="2457450" cy="457200"/>
          </a:xfrm>
          <a:prstGeom prst="rect">
            <a:avLst/>
          </a:prstGeom>
          <a:noFill/>
          <a:ln>
            <a:noFill/>
          </a:ln>
        </p:spPr>
      </p:pic>
      <p:grpSp>
        <p:nvGrpSpPr>
          <p:cNvPr id="604" name="Google Shape;604;p38"/>
          <p:cNvGrpSpPr/>
          <p:nvPr/>
        </p:nvGrpSpPr>
        <p:grpSpPr>
          <a:xfrm rot="929445">
            <a:off x="8118394" y="4267077"/>
            <a:ext cx="458211" cy="447674"/>
            <a:chOff x="11873470" y="-24098"/>
            <a:chExt cx="1107513" cy="1082047"/>
          </a:xfrm>
        </p:grpSpPr>
        <p:sp>
          <p:nvSpPr>
            <p:cNvPr id="605" name="Google Shape;605;p38"/>
            <p:cNvSpPr/>
            <p:nvPr/>
          </p:nvSpPr>
          <p:spPr>
            <a:xfrm>
              <a:off x="11873470" y="-24098"/>
              <a:ext cx="1097315" cy="1072212"/>
            </a:xfrm>
            <a:custGeom>
              <a:rect b="b" l="l" r="r" t="t"/>
              <a:pathLst>
                <a:path extrusionOk="0" h="30924" w="31648">
                  <a:moveTo>
                    <a:pt x="31605" y="16527"/>
                  </a:moveTo>
                  <a:cubicBezTo>
                    <a:pt x="31619" y="16427"/>
                    <a:pt x="31633" y="16328"/>
                    <a:pt x="31648" y="16228"/>
                  </a:cubicBezTo>
                  <a:cubicBezTo>
                    <a:pt x="31591" y="16186"/>
                    <a:pt x="31534" y="16129"/>
                    <a:pt x="31562" y="16058"/>
                  </a:cubicBezTo>
                  <a:cubicBezTo>
                    <a:pt x="31619" y="15831"/>
                    <a:pt x="31619" y="15590"/>
                    <a:pt x="31562" y="15362"/>
                  </a:cubicBezTo>
                  <a:cubicBezTo>
                    <a:pt x="31520" y="15107"/>
                    <a:pt x="31449" y="14809"/>
                    <a:pt x="31633" y="14567"/>
                  </a:cubicBezTo>
                  <a:cubicBezTo>
                    <a:pt x="31548" y="14383"/>
                    <a:pt x="31520" y="14170"/>
                    <a:pt x="31534" y="13971"/>
                  </a:cubicBezTo>
                  <a:cubicBezTo>
                    <a:pt x="31534" y="13843"/>
                    <a:pt x="31548" y="13730"/>
                    <a:pt x="31435" y="13644"/>
                  </a:cubicBezTo>
                  <a:cubicBezTo>
                    <a:pt x="31435" y="13190"/>
                    <a:pt x="31392" y="12750"/>
                    <a:pt x="31321" y="12310"/>
                  </a:cubicBezTo>
                  <a:cubicBezTo>
                    <a:pt x="31335" y="12296"/>
                    <a:pt x="31364" y="12281"/>
                    <a:pt x="31378" y="12267"/>
                  </a:cubicBezTo>
                  <a:cubicBezTo>
                    <a:pt x="31463" y="12040"/>
                    <a:pt x="31335" y="11855"/>
                    <a:pt x="31236" y="11671"/>
                  </a:cubicBezTo>
                  <a:lnTo>
                    <a:pt x="31236" y="11358"/>
                  </a:lnTo>
                  <a:cubicBezTo>
                    <a:pt x="31193" y="11245"/>
                    <a:pt x="31179" y="11117"/>
                    <a:pt x="31179" y="11004"/>
                  </a:cubicBezTo>
                  <a:cubicBezTo>
                    <a:pt x="31151" y="10791"/>
                    <a:pt x="31136" y="10563"/>
                    <a:pt x="30923" y="10421"/>
                  </a:cubicBezTo>
                  <a:cubicBezTo>
                    <a:pt x="30867" y="10365"/>
                    <a:pt x="30881" y="10265"/>
                    <a:pt x="30824" y="10208"/>
                  </a:cubicBezTo>
                  <a:lnTo>
                    <a:pt x="30824" y="10010"/>
                  </a:lnTo>
                  <a:cubicBezTo>
                    <a:pt x="30753" y="9953"/>
                    <a:pt x="30781" y="9854"/>
                    <a:pt x="30725" y="9797"/>
                  </a:cubicBezTo>
                  <a:lnTo>
                    <a:pt x="30725" y="9697"/>
                  </a:lnTo>
                  <a:cubicBezTo>
                    <a:pt x="30696" y="9669"/>
                    <a:pt x="30654" y="9626"/>
                    <a:pt x="30625" y="9598"/>
                  </a:cubicBezTo>
                  <a:lnTo>
                    <a:pt x="30526" y="9484"/>
                  </a:lnTo>
                  <a:cubicBezTo>
                    <a:pt x="30441" y="9442"/>
                    <a:pt x="30455" y="9357"/>
                    <a:pt x="30412" y="9286"/>
                  </a:cubicBezTo>
                  <a:lnTo>
                    <a:pt x="30412" y="9286"/>
                  </a:lnTo>
                  <a:cubicBezTo>
                    <a:pt x="30356" y="9158"/>
                    <a:pt x="30299" y="9002"/>
                    <a:pt x="30157" y="9002"/>
                  </a:cubicBezTo>
                  <a:cubicBezTo>
                    <a:pt x="30242" y="8959"/>
                    <a:pt x="30299" y="8916"/>
                    <a:pt x="30214" y="8760"/>
                  </a:cubicBezTo>
                  <a:lnTo>
                    <a:pt x="30114" y="8760"/>
                  </a:lnTo>
                  <a:cubicBezTo>
                    <a:pt x="30114" y="8760"/>
                    <a:pt x="30086" y="8760"/>
                    <a:pt x="30086" y="8732"/>
                  </a:cubicBezTo>
                  <a:cubicBezTo>
                    <a:pt x="30072" y="8718"/>
                    <a:pt x="30086" y="8689"/>
                    <a:pt x="30100" y="8661"/>
                  </a:cubicBezTo>
                  <a:lnTo>
                    <a:pt x="30100" y="8561"/>
                  </a:lnTo>
                  <a:cubicBezTo>
                    <a:pt x="30072" y="8533"/>
                    <a:pt x="30043" y="8490"/>
                    <a:pt x="30001" y="8462"/>
                  </a:cubicBezTo>
                  <a:lnTo>
                    <a:pt x="30001" y="8363"/>
                  </a:lnTo>
                  <a:cubicBezTo>
                    <a:pt x="29972" y="8320"/>
                    <a:pt x="29944" y="8292"/>
                    <a:pt x="29901" y="8249"/>
                  </a:cubicBezTo>
                  <a:lnTo>
                    <a:pt x="29901" y="8150"/>
                  </a:lnTo>
                  <a:cubicBezTo>
                    <a:pt x="29859" y="7994"/>
                    <a:pt x="29660" y="8278"/>
                    <a:pt x="29631" y="8065"/>
                  </a:cubicBezTo>
                  <a:cubicBezTo>
                    <a:pt x="29433" y="8022"/>
                    <a:pt x="29603" y="7823"/>
                    <a:pt x="29489" y="7738"/>
                  </a:cubicBezTo>
                  <a:lnTo>
                    <a:pt x="29489" y="7738"/>
                  </a:lnTo>
                  <a:lnTo>
                    <a:pt x="29390" y="7639"/>
                  </a:lnTo>
                  <a:lnTo>
                    <a:pt x="29390" y="7525"/>
                  </a:lnTo>
                  <a:cubicBezTo>
                    <a:pt x="29333" y="7497"/>
                    <a:pt x="29262" y="7511"/>
                    <a:pt x="29220" y="7568"/>
                  </a:cubicBezTo>
                  <a:cubicBezTo>
                    <a:pt x="29248" y="7482"/>
                    <a:pt x="29234" y="7397"/>
                    <a:pt x="29177" y="7326"/>
                  </a:cubicBezTo>
                  <a:lnTo>
                    <a:pt x="29177" y="7326"/>
                  </a:lnTo>
                  <a:cubicBezTo>
                    <a:pt x="29163" y="7241"/>
                    <a:pt x="28851" y="7312"/>
                    <a:pt x="29078" y="7113"/>
                  </a:cubicBezTo>
                  <a:lnTo>
                    <a:pt x="28765" y="7099"/>
                  </a:lnTo>
                  <a:cubicBezTo>
                    <a:pt x="28737" y="7085"/>
                    <a:pt x="28694" y="7085"/>
                    <a:pt x="28666" y="7099"/>
                  </a:cubicBezTo>
                  <a:cubicBezTo>
                    <a:pt x="28666" y="7042"/>
                    <a:pt x="28652" y="6985"/>
                    <a:pt x="28609" y="6943"/>
                  </a:cubicBezTo>
                  <a:cubicBezTo>
                    <a:pt x="28623" y="6929"/>
                    <a:pt x="28623" y="6915"/>
                    <a:pt x="28623" y="6900"/>
                  </a:cubicBezTo>
                  <a:cubicBezTo>
                    <a:pt x="28638" y="6829"/>
                    <a:pt x="28609" y="6744"/>
                    <a:pt x="28552" y="6702"/>
                  </a:cubicBezTo>
                  <a:cubicBezTo>
                    <a:pt x="28496" y="6645"/>
                    <a:pt x="28425" y="6616"/>
                    <a:pt x="28354" y="6616"/>
                  </a:cubicBezTo>
                  <a:cubicBezTo>
                    <a:pt x="28311" y="6645"/>
                    <a:pt x="28254" y="6645"/>
                    <a:pt x="28268" y="6574"/>
                  </a:cubicBezTo>
                  <a:cubicBezTo>
                    <a:pt x="28212" y="6460"/>
                    <a:pt x="28098" y="6389"/>
                    <a:pt x="28041" y="6276"/>
                  </a:cubicBezTo>
                  <a:cubicBezTo>
                    <a:pt x="27885" y="6162"/>
                    <a:pt x="27743" y="6020"/>
                    <a:pt x="27615" y="5864"/>
                  </a:cubicBezTo>
                  <a:lnTo>
                    <a:pt x="27615" y="5864"/>
                  </a:lnTo>
                  <a:cubicBezTo>
                    <a:pt x="27473" y="5665"/>
                    <a:pt x="27289" y="5481"/>
                    <a:pt x="27090" y="5339"/>
                  </a:cubicBezTo>
                  <a:cubicBezTo>
                    <a:pt x="27090" y="5310"/>
                    <a:pt x="27090" y="5282"/>
                    <a:pt x="27090" y="5253"/>
                  </a:cubicBezTo>
                  <a:cubicBezTo>
                    <a:pt x="26877" y="5012"/>
                    <a:pt x="26579" y="4827"/>
                    <a:pt x="26266" y="4742"/>
                  </a:cubicBezTo>
                  <a:lnTo>
                    <a:pt x="26266" y="4728"/>
                  </a:lnTo>
                  <a:lnTo>
                    <a:pt x="26068" y="4728"/>
                  </a:lnTo>
                  <a:cubicBezTo>
                    <a:pt x="25912" y="4657"/>
                    <a:pt x="25727" y="4614"/>
                    <a:pt x="25727" y="4387"/>
                  </a:cubicBezTo>
                  <a:cubicBezTo>
                    <a:pt x="25727" y="4316"/>
                    <a:pt x="25684" y="4259"/>
                    <a:pt x="25656" y="4203"/>
                  </a:cubicBezTo>
                  <a:lnTo>
                    <a:pt x="25585" y="4203"/>
                  </a:lnTo>
                  <a:cubicBezTo>
                    <a:pt x="25613" y="4132"/>
                    <a:pt x="25599" y="4061"/>
                    <a:pt x="25542" y="4004"/>
                  </a:cubicBezTo>
                  <a:cubicBezTo>
                    <a:pt x="25415" y="3919"/>
                    <a:pt x="25230" y="3933"/>
                    <a:pt x="25131" y="3791"/>
                  </a:cubicBezTo>
                  <a:lnTo>
                    <a:pt x="25131" y="3791"/>
                  </a:lnTo>
                  <a:cubicBezTo>
                    <a:pt x="25102" y="3748"/>
                    <a:pt x="25060" y="3720"/>
                    <a:pt x="25031" y="3692"/>
                  </a:cubicBezTo>
                  <a:cubicBezTo>
                    <a:pt x="24989" y="3692"/>
                    <a:pt x="24960" y="3692"/>
                    <a:pt x="24932" y="3692"/>
                  </a:cubicBezTo>
                  <a:cubicBezTo>
                    <a:pt x="24875" y="3635"/>
                    <a:pt x="24790" y="3635"/>
                    <a:pt x="24733" y="3649"/>
                  </a:cubicBezTo>
                  <a:cubicBezTo>
                    <a:pt x="24733" y="3663"/>
                    <a:pt x="24733" y="3677"/>
                    <a:pt x="24719" y="3692"/>
                  </a:cubicBezTo>
                  <a:cubicBezTo>
                    <a:pt x="24691" y="3692"/>
                    <a:pt x="24648" y="3692"/>
                    <a:pt x="24620" y="3692"/>
                  </a:cubicBezTo>
                  <a:cubicBezTo>
                    <a:pt x="24620" y="3621"/>
                    <a:pt x="24620" y="3550"/>
                    <a:pt x="24620" y="3493"/>
                  </a:cubicBezTo>
                  <a:lnTo>
                    <a:pt x="24407" y="3493"/>
                  </a:lnTo>
                  <a:lnTo>
                    <a:pt x="24407" y="3393"/>
                  </a:lnTo>
                  <a:cubicBezTo>
                    <a:pt x="24094" y="3393"/>
                    <a:pt x="23810" y="3308"/>
                    <a:pt x="23682" y="2982"/>
                  </a:cubicBezTo>
                  <a:cubicBezTo>
                    <a:pt x="23597" y="2939"/>
                    <a:pt x="23498" y="2896"/>
                    <a:pt x="23398" y="2868"/>
                  </a:cubicBezTo>
                  <a:cubicBezTo>
                    <a:pt x="23271" y="2825"/>
                    <a:pt x="23171" y="2712"/>
                    <a:pt x="23171" y="2570"/>
                  </a:cubicBezTo>
                  <a:cubicBezTo>
                    <a:pt x="22958" y="2641"/>
                    <a:pt x="22717" y="2584"/>
                    <a:pt x="22575" y="2428"/>
                  </a:cubicBezTo>
                  <a:cubicBezTo>
                    <a:pt x="22405" y="2243"/>
                    <a:pt x="22177" y="2144"/>
                    <a:pt x="21950" y="2144"/>
                  </a:cubicBezTo>
                  <a:cubicBezTo>
                    <a:pt x="21808" y="2144"/>
                    <a:pt x="21681" y="2073"/>
                    <a:pt x="21610" y="1945"/>
                  </a:cubicBezTo>
                  <a:cubicBezTo>
                    <a:pt x="21581" y="1945"/>
                    <a:pt x="21539" y="1945"/>
                    <a:pt x="21524" y="1917"/>
                  </a:cubicBezTo>
                  <a:cubicBezTo>
                    <a:pt x="21382" y="1732"/>
                    <a:pt x="21198" y="1775"/>
                    <a:pt x="21013" y="1832"/>
                  </a:cubicBezTo>
                  <a:lnTo>
                    <a:pt x="21013" y="1832"/>
                  </a:lnTo>
                  <a:cubicBezTo>
                    <a:pt x="20999" y="1647"/>
                    <a:pt x="20857" y="1619"/>
                    <a:pt x="20729" y="1590"/>
                  </a:cubicBezTo>
                  <a:cubicBezTo>
                    <a:pt x="20417" y="1533"/>
                    <a:pt x="20119" y="1406"/>
                    <a:pt x="19863" y="1221"/>
                  </a:cubicBezTo>
                  <a:lnTo>
                    <a:pt x="19622" y="1278"/>
                  </a:lnTo>
                  <a:cubicBezTo>
                    <a:pt x="19551" y="1108"/>
                    <a:pt x="19380" y="1079"/>
                    <a:pt x="19238" y="1008"/>
                  </a:cubicBezTo>
                  <a:lnTo>
                    <a:pt x="19238" y="1008"/>
                  </a:lnTo>
                  <a:cubicBezTo>
                    <a:pt x="18600" y="880"/>
                    <a:pt x="17975" y="710"/>
                    <a:pt x="17364" y="497"/>
                  </a:cubicBezTo>
                  <a:cubicBezTo>
                    <a:pt x="17336" y="497"/>
                    <a:pt x="17293" y="497"/>
                    <a:pt x="17265" y="497"/>
                  </a:cubicBezTo>
                  <a:cubicBezTo>
                    <a:pt x="16811" y="469"/>
                    <a:pt x="16356" y="398"/>
                    <a:pt x="15916" y="284"/>
                  </a:cubicBezTo>
                  <a:lnTo>
                    <a:pt x="15916" y="284"/>
                  </a:lnTo>
                  <a:cubicBezTo>
                    <a:pt x="15817" y="256"/>
                    <a:pt x="15717" y="256"/>
                    <a:pt x="15604" y="284"/>
                  </a:cubicBezTo>
                  <a:lnTo>
                    <a:pt x="15306" y="284"/>
                  </a:lnTo>
                  <a:cubicBezTo>
                    <a:pt x="15277" y="241"/>
                    <a:pt x="15220" y="241"/>
                    <a:pt x="15192" y="284"/>
                  </a:cubicBezTo>
                  <a:lnTo>
                    <a:pt x="15192" y="284"/>
                  </a:lnTo>
                  <a:cubicBezTo>
                    <a:pt x="15178" y="298"/>
                    <a:pt x="15164" y="341"/>
                    <a:pt x="15164" y="369"/>
                  </a:cubicBezTo>
                  <a:cubicBezTo>
                    <a:pt x="14766" y="312"/>
                    <a:pt x="14397" y="0"/>
                    <a:pt x="13957" y="170"/>
                  </a:cubicBezTo>
                  <a:cubicBezTo>
                    <a:pt x="13801" y="284"/>
                    <a:pt x="13588" y="284"/>
                    <a:pt x="13431" y="170"/>
                  </a:cubicBezTo>
                  <a:cubicBezTo>
                    <a:pt x="13275" y="71"/>
                    <a:pt x="13076" y="85"/>
                    <a:pt x="12920" y="185"/>
                  </a:cubicBezTo>
                  <a:cubicBezTo>
                    <a:pt x="12878" y="241"/>
                    <a:pt x="12849" y="227"/>
                    <a:pt x="12807" y="185"/>
                  </a:cubicBezTo>
                  <a:cubicBezTo>
                    <a:pt x="12764" y="128"/>
                    <a:pt x="12750" y="142"/>
                    <a:pt x="12707" y="185"/>
                  </a:cubicBezTo>
                  <a:lnTo>
                    <a:pt x="12707" y="185"/>
                  </a:lnTo>
                  <a:cubicBezTo>
                    <a:pt x="12622" y="270"/>
                    <a:pt x="12480" y="185"/>
                    <a:pt x="12395" y="284"/>
                  </a:cubicBezTo>
                  <a:lnTo>
                    <a:pt x="12395" y="284"/>
                  </a:lnTo>
                  <a:cubicBezTo>
                    <a:pt x="12324" y="355"/>
                    <a:pt x="12210" y="327"/>
                    <a:pt x="12139" y="355"/>
                  </a:cubicBezTo>
                  <a:lnTo>
                    <a:pt x="12012" y="383"/>
                  </a:lnTo>
                  <a:cubicBezTo>
                    <a:pt x="11827" y="398"/>
                    <a:pt x="11657" y="483"/>
                    <a:pt x="11458" y="483"/>
                  </a:cubicBezTo>
                  <a:lnTo>
                    <a:pt x="11444" y="497"/>
                  </a:lnTo>
                  <a:lnTo>
                    <a:pt x="11444" y="454"/>
                  </a:lnTo>
                  <a:cubicBezTo>
                    <a:pt x="11387" y="426"/>
                    <a:pt x="11302" y="426"/>
                    <a:pt x="11245" y="483"/>
                  </a:cubicBezTo>
                  <a:cubicBezTo>
                    <a:pt x="11217" y="483"/>
                    <a:pt x="11188" y="483"/>
                    <a:pt x="11160" y="483"/>
                  </a:cubicBezTo>
                  <a:cubicBezTo>
                    <a:pt x="10947" y="568"/>
                    <a:pt x="10705" y="540"/>
                    <a:pt x="10521" y="696"/>
                  </a:cubicBezTo>
                  <a:lnTo>
                    <a:pt x="10521" y="696"/>
                  </a:lnTo>
                  <a:cubicBezTo>
                    <a:pt x="10052" y="937"/>
                    <a:pt x="9555" y="1108"/>
                    <a:pt x="9073" y="1320"/>
                  </a:cubicBezTo>
                  <a:lnTo>
                    <a:pt x="9073" y="1320"/>
                  </a:lnTo>
                  <a:cubicBezTo>
                    <a:pt x="8803" y="1420"/>
                    <a:pt x="8618" y="1647"/>
                    <a:pt x="8349" y="1732"/>
                  </a:cubicBezTo>
                  <a:cubicBezTo>
                    <a:pt x="8292" y="1746"/>
                    <a:pt x="8263" y="1789"/>
                    <a:pt x="8235" y="1832"/>
                  </a:cubicBezTo>
                  <a:lnTo>
                    <a:pt x="8235" y="1832"/>
                  </a:lnTo>
                  <a:cubicBezTo>
                    <a:pt x="8178" y="1874"/>
                    <a:pt x="8107" y="1903"/>
                    <a:pt x="8065" y="1959"/>
                  </a:cubicBezTo>
                  <a:cubicBezTo>
                    <a:pt x="8036" y="1974"/>
                    <a:pt x="8008" y="2002"/>
                    <a:pt x="7994" y="2030"/>
                  </a:cubicBezTo>
                  <a:lnTo>
                    <a:pt x="7937" y="2130"/>
                  </a:lnTo>
                  <a:cubicBezTo>
                    <a:pt x="7724" y="2329"/>
                    <a:pt x="7468" y="2485"/>
                    <a:pt x="7199" y="2598"/>
                  </a:cubicBezTo>
                  <a:cubicBezTo>
                    <a:pt x="7128" y="2641"/>
                    <a:pt x="7057" y="2683"/>
                    <a:pt x="6986" y="2740"/>
                  </a:cubicBezTo>
                  <a:cubicBezTo>
                    <a:pt x="6929" y="2797"/>
                    <a:pt x="6886" y="2882"/>
                    <a:pt x="6886" y="2967"/>
                  </a:cubicBezTo>
                  <a:cubicBezTo>
                    <a:pt x="6730" y="2967"/>
                    <a:pt x="6645" y="3081"/>
                    <a:pt x="6531" y="3166"/>
                  </a:cubicBezTo>
                  <a:cubicBezTo>
                    <a:pt x="6418" y="3266"/>
                    <a:pt x="6332" y="3408"/>
                    <a:pt x="6219" y="3422"/>
                  </a:cubicBezTo>
                  <a:cubicBezTo>
                    <a:pt x="6034" y="3450"/>
                    <a:pt x="6020" y="3663"/>
                    <a:pt x="5864" y="3677"/>
                  </a:cubicBezTo>
                  <a:cubicBezTo>
                    <a:pt x="5679" y="3706"/>
                    <a:pt x="5566" y="3848"/>
                    <a:pt x="5438" y="3947"/>
                  </a:cubicBezTo>
                  <a:cubicBezTo>
                    <a:pt x="5367" y="3976"/>
                    <a:pt x="5310" y="3990"/>
                    <a:pt x="5239" y="4004"/>
                  </a:cubicBezTo>
                  <a:lnTo>
                    <a:pt x="5126" y="4203"/>
                  </a:lnTo>
                  <a:lnTo>
                    <a:pt x="5026" y="4203"/>
                  </a:lnTo>
                  <a:lnTo>
                    <a:pt x="4927" y="4316"/>
                  </a:lnTo>
                  <a:lnTo>
                    <a:pt x="4827" y="4416"/>
                  </a:lnTo>
                  <a:cubicBezTo>
                    <a:pt x="4771" y="4501"/>
                    <a:pt x="4728" y="4614"/>
                    <a:pt x="4714" y="4714"/>
                  </a:cubicBezTo>
                  <a:lnTo>
                    <a:pt x="4714" y="4714"/>
                  </a:lnTo>
                  <a:cubicBezTo>
                    <a:pt x="4572" y="4771"/>
                    <a:pt x="4487" y="4941"/>
                    <a:pt x="4316" y="4927"/>
                  </a:cubicBezTo>
                  <a:cubicBezTo>
                    <a:pt x="4345" y="4998"/>
                    <a:pt x="4373" y="5069"/>
                    <a:pt x="4416" y="5140"/>
                  </a:cubicBezTo>
                  <a:lnTo>
                    <a:pt x="4416" y="5140"/>
                  </a:lnTo>
                  <a:lnTo>
                    <a:pt x="4416" y="5154"/>
                  </a:lnTo>
                  <a:lnTo>
                    <a:pt x="4416" y="5154"/>
                  </a:lnTo>
                  <a:cubicBezTo>
                    <a:pt x="4401" y="5126"/>
                    <a:pt x="4387" y="5111"/>
                    <a:pt x="4387" y="5111"/>
                  </a:cubicBezTo>
                  <a:cubicBezTo>
                    <a:pt x="4288" y="5055"/>
                    <a:pt x="4174" y="5069"/>
                    <a:pt x="4103" y="5140"/>
                  </a:cubicBezTo>
                  <a:cubicBezTo>
                    <a:pt x="4047" y="5197"/>
                    <a:pt x="4061" y="5282"/>
                    <a:pt x="4004" y="5339"/>
                  </a:cubicBezTo>
                  <a:cubicBezTo>
                    <a:pt x="3961" y="5339"/>
                    <a:pt x="3933" y="5339"/>
                    <a:pt x="3905" y="5339"/>
                  </a:cubicBezTo>
                  <a:cubicBezTo>
                    <a:pt x="3862" y="5410"/>
                    <a:pt x="3876" y="5495"/>
                    <a:pt x="3791" y="5551"/>
                  </a:cubicBezTo>
                  <a:cubicBezTo>
                    <a:pt x="3706" y="5594"/>
                    <a:pt x="3649" y="5679"/>
                    <a:pt x="3592" y="5750"/>
                  </a:cubicBezTo>
                  <a:cubicBezTo>
                    <a:pt x="3550" y="5821"/>
                    <a:pt x="3564" y="5921"/>
                    <a:pt x="3479" y="5963"/>
                  </a:cubicBezTo>
                  <a:lnTo>
                    <a:pt x="3479" y="5963"/>
                  </a:lnTo>
                  <a:cubicBezTo>
                    <a:pt x="3379" y="6034"/>
                    <a:pt x="3450" y="6176"/>
                    <a:pt x="3379" y="6276"/>
                  </a:cubicBezTo>
                  <a:lnTo>
                    <a:pt x="3379" y="6276"/>
                  </a:lnTo>
                  <a:cubicBezTo>
                    <a:pt x="3223" y="6375"/>
                    <a:pt x="3124" y="6517"/>
                    <a:pt x="3067" y="6687"/>
                  </a:cubicBezTo>
                  <a:lnTo>
                    <a:pt x="3067" y="6687"/>
                  </a:lnTo>
                  <a:cubicBezTo>
                    <a:pt x="2982" y="6744"/>
                    <a:pt x="2882" y="6815"/>
                    <a:pt x="2925" y="6915"/>
                  </a:cubicBezTo>
                  <a:cubicBezTo>
                    <a:pt x="2826" y="6971"/>
                    <a:pt x="2740" y="7042"/>
                    <a:pt x="2655" y="7113"/>
                  </a:cubicBezTo>
                  <a:cubicBezTo>
                    <a:pt x="2655" y="7142"/>
                    <a:pt x="2655" y="7170"/>
                    <a:pt x="2655" y="7198"/>
                  </a:cubicBezTo>
                  <a:cubicBezTo>
                    <a:pt x="2613" y="7241"/>
                    <a:pt x="2584" y="7284"/>
                    <a:pt x="2556" y="7312"/>
                  </a:cubicBezTo>
                  <a:cubicBezTo>
                    <a:pt x="2556" y="7355"/>
                    <a:pt x="2556" y="7383"/>
                    <a:pt x="2542" y="7411"/>
                  </a:cubicBezTo>
                  <a:cubicBezTo>
                    <a:pt x="2513" y="7454"/>
                    <a:pt x="2485" y="7482"/>
                    <a:pt x="2456" y="7525"/>
                  </a:cubicBezTo>
                  <a:cubicBezTo>
                    <a:pt x="2456" y="7553"/>
                    <a:pt x="2456" y="7582"/>
                    <a:pt x="2456" y="7624"/>
                  </a:cubicBezTo>
                  <a:cubicBezTo>
                    <a:pt x="2414" y="7653"/>
                    <a:pt x="2385" y="7681"/>
                    <a:pt x="2357" y="7724"/>
                  </a:cubicBezTo>
                  <a:lnTo>
                    <a:pt x="2357" y="7724"/>
                  </a:lnTo>
                  <a:cubicBezTo>
                    <a:pt x="2286" y="7781"/>
                    <a:pt x="2300" y="7880"/>
                    <a:pt x="2258" y="7937"/>
                  </a:cubicBezTo>
                  <a:lnTo>
                    <a:pt x="2258" y="7937"/>
                  </a:lnTo>
                  <a:lnTo>
                    <a:pt x="2258" y="7937"/>
                  </a:lnTo>
                  <a:lnTo>
                    <a:pt x="2258" y="7937"/>
                  </a:lnTo>
                  <a:cubicBezTo>
                    <a:pt x="2187" y="7994"/>
                    <a:pt x="2201" y="8079"/>
                    <a:pt x="2144" y="8150"/>
                  </a:cubicBezTo>
                  <a:lnTo>
                    <a:pt x="2144" y="8150"/>
                  </a:lnTo>
                  <a:cubicBezTo>
                    <a:pt x="2144" y="8150"/>
                    <a:pt x="2130" y="8150"/>
                    <a:pt x="2130" y="8178"/>
                  </a:cubicBezTo>
                  <a:cubicBezTo>
                    <a:pt x="2116" y="8192"/>
                    <a:pt x="2130" y="8221"/>
                    <a:pt x="2144" y="8235"/>
                  </a:cubicBezTo>
                  <a:lnTo>
                    <a:pt x="2144" y="8235"/>
                  </a:lnTo>
                  <a:cubicBezTo>
                    <a:pt x="2158" y="8263"/>
                    <a:pt x="2187" y="8278"/>
                    <a:pt x="2201" y="8292"/>
                  </a:cubicBezTo>
                  <a:cubicBezTo>
                    <a:pt x="2187" y="8306"/>
                    <a:pt x="2158" y="8320"/>
                    <a:pt x="2144" y="8349"/>
                  </a:cubicBezTo>
                  <a:lnTo>
                    <a:pt x="2144" y="8349"/>
                  </a:lnTo>
                  <a:cubicBezTo>
                    <a:pt x="2101" y="8391"/>
                    <a:pt x="2073" y="8420"/>
                    <a:pt x="2045" y="8462"/>
                  </a:cubicBezTo>
                  <a:lnTo>
                    <a:pt x="2045" y="8462"/>
                  </a:lnTo>
                  <a:cubicBezTo>
                    <a:pt x="2002" y="8490"/>
                    <a:pt x="1959" y="8533"/>
                    <a:pt x="1931" y="8561"/>
                  </a:cubicBezTo>
                  <a:lnTo>
                    <a:pt x="1931" y="8561"/>
                  </a:lnTo>
                  <a:cubicBezTo>
                    <a:pt x="1860" y="8661"/>
                    <a:pt x="1789" y="8774"/>
                    <a:pt x="1718" y="8874"/>
                  </a:cubicBezTo>
                  <a:lnTo>
                    <a:pt x="1718" y="8874"/>
                  </a:lnTo>
                  <a:lnTo>
                    <a:pt x="1718" y="8874"/>
                  </a:lnTo>
                  <a:cubicBezTo>
                    <a:pt x="1661" y="8931"/>
                    <a:pt x="1675" y="9030"/>
                    <a:pt x="1619" y="9087"/>
                  </a:cubicBezTo>
                  <a:lnTo>
                    <a:pt x="1619" y="9087"/>
                  </a:lnTo>
                  <a:cubicBezTo>
                    <a:pt x="1562" y="9144"/>
                    <a:pt x="1562" y="9215"/>
                    <a:pt x="1548" y="9286"/>
                  </a:cubicBezTo>
                  <a:lnTo>
                    <a:pt x="1548" y="9286"/>
                  </a:lnTo>
                  <a:lnTo>
                    <a:pt x="1505" y="9286"/>
                  </a:lnTo>
                  <a:cubicBezTo>
                    <a:pt x="1519" y="9371"/>
                    <a:pt x="1477" y="9442"/>
                    <a:pt x="1420" y="9499"/>
                  </a:cubicBezTo>
                  <a:cubicBezTo>
                    <a:pt x="1377" y="9697"/>
                    <a:pt x="1335" y="9896"/>
                    <a:pt x="1292" y="10095"/>
                  </a:cubicBezTo>
                  <a:cubicBezTo>
                    <a:pt x="1264" y="10194"/>
                    <a:pt x="1193" y="10279"/>
                    <a:pt x="1093" y="10322"/>
                  </a:cubicBezTo>
                  <a:cubicBezTo>
                    <a:pt x="1108" y="10407"/>
                    <a:pt x="1065" y="10478"/>
                    <a:pt x="994" y="10521"/>
                  </a:cubicBezTo>
                  <a:cubicBezTo>
                    <a:pt x="1008" y="10606"/>
                    <a:pt x="966" y="10691"/>
                    <a:pt x="895" y="10734"/>
                  </a:cubicBezTo>
                  <a:cubicBezTo>
                    <a:pt x="895" y="10819"/>
                    <a:pt x="852" y="10890"/>
                    <a:pt x="781" y="10933"/>
                  </a:cubicBezTo>
                  <a:lnTo>
                    <a:pt x="781" y="11103"/>
                  </a:lnTo>
                  <a:cubicBezTo>
                    <a:pt x="753" y="11146"/>
                    <a:pt x="724" y="11202"/>
                    <a:pt x="696" y="11259"/>
                  </a:cubicBezTo>
                  <a:lnTo>
                    <a:pt x="696" y="11259"/>
                  </a:lnTo>
                  <a:cubicBezTo>
                    <a:pt x="582" y="11330"/>
                    <a:pt x="682" y="11486"/>
                    <a:pt x="582" y="11571"/>
                  </a:cubicBezTo>
                  <a:cubicBezTo>
                    <a:pt x="483" y="11642"/>
                    <a:pt x="568" y="11799"/>
                    <a:pt x="483" y="11898"/>
                  </a:cubicBezTo>
                  <a:cubicBezTo>
                    <a:pt x="483" y="11926"/>
                    <a:pt x="483" y="11955"/>
                    <a:pt x="483" y="11983"/>
                  </a:cubicBezTo>
                  <a:cubicBezTo>
                    <a:pt x="355" y="12139"/>
                    <a:pt x="511" y="12338"/>
                    <a:pt x="383" y="12494"/>
                  </a:cubicBezTo>
                  <a:lnTo>
                    <a:pt x="383" y="12494"/>
                  </a:lnTo>
                  <a:cubicBezTo>
                    <a:pt x="284" y="12580"/>
                    <a:pt x="369" y="12722"/>
                    <a:pt x="270" y="12807"/>
                  </a:cubicBezTo>
                  <a:lnTo>
                    <a:pt x="270" y="12807"/>
                  </a:lnTo>
                  <a:cubicBezTo>
                    <a:pt x="170" y="12963"/>
                    <a:pt x="256" y="13133"/>
                    <a:pt x="199" y="13289"/>
                  </a:cubicBezTo>
                  <a:cubicBezTo>
                    <a:pt x="199" y="13318"/>
                    <a:pt x="213" y="13346"/>
                    <a:pt x="227" y="13389"/>
                  </a:cubicBezTo>
                  <a:cubicBezTo>
                    <a:pt x="142" y="13517"/>
                    <a:pt x="185" y="13673"/>
                    <a:pt x="170" y="13815"/>
                  </a:cubicBezTo>
                  <a:cubicBezTo>
                    <a:pt x="128" y="13815"/>
                    <a:pt x="85" y="13829"/>
                    <a:pt x="71" y="13857"/>
                  </a:cubicBezTo>
                  <a:lnTo>
                    <a:pt x="71" y="13857"/>
                  </a:lnTo>
                  <a:cubicBezTo>
                    <a:pt x="71" y="13857"/>
                    <a:pt x="57" y="13872"/>
                    <a:pt x="43" y="13886"/>
                  </a:cubicBezTo>
                  <a:cubicBezTo>
                    <a:pt x="28" y="13914"/>
                    <a:pt x="43" y="13928"/>
                    <a:pt x="71" y="13957"/>
                  </a:cubicBezTo>
                  <a:cubicBezTo>
                    <a:pt x="71" y="13985"/>
                    <a:pt x="71" y="14028"/>
                    <a:pt x="71" y="14056"/>
                  </a:cubicBezTo>
                  <a:cubicBezTo>
                    <a:pt x="71" y="14056"/>
                    <a:pt x="43" y="14070"/>
                    <a:pt x="43" y="14085"/>
                  </a:cubicBezTo>
                  <a:cubicBezTo>
                    <a:pt x="28" y="14113"/>
                    <a:pt x="43" y="14141"/>
                    <a:pt x="71" y="14156"/>
                  </a:cubicBezTo>
                  <a:lnTo>
                    <a:pt x="71" y="14156"/>
                  </a:lnTo>
                  <a:cubicBezTo>
                    <a:pt x="142" y="14297"/>
                    <a:pt x="142" y="14454"/>
                    <a:pt x="71" y="14581"/>
                  </a:cubicBezTo>
                  <a:cubicBezTo>
                    <a:pt x="71" y="14610"/>
                    <a:pt x="71" y="14638"/>
                    <a:pt x="71" y="14667"/>
                  </a:cubicBezTo>
                  <a:cubicBezTo>
                    <a:pt x="0" y="15050"/>
                    <a:pt x="0" y="15433"/>
                    <a:pt x="71" y="15817"/>
                  </a:cubicBezTo>
                  <a:cubicBezTo>
                    <a:pt x="85" y="15845"/>
                    <a:pt x="128" y="15859"/>
                    <a:pt x="156" y="15859"/>
                  </a:cubicBezTo>
                  <a:cubicBezTo>
                    <a:pt x="156" y="16299"/>
                    <a:pt x="170" y="16725"/>
                    <a:pt x="170" y="17166"/>
                  </a:cubicBezTo>
                  <a:lnTo>
                    <a:pt x="170" y="17677"/>
                  </a:lnTo>
                  <a:cubicBezTo>
                    <a:pt x="256" y="17762"/>
                    <a:pt x="298" y="17890"/>
                    <a:pt x="284" y="18003"/>
                  </a:cubicBezTo>
                  <a:cubicBezTo>
                    <a:pt x="284" y="18202"/>
                    <a:pt x="298" y="18401"/>
                    <a:pt x="298" y="18600"/>
                  </a:cubicBezTo>
                  <a:cubicBezTo>
                    <a:pt x="426" y="18827"/>
                    <a:pt x="497" y="19082"/>
                    <a:pt x="483" y="19338"/>
                  </a:cubicBezTo>
                  <a:cubicBezTo>
                    <a:pt x="454" y="19494"/>
                    <a:pt x="525" y="19636"/>
                    <a:pt x="667" y="19693"/>
                  </a:cubicBezTo>
                  <a:cubicBezTo>
                    <a:pt x="710" y="19721"/>
                    <a:pt x="738" y="19792"/>
                    <a:pt x="781" y="19849"/>
                  </a:cubicBezTo>
                  <a:lnTo>
                    <a:pt x="781" y="19849"/>
                  </a:lnTo>
                  <a:cubicBezTo>
                    <a:pt x="667" y="19977"/>
                    <a:pt x="639" y="20175"/>
                    <a:pt x="724" y="20332"/>
                  </a:cubicBezTo>
                  <a:cubicBezTo>
                    <a:pt x="781" y="20474"/>
                    <a:pt x="795" y="20630"/>
                    <a:pt x="795" y="20772"/>
                  </a:cubicBezTo>
                  <a:cubicBezTo>
                    <a:pt x="809" y="20772"/>
                    <a:pt x="824" y="20772"/>
                    <a:pt x="852" y="20772"/>
                  </a:cubicBezTo>
                  <a:cubicBezTo>
                    <a:pt x="1037" y="20857"/>
                    <a:pt x="1037" y="20857"/>
                    <a:pt x="937" y="21042"/>
                  </a:cubicBezTo>
                  <a:cubicBezTo>
                    <a:pt x="923" y="21084"/>
                    <a:pt x="909" y="21141"/>
                    <a:pt x="909" y="21184"/>
                  </a:cubicBezTo>
                  <a:lnTo>
                    <a:pt x="994" y="21297"/>
                  </a:lnTo>
                  <a:cubicBezTo>
                    <a:pt x="1051" y="21340"/>
                    <a:pt x="1093" y="21397"/>
                    <a:pt x="1108" y="21468"/>
                  </a:cubicBezTo>
                  <a:cubicBezTo>
                    <a:pt x="1136" y="21638"/>
                    <a:pt x="1207" y="21794"/>
                    <a:pt x="1306" y="21922"/>
                  </a:cubicBezTo>
                  <a:lnTo>
                    <a:pt x="1306" y="21922"/>
                  </a:lnTo>
                  <a:lnTo>
                    <a:pt x="1306" y="21922"/>
                  </a:lnTo>
                  <a:lnTo>
                    <a:pt x="1306" y="21922"/>
                  </a:lnTo>
                  <a:cubicBezTo>
                    <a:pt x="1306" y="22021"/>
                    <a:pt x="1306" y="22121"/>
                    <a:pt x="1321" y="22220"/>
                  </a:cubicBezTo>
                  <a:cubicBezTo>
                    <a:pt x="1491" y="22305"/>
                    <a:pt x="1590" y="22547"/>
                    <a:pt x="1817" y="22561"/>
                  </a:cubicBezTo>
                  <a:lnTo>
                    <a:pt x="1832" y="22547"/>
                  </a:lnTo>
                  <a:lnTo>
                    <a:pt x="1832" y="22547"/>
                  </a:lnTo>
                  <a:lnTo>
                    <a:pt x="1817" y="22561"/>
                  </a:lnTo>
                  <a:cubicBezTo>
                    <a:pt x="1761" y="22717"/>
                    <a:pt x="1775" y="22902"/>
                    <a:pt x="1832" y="23058"/>
                  </a:cubicBezTo>
                  <a:cubicBezTo>
                    <a:pt x="1945" y="23157"/>
                    <a:pt x="2016" y="23313"/>
                    <a:pt x="2030" y="23469"/>
                  </a:cubicBezTo>
                  <a:cubicBezTo>
                    <a:pt x="2116" y="23512"/>
                    <a:pt x="2187" y="23583"/>
                    <a:pt x="2229" y="23682"/>
                  </a:cubicBezTo>
                  <a:cubicBezTo>
                    <a:pt x="2272" y="23796"/>
                    <a:pt x="2343" y="23895"/>
                    <a:pt x="2428" y="23981"/>
                  </a:cubicBezTo>
                  <a:cubicBezTo>
                    <a:pt x="2414" y="23981"/>
                    <a:pt x="2414" y="23981"/>
                    <a:pt x="2414" y="23995"/>
                  </a:cubicBezTo>
                  <a:cubicBezTo>
                    <a:pt x="2428" y="24165"/>
                    <a:pt x="2513" y="24307"/>
                    <a:pt x="2641" y="24407"/>
                  </a:cubicBezTo>
                  <a:cubicBezTo>
                    <a:pt x="2655" y="24435"/>
                    <a:pt x="2655" y="24477"/>
                    <a:pt x="2655" y="24506"/>
                  </a:cubicBezTo>
                  <a:cubicBezTo>
                    <a:pt x="2769" y="24690"/>
                    <a:pt x="2911" y="24875"/>
                    <a:pt x="3067" y="25031"/>
                  </a:cubicBezTo>
                  <a:lnTo>
                    <a:pt x="3067" y="25031"/>
                  </a:lnTo>
                  <a:cubicBezTo>
                    <a:pt x="3095" y="25060"/>
                    <a:pt x="3138" y="25102"/>
                    <a:pt x="3180" y="25131"/>
                  </a:cubicBezTo>
                  <a:cubicBezTo>
                    <a:pt x="3209" y="25131"/>
                    <a:pt x="3251" y="25131"/>
                    <a:pt x="3280" y="25145"/>
                  </a:cubicBezTo>
                  <a:cubicBezTo>
                    <a:pt x="3308" y="25145"/>
                    <a:pt x="3337" y="25145"/>
                    <a:pt x="3379" y="25145"/>
                  </a:cubicBezTo>
                  <a:lnTo>
                    <a:pt x="3379" y="25230"/>
                  </a:lnTo>
                  <a:lnTo>
                    <a:pt x="3479" y="25230"/>
                  </a:lnTo>
                  <a:cubicBezTo>
                    <a:pt x="3535" y="25372"/>
                    <a:pt x="3663" y="25486"/>
                    <a:pt x="3805" y="25528"/>
                  </a:cubicBezTo>
                  <a:cubicBezTo>
                    <a:pt x="3848" y="25542"/>
                    <a:pt x="3933" y="25557"/>
                    <a:pt x="3905" y="25599"/>
                  </a:cubicBezTo>
                  <a:cubicBezTo>
                    <a:pt x="3805" y="25741"/>
                    <a:pt x="3947" y="25770"/>
                    <a:pt x="3990" y="25841"/>
                  </a:cubicBezTo>
                  <a:cubicBezTo>
                    <a:pt x="4047" y="25940"/>
                    <a:pt x="4189" y="25869"/>
                    <a:pt x="4260" y="25954"/>
                  </a:cubicBezTo>
                  <a:cubicBezTo>
                    <a:pt x="4330" y="26039"/>
                    <a:pt x="4416" y="25982"/>
                    <a:pt x="4487" y="26011"/>
                  </a:cubicBezTo>
                  <a:cubicBezTo>
                    <a:pt x="4558" y="26053"/>
                    <a:pt x="4572" y="26110"/>
                    <a:pt x="4614" y="26153"/>
                  </a:cubicBezTo>
                  <a:cubicBezTo>
                    <a:pt x="4842" y="26238"/>
                    <a:pt x="4927" y="26494"/>
                    <a:pt x="5140" y="26579"/>
                  </a:cubicBezTo>
                  <a:lnTo>
                    <a:pt x="5140" y="26579"/>
                  </a:lnTo>
                  <a:cubicBezTo>
                    <a:pt x="5140" y="26721"/>
                    <a:pt x="5168" y="26863"/>
                    <a:pt x="5253" y="26976"/>
                  </a:cubicBezTo>
                  <a:lnTo>
                    <a:pt x="5353" y="27090"/>
                  </a:lnTo>
                  <a:cubicBezTo>
                    <a:pt x="5466" y="27090"/>
                    <a:pt x="5552" y="27161"/>
                    <a:pt x="5651" y="27204"/>
                  </a:cubicBezTo>
                  <a:lnTo>
                    <a:pt x="5651" y="27204"/>
                  </a:lnTo>
                  <a:cubicBezTo>
                    <a:pt x="5651" y="27303"/>
                    <a:pt x="5694" y="27360"/>
                    <a:pt x="5807" y="27331"/>
                  </a:cubicBezTo>
                  <a:cubicBezTo>
                    <a:pt x="5835" y="27317"/>
                    <a:pt x="5864" y="27317"/>
                    <a:pt x="5892" y="27303"/>
                  </a:cubicBezTo>
                  <a:cubicBezTo>
                    <a:pt x="5906" y="27587"/>
                    <a:pt x="6119" y="27686"/>
                    <a:pt x="6332" y="27800"/>
                  </a:cubicBezTo>
                  <a:cubicBezTo>
                    <a:pt x="6375" y="27842"/>
                    <a:pt x="6432" y="27771"/>
                    <a:pt x="6460" y="27828"/>
                  </a:cubicBezTo>
                  <a:lnTo>
                    <a:pt x="6460" y="27885"/>
                  </a:lnTo>
                  <a:lnTo>
                    <a:pt x="6503" y="27913"/>
                  </a:lnTo>
                  <a:lnTo>
                    <a:pt x="6503" y="27913"/>
                  </a:lnTo>
                  <a:cubicBezTo>
                    <a:pt x="6560" y="27970"/>
                    <a:pt x="6659" y="27956"/>
                    <a:pt x="6730" y="28013"/>
                  </a:cubicBezTo>
                  <a:lnTo>
                    <a:pt x="6773" y="28013"/>
                  </a:lnTo>
                  <a:lnTo>
                    <a:pt x="6801" y="28013"/>
                  </a:lnTo>
                  <a:cubicBezTo>
                    <a:pt x="7014" y="28197"/>
                    <a:pt x="7312" y="28254"/>
                    <a:pt x="7539" y="28439"/>
                  </a:cubicBezTo>
                  <a:lnTo>
                    <a:pt x="7539" y="28439"/>
                  </a:lnTo>
                  <a:cubicBezTo>
                    <a:pt x="7596" y="28567"/>
                    <a:pt x="7738" y="28567"/>
                    <a:pt x="7852" y="28638"/>
                  </a:cubicBezTo>
                  <a:lnTo>
                    <a:pt x="7852" y="28638"/>
                  </a:lnTo>
                  <a:cubicBezTo>
                    <a:pt x="7979" y="28794"/>
                    <a:pt x="8221" y="28694"/>
                    <a:pt x="8363" y="28850"/>
                  </a:cubicBezTo>
                  <a:lnTo>
                    <a:pt x="8363" y="28850"/>
                  </a:lnTo>
                  <a:cubicBezTo>
                    <a:pt x="8420" y="28921"/>
                    <a:pt x="8519" y="28893"/>
                    <a:pt x="8576" y="28936"/>
                  </a:cubicBezTo>
                  <a:lnTo>
                    <a:pt x="8576" y="28936"/>
                  </a:lnTo>
                  <a:cubicBezTo>
                    <a:pt x="8675" y="29049"/>
                    <a:pt x="8803" y="29106"/>
                    <a:pt x="8945" y="29106"/>
                  </a:cubicBezTo>
                  <a:cubicBezTo>
                    <a:pt x="8945" y="29120"/>
                    <a:pt x="8959" y="29149"/>
                    <a:pt x="8987" y="29149"/>
                  </a:cubicBezTo>
                  <a:cubicBezTo>
                    <a:pt x="8987" y="29191"/>
                    <a:pt x="8987" y="29220"/>
                    <a:pt x="8987" y="29248"/>
                  </a:cubicBezTo>
                  <a:cubicBezTo>
                    <a:pt x="9044" y="29305"/>
                    <a:pt x="9030" y="29404"/>
                    <a:pt x="9087" y="29461"/>
                  </a:cubicBezTo>
                  <a:cubicBezTo>
                    <a:pt x="9215" y="29532"/>
                    <a:pt x="9371" y="29532"/>
                    <a:pt x="9499" y="29461"/>
                  </a:cubicBezTo>
                  <a:lnTo>
                    <a:pt x="9499" y="29461"/>
                  </a:lnTo>
                  <a:cubicBezTo>
                    <a:pt x="9541" y="29418"/>
                    <a:pt x="9612" y="29404"/>
                    <a:pt x="9669" y="29404"/>
                  </a:cubicBezTo>
                  <a:lnTo>
                    <a:pt x="9669" y="29404"/>
                  </a:lnTo>
                  <a:cubicBezTo>
                    <a:pt x="9669" y="29418"/>
                    <a:pt x="9669" y="29447"/>
                    <a:pt x="9712" y="29461"/>
                  </a:cubicBezTo>
                  <a:lnTo>
                    <a:pt x="9712" y="29461"/>
                  </a:lnTo>
                  <a:cubicBezTo>
                    <a:pt x="9726" y="29461"/>
                    <a:pt x="9726" y="29475"/>
                    <a:pt x="9740" y="29489"/>
                  </a:cubicBezTo>
                  <a:cubicBezTo>
                    <a:pt x="9740" y="29518"/>
                    <a:pt x="9740" y="29546"/>
                    <a:pt x="9712" y="29560"/>
                  </a:cubicBezTo>
                  <a:lnTo>
                    <a:pt x="9712" y="29660"/>
                  </a:lnTo>
                  <a:cubicBezTo>
                    <a:pt x="9740" y="29702"/>
                    <a:pt x="9783" y="29731"/>
                    <a:pt x="9811" y="29773"/>
                  </a:cubicBezTo>
                  <a:lnTo>
                    <a:pt x="10024" y="29773"/>
                  </a:lnTo>
                  <a:cubicBezTo>
                    <a:pt x="10038" y="29731"/>
                    <a:pt x="10095" y="29731"/>
                    <a:pt x="10123" y="29773"/>
                  </a:cubicBezTo>
                  <a:lnTo>
                    <a:pt x="10123" y="29773"/>
                  </a:lnTo>
                  <a:cubicBezTo>
                    <a:pt x="10166" y="29802"/>
                    <a:pt x="10194" y="29830"/>
                    <a:pt x="10223" y="29873"/>
                  </a:cubicBezTo>
                  <a:lnTo>
                    <a:pt x="10336" y="29773"/>
                  </a:lnTo>
                  <a:cubicBezTo>
                    <a:pt x="10336" y="29773"/>
                    <a:pt x="10350" y="29759"/>
                    <a:pt x="10365" y="29731"/>
                  </a:cubicBezTo>
                  <a:cubicBezTo>
                    <a:pt x="10365" y="29731"/>
                    <a:pt x="10365" y="29717"/>
                    <a:pt x="10365" y="29702"/>
                  </a:cubicBezTo>
                  <a:lnTo>
                    <a:pt x="10393" y="29702"/>
                  </a:lnTo>
                  <a:cubicBezTo>
                    <a:pt x="10393" y="29731"/>
                    <a:pt x="10407" y="29759"/>
                    <a:pt x="10436" y="29759"/>
                  </a:cubicBezTo>
                  <a:lnTo>
                    <a:pt x="10436" y="29759"/>
                  </a:lnTo>
                  <a:cubicBezTo>
                    <a:pt x="10478" y="29830"/>
                    <a:pt x="10535" y="29901"/>
                    <a:pt x="10592" y="29958"/>
                  </a:cubicBezTo>
                  <a:lnTo>
                    <a:pt x="10592" y="29958"/>
                  </a:lnTo>
                  <a:lnTo>
                    <a:pt x="10521" y="29958"/>
                  </a:lnTo>
                  <a:lnTo>
                    <a:pt x="10634" y="30072"/>
                  </a:lnTo>
                  <a:cubicBezTo>
                    <a:pt x="10634" y="30072"/>
                    <a:pt x="10649" y="30057"/>
                    <a:pt x="10649" y="30029"/>
                  </a:cubicBezTo>
                  <a:cubicBezTo>
                    <a:pt x="10649" y="30029"/>
                    <a:pt x="10649" y="30015"/>
                    <a:pt x="10649" y="30015"/>
                  </a:cubicBezTo>
                  <a:cubicBezTo>
                    <a:pt x="10677" y="30029"/>
                    <a:pt x="10705" y="30043"/>
                    <a:pt x="10734" y="30072"/>
                  </a:cubicBezTo>
                  <a:lnTo>
                    <a:pt x="10833" y="30072"/>
                  </a:lnTo>
                  <a:cubicBezTo>
                    <a:pt x="10876" y="30057"/>
                    <a:pt x="10904" y="29958"/>
                    <a:pt x="10947" y="30072"/>
                  </a:cubicBezTo>
                  <a:lnTo>
                    <a:pt x="10947" y="30171"/>
                  </a:lnTo>
                  <a:cubicBezTo>
                    <a:pt x="11032" y="30242"/>
                    <a:pt x="11160" y="30242"/>
                    <a:pt x="11259" y="30171"/>
                  </a:cubicBezTo>
                  <a:lnTo>
                    <a:pt x="11259" y="30171"/>
                  </a:lnTo>
                  <a:cubicBezTo>
                    <a:pt x="11316" y="30100"/>
                    <a:pt x="11415" y="30100"/>
                    <a:pt x="11472" y="30171"/>
                  </a:cubicBezTo>
                  <a:lnTo>
                    <a:pt x="11572" y="30171"/>
                  </a:lnTo>
                  <a:cubicBezTo>
                    <a:pt x="11600" y="30199"/>
                    <a:pt x="11657" y="30199"/>
                    <a:pt x="11685" y="30171"/>
                  </a:cubicBezTo>
                  <a:lnTo>
                    <a:pt x="11685" y="30157"/>
                  </a:lnTo>
                  <a:cubicBezTo>
                    <a:pt x="11799" y="30171"/>
                    <a:pt x="11912" y="30157"/>
                    <a:pt x="11983" y="30256"/>
                  </a:cubicBezTo>
                  <a:cubicBezTo>
                    <a:pt x="12125" y="30370"/>
                    <a:pt x="12338" y="30398"/>
                    <a:pt x="12509" y="30313"/>
                  </a:cubicBezTo>
                  <a:cubicBezTo>
                    <a:pt x="12580" y="30285"/>
                    <a:pt x="12636" y="30270"/>
                    <a:pt x="12707" y="30270"/>
                  </a:cubicBezTo>
                  <a:lnTo>
                    <a:pt x="12849" y="30270"/>
                  </a:lnTo>
                  <a:lnTo>
                    <a:pt x="12849" y="30285"/>
                  </a:lnTo>
                  <a:cubicBezTo>
                    <a:pt x="12835" y="30497"/>
                    <a:pt x="13020" y="30497"/>
                    <a:pt x="13133" y="30554"/>
                  </a:cubicBezTo>
                  <a:lnTo>
                    <a:pt x="13133" y="30554"/>
                  </a:lnTo>
                  <a:cubicBezTo>
                    <a:pt x="13346" y="30739"/>
                    <a:pt x="13673" y="30483"/>
                    <a:pt x="13857" y="30767"/>
                  </a:cubicBezTo>
                  <a:cubicBezTo>
                    <a:pt x="13914" y="30838"/>
                    <a:pt x="13999" y="30838"/>
                    <a:pt x="14056" y="30767"/>
                  </a:cubicBezTo>
                  <a:lnTo>
                    <a:pt x="14056" y="30767"/>
                  </a:lnTo>
                  <a:cubicBezTo>
                    <a:pt x="14099" y="30739"/>
                    <a:pt x="14127" y="30696"/>
                    <a:pt x="14170" y="30668"/>
                  </a:cubicBezTo>
                  <a:lnTo>
                    <a:pt x="14170" y="30668"/>
                  </a:lnTo>
                  <a:cubicBezTo>
                    <a:pt x="14241" y="30611"/>
                    <a:pt x="14298" y="30597"/>
                    <a:pt x="14369" y="30668"/>
                  </a:cubicBezTo>
                  <a:cubicBezTo>
                    <a:pt x="14383" y="30696"/>
                    <a:pt x="14383" y="30725"/>
                    <a:pt x="14383" y="30753"/>
                  </a:cubicBezTo>
                  <a:cubicBezTo>
                    <a:pt x="14496" y="30838"/>
                    <a:pt x="14667" y="30852"/>
                    <a:pt x="14794" y="30767"/>
                  </a:cubicBezTo>
                  <a:lnTo>
                    <a:pt x="14894" y="30767"/>
                  </a:lnTo>
                  <a:cubicBezTo>
                    <a:pt x="14936" y="30796"/>
                    <a:pt x="14965" y="30838"/>
                    <a:pt x="14993" y="30867"/>
                  </a:cubicBezTo>
                  <a:lnTo>
                    <a:pt x="14993" y="30867"/>
                  </a:lnTo>
                  <a:cubicBezTo>
                    <a:pt x="15050" y="30923"/>
                    <a:pt x="15149" y="30923"/>
                    <a:pt x="15206" y="30867"/>
                  </a:cubicBezTo>
                  <a:lnTo>
                    <a:pt x="15206" y="30867"/>
                  </a:lnTo>
                  <a:cubicBezTo>
                    <a:pt x="15235" y="30838"/>
                    <a:pt x="15263" y="30796"/>
                    <a:pt x="15306" y="30767"/>
                  </a:cubicBezTo>
                  <a:lnTo>
                    <a:pt x="15419" y="30767"/>
                  </a:lnTo>
                  <a:cubicBezTo>
                    <a:pt x="15646" y="30852"/>
                    <a:pt x="15902" y="30838"/>
                    <a:pt x="16129" y="30725"/>
                  </a:cubicBezTo>
                  <a:cubicBezTo>
                    <a:pt x="16143" y="30710"/>
                    <a:pt x="16157" y="30710"/>
                    <a:pt x="16172" y="30696"/>
                  </a:cubicBezTo>
                  <a:cubicBezTo>
                    <a:pt x="16186" y="30725"/>
                    <a:pt x="16214" y="30739"/>
                    <a:pt x="16243" y="30753"/>
                  </a:cubicBezTo>
                  <a:cubicBezTo>
                    <a:pt x="16271" y="30796"/>
                    <a:pt x="16314" y="30824"/>
                    <a:pt x="16342" y="30867"/>
                  </a:cubicBezTo>
                  <a:lnTo>
                    <a:pt x="16456" y="30867"/>
                  </a:lnTo>
                  <a:cubicBezTo>
                    <a:pt x="16512" y="30923"/>
                    <a:pt x="16598" y="30923"/>
                    <a:pt x="16654" y="30867"/>
                  </a:cubicBezTo>
                  <a:lnTo>
                    <a:pt x="16654" y="30867"/>
                  </a:lnTo>
                  <a:cubicBezTo>
                    <a:pt x="16711" y="30824"/>
                    <a:pt x="16768" y="30810"/>
                    <a:pt x="16825" y="30767"/>
                  </a:cubicBezTo>
                  <a:lnTo>
                    <a:pt x="16953" y="30767"/>
                  </a:lnTo>
                  <a:lnTo>
                    <a:pt x="16967" y="30796"/>
                  </a:lnTo>
                  <a:cubicBezTo>
                    <a:pt x="17038" y="30824"/>
                    <a:pt x="17123" y="30810"/>
                    <a:pt x="17180" y="30767"/>
                  </a:cubicBezTo>
                  <a:lnTo>
                    <a:pt x="17180" y="30767"/>
                  </a:lnTo>
                  <a:cubicBezTo>
                    <a:pt x="17237" y="30710"/>
                    <a:pt x="17322" y="30710"/>
                    <a:pt x="17379" y="30767"/>
                  </a:cubicBezTo>
                  <a:lnTo>
                    <a:pt x="17478" y="30767"/>
                  </a:lnTo>
                  <a:cubicBezTo>
                    <a:pt x="17535" y="30710"/>
                    <a:pt x="17563" y="30597"/>
                    <a:pt x="17691" y="30668"/>
                  </a:cubicBezTo>
                  <a:cubicBezTo>
                    <a:pt x="17776" y="30654"/>
                    <a:pt x="17861" y="30696"/>
                    <a:pt x="17904" y="30767"/>
                  </a:cubicBezTo>
                  <a:cubicBezTo>
                    <a:pt x="17946" y="30824"/>
                    <a:pt x="18046" y="30824"/>
                    <a:pt x="18103" y="30781"/>
                  </a:cubicBezTo>
                  <a:lnTo>
                    <a:pt x="18103" y="30781"/>
                  </a:lnTo>
                  <a:cubicBezTo>
                    <a:pt x="18131" y="30739"/>
                    <a:pt x="18174" y="30710"/>
                    <a:pt x="18202" y="30668"/>
                  </a:cubicBezTo>
                  <a:lnTo>
                    <a:pt x="18202" y="30668"/>
                  </a:lnTo>
                  <a:cubicBezTo>
                    <a:pt x="18230" y="30639"/>
                    <a:pt x="18287" y="30639"/>
                    <a:pt x="18301" y="30668"/>
                  </a:cubicBezTo>
                  <a:cubicBezTo>
                    <a:pt x="18358" y="30725"/>
                    <a:pt x="18458" y="30725"/>
                    <a:pt x="18514" y="30668"/>
                  </a:cubicBezTo>
                  <a:lnTo>
                    <a:pt x="18514" y="30668"/>
                  </a:lnTo>
                  <a:cubicBezTo>
                    <a:pt x="18543" y="30639"/>
                    <a:pt x="18585" y="30639"/>
                    <a:pt x="18614" y="30668"/>
                  </a:cubicBezTo>
                  <a:lnTo>
                    <a:pt x="18614" y="30668"/>
                  </a:lnTo>
                  <a:cubicBezTo>
                    <a:pt x="18642" y="30710"/>
                    <a:pt x="18685" y="30739"/>
                    <a:pt x="18713" y="30781"/>
                  </a:cubicBezTo>
                  <a:lnTo>
                    <a:pt x="18813" y="30781"/>
                  </a:lnTo>
                  <a:cubicBezTo>
                    <a:pt x="18912" y="30739"/>
                    <a:pt x="18798" y="30483"/>
                    <a:pt x="19025" y="30568"/>
                  </a:cubicBezTo>
                  <a:lnTo>
                    <a:pt x="19025" y="30568"/>
                  </a:lnTo>
                  <a:cubicBezTo>
                    <a:pt x="19054" y="30597"/>
                    <a:pt x="19096" y="30597"/>
                    <a:pt x="19125" y="30568"/>
                  </a:cubicBezTo>
                  <a:cubicBezTo>
                    <a:pt x="19167" y="30540"/>
                    <a:pt x="19196" y="30497"/>
                    <a:pt x="19238" y="30469"/>
                  </a:cubicBezTo>
                  <a:cubicBezTo>
                    <a:pt x="19295" y="30398"/>
                    <a:pt x="19380" y="30426"/>
                    <a:pt x="19437" y="30370"/>
                  </a:cubicBezTo>
                  <a:lnTo>
                    <a:pt x="19551" y="30370"/>
                  </a:lnTo>
                  <a:cubicBezTo>
                    <a:pt x="19579" y="30398"/>
                    <a:pt x="19622" y="30426"/>
                    <a:pt x="19650" y="30455"/>
                  </a:cubicBezTo>
                  <a:lnTo>
                    <a:pt x="19650" y="30455"/>
                  </a:lnTo>
                  <a:cubicBezTo>
                    <a:pt x="19778" y="30540"/>
                    <a:pt x="19934" y="30540"/>
                    <a:pt x="20062" y="30455"/>
                  </a:cubicBezTo>
                  <a:lnTo>
                    <a:pt x="20062" y="30355"/>
                  </a:lnTo>
                  <a:cubicBezTo>
                    <a:pt x="20147" y="30285"/>
                    <a:pt x="20275" y="30285"/>
                    <a:pt x="20374" y="30355"/>
                  </a:cubicBezTo>
                  <a:lnTo>
                    <a:pt x="20573" y="30355"/>
                  </a:lnTo>
                  <a:cubicBezTo>
                    <a:pt x="20601" y="30327"/>
                    <a:pt x="20644" y="30299"/>
                    <a:pt x="20672" y="30256"/>
                  </a:cubicBezTo>
                  <a:lnTo>
                    <a:pt x="20985" y="30143"/>
                  </a:lnTo>
                  <a:cubicBezTo>
                    <a:pt x="21042" y="30086"/>
                    <a:pt x="21141" y="30086"/>
                    <a:pt x="21198" y="30143"/>
                  </a:cubicBezTo>
                  <a:lnTo>
                    <a:pt x="21297" y="30143"/>
                  </a:lnTo>
                  <a:cubicBezTo>
                    <a:pt x="21326" y="30114"/>
                    <a:pt x="21368" y="30086"/>
                    <a:pt x="21397" y="30043"/>
                  </a:cubicBezTo>
                  <a:cubicBezTo>
                    <a:pt x="21439" y="29986"/>
                    <a:pt x="21482" y="29930"/>
                    <a:pt x="21510" y="29859"/>
                  </a:cubicBezTo>
                  <a:cubicBezTo>
                    <a:pt x="21539" y="29887"/>
                    <a:pt x="21581" y="29915"/>
                    <a:pt x="21610" y="29944"/>
                  </a:cubicBezTo>
                  <a:lnTo>
                    <a:pt x="21610" y="29944"/>
                  </a:lnTo>
                  <a:cubicBezTo>
                    <a:pt x="21666" y="30001"/>
                    <a:pt x="21752" y="30001"/>
                    <a:pt x="21808" y="29944"/>
                  </a:cubicBezTo>
                  <a:lnTo>
                    <a:pt x="21808" y="29944"/>
                  </a:lnTo>
                  <a:cubicBezTo>
                    <a:pt x="21865" y="29887"/>
                    <a:pt x="21964" y="29901"/>
                    <a:pt x="22021" y="29844"/>
                  </a:cubicBezTo>
                  <a:lnTo>
                    <a:pt x="22021" y="29844"/>
                  </a:lnTo>
                  <a:cubicBezTo>
                    <a:pt x="22106" y="29745"/>
                    <a:pt x="22248" y="29830"/>
                    <a:pt x="22334" y="29745"/>
                  </a:cubicBezTo>
                  <a:cubicBezTo>
                    <a:pt x="22362" y="29702"/>
                    <a:pt x="22390" y="29674"/>
                    <a:pt x="22433" y="29631"/>
                  </a:cubicBezTo>
                  <a:lnTo>
                    <a:pt x="22433" y="29631"/>
                  </a:lnTo>
                  <a:cubicBezTo>
                    <a:pt x="22490" y="29575"/>
                    <a:pt x="22589" y="29589"/>
                    <a:pt x="22646" y="29532"/>
                  </a:cubicBezTo>
                  <a:lnTo>
                    <a:pt x="22646" y="29433"/>
                  </a:lnTo>
                  <a:cubicBezTo>
                    <a:pt x="22674" y="29390"/>
                    <a:pt x="22703" y="29362"/>
                    <a:pt x="22745" y="29333"/>
                  </a:cubicBezTo>
                  <a:lnTo>
                    <a:pt x="22745" y="29333"/>
                  </a:lnTo>
                  <a:cubicBezTo>
                    <a:pt x="22859" y="29205"/>
                    <a:pt x="23029" y="29333"/>
                    <a:pt x="23143" y="29234"/>
                  </a:cubicBezTo>
                  <a:lnTo>
                    <a:pt x="23242" y="29234"/>
                  </a:lnTo>
                  <a:cubicBezTo>
                    <a:pt x="23285" y="29191"/>
                    <a:pt x="23327" y="29163"/>
                    <a:pt x="23356" y="29120"/>
                  </a:cubicBezTo>
                  <a:lnTo>
                    <a:pt x="23356" y="29120"/>
                  </a:lnTo>
                  <a:cubicBezTo>
                    <a:pt x="23384" y="29092"/>
                    <a:pt x="23427" y="29063"/>
                    <a:pt x="23455" y="29021"/>
                  </a:cubicBezTo>
                  <a:lnTo>
                    <a:pt x="23512" y="29021"/>
                  </a:lnTo>
                  <a:lnTo>
                    <a:pt x="23555" y="29021"/>
                  </a:lnTo>
                  <a:cubicBezTo>
                    <a:pt x="23597" y="28694"/>
                    <a:pt x="23895" y="28794"/>
                    <a:pt x="24094" y="28723"/>
                  </a:cubicBezTo>
                  <a:lnTo>
                    <a:pt x="24094" y="28723"/>
                  </a:lnTo>
                  <a:cubicBezTo>
                    <a:pt x="24123" y="28680"/>
                    <a:pt x="24165" y="28652"/>
                    <a:pt x="24194" y="28609"/>
                  </a:cubicBezTo>
                  <a:lnTo>
                    <a:pt x="24194" y="28609"/>
                  </a:lnTo>
                  <a:cubicBezTo>
                    <a:pt x="24250" y="28552"/>
                    <a:pt x="24350" y="28567"/>
                    <a:pt x="24407" y="28510"/>
                  </a:cubicBezTo>
                  <a:lnTo>
                    <a:pt x="24506" y="28410"/>
                  </a:lnTo>
                  <a:lnTo>
                    <a:pt x="24506" y="28410"/>
                  </a:lnTo>
                  <a:cubicBezTo>
                    <a:pt x="24534" y="28368"/>
                    <a:pt x="24577" y="28339"/>
                    <a:pt x="24605" y="28297"/>
                  </a:cubicBezTo>
                  <a:lnTo>
                    <a:pt x="24605" y="28297"/>
                  </a:lnTo>
                  <a:cubicBezTo>
                    <a:pt x="24662" y="28155"/>
                    <a:pt x="24818" y="28155"/>
                    <a:pt x="24918" y="28084"/>
                  </a:cubicBezTo>
                  <a:lnTo>
                    <a:pt x="24918" y="28084"/>
                  </a:lnTo>
                  <a:lnTo>
                    <a:pt x="25031" y="27984"/>
                  </a:lnTo>
                  <a:lnTo>
                    <a:pt x="25031" y="27984"/>
                  </a:lnTo>
                  <a:cubicBezTo>
                    <a:pt x="25074" y="27942"/>
                    <a:pt x="25088" y="27871"/>
                    <a:pt x="25074" y="27814"/>
                  </a:cubicBezTo>
                  <a:cubicBezTo>
                    <a:pt x="25031" y="27800"/>
                    <a:pt x="25017" y="27771"/>
                    <a:pt x="25045" y="27757"/>
                  </a:cubicBezTo>
                  <a:cubicBezTo>
                    <a:pt x="25045" y="27786"/>
                    <a:pt x="25074" y="27814"/>
                    <a:pt x="25102" y="27800"/>
                  </a:cubicBezTo>
                  <a:cubicBezTo>
                    <a:pt x="25173" y="27757"/>
                    <a:pt x="25202" y="27672"/>
                    <a:pt x="25173" y="27601"/>
                  </a:cubicBezTo>
                  <a:cubicBezTo>
                    <a:pt x="25329" y="27672"/>
                    <a:pt x="25429" y="27530"/>
                    <a:pt x="25542" y="27459"/>
                  </a:cubicBezTo>
                  <a:lnTo>
                    <a:pt x="25542" y="27459"/>
                  </a:lnTo>
                  <a:cubicBezTo>
                    <a:pt x="25585" y="27431"/>
                    <a:pt x="25613" y="27402"/>
                    <a:pt x="25656" y="27360"/>
                  </a:cubicBezTo>
                  <a:lnTo>
                    <a:pt x="25656" y="27360"/>
                  </a:lnTo>
                  <a:cubicBezTo>
                    <a:pt x="25741" y="27289"/>
                    <a:pt x="25869" y="27232"/>
                    <a:pt x="25954" y="27161"/>
                  </a:cubicBezTo>
                  <a:lnTo>
                    <a:pt x="25954" y="27161"/>
                  </a:lnTo>
                  <a:cubicBezTo>
                    <a:pt x="25997" y="27118"/>
                    <a:pt x="26025" y="27090"/>
                    <a:pt x="26068" y="27047"/>
                  </a:cubicBezTo>
                  <a:lnTo>
                    <a:pt x="26153" y="26948"/>
                  </a:lnTo>
                  <a:cubicBezTo>
                    <a:pt x="26196" y="26920"/>
                    <a:pt x="26224" y="26863"/>
                    <a:pt x="26210" y="26806"/>
                  </a:cubicBezTo>
                  <a:cubicBezTo>
                    <a:pt x="26408" y="26522"/>
                    <a:pt x="26721" y="26323"/>
                    <a:pt x="26891" y="26011"/>
                  </a:cubicBezTo>
                  <a:lnTo>
                    <a:pt x="26891" y="26011"/>
                  </a:lnTo>
                  <a:cubicBezTo>
                    <a:pt x="26934" y="25982"/>
                    <a:pt x="26962" y="25940"/>
                    <a:pt x="26991" y="25897"/>
                  </a:cubicBezTo>
                  <a:lnTo>
                    <a:pt x="26991" y="25897"/>
                  </a:lnTo>
                  <a:cubicBezTo>
                    <a:pt x="27346" y="25613"/>
                    <a:pt x="27559" y="25216"/>
                    <a:pt x="27828" y="24861"/>
                  </a:cubicBezTo>
                  <a:lnTo>
                    <a:pt x="27828" y="24861"/>
                  </a:lnTo>
                  <a:cubicBezTo>
                    <a:pt x="27871" y="24832"/>
                    <a:pt x="27899" y="24804"/>
                    <a:pt x="27942" y="24761"/>
                  </a:cubicBezTo>
                  <a:lnTo>
                    <a:pt x="27970" y="24761"/>
                  </a:lnTo>
                  <a:lnTo>
                    <a:pt x="28013" y="24761"/>
                  </a:lnTo>
                  <a:cubicBezTo>
                    <a:pt x="28084" y="24719"/>
                    <a:pt x="28084" y="24648"/>
                    <a:pt x="28098" y="24577"/>
                  </a:cubicBezTo>
                  <a:lnTo>
                    <a:pt x="28112" y="24548"/>
                  </a:lnTo>
                  <a:lnTo>
                    <a:pt x="28141" y="24548"/>
                  </a:lnTo>
                  <a:cubicBezTo>
                    <a:pt x="28183" y="24520"/>
                    <a:pt x="28212" y="24477"/>
                    <a:pt x="28240" y="24449"/>
                  </a:cubicBezTo>
                  <a:lnTo>
                    <a:pt x="28354" y="24350"/>
                  </a:lnTo>
                  <a:lnTo>
                    <a:pt x="28453" y="24236"/>
                  </a:lnTo>
                  <a:lnTo>
                    <a:pt x="28453" y="24123"/>
                  </a:lnTo>
                  <a:lnTo>
                    <a:pt x="28453" y="24123"/>
                  </a:lnTo>
                  <a:cubicBezTo>
                    <a:pt x="28481" y="24094"/>
                    <a:pt x="28510" y="24066"/>
                    <a:pt x="28538" y="24023"/>
                  </a:cubicBezTo>
                  <a:lnTo>
                    <a:pt x="28538" y="24023"/>
                  </a:lnTo>
                  <a:cubicBezTo>
                    <a:pt x="28822" y="23682"/>
                    <a:pt x="28879" y="23228"/>
                    <a:pt x="29177" y="22887"/>
                  </a:cubicBezTo>
                  <a:cubicBezTo>
                    <a:pt x="29376" y="22774"/>
                    <a:pt x="29390" y="22547"/>
                    <a:pt x="29475" y="22362"/>
                  </a:cubicBezTo>
                  <a:lnTo>
                    <a:pt x="29475" y="22362"/>
                  </a:lnTo>
                  <a:lnTo>
                    <a:pt x="29475" y="22362"/>
                  </a:lnTo>
                  <a:lnTo>
                    <a:pt x="29475" y="22362"/>
                  </a:lnTo>
                  <a:cubicBezTo>
                    <a:pt x="29546" y="22319"/>
                    <a:pt x="29532" y="22220"/>
                    <a:pt x="29589" y="22163"/>
                  </a:cubicBezTo>
                  <a:lnTo>
                    <a:pt x="29589" y="22163"/>
                  </a:lnTo>
                  <a:cubicBezTo>
                    <a:pt x="29646" y="22106"/>
                    <a:pt x="29631" y="22021"/>
                    <a:pt x="29688" y="21964"/>
                  </a:cubicBezTo>
                  <a:lnTo>
                    <a:pt x="29688" y="21964"/>
                  </a:lnTo>
                  <a:cubicBezTo>
                    <a:pt x="29802" y="21837"/>
                    <a:pt x="29859" y="21695"/>
                    <a:pt x="29859" y="21539"/>
                  </a:cubicBezTo>
                  <a:lnTo>
                    <a:pt x="29859" y="21524"/>
                  </a:lnTo>
                  <a:lnTo>
                    <a:pt x="30015" y="21340"/>
                  </a:lnTo>
                  <a:lnTo>
                    <a:pt x="30100" y="21226"/>
                  </a:lnTo>
                  <a:cubicBezTo>
                    <a:pt x="30114" y="21084"/>
                    <a:pt x="30086" y="20928"/>
                    <a:pt x="30214" y="20814"/>
                  </a:cubicBezTo>
                  <a:lnTo>
                    <a:pt x="30214" y="20616"/>
                  </a:lnTo>
                  <a:cubicBezTo>
                    <a:pt x="30199" y="20601"/>
                    <a:pt x="30185" y="20601"/>
                    <a:pt x="30171" y="20587"/>
                  </a:cubicBezTo>
                  <a:lnTo>
                    <a:pt x="30171" y="20587"/>
                  </a:lnTo>
                  <a:cubicBezTo>
                    <a:pt x="30185" y="20587"/>
                    <a:pt x="30199" y="20601"/>
                    <a:pt x="30214" y="20616"/>
                  </a:cubicBezTo>
                  <a:lnTo>
                    <a:pt x="30299" y="20601"/>
                  </a:lnTo>
                  <a:cubicBezTo>
                    <a:pt x="30299" y="20530"/>
                    <a:pt x="30341" y="20445"/>
                    <a:pt x="30412" y="20403"/>
                  </a:cubicBezTo>
                  <a:cubicBezTo>
                    <a:pt x="30398" y="20317"/>
                    <a:pt x="30441" y="20246"/>
                    <a:pt x="30512" y="20190"/>
                  </a:cubicBezTo>
                  <a:cubicBezTo>
                    <a:pt x="30498" y="20119"/>
                    <a:pt x="30540" y="20034"/>
                    <a:pt x="30611" y="19991"/>
                  </a:cubicBezTo>
                  <a:cubicBezTo>
                    <a:pt x="30625" y="19877"/>
                    <a:pt x="30611" y="19764"/>
                    <a:pt x="30725" y="19679"/>
                  </a:cubicBezTo>
                  <a:cubicBezTo>
                    <a:pt x="30753" y="19650"/>
                    <a:pt x="30781" y="19608"/>
                    <a:pt x="30810" y="19565"/>
                  </a:cubicBezTo>
                  <a:cubicBezTo>
                    <a:pt x="30810" y="19466"/>
                    <a:pt x="30810" y="19338"/>
                    <a:pt x="30923" y="19267"/>
                  </a:cubicBezTo>
                  <a:cubicBezTo>
                    <a:pt x="30923" y="19153"/>
                    <a:pt x="30923" y="19040"/>
                    <a:pt x="31037" y="18954"/>
                  </a:cubicBezTo>
                  <a:lnTo>
                    <a:pt x="31037" y="18770"/>
                  </a:lnTo>
                  <a:cubicBezTo>
                    <a:pt x="31065" y="18756"/>
                    <a:pt x="31094" y="18756"/>
                    <a:pt x="31122" y="18741"/>
                  </a:cubicBezTo>
                  <a:cubicBezTo>
                    <a:pt x="31136" y="18600"/>
                    <a:pt x="31080" y="18443"/>
                    <a:pt x="31222" y="18330"/>
                  </a:cubicBezTo>
                  <a:cubicBezTo>
                    <a:pt x="31222" y="18202"/>
                    <a:pt x="31222" y="18060"/>
                    <a:pt x="31236" y="17932"/>
                  </a:cubicBezTo>
                  <a:cubicBezTo>
                    <a:pt x="31364" y="17861"/>
                    <a:pt x="31307" y="17677"/>
                    <a:pt x="31420" y="17606"/>
                  </a:cubicBezTo>
                  <a:cubicBezTo>
                    <a:pt x="31378" y="17449"/>
                    <a:pt x="31392" y="17265"/>
                    <a:pt x="31477" y="17123"/>
                  </a:cubicBezTo>
                  <a:cubicBezTo>
                    <a:pt x="31534" y="17024"/>
                    <a:pt x="31562" y="16910"/>
                    <a:pt x="31548" y="16782"/>
                  </a:cubicBezTo>
                  <a:lnTo>
                    <a:pt x="31648" y="16683"/>
                  </a:lnTo>
                  <a:cubicBezTo>
                    <a:pt x="31562" y="16683"/>
                    <a:pt x="31577" y="16612"/>
                    <a:pt x="31605" y="16527"/>
                  </a:cubicBezTo>
                  <a:close/>
                  <a:moveTo>
                    <a:pt x="8121" y="5452"/>
                  </a:moveTo>
                  <a:lnTo>
                    <a:pt x="8150" y="5452"/>
                  </a:lnTo>
                  <a:lnTo>
                    <a:pt x="8150" y="5466"/>
                  </a:lnTo>
                  <a:lnTo>
                    <a:pt x="8150" y="5466"/>
                  </a:lnTo>
                  <a:cubicBezTo>
                    <a:pt x="8136" y="5452"/>
                    <a:pt x="8121" y="5452"/>
                    <a:pt x="8121" y="5452"/>
                  </a:cubicBezTo>
                  <a:close/>
                  <a:moveTo>
                    <a:pt x="29773" y="11032"/>
                  </a:moveTo>
                  <a:lnTo>
                    <a:pt x="29745" y="11018"/>
                  </a:lnTo>
                  <a:cubicBezTo>
                    <a:pt x="29759" y="11018"/>
                    <a:pt x="29773" y="11018"/>
                    <a:pt x="29773" y="11032"/>
                  </a:cubicBezTo>
                  <a:close/>
                  <a:moveTo>
                    <a:pt x="29745" y="11046"/>
                  </a:moveTo>
                  <a:lnTo>
                    <a:pt x="29745" y="11046"/>
                  </a:lnTo>
                  <a:lnTo>
                    <a:pt x="29745" y="11060"/>
                  </a:lnTo>
                  <a:close/>
                  <a:moveTo>
                    <a:pt x="16654" y="8150"/>
                  </a:moveTo>
                  <a:lnTo>
                    <a:pt x="16654" y="8164"/>
                  </a:lnTo>
                  <a:close/>
                  <a:moveTo>
                    <a:pt x="21610" y="9186"/>
                  </a:moveTo>
                  <a:lnTo>
                    <a:pt x="21610" y="9186"/>
                  </a:lnTo>
                  <a:close/>
                  <a:moveTo>
                    <a:pt x="27516" y="14596"/>
                  </a:moveTo>
                  <a:lnTo>
                    <a:pt x="27502" y="14581"/>
                  </a:lnTo>
                  <a:lnTo>
                    <a:pt x="27516" y="14581"/>
                  </a:lnTo>
                  <a:close/>
                  <a:moveTo>
                    <a:pt x="18770" y="24094"/>
                  </a:moveTo>
                  <a:lnTo>
                    <a:pt x="18813" y="24094"/>
                  </a:lnTo>
                  <a:cubicBezTo>
                    <a:pt x="18813" y="24108"/>
                    <a:pt x="18798" y="24123"/>
                    <a:pt x="18798" y="24137"/>
                  </a:cubicBezTo>
                  <a:close/>
                  <a:moveTo>
                    <a:pt x="22234" y="11174"/>
                  </a:moveTo>
                  <a:close/>
                  <a:moveTo>
                    <a:pt x="17052" y="11884"/>
                  </a:moveTo>
                  <a:close/>
                  <a:moveTo>
                    <a:pt x="20247" y="11245"/>
                  </a:moveTo>
                  <a:lnTo>
                    <a:pt x="20218" y="11231"/>
                  </a:lnTo>
                  <a:lnTo>
                    <a:pt x="20218" y="11231"/>
                  </a:lnTo>
                  <a:cubicBezTo>
                    <a:pt x="20232" y="11245"/>
                    <a:pt x="20232" y="11245"/>
                    <a:pt x="20247" y="11245"/>
                  </a:cubicBezTo>
                  <a:close/>
                  <a:moveTo>
                    <a:pt x="17151" y="21326"/>
                  </a:moveTo>
                  <a:lnTo>
                    <a:pt x="17151" y="21311"/>
                  </a:lnTo>
                  <a:lnTo>
                    <a:pt x="17151" y="21311"/>
                  </a:lnTo>
                  <a:lnTo>
                    <a:pt x="17151" y="21311"/>
                  </a:lnTo>
                  <a:close/>
                  <a:moveTo>
                    <a:pt x="11430" y="16456"/>
                  </a:moveTo>
                  <a:lnTo>
                    <a:pt x="11430" y="16441"/>
                  </a:lnTo>
                  <a:lnTo>
                    <a:pt x="11430" y="16441"/>
                  </a:lnTo>
                  <a:lnTo>
                    <a:pt x="11430" y="16456"/>
                  </a:lnTo>
                  <a:close/>
                  <a:moveTo>
                    <a:pt x="18713" y="15618"/>
                  </a:moveTo>
                  <a:close/>
                  <a:moveTo>
                    <a:pt x="11870" y="16981"/>
                  </a:moveTo>
                  <a:cubicBezTo>
                    <a:pt x="11898" y="16967"/>
                    <a:pt x="11926" y="16967"/>
                    <a:pt x="11969" y="16967"/>
                  </a:cubicBezTo>
                  <a:lnTo>
                    <a:pt x="11969" y="16967"/>
                  </a:lnTo>
                  <a:cubicBezTo>
                    <a:pt x="11926" y="16967"/>
                    <a:pt x="11898" y="16967"/>
                    <a:pt x="11870" y="16981"/>
                  </a:cubicBezTo>
                  <a:close/>
                  <a:moveTo>
                    <a:pt x="8973" y="12097"/>
                  </a:moveTo>
                  <a:close/>
                  <a:moveTo>
                    <a:pt x="11501" y="20190"/>
                  </a:moveTo>
                  <a:cubicBezTo>
                    <a:pt x="11557" y="20261"/>
                    <a:pt x="11557" y="20332"/>
                    <a:pt x="11515" y="20374"/>
                  </a:cubicBezTo>
                  <a:cubicBezTo>
                    <a:pt x="11515" y="20317"/>
                    <a:pt x="11515" y="20246"/>
                    <a:pt x="11501" y="20190"/>
                  </a:cubicBezTo>
                  <a:close/>
                  <a:moveTo>
                    <a:pt x="19537" y="12920"/>
                  </a:moveTo>
                  <a:lnTo>
                    <a:pt x="19537" y="12920"/>
                  </a:lnTo>
                  <a:lnTo>
                    <a:pt x="19537" y="12934"/>
                  </a:lnTo>
                  <a:close/>
                  <a:moveTo>
                    <a:pt x="18500" y="12608"/>
                  </a:moveTo>
                  <a:close/>
                  <a:moveTo>
                    <a:pt x="17563" y="16640"/>
                  </a:moveTo>
                  <a:lnTo>
                    <a:pt x="17563" y="16626"/>
                  </a:lnTo>
                  <a:lnTo>
                    <a:pt x="17577" y="16626"/>
                  </a:lnTo>
                  <a:close/>
                  <a:moveTo>
                    <a:pt x="7213" y="15760"/>
                  </a:moveTo>
                  <a:lnTo>
                    <a:pt x="7241" y="15788"/>
                  </a:lnTo>
                  <a:lnTo>
                    <a:pt x="7213" y="15788"/>
                  </a:lnTo>
                  <a:cubicBezTo>
                    <a:pt x="7213" y="15788"/>
                    <a:pt x="7213" y="15788"/>
                    <a:pt x="7213" y="15760"/>
                  </a:cubicBezTo>
                  <a:close/>
                  <a:moveTo>
                    <a:pt x="23427" y="18472"/>
                  </a:moveTo>
                  <a:lnTo>
                    <a:pt x="23469" y="18458"/>
                  </a:lnTo>
                  <a:cubicBezTo>
                    <a:pt x="23455" y="18472"/>
                    <a:pt x="23455" y="18486"/>
                    <a:pt x="23455" y="18500"/>
                  </a:cubicBezTo>
                  <a:close/>
                  <a:moveTo>
                    <a:pt x="13630" y="10535"/>
                  </a:moveTo>
                  <a:lnTo>
                    <a:pt x="13630" y="10535"/>
                  </a:lnTo>
                  <a:close/>
                  <a:moveTo>
                    <a:pt x="10010" y="11046"/>
                  </a:moveTo>
                  <a:close/>
                  <a:moveTo>
                    <a:pt x="7156" y="19522"/>
                  </a:moveTo>
                  <a:lnTo>
                    <a:pt x="7156" y="19522"/>
                  </a:lnTo>
                  <a:cubicBezTo>
                    <a:pt x="7128" y="19522"/>
                    <a:pt x="7113" y="19522"/>
                    <a:pt x="7099" y="19508"/>
                  </a:cubicBezTo>
                  <a:close/>
                  <a:moveTo>
                    <a:pt x="23981" y="16953"/>
                  </a:moveTo>
                  <a:lnTo>
                    <a:pt x="23981" y="16953"/>
                  </a:lnTo>
                  <a:lnTo>
                    <a:pt x="23981" y="16953"/>
                  </a:lnTo>
                  <a:lnTo>
                    <a:pt x="23966" y="16938"/>
                  </a:lnTo>
                  <a:lnTo>
                    <a:pt x="23981" y="16938"/>
                  </a:lnTo>
                  <a:cubicBezTo>
                    <a:pt x="23981" y="16938"/>
                    <a:pt x="23981" y="16953"/>
                    <a:pt x="23981" y="16953"/>
                  </a:cubicBezTo>
                  <a:close/>
                  <a:moveTo>
                    <a:pt x="23370" y="15192"/>
                  </a:moveTo>
                  <a:cubicBezTo>
                    <a:pt x="23384" y="15206"/>
                    <a:pt x="23384" y="15220"/>
                    <a:pt x="23384" y="15235"/>
                  </a:cubicBezTo>
                  <a:cubicBezTo>
                    <a:pt x="23384" y="15220"/>
                    <a:pt x="23370" y="15206"/>
                    <a:pt x="23370" y="15192"/>
                  </a:cubicBezTo>
                  <a:lnTo>
                    <a:pt x="23370" y="15192"/>
                  </a:lnTo>
                  <a:lnTo>
                    <a:pt x="23370" y="15192"/>
                  </a:lnTo>
                  <a:close/>
                  <a:moveTo>
                    <a:pt x="20261" y="10322"/>
                  </a:moveTo>
                  <a:lnTo>
                    <a:pt x="20261" y="10322"/>
                  </a:lnTo>
                  <a:lnTo>
                    <a:pt x="20261" y="10322"/>
                  </a:lnTo>
                  <a:close/>
                  <a:moveTo>
                    <a:pt x="20261" y="10322"/>
                  </a:moveTo>
                  <a:close/>
                  <a:moveTo>
                    <a:pt x="20062" y="11288"/>
                  </a:moveTo>
                  <a:cubicBezTo>
                    <a:pt x="20062" y="11273"/>
                    <a:pt x="20062" y="11273"/>
                    <a:pt x="20062" y="11273"/>
                  </a:cubicBezTo>
                  <a:lnTo>
                    <a:pt x="20076" y="11273"/>
                  </a:lnTo>
                  <a:close/>
                  <a:moveTo>
                    <a:pt x="4231" y="17265"/>
                  </a:moveTo>
                  <a:lnTo>
                    <a:pt x="4189" y="17222"/>
                  </a:lnTo>
                  <a:cubicBezTo>
                    <a:pt x="4203" y="17222"/>
                    <a:pt x="4217" y="17251"/>
                    <a:pt x="4231" y="17265"/>
                  </a:cubicBezTo>
                  <a:close/>
                  <a:moveTo>
                    <a:pt x="5878" y="19849"/>
                  </a:moveTo>
                  <a:close/>
                  <a:moveTo>
                    <a:pt x="7227" y="19735"/>
                  </a:moveTo>
                  <a:lnTo>
                    <a:pt x="7227" y="19735"/>
                  </a:lnTo>
                  <a:close/>
                  <a:moveTo>
                    <a:pt x="21411" y="9712"/>
                  </a:moveTo>
                  <a:close/>
                  <a:moveTo>
                    <a:pt x="4387" y="15689"/>
                  </a:moveTo>
                  <a:lnTo>
                    <a:pt x="4416" y="15689"/>
                  </a:lnTo>
                  <a:cubicBezTo>
                    <a:pt x="4416" y="15689"/>
                    <a:pt x="4416" y="15703"/>
                    <a:pt x="4416" y="15703"/>
                  </a:cubicBezTo>
                  <a:close/>
                  <a:moveTo>
                    <a:pt x="3365" y="15306"/>
                  </a:moveTo>
                  <a:cubicBezTo>
                    <a:pt x="3365" y="15291"/>
                    <a:pt x="3365" y="15277"/>
                    <a:pt x="3365" y="15263"/>
                  </a:cubicBezTo>
                  <a:lnTo>
                    <a:pt x="3408" y="15306"/>
                  </a:lnTo>
                  <a:close/>
                  <a:moveTo>
                    <a:pt x="5892" y="20289"/>
                  </a:moveTo>
                  <a:cubicBezTo>
                    <a:pt x="5878" y="20275"/>
                    <a:pt x="5878" y="20275"/>
                    <a:pt x="5864" y="20275"/>
                  </a:cubicBezTo>
                  <a:lnTo>
                    <a:pt x="5864" y="20275"/>
                  </a:lnTo>
                  <a:lnTo>
                    <a:pt x="5864" y="20275"/>
                  </a:lnTo>
                  <a:cubicBezTo>
                    <a:pt x="5864" y="20275"/>
                    <a:pt x="5878" y="20289"/>
                    <a:pt x="5892" y="20289"/>
                  </a:cubicBezTo>
                  <a:close/>
                  <a:moveTo>
                    <a:pt x="15291" y="11146"/>
                  </a:moveTo>
                  <a:cubicBezTo>
                    <a:pt x="15291" y="11146"/>
                    <a:pt x="15291" y="11146"/>
                    <a:pt x="15291" y="11160"/>
                  </a:cubicBezTo>
                  <a:lnTo>
                    <a:pt x="15291" y="11160"/>
                  </a:lnTo>
                  <a:lnTo>
                    <a:pt x="15291" y="11146"/>
                  </a:lnTo>
                  <a:close/>
                  <a:moveTo>
                    <a:pt x="14340" y="9200"/>
                  </a:moveTo>
                  <a:cubicBezTo>
                    <a:pt x="14383" y="9186"/>
                    <a:pt x="14425" y="9172"/>
                    <a:pt x="14468" y="9186"/>
                  </a:cubicBezTo>
                  <a:cubicBezTo>
                    <a:pt x="14425" y="9186"/>
                    <a:pt x="14383" y="9186"/>
                    <a:pt x="14340" y="9200"/>
                  </a:cubicBezTo>
                  <a:close/>
                  <a:moveTo>
                    <a:pt x="12906" y="25542"/>
                  </a:moveTo>
                  <a:cubicBezTo>
                    <a:pt x="12892" y="25542"/>
                    <a:pt x="12892" y="25528"/>
                    <a:pt x="12892" y="25528"/>
                  </a:cubicBezTo>
                  <a:cubicBezTo>
                    <a:pt x="12892" y="25528"/>
                    <a:pt x="12906" y="25528"/>
                    <a:pt x="12906" y="25528"/>
                  </a:cubicBezTo>
                  <a:cubicBezTo>
                    <a:pt x="12906" y="25528"/>
                    <a:pt x="12906" y="25542"/>
                    <a:pt x="12906" y="25542"/>
                  </a:cubicBezTo>
                  <a:close/>
                  <a:moveTo>
                    <a:pt x="16143" y="24747"/>
                  </a:moveTo>
                  <a:lnTo>
                    <a:pt x="16143" y="24747"/>
                  </a:lnTo>
                  <a:lnTo>
                    <a:pt x="16129" y="24790"/>
                  </a:lnTo>
                  <a:cubicBezTo>
                    <a:pt x="16129" y="24776"/>
                    <a:pt x="16129" y="24776"/>
                    <a:pt x="16129" y="24776"/>
                  </a:cubicBezTo>
                  <a:cubicBezTo>
                    <a:pt x="16129" y="24761"/>
                    <a:pt x="16129" y="24747"/>
                    <a:pt x="16129" y="24747"/>
                  </a:cubicBezTo>
                  <a:close/>
                  <a:moveTo>
                    <a:pt x="20871" y="23256"/>
                  </a:moveTo>
                  <a:lnTo>
                    <a:pt x="20885" y="23271"/>
                  </a:lnTo>
                  <a:lnTo>
                    <a:pt x="20885" y="23271"/>
                  </a:lnTo>
                  <a:lnTo>
                    <a:pt x="20871" y="23256"/>
                  </a:lnTo>
                  <a:close/>
                  <a:moveTo>
                    <a:pt x="25329" y="11259"/>
                  </a:moveTo>
                  <a:lnTo>
                    <a:pt x="25329" y="11316"/>
                  </a:lnTo>
                  <a:cubicBezTo>
                    <a:pt x="25315" y="11302"/>
                    <a:pt x="25315" y="11273"/>
                    <a:pt x="25301" y="11259"/>
                  </a:cubicBezTo>
                  <a:close/>
                  <a:moveTo>
                    <a:pt x="19437" y="10010"/>
                  </a:moveTo>
                  <a:close/>
                  <a:moveTo>
                    <a:pt x="2471" y="20218"/>
                  </a:moveTo>
                  <a:cubicBezTo>
                    <a:pt x="2471" y="20232"/>
                    <a:pt x="2471" y="20246"/>
                    <a:pt x="2456" y="20261"/>
                  </a:cubicBezTo>
                  <a:lnTo>
                    <a:pt x="2442" y="20261"/>
                  </a:lnTo>
                  <a:cubicBezTo>
                    <a:pt x="2456" y="20246"/>
                    <a:pt x="2456" y="20232"/>
                    <a:pt x="2471" y="20218"/>
                  </a:cubicBezTo>
                  <a:close/>
                  <a:moveTo>
                    <a:pt x="4004" y="19125"/>
                  </a:moveTo>
                  <a:lnTo>
                    <a:pt x="4004" y="19111"/>
                  </a:lnTo>
                  <a:lnTo>
                    <a:pt x="4004" y="19111"/>
                  </a:lnTo>
                  <a:lnTo>
                    <a:pt x="4004" y="19111"/>
                  </a:lnTo>
                  <a:lnTo>
                    <a:pt x="4004" y="19111"/>
                  </a:lnTo>
                  <a:lnTo>
                    <a:pt x="4004" y="19111"/>
                  </a:lnTo>
                  <a:close/>
                  <a:moveTo>
                    <a:pt x="5140" y="19423"/>
                  </a:moveTo>
                  <a:lnTo>
                    <a:pt x="5140" y="19423"/>
                  </a:lnTo>
                  <a:cubicBezTo>
                    <a:pt x="5083" y="19437"/>
                    <a:pt x="5040" y="19466"/>
                    <a:pt x="4998" y="19494"/>
                  </a:cubicBezTo>
                  <a:cubicBezTo>
                    <a:pt x="5040" y="19480"/>
                    <a:pt x="5097" y="19451"/>
                    <a:pt x="5140" y="19437"/>
                  </a:cubicBezTo>
                  <a:close/>
                  <a:moveTo>
                    <a:pt x="16115" y="24804"/>
                  </a:moveTo>
                  <a:lnTo>
                    <a:pt x="16129" y="24832"/>
                  </a:lnTo>
                  <a:cubicBezTo>
                    <a:pt x="16115" y="24861"/>
                    <a:pt x="16086" y="24875"/>
                    <a:pt x="16072" y="24903"/>
                  </a:cubicBezTo>
                  <a:lnTo>
                    <a:pt x="16072" y="24804"/>
                  </a:lnTo>
                  <a:close/>
                  <a:moveTo>
                    <a:pt x="22021" y="9612"/>
                  </a:moveTo>
                  <a:close/>
                  <a:moveTo>
                    <a:pt x="10947" y="5764"/>
                  </a:moveTo>
                  <a:lnTo>
                    <a:pt x="10947" y="5764"/>
                  </a:lnTo>
                  <a:lnTo>
                    <a:pt x="10933" y="5764"/>
                  </a:lnTo>
                  <a:close/>
                  <a:moveTo>
                    <a:pt x="24790" y="24236"/>
                  </a:moveTo>
                  <a:lnTo>
                    <a:pt x="24804" y="24250"/>
                  </a:lnTo>
                  <a:lnTo>
                    <a:pt x="24790" y="24250"/>
                  </a:lnTo>
                  <a:cubicBezTo>
                    <a:pt x="24790" y="24250"/>
                    <a:pt x="24790" y="24250"/>
                    <a:pt x="24790" y="24236"/>
                  </a:cubicBezTo>
                  <a:close/>
                  <a:moveTo>
                    <a:pt x="9598" y="5452"/>
                  </a:moveTo>
                  <a:lnTo>
                    <a:pt x="9584" y="5452"/>
                  </a:lnTo>
                  <a:lnTo>
                    <a:pt x="9584" y="5452"/>
                  </a:lnTo>
                  <a:close/>
                  <a:moveTo>
                    <a:pt x="6616" y="23569"/>
                  </a:moveTo>
                  <a:cubicBezTo>
                    <a:pt x="6588" y="23555"/>
                    <a:pt x="6574" y="23555"/>
                    <a:pt x="6545" y="23540"/>
                  </a:cubicBezTo>
                  <a:cubicBezTo>
                    <a:pt x="6574" y="23540"/>
                    <a:pt x="6602" y="23555"/>
                    <a:pt x="6616" y="23569"/>
                  </a:cubicBezTo>
                  <a:close/>
                  <a:moveTo>
                    <a:pt x="19253" y="2967"/>
                  </a:moveTo>
                  <a:lnTo>
                    <a:pt x="19224" y="2967"/>
                  </a:lnTo>
                  <a:lnTo>
                    <a:pt x="19224" y="2967"/>
                  </a:lnTo>
                  <a:lnTo>
                    <a:pt x="19253" y="2925"/>
                  </a:lnTo>
                  <a:cubicBezTo>
                    <a:pt x="19253" y="2939"/>
                    <a:pt x="19253" y="2953"/>
                    <a:pt x="19253" y="2967"/>
                  </a:cubicBezTo>
                  <a:close/>
                  <a:moveTo>
                    <a:pt x="16115" y="29788"/>
                  </a:moveTo>
                  <a:cubicBezTo>
                    <a:pt x="16115" y="29788"/>
                    <a:pt x="16115" y="29773"/>
                    <a:pt x="16115" y="29759"/>
                  </a:cubicBezTo>
                  <a:cubicBezTo>
                    <a:pt x="16115" y="29773"/>
                    <a:pt x="16115" y="29788"/>
                    <a:pt x="16115" y="29802"/>
                  </a:cubicBezTo>
                  <a:lnTo>
                    <a:pt x="16157" y="29802"/>
                  </a:lnTo>
                  <a:lnTo>
                    <a:pt x="16115" y="29802"/>
                  </a:lnTo>
                  <a:lnTo>
                    <a:pt x="16115" y="29802"/>
                  </a:lnTo>
                  <a:close/>
                  <a:moveTo>
                    <a:pt x="24918" y="26281"/>
                  </a:moveTo>
                  <a:lnTo>
                    <a:pt x="24918" y="26266"/>
                  </a:lnTo>
                  <a:lnTo>
                    <a:pt x="24918" y="26266"/>
                  </a:lnTo>
                  <a:lnTo>
                    <a:pt x="24918" y="26266"/>
                  </a:lnTo>
                  <a:close/>
                  <a:moveTo>
                    <a:pt x="15490" y="2471"/>
                  </a:moveTo>
                  <a:lnTo>
                    <a:pt x="15490" y="2456"/>
                  </a:lnTo>
                  <a:lnTo>
                    <a:pt x="15490" y="2485"/>
                  </a:lnTo>
                  <a:close/>
                  <a:moveTo>
                    <a:pt x="1533" y="10535"/>
                  </a:moveTo>
                  <a:cubicBezTo>
                    <a:pt x="1533" y="10521"/>
                    <a:pt x="1519" y="10521"/>
                    <a:pt x="1519" y="10521"/>
                  </a:cubicBezTo>
                  <a:lnTo>
                    <a:pt x="1519" y="10521"/>
                  </a:lnTo>
                  <a:cubicBezTo>
                    <a:pt x="1519" y="10521"/>
                    <a:pt x="1533" y="10521"/>
                    <a:pt x="1533" y="10535"/>
                  </a:cubicBezTo>
                  <a:close/>
                  <a:moveTo>
                    <a:pt x="1420" y="10535"/>
                  </a:moveTo>
                  <a:lnTo>
                    <a:pt x="1420" y="10535"/>
                  </a:lnTo>
                  <a:lnTo>
                    <a:pt x="1420" y="10535"/>
                  </a:lnTo>
                  <a:lnTo>
                    <a:pt x="1448" y="10521"/>
                  </a:lnTo>
                  <a:close/>
                  <a:moveTo>
                    <a:pt x="3791" y="22561"/>
                  </a:moveTo>
                  <a:lnTo>
                    <a:pt x="3791" y="22561"/>
                  </a:lnTo>
                  <a:close/>
                  <a:moveTo>
                    <a:pt x="9754" y="25273"/>
                  </a:moveTo>
                  <a:lnTo>
                    <a:pt x="9754" y="25273"/>
                  </a:lnTo>
                  <a:cubicBezTo>
                    <a:pt x="9726" y="25287"/>
                    <a:pt x="9712" y="25315"/>
                    <a:pt x="9683" y="25315"/>
                  </a:cubicBezTo>
                  <a:close/>
                  <a:moveTo>
                    <a:pt x="18855" y="29617"/>
                  </a:moveTo>
                  <a:lnTo>
                    <a:pt x="18855" y="29631"/>
                  </a:lnTo>
                  <a:lnTo>
                    <a:pt x="18841" y="29617"/>
                  </a:lnTo>
                  <a:close/>
                  <a:moveTo>
                    <a:pt x="9910" y="1945"/>
                  </a:moveTo>
                  <a:close/>
                  <a:moveTo>
                    <a:pt x="8959" y="25741"/>
                  </a:moveTo>
                  <a:close/>
                  <a:moveTo>
                    <a:pt x="1931" y="9399"/>
                  </a:moveTo>
                  <a:lnTo>
                    <a:pt x="1903" y="9399"/>
                  </a:lnTo>
                  <a:lnTo>
                    <a:pt x="1903" y="9399"/>
                  </a:lnTo>
                  <a:cubicBezTo>
                    <a:pt x="1888" y="9357"/>
                    <a:pt x="1917" y="9357"/>
                    <a:pt x="1931" y="9399"/>
                  </a:cubicBezTo>
                  <a:close/>
                  <a:moveTo>
                    <a:pt x="25855" y="26877"/>
                  </a:moveTo>
                  <a:lnTo>
                    <a:pt x="25855" y="26891"/>
                  </a:lnTo>
                  <a:lnTo>
                    <a:pt x="25855" y="26891"/>
                  </a:lnTo>
                  <a:cubicBezTo>
                    <a:pt x="25855" y="26891"/>
                    <a:pt x="25855" y="26877"/>
                    <a:pt x="25855" y="26877"/>
                  </a:cubicBezTo>
                  <a:close/>
                </a:path>
              </a:pathLst>
            </a:custGeom>
            <a:solidFill>
              <a:schemeClr val="lt1"/>
            </a:solidFill>
            <a:ln cap="flat" cmpd="sng" w="66150">
              <a:solidFill>
                <a:schemeClr val="lt1"/>
              </a:solidFill>
              <a:prstDash val="solid"/>
              <a:round/>
              <a:headEnd len="sm" w="sm" type="none"/>
              <a:tailEnd len="sm" w="sm" type="none"/>
            </a:ln>
            <a:effectLst>
              <a:outerShdw blurRad="24802" rotWithShape="0" algn="bl" dir="5400000" dist="8267">
                <a:schemeClr val="dk1">
                  <a:alpha val="50000"/>
                </a:schemeClr>
              </a:outerShdw>
            </a:effectLst>
          </p:spPr>
          <p:txBody>
            <a:bodyPr anchorCtr="0" anchor="ctr" bIns="39675" lIns="39675" spcFirstLastPara="1" rIns="39675" wrap="square" tIns="39675">
              <a:noAutofit/>
            </a:bodyPr>
            <a:lstStyle/>
            <a:p>
              <a:pPr indent="0" lvl="0" marL="0" rtl="0" algn="l">
                <a:spcBef>
                  <a:spcPts val="0"/>
                </a:spcBef>
                <a:spcAft>
                  <a:spcPts val="0"/>
                </a:spcAft>
                <a:buNone/>
              </a:pPr>
              <a:r>
                <a:t/>
              </a:r>
              <a:endParaRPr/>
            </a:p>
          </p:txBody>
        </p:sp>
        <p:pic>
          <p:nvPicPr>
            <p:cNvPr id="606" name="Google Shape;606;p38"/>
            <p:cNvPicPr preferRelativeResize="0"/>
            <p:nvPr/>
          </p:nvPicPr>
          <p:blipFill>
            <a:blip r:embed="rId5">
              <a:alphaModFix/>
            </a:blip>
            <a:stretch>
              <a:fillRect/>
            </a:stretch>
          </p:blipFill>
          <p:spPr>
            <a:xfrm>
              <a:off x="11880480" y="-17956"/>
              <a:ext cx="1100503" cy="1075904"/>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39"/>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Support Vector Machine (SVM)</a:t>
            </a:r>
            <a:endParaRPr/>
          </a:p>
        </p:txBody>
      </p:sp>
      <p:sp>
        <p:nvSpPr>
          <p:cNvPr id="612" name="Google Shape;612;p39"/>
          <p:cNvSpPr txBox="1"/>
          <p:nvPr/>
        </p:nvSpPr>
        <p:spPr>
          <a:xfrm>
            <a:off x="4430075" y="1181049"/>
            <a:ext cx="41859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latin typeface="Gantari"/>
                <a:ea typeface="Gantari"/>
                <a:cs typeface="Gantari"/>
                <a:sym typeface="Gantari"/>
              </a:rPr>
              <a:t>S</a:t>
            </a:r>
            <a:r>
              <a:rPr lang="en">
                <a:latin typeface="Gantari"/>
                <a:ea typeface="Gantari"/>
                <a:cs typeface="Gantari"/>
                <a:sym typeface="Gantari"/>
              </a:rPr>
              <a:t>truggles with </a:t>
            </a:r>
            <a:r>
              <a:rPr b="1" lang="en">
                <a:latin typeface="Gantari"/>
                <a:ea typeface="Gantari"/>
                <a:cs typeface="Gantari"/>
                <a:sym typeface="Gantari"/>
              </a:rPr>
              <a:t>overlapping sentiment boundaries </a:t>
            </a:r>
            <a:r>
              <a:rPr lang="en">
                <a:latin typeface="Gantari"/>
                <a:ea typeface="Gantari"/>
                <a:cs typeface="Gantari"/>
                <a:sym typeface="Gantari"/>
              </a:rPr>
              <a:t>or </a:t>
            </a:r>
            <a:r>
              <a:rPr b="1" lang="en">
                <a:latin typeface="Gantari"/>
                <a:ea typeface="Gantari"/>
                <a:cs typeface="Gantari"/>
                <a:sym typeface="Gantari"/>
              </a:rPr>
              <a:t>noisy data</a:t>
            </a:r>
            <a:r>
              <a:rPr lang="en">
                <a:latin typeface="Gantari"/>
                <a:ea typeface="Gantari"/>
                <a:cs typeface="Gantari"/>
                <a:sym typeface="Gantari"/>
              </a:rPr>
              <a:t> and may require tuning of the </a:t>
            </a:r>
            <a:r>
              <a:rPr b="1" lang="en">
                <a:latin typeface="Gantari"/>
                <a:ea typeface="Gantari"/>
                <a:cs typeface="Gantari"/>
                <a:sym typeface="Gantari"/>
              </a:rPr>
              <a:t>kernel</a:t>
            </a:r>
            <a:r>
              <a:rPr lang="en">
                <a:latin typeface="Gantari"/>
                <a:ea typeface="Gantari"/>
                <a:cs typeface="Gantari"/>
                <a:sym typeface="Gantari"/>
              </a:rPr>
              <a:t> and r</a:t>
            </a:r>
            <a:r>
              <a:rPr b="1" lang="en">
                <a:latin typeface="Gantari"/>
                <a:ea typeface="Gantari"/>
                <a:cs typeface="Gantari"/>
                <a:sym typeface="Gantari"/>
              </a:rPr>
              <a:t>egularization parameter (C)</a:t>
            </a:r>
            <a:endParaRPr b="1">
              <a:latin typeface="Gantari"/>
              <a:ea typeface="Gantari"/>
              <a:cs typeface="Gantari"/>
              <a:sym typeface="Gantari"/>
            </a:endParaRPr>
          </a:p>
        </p:txBody>
      </p:sp>
      <p:sp>
        <p:nvSpPr>
          <p:cNvPr id="613" name="Google Shape;613;p39"/>
          <p:cNvSpPr txBox="1"/>
          <p:nvPr/>
        </p:nvSpPr>
        <p:spPr>
          <a:xfrm>
            <a:off x="696854" y="1227792"/>
            <a:ext cx="32070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latin typeface="Gantari"/>
                <a:ea typeface="Gantari"/>
                <a:cs typeface="Gantari"/>
                <a:sym typeface="Gantari"/>
              </a:rPr>
              <a:t>SVM performs well on </a:t>
            </a:r>
            <a:r>
              <a:rPr b="1" lang="en">
                <a:latin typeface="Gantari"/>
                <a:ea typeface="Gantari"/>
                <a:cs typeface="Gantari"/>
                <a:sym typeface="Gantari"/>
              </a:rPr>
              <a:t>h</a:t>
            </a:r>
            <a:r>
              <a:rPr b="1" lang="en">
                <a:latin typeface="Gantari"/>
                <a:ea typeface="Gantari"/>
                <a:cs typeface="Gantari"/>
                <a:sym typeface="Gantari"/>
              </a:rPr>
              <a:t>igh-dimensional text data </a:t>
            </a:r>
            <a:r>
              <a:rPr lang="en">
                <a:latin typeface="Gantari"/>
                <a:ea typeface="Gantari"/>
                <a:cs typeface="Gantari"/>
                <a:sym typeface="Gantari"/>
              </a:rPr>
              <a:t>such as TF-IDF vectors</a:t>
            </a:r>
            <a:endParaRPr>
              <a:latin typeface="Gantari"/>
              <a:ea typeface="Gantari"/>
              <a:cs typeface="Gantari"/>
              <a:sym typeface="Gantari"/>
            </a:endParaRPr>
          </a:p>
        </p:txBody>
      </p:sp>
      <p:sp>
        <p:nvSpPr>
          <p:cNvPr id="614" name="Google Shape;614;p39"/>
          <p:cNvSpPr txBox="1"/>
          <p:nvPr/>
        </p:nvSpPr>
        <p:spPr>
          <a:xfrm>
            <a:off x="4740837" y="4099965"/>
            <a:ext cx="41211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Gantari"/>
              <a:buChar char="➢"/>
            </a:pPr>
            <a:r>
              <a:rPr i="1" lang="en">
                <a:latin typeface="Gantari"/>
                <a:ea typeface="Gantari"/>
                <a:cs typeface="Gantari"/>
                <a:sym typeface="Gantari"/>
              </a:rPr>
              <a:t>Despite this, SVM remains a robust baseline for accurate and margin-based sentiment classification.</a:t>
            </a:r>
            <a:endParaRPr i="1">
              <a:latin typeface="Gantari"/>
              <a:ea typeface="Gantari"/>
              <a:cs typeface="Gantari"/>
              <a:sym typeface="Gantari"/>
            </a:endParaRPr>
          </a:p>
        </p:txBody>
      </p:sp>
      <p:pic>
        <p:nvPicPr>
          <p:cNvPr id="615" name="Google Shape;615;p39" title="Example-of-class-overlapping-in-imbalanced-data.png"/>
          <p:cNvPicPr preferRelativeResize="0"/>
          <p:nvPr/>
        </p:nvPicPr>
        <p:blipFill>
          <a:blip r:embed="rId3">
            <a:alphaModFix/>
          </a:blip>
          <a:stretch>
            <a:fillRect/>
          </a:stretch>
        </p:blipFill>
        <p:spPr>
          <a:xfrm>
            <a:off x="5288155" y="2424375"/>
            <a:ext cx="2602481" cy="1521700"/>
          </a:xfrm>
          <a:prstGeom prst="rect">
            <a:avLst/>
          </a:prstGeom>
          <a:noFill/>
          <a:ln>
            <a:noFill/>
          </a:ln>
        </p:spPr>
      </p:pic>
      <p:cxnSp>
        <p:nvCxnSpPr>
          <p:cNvPr id="616" name="Google Shape;616;p39"/>
          <p:cNvCxnSpPr/>
          <p:nvPr/>
        </p:nvCxnSpPr>
        <p:spPr>
          <a:xfrm>
            <a:off x="4268968" y="1287060"/>
            <a:ext cx="0" cy="3567300"/>
          </a:xfrm>
          <a:prstGeom prst="straightConnector1">
            <a:avLst/>
          </a:prstGeom>
          <a:noFill/>
          <a:ln cap="flat" cmpd="sng" w="28575">
            <a:solidFill>
              <a:schemeClr val="dk1"/>
            </a:solidFill>
            <a:prstDash val="solid"/>
            <a:round/>
            <a:headEnd len="med" w="med" type="none"/>
            <a:tailEnd len="med" w="med" type="none"/>
          </a:ln>
        </p:spPr>
      </p:cxnSp>
      <p:cxnSp>
        <p:nvCxnSpPr>
          <p:cNvPr id="617" name="Google Shape;617;p39"/>
          <p:cNvCxnSpPr/>
          <p:nvPr/>
        </p:nvCxnSpPr>
        <p:spPr>
          <a:xfrm flipH="1" rot="10800000">
            <a:off x="4103050" y="2830169"/>
            <a:ext cx="331800" cy="282000"/>
          </a:xfrm>
          <a:prstGeom prst="straightConnector1">
            <a:avLst/>
          </a:prstGeom>
          <a:noFill/>
          <a:ln cap="flat" cmpd="sng" w="28575">
            <a:solidFill>
              <a:schemeClr val="dk1"/>
            </a:solidFill>
            <a:prstDash val="solid"/>
            <a:round/>
            <a:headEnd len="med" w="med" type="none"/>
            <a:tailEnd len="med" w="med" type="none"/>
          </a:ln>
        </p:spPr>
      </p:cxnSp>
      <p:cxnSp>
        <p:nvCxnSpPr>
          <p:cNvPr id="618" name="Google Shape;618;p39"/>
          <p:cNvCxnSpPr/>
          <p:nvPr/>
        </p:nvCxnSpPr>
        <p:spPr>
          <a:xfrm flipH="1" rot="10800000">
            <a:off x="4106123" y="2982569"/>
            <a:ext cx="331800" cy="282000"/>
          </a:xfrm>
          <a:prstGeom prst="straightConnector1">
            <a:avLst/>
          </a:prstGeom>
          <a:noFill/>
          <a:ln cap="flat" cmpd="sng" w="28575">
            <a:solidFill>
              <a:schemeClr val="dk1"/>
            </a:solidFill>
            <a:prstDash val="solid"/>
            <a:round/>
            <a:headEnd len="med" w="med" type="none"/>
            <a:tailEnd len="med" w="med" type="none"/>
          </a:ln>
        </p:spPr>
      </p:cxnSp>
      <p:pic>
        <p:nvPicPr>
          <p:cNvPr id="619" name="Google Shape;619;p39" title="highdimensional.png"/>
          <p:cNvPicPr preferRelativeResize="0"/>
          <p:nvPr/>
        </p:nvPicPr>
        <p:blipFill>
          <a:blip r:embed="rId4">
            <a:alphaModFix/>
          </a:blip>
          <a:stretch>
            <a:fillRect/>
          </a:stretch>
        </p:blipFill>
        <p:spPr>
          <a:xfrm>
            <a:off x="999112" y="2256081"/>
            <a:ext cx="2602474" cy="23305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pic>
        <p:nvPicPr>
          <p:cNvPr id="624" name="Google Shape;624;p40"/>
          <p:cNvPicPr preferRelativeResize="0"/>
          <p:nvPr/>
        </p:nvPicPr>
        <p:blipFill>
          <a:blip r:embed="rId3">
            <a:alphaModFix/>
          </a:blip>
          <a:stretch>
            <a:fillRect/>
          </a:stretch>
        </p:blipFill>
        <p:spPr>
          <a:xfrm>
            <a:off x="7150150" y="1143363"/>
            <a:ext cx="342900" cy="371475"/>
          </a:xfrm>
          <a:prstGeom prst="rect">
            <a:avLst/>
          </a:prstGeom>
          <a:noFill/>
          <a:ln>
            <a:noFill/>
          </a:ln>
        </p:spPr>
      </p:pic>
      <p:pic>
        <p:nvPicPr>
          <p:cNvPr id="625" name="Google Shape;625;p40"/>
          <p:cNvPicPr preferRelativeResize="0"/>
          <p:nvPr/>
        </p:nvPicPr>
        <p:blipFill>
          <a:blip r:embed="rId4">
            <a:alphaModFix/>
          </a:blip>
          <a:stretch>
            <a:fillRect/>
          </a:stretch>
        </p:blipFill>
        <p:spPr>
          <a:xfrm rot="1427856">
            <a:off x="2375725" y="3134163"/>
            <a:ext cx="849400" cy="2644525"/>
          </a:xfrm>
          <a:prstGeom prst="rect">
            <a:avLst/>
          </a:prstGeom>
          <a:noFill/>
          <a:ln>
            <a:noFill/>
          </a:ln>
        </p:spPr>
      </p:pic>
      <p:pic>
        <p:nvPicPr>
          <p:cNvPr id="626" name="Google Shape;626;p40"/>
          <p:cNvPicPr preferRelativeResize="0"/>
          <p:nvPr/>
        </p:nvPicPr>
        <p:blipFill>
          <a:blip r:embed="rId5">
            <a:alphaModFix amt="86000"/>
          </a:blip>
          <a:stretch>
            <a:fillRect/>
          </a:stretch>
        </p:blipFill>
        <p:spPr>
          <a:xfrm>
            <a:off x="0" y="2571750"/>
            <a:ext cx="1304925" cy="2809875"/>
          </a:xfrm>
          <a:prstGeom prst="rect">
            <a:avLst/>
          </a:prstGeom>
          <a:noFill/>
          <a:ln>
            <a:noFill/>
          </a:ln>
        </p:spPr>
      </p:pic>
      <p:pic>
        <p:nvPicPr>
          <p:cNvPr id="627" name="Google Shape;627;p40"/>
          <p:cNvPicPr preferRelativeResize="0"/>
          <p:nvPr/>
        </p:nvPicPr>
        <p:blipFill>
          <a:blip r:embed="rId6">
            <a:alphaModFix amt="86000"/>
          </a:blip>
          <a:stretch>
            <a:fillRect/>
          </a:stretch>
        </p:blipFill>
        <p:spPr>
          <a:xfrm>
            <a:off x="7583175" y="2349538"/>
            <a:ext cx="1352550" cy="3600450"/>
          </a:xfrm>
          <a:prstGeom prst="rect">
            <a:avLst/>
          </a:prstGeom>
          <a:noFill/>
          <a:ln>
            <a:noFill/>
          </a:ln>
        </p:spPr>
      </p:pic>
      <p:sp>
        <p:nvSpPr>
          <p:cNvPr id="628" name="Google Shape;628;p40"/>
          <p:cNvSpPr txBox="1"/>
          <p:nvPr>
            <p:ph type="title"/>
          </p:nvPr>
        </p:nvSpPr>
        <p:spPr>
          <a:xfrm>
            <a:off x="3025500" y="1514850"/>
            <a:ext cx="6383100" cy="68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Implementation</a:t>
            </a:r>
            <a:endParaRPr/>
          </a:p>
          <a:p>
            <a:pPr indent="0" lvl="0" marL="0" rtl="0" algn="l">
              <a:spcBef>
                <a:spcPts val="0"/>
              </a:spcBef>
              <a:spcAft>
                <a:spcPts val="0"/>
              </a:spcAft>
              <a:buNone/>
            </a:pPr>
            <a:r>
              <a:rPr lang="en"/>
              <a:t>steps</a:t>
            </a:r>
            <a:endParaRPr/>
          </a:p>
        </p:txBody>
      </p:sp>
      <p:sp>
        <p:nvSpPr>
          <p:cNvPr id="629" name="Google Shape;629;p40"/>
          <p:cNvSpPr txBox="1"/>
          <p:nvPr>
            <p:ph idx="2" type="title"/>
          </p:nvPr>
        </p:nvSpPr>
        <p:spPr>
          <a:xfrm>
            <a:off x="1089000" y="1236850"/>
            <a:ext cx="1375500" cy="1112700"/>
          </a:xfrm>
          <a:prstGeom prst="rect">
            <a:avLst/>
          </a:prstGeom>
          <a:solidFill>
            <a:schemeClr val="accent3"/>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630" name="Google Shape;630;p40"/>
          <p:cNvSpPr txBox="1"/>
          <p:nvPr>
            <p:ph idx="1" type="subTitle"/>
          </p:nvPr>
        </p:nvSpPr>
        <p:spPr>
          <a:xfrm>
            <a:off x="3025500" y="2580775"/>
            <a:ext cx="5067600" cy="30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Preprocessing and classifiers</a:t>
            </a:r>
            <a:endParaRPr/>
          </a:p>
        </p:txBody>
      </p:sp>
      <p:pic>
        <p:nvPicPr>
          <p:cNvPr id="631" name="Google Shape;631;p40"/>
          <p:cNvPicPr preferRelativeResize="0"/>
          <p:nvPr/>
        </p:nvPicPr>
        <p:blipFill>
          <a:blip r:embed="rId7">
            <a:alphaModFix/>
          </a:blip>
          <a:stretch>
            <a:fillRect/>
          </a:stretch>
        </p:blipFill>
        <p:spPr>
          <a:xfrm>
            <a:off x="3931688" y="4498838"/>
            <a:ext cx="342900" cy="371475"/>
          </a:xfrm>
          <a:prstGeom prst="rect">
            <a:avLst/>
          </a:prstGeom>
          <a:noFill/>
          <a:ln>
            <a:noFill/>
          </a:ln>
        </p:spPr>
      </p:pic>
      <p:pic>
        <p:nvPicPr>
          <p:cNvPr id="632" name="Google Shape;632;p40"/>
          <p:cNvPicPr preferRelativeResize="0"/>
          <p:nvPr/>
        </p:nvPicPr>
        <p:blipFill>
          <a:blip r:embed="rId3">
            <a:alphaModFix/>
          </a:blip>
          <a:stretch>
            <a:fillRect/>
          </a:stretch>
        </p:blipFill>
        <p:spPr>
          <a:xfrm>
            <a:off x="5695913" y="2848488"/>
            <a:ext cx="342900" cy="371475"/>
          </a:xfrm>
          <a:prstGeom prst="rect">
            <a:avLst/>
          </a:prstGeom>
          <a:noFill/>
          <a:ln>
            <a:noFill/>
          </a:ln>
        </p:spPr>
      </p:pic>
      <p:pic>
        <p:nvPicPr>
          <p:cNvPr id="633" name="Google Shape;633;p40"/>
          <p:cNvPicPr preferRelativeResize="0"/>
          <p:nvPr/>
        </p:nvPicPr>
        <p:blipFill>
          <a:blip r:embed="rId7">
            <a:alphaModFix/>
          </a:blip>
          <a:stretch>
            <a:fillRect/>
          </a:stretch>
        </p:blipFill>
        <p:spPr>
          <a:xfrm>
            <a:off x="3125038" y="695475"/>
            <a:ext cx="342900" cy="371475"/>
          </a:xfrm>
          <a:prstGeom prst="rect">
            <a:avLst/>
          </a:prstGeom>
          <a:noFill/>
          <a:ln>
            <a:noFill/>
          </a:ln>
        </p:spPr>
      </p:pic>
      <p:pic>
        <p:nvPicPr>
          <p:cNvPr id="634" name="Google Shape;634;p40"/>
          <p:cNvPicPr preferRelativeResize="0"/>
          <p:nvPr/>
        </p:nvPicPr>
        <p:blipFill>
          <a:blip r:embed="rId8">
            <a:alphaModFix amt="86000"/>
          </a:blip>
          <a:stretch>
            <a:fillRect/>
          </a:stretch>
        </p:blipFill>
        <p:spPr>
          <a:xfrm>
            <a:off x="5730738" y="3680813"/>
            <a:ext cx="733425" cy="1857375"/>
          </a:xfrm>
          <a:prstGeom prst="rect">
            <a:avLst/>
          </a:prstGeom>
          <a:noFill/>
          <a:ln>
            <a:noFill/>
          </a:ln>
        </p:spPr>
      </p:pic>
      <p:grpSp>
        <p:nvGrpSpPr>
          <p:cNvPr id="635" name="Google Shape;635;p40"/>
          <p:cNvGrpSpPr/>
          <p:nvPr/>
        </p:nvGrpSpPr>
        <p:grpSpPr>
          <a:xfrm rot="929335">
            <a:off x="4884500" y="2999895"/>
            <a:ext cx="878373" cy="858175"/>
            <a:chOff x="11873470" y="-24098"/>
            <a:chExt cx="1107513" cy="1082047"/>
          </a:xfrm>
        </p:grpSpPr>
        <p:sp>
          <p:nvSpPr>
            <p:cNvPr id="636" name="Google Shape;636;p40"/>
            <p:cNvSpPr/>
            <p:nvPr/>
          </p:nvSpPr>
          <p:spPr>
            <a:xfrm>
              <a:off x="11873470" y="-24098"/>
              <a:ext cx="1097315" cy="1072212"/>
            </a:xfrm>
            <a:custGeom>
              <a:rect b="b" l="l" r="r" t="t"/>
              <a:pathLst>
                <a:path extrusionOk="0" h="30924" w="31648">
                  <a:moveTo>
                    <a:pt x="31605" y="16527"/>
                  </a:moveTo>
                  <a:cubicBezTo>
                    <a:pt x="31619" y="16427"/>
                    <a:pt x="31633" y="16328"/>
                    <a:pt x="31648" y="16228"/>
                  </a:cubicBezTo>
                  <a:cubicBezTo>
                    <a:pt x="31591" y="16186"/>
                    <a:pt x="31534" y="16129"/>
                    <a:pt x="31562" y="16058"/>
                  </a:cubicBezTo>
                  <a:cubicBezTo>
                    <a:pt x="31619" y="15831"/>
                    <a:pt x="31619" y="15590"/>
                    <a:pt x="31562" y="15362"/>
                  </a:cubicBezTo>
                  <a:cubicBezTo>
                    <a:pt x="31520" y="15107"/>
                    <a:pt x="31449" y="14809"/>
                    <a:pt x="31633" y="14567"/>
                  </a:cubicBezTo>
                  <a:cubicBezTo>
                    <a:pt x="31548" y="14383"/>
                    <a:pt x="31520" y="14170"/>
                    <a:pt x="31534" y="13971"/>
                  </a:cubicBezTo>
                  <a:cubicBezTo>
                    <a:pt x="31534" y="13843"/>
                    <a:pt x="31548" y="13730"/>
                    <a:pt x="31435" y="13644"/>
                  </a:cubicBezTo>
                  <a:cubicBezTo>
                    <a:pt x="31435" y="13190"/>
                    <a:pt x="31392" y="12750"/>
                    <a:pt x="31321" y="12310"/>
                  </a:cubicBezTo>
                  <a:cubicBezTo>
                    <a:pt x="31335" y="12296"/>
                    <a:pt x="31364" y="12281"/>
                    <a:pt x="31378" y="12267"/>
                  </a:cubicBezTo>
                  <a:cubicBezTo>
                    <a:pt x="31463" y="12040"/>
                    <a:pt x="31335" y="11855"/>
                    <a:pt x="31236" y="11671"/>
                  </a:cubicBezTo>
                  <a:lnTo>
                    <a:pt x="31236" y="11358"/>
                  </a:lnTo>
                  <a:cubicBezTo>
                    <a:pt x="31193" y="11245"/>
                    <a:pt x="31179" y="11117"/>
                    <a:pt x="31179" y="11004"/>
                  </a:cubicBezTo>
                  <a:cubicBezTo>
                    <a:pt x="31151" y="10791"/>
                    <a:pt x="31136" y="10563"/>
                    <a:pt x="30923" y="10421"/>
                  </a:cubicBezTo>
                  <a:cubicBezTo>
                    <a:pt x="30867" y="10365"/>
                    <a:pt x="30881" y="10265"/>
                    <a:pt x="30824" y="10208"/>
                  </a:cubicBezTo>
                  <a:lnTo>
                    <a:pt x="30824" y="10010"/>
                  </a:lnTo>
                  <a:cubicBezTo>
                    <a:pt x="30753" y="9953"/>
                    <a:pt x="30781" y="9854"/>
                    <a:pt x="30725" y="9797"/>
                  </a:cubicBezTo>
                  <a:lnTo>
                    <a:pt x="30725" y="9697"/>
                  </a:lnTo>
                  <a:cubicBezTo>
                    <a:pt x="30696" y="9669"/>
                    <a:pt x="30654" y="9626"/>
                    <a:pt x="30625" y="9598"/>
                  </a:cubicBezTo>
                  <a:lnTo>
                    <a:pt x="30526" y="9484"/>
                  </a:lnTo>
                  <a:cubicBezTo>
                    <a:pt x="30441" y="9442"/>
                    <a:pt x="30455" y="9357"/>
                    <a:pt x="30412" y="9286"/>
                  </a:cubicBezTo>
                  <a:lnTo>
                    <a:pt x="30412" y="9286"/>
                  </a:lnTo>
                  <a:cubicBezTo>
                    <a:pt x="30356" y="9158"/>
                    <a:pt x="30299" y="9002"/>
                    <a:pt x="30157" y="9002"/>
                  </a:cubicBezTo>
                  <a:cubicBezTo>
                    <a:pt x="30242" y="8959"/>
                    <a:pt x="30299" y="8916"/>
                    <a:pt x="30214" y="8760"/>
                  </a:cubicBezTo>
                  <a:lnTo>
                    <a:pt x="30114" y="8760"/>
                  </a:lnTo>
                  <a:cubicBezTo>
                    <a:pt x="30114" y="8760"/>
                    <a:pt x="30086" y="8760"/>
                    <a:pt x="30086" y="8732"/>
                  </a:cubicBezTo>
                  <a:cubicBezTo>
                    <a:pt x="30072" y="8718"/>
                    <a:pt x="30086" y="8689"/>
                    <a:pt x="30100" y="8661"/>
                  </a:cubicBezTo>
                  <a:lnTo>
                    <a:pt x="30100" y="8561"/>
                  </a:lnTo>
                  <a:cubicBezTo>
                    <a:pt x="30072" y="8533"/>
                    <a:pt x="30043" y="8490"/>
                    <a:pt x="30001" y="8462"/>
                  </a:cubicBezTo>
                  <a:lnTo>
                    <a:pt x="30001" y="8363"/>
                  </a:lnTo>
                  <a:cubicBezTo>
                    <a:pt x="29972" y="8320"/>
                    <a:pt x="29944" y="8292"/>
                    <a:pt x="29901" y="8249"/>
                  </a:cubicBezTo>
                  <a:lnTo>
                    <a:pt x="29901" y="8150"/>
                  </a:lnTo>
                  <a:cubicBezTo>
                    <a:pt x="29859" y="7994"/>
                    <a:pt x="29660" y="8278"/>
                    <a:pt x="29631" y="8065"/>
                  </a:cubicBezTo>
                  <a:cubicBezTo>
                    <a:pt x="29433" y="8022"/>
                    <a:pt x="29603" y="7823"/>
                    <a:pt x="29489" y="7738"/>
                  </a:cubicBezTo>
                  <a:lnTo>
                    <a:pt x="29489" y="7738"/>
                  </a:lnTo>
                  <a:lnTo>
                    <a:pt x="29390" y="7639"/>
                  </a:lnTo>
                  <a:lnTo>
                    <a:pt x="29390" y="7525"/>
                  </a:lnTo>
                  <a:cubicBezTo>
                    <a:pt x="29333" y="7497"/>
                    <a:pt x="29262" y="7511"/>
                    <a:pt x="29220" y="7568"/>
                  </a:cubicBezTo>
                  <a:cubicBezTo>
                    <a:pt x="29248" y="7482"/>
                    <a:pt x="29234" y="7397"/>
                    <a:pt x="29177" y="7326"/>
                  </a:cubicBezTo>
                  <a:lnTo>
                    <a:pt x="29177" y="7326"/>
                  </a:lnTo>
                  <a:cubicBezTo>
                    <a:pt x="29163" y="7241"/>
                    <a:pt x="28851" y="7312"/>
                    <a:pt x="29078" y="7113"/>
                  </a:cubicBezTo>
                  <a:lnTo>
                    <a:pt x="28765" y="7099"/>
                  </a:lnTo>
                  <a:cubicBezTo>
                    <a:pt x="28737" y="7085"/>
                    <a:pt x="28694" y="7085"/>
                    <a:pt x="28666" y="7099"/>
                  </a:cubicBezTo>
                  <a:cubicBezTo>
                    <a:pt x="28666" y="7042"/>
                    <a:pt x="28652" y="6985"/>
                    <a:pt x="28609" y="6943"/>
                  </a:cubicBezTo>
                  <a:cubicBezTo>
                    <a:pt x="28623" y="6929"/>
                    <a:pt x="28623" y="6915"/>
                    <a:pt x="28623" y="6900"/>
                  </a:cubicBezTo>
                  <a:cubicBezTo>
                    <a:pt x="28638" y="6829"/>
                    <a:pt x="28609" y="6744"/>
                    <a:pt x="28552" y="6702"/>
                  </a:cubicBezTo>
                  <a:cubicBezTo>
                    <a:pt x="28496" y="6645"/>
                    <a:pt x="28425" y="6616"/>
                    <a:pt x="28354" y="6616"/>
                  </a:cubicBezTo>
                  <a:cubicBezTo>
                    <a:pt x="28311" y="6645"/>
                    <a:pt x="28254" y="6645"/>
                    <a:pt x="28268" y="6574"/>
                  </a:cubicBezTo>
                  <a:cubicBezTo>
                    <a:pt x="28212" y="6460"/>
                    <a:pt x="28098" y="6389"/>
                    <a:pt x="28041" y="6276"/>
                  </a:cubicBezTo>
                  <a:cubicBezTo>
                    <a:pt x="27885" y="6162"/>
                    <a:pt x="27743" y="6020"/>
                    <a:pt x="27615" y="5864"/>
                  </a:cubicBezTo>
                  <a:lnTo>
                    <a:pt x="27615" y="5864"/>
                  </a:lnTo>
                  <a:cubicBezTo>
                    <a:pt x="27473" y="5665"/>
                    <a:pt x="27289" y="5481"/>
                    <a:pt x="27090" y="5339"/>
                  </a:cubicBezTo>
                  <a:cubicBezTo>
                    <a:pt x="27090" y="5310"/>
                    <a:pt x="27090" y="5282"/>
                    <a:pt x="27090" y="5253"/>
                  </a:cubicBezTo>
                  <a:cubicBezTo>
                    <a:pt x="26877" y="5012"/>
                    <a:pt x="26579" y="4827"/>
                    <a:pt x="26266" y="4742"/>
                  </a:cubicBezTo>
                  <a:lnTo>
                    <a:pt x="26266" y="4728"/>
                  </a:lnTo>
                  <a:lnTo>
                    <a:pt x="26068" y="4728"/>
                  </a:lnTo>
                  <a:cubicBezTo>
                    <a:pt x="25912" y="4657"/>
                    <a:pt x="25727" y="4614"/>
                    <a:pt x="25727" y="4387"/>
                  </a:cubicBezTo>
                  <a:cubicBezTo>
                    <a:pt x="25727" y="4316"/>
                    <a:pt x="25684" y="4259"/>
                    <a:pt x="25656" y="4203"/>
                  </a:cubicBezTo>
                  <a:lnTo>
                    <a:pt x="25585" y="4203"/>
                  </a:lnTo>
                  <a:cubicBezTo>
                    <a:pt x="25613" y="4132"/>
                    <a:pt x="25599" y="4061"/>
                    <a:pt x="25542" y="4004"/>
                  </a:cubicBezTo>
                  <a:cubicBezTo>
                    <a:pt x="25415" y="3919"/>
                    <a:pt x="25230" y="3933"/>
                    <a:pt x="25131" y="3791"/>
                  </a:cubicBezTo>
                  <a:lnTo>
                    <a:pt x="25131" y="3791"/>
                  </a:lnTo>
                  <a:cubicBezTo>
                    <a:pt x="25102" y="3748"/>
                    <a:pt x="25060" y="3720"/>
                    <a:pt x="25031" y="3692"/>
                  </a:cubicBezTo>
                  <a:cubicBezTo>
                    <a:pt x="24989" y="3692"/>
                    <a:pt x="24960" y="3692"/>
                    <a:pt x="24932" y="3692"/>
                  </a:cubicBezTo>
                  <a:cubicBezTo>
                    <a:pt x="24875" y="3635"/>
                    <a:pt x="24790" y="3635"/>
                    <a:pt x="24733" y="3649"/>
                  </a:cubicBezTo>
                  <a:cubicBezTo>
                    <a:pt x="24733" y="3663"/>
                    <a:pt x="24733" y="3677"/>
                    <a:pt x="24719" y="3692"/>
                  </a:cubicBezTo>
                  <a:cubicBezTo>
                    <a:pt x="24691" y="3692"/>
                    <a:pt x="24648" y="3692"/>
                    <a:pt x="24620" y="3692"/>
                  </a:cubicBezTo>
                  <a:cubicBezTo>
                    <a:pt x="24620" y="3621"/>
                    <a:pt x="24620" y="3550"/>
                    <a:pt x="24620" y="3493"/>
                  </a:cubicBezTo>
                  <a:lnTo>
                    <a:pt x="24407" y="3493"/>
                  </a:lnTo>
                  <a:lnTo>
                    <a:pt x="24407" y="3393"/>
                  </a:lnTo>
                  <a:cubicBezTo>
                    <a:pt x="24094" y="3393"/>
                    <a:pt x="23810" y="3308"/>
                    <a:pt x="23682" y="2982"/>
                  </a:cubicBezTo>
                  <a:cubicBezTo>
                    <a:pt x="23597" y="2939"/>
                    <a:pt x="23498" y="2896"/>
                    <a:pt x="23398" y="2868"/>
                  </a:cubicBezTo>
                  <a:cubicBezTo>
                    <a:pt x="23271" y="2825"/>
                    <a:pt x="23171" y="2712"/>
                    <a:pt x="23171" y="2570"/>
                  </a:cubicBezTo>
                  <a:cubicBezTo>
                    <a:pt x="22958" y="2641"/>
                    <a:pt x="22717" y="2584"/>
                    <a:pt x="22575" y="2428"/>
                  </a:cubicBezTo>
                  <a:cubicBezTo>
                    <a:pt x="22405" y="2243"/>
                    <a:pt x="22177" y="2144"/>
                    <a:pt x="21950" y="2144"/>
                  </a:cubicBezTo>
                  <a:cubicBezTo>
                    <a:pt x="21808" y="2144"/>
                    <a:pt x="21681" y="2073"/>
                    <a:pt x="21610" y="1945"/>
                  </a:cubicBezTo>
                  <a:cubicBezTo>
                    <a:pt x="21581" y="1945"/>
                    <a:pt x="21539" y="1945"/>
                    <a:pt x="21524" y="1917"/>
                  </a:cubicBezTo>
                  <a:cubicBezTo>
                    <a:pt x="21382" y="1732"/>
                    <a:pt x="21198" y="1775"/>
                    <a:pt x="21013" y="1832"/>
                  </a:cubicBezTo>
                  <a:lnTo>
                    <a:pt x="21013" y="1832"/>
                  </a:lnTo>
                  <a:cubicBezTo>
                    <a:pt x="20999" y="1647"/>
                    <a:pt x="20857" y="1619"/>
                    <a:pt x="20729" y="1590"/>
                  </a:cubicBezTo>
                  <a:cubicBezTo>
                    <a:pt x="20417" y="1533"/>
                    <a:pt x="20119" y="1406"/>
                    <a:pt x="19863" y="1221"/>
                  </a:cubicBezTo>
                  <a:lnTo>
                    <a:pt x="19622" y="1278"/>
                  </a:lnTo>
                  <a:cubicBezTo>
                    <a:pt x="19551" y="1108"/>
                    <a:pt x="19380" y="1079"/>
                    <a:pt x="19238" y="1008"/>
                  </a:cubicBezTo>
                  <a:lnTo>
                    <a:pt x="19238" y="1008"/>
                  </a:lnTo>
                  <a:cubicBezTo>
                    <a:pt x="18600" y="880"/>
                    <a:pt x="17975" y="710"/>
                    <a:pt x="17364" y="497"/>
                  </a:cubicBezTo>
                  <a:cubicBezTo>
                    <a:pt x="17336" y="497"/>
                    <a:pt x="17293" y="497"/>
                    <a:pt x="17265" y="497"/>
                  </a:cubicBezTo>
                  <a:cubicBezTo>
                    <a:pt x="16811" y="469"/>
                    <a:pt x="16356" y="398"/>
                    <a:pt x="15916" y="284"/>
                  </a:cubicBezTo>
                  <a:lnTo>
                    <a:pt x="15916" y="284"/>
                  </a:lnTo>
                  <a:cubicBezTo>
                    <a:pt x="15817" y="256"/>
                    <a:pt x="15717" y="256"/>
                    <a:pt x="15604" y="284"/>
                  </a:cubicBezTo>
                  <a:lnTo>
                    <a:pt x="15306" y="284"/>
                  </a:lnTo>
                  <a:cubicBezTo>
                    <a:pt x="15277" y="241"/>
                    <a:pt x="15220" y="241"/>
                    <a:pt x="15192" y="284"/>
                  </a:cubicBezTo>
                  <a:lnTo>
                    <a:pt x="15192" y="284"/>
                  </a:lnTo>
                  <a:cubicBezTo>
                    <a:pt x="15178" y="298"/>
                    <a:pt x="15164" y="341"/>
                    <a:pt x="15164" y="369"/>
                  </a:cubicBezTo>
                  <a:cubicBezTo>
                    <a:pt x="14766" y="312"/>
                    <a:pt x="14397" y="0"/>
                    <a:pt x="13957" y="170"/>
                  </a:cubicBezTo>
                  <a:cubicBezTo>
                    <a:pt x="13801" y="284"/>
                    <a:pt x="13588" y="284"/>
                    <a:pt x="13431" y="170"/>
                  </a:cubicBezTo>
                  <a:cubicBezTo>
                    <a:pt x="13275" y="71"/>
                    <a:pt x="13076" y="85"/>
                    <a:pt x="12920" y="185"/>
                  </a:cubicBezTo>
                  <a:cubicBezTo>
                    <a:pt x="12878" y="241"/>
                    <a:pt x="12849" y="227"/>
                    <a:pt x="12807" y="185"/>
                  </a:cubicBezTo>
                  <a:cubicBezTo>
                    <a:pt x="12764" y="128"/>
                    <a:pt x="12750" y="142"/>
                    <a:pt x="12707" y="185"/>
                  </a:cubicBezTo>
                  <a:lnTo>
                    <a:pt x="12707" y="185"/>
                  </a:lnTo>
                  <a:cubicBezTo>
                    <a:pt x="12622" y="270"/>
                    <a:pt x="12480" y="185"/>
                    <a:pt x="12395" y="284"/>
                  </a:cubicBezTo>
                  <a:lnTo>
                    <a:pt x="12395" y="284"/>
                  </a:lnTo>
                  <a:cubicBezTo>
                    <a:pt x="12324" y="355"/>
                    <a:pt x="12210" y="327"/>
                    <a:pt x="12139" y="355"/>
                  </a:cubicBezTo>
                  <a:lnTo>
                    <a:pt x="12012" y="383"/>
                  </a:lnTo>
                  <a:cubicBezTo>
                    <a:pt x="11827" y="398"/>
                    <a:pt x="11657" y="483"/>
                    <a:pt x="11458" y="483"/>
                  </a:cubicBezTo>
                  <a:lnTo>
                    <a:pt x="11444" y="497"/>
                  </a:lnTo>
                  <a:lnTo>
                    <a:pt x="11444" y="454"/>
                  </a:lnTo>
                  <a:cubicBezTo>
                    <a:pt x="11387" y="426"/>
                    <a:pt x="11302" y="426"/>
                    <a:pt x="11245" y="483"/>
                  </a:cubicBezTo>
                  <a:cubicBezTo>
                    <a:pt x="11217" y="483"/>
                    <a:pt x="11188" y="483"/>
                    <a:pt x="11160" y="483"/>
                  </a:cubicBezTo>
                  <a:cubicBezTo>
                    <a:pt x="10947" y="568"/>
                    <a:pt x="10705" y="540"/>
                    <a:pt x="10521" y="696"/>
                  </a:cubicBezTo>
                  <a:lnTo>
                    <a:pt x="10521" y="696"/>
                  </a:lnTo>
                  <a:cubicBezTo>
                    <a:pt x="10052" y="937"/>
                    <a:pt x="9555" y="1108"/>
                    <a:pt x="9073" y="1320"/>
                  </a:cubicBezTo>
                  <a:lnTo>
                    <a:pt x="9073" y="1320"/>
                  </a:lnTo>
                  <a:cubicBezTo>
                    <a:pt x="8803" y="1420"/>
                    <a:pt x="8618" y="1647"/>
                    <a:pt x="8349" y="1732"/>
                  </a:cubicBezTo>
                  <a:cubicBezTo>
                    <a:pt x="8292" y="1746"/>
                    <a:pt x="8263" y="1789"/>
                    <a:pt x="8235" y="1832"/>
                  </a:cubicBezTo>
                  <a:lnTo>
                    <a:pt x="8235" y="1832"/>
                  </a:lnTo>
                  <a:cubicBezTo>
                    <a:pt x="8178" y="1874"/>
                    <a:pt x="8107" y="1903"/>
                    <a:pt x="8065" y="1959"/>
                  </a:cubicBezTo>
                  <a:cubicBezTo>
                    <a:pt x="8036" y="1974"/>
                    <a:pt x="8008" y="2002"/>
                    <a:pt x="7994" y="2030"/>
                  </a:cubicBezTo>
                  <a:lnTo>
                    <a:pt x="7937" y="2130"/>
                  </a:lnTo>
                  <a:cubicBezTo>
                    <a:pt x="7724" y="2329"/>
                    <a:pt x="7468" y="2485"/>
                    <a:pt x="7199" y="2598"/>
                  </a:cubicBezTo>
                  <a:cubicBezTo>
                    <a:pt x="7128" y="2641"/>
                    <a:pt x="7057" y="2683"/>
                    <a:pt x="6986" y="2740"/>
                  </a:cubicBezTo>
                  <a:cubicBezTo>
                    <a:pt x="6929" y="2797"/>
                    <a:pt x="6886" y="2882"/>
                    <a:pt x="6886" y="2967"/>
                  </a:cubicBezTo>
                  <a:cubicBezTo>
                    <a:pt x="6730" y="2967"/>
                    <a:pt x="6645" y="3081"/>
                    <a:pt x="6531" y="3166"/>
                  </a:cubicBezTo>
                  <a:cubicBezTo>
                    <a:pt x="6418" y="3266"/>
                    <a:pt x="6332" y="3408"/>
                    <a:pt x="6219" y="3422"/>
                  </a:cubicBezTo>
                  <a:cubicBezTo>
                    <a:pt x="6034" y="3450"/>
                    <a:pt x="6020" y="3663"/>
                    <a:pt x="5864" y="3677"/>
                  </a:cubicBezTo>
                  <a:cubicBezTo>
                    <a:pt x="5679" y="3706"/>
                    <a:pt x="5566" y="3848"/>
                    <a:pt x="5438" y="3947"/>
                  </a:cubicBezTo>
                  <a:cubicBezTo>
                    <a:pt x="5367" y="3976"/>
                    <a:pt x="5310" y="3990"/>
                    <a:pt x="5239" y="4004"/>
                  </a:cubicBezTo>
                  <a:lnTo>
                    <a:pt x="5126" y="4203"/>
                  </a:lnTo>
                  <a:lnTo>
                    <a:pt x="5026" y="4203"/>
                  </a:lnTo>
                  <a:lnTo>
                    <a:pt x="4927" y="4316"/>
                  </a:lnTo>
                  <a:lnTo>
                    <a:pt x="4827" y="4416"/>
                  </a:lnTo>
                  <a:cubicBezTo>
                    <a:pt x="4771" y="4501"/>
                    <a:pt x="4728" y="4614"/>
                    <a:pt x="4714" y="4714"/>
                  </a:cubicBezTo>
                  <a:lnTo>
                    <a:pt x="4714" y="4714"/>
                  </a:lnTo>
                  <a:cubicBezTo>
                    <a:pt x="4572" y="4771"/>
                    <a:pt x="4487" y="4941"/>
                    <a:pt x="4316" y="4927"/>
                  </a:cubicBezTo>
                  <a:cubicBezTo>
                    <a:pt x="4345" y="4998"/>
                    <a:pt x="4373" y="5069"/>
                    <a:pt x="4416" y="5140"/>
                  </a:cubicBezTo>
                  <a:lnTo>
                    <a:pt x="4416" y="5140"/>
                  </a:lnTo>
                  <a:lnTo>
                    <a:pt x="4416" y="5154"/>
                  </a:lnTo>
                  <a:lnTo>
                    <a:pt x="4416" y="5154"/>
                  </a:lnTo>
                  <a:cubicBezTo>
                    <a:pt x="4401" y="5126"/>
                    <a:pt x="4387" y="5111"/>
                    <a:pt x="4387" y="5111"/>
                  </a:cubicBezTo>
                  <a:cubicBezTo>
                    <a:pt x="4288" y="5055"/>
                    <a:pt x="4174" y="5069"/>
                    <a:pt x="4103" y="5140"/>
                  </a:cubicBezTo>
                  <a:cubicBezTo>
                    <a:pt x="4047" y="5197"/>
                    <a:pt x="4061" y="5282"/>
                    <a:pt x="4004" y="5339"/>
                  </a:cubicBezTo>
                  <a:cubicBezTo>
                    <a:pt x="3961" y="5339"/>
                    <a:pt x="3933" y="5339"/>
                    <a:pt x="3905" y="5339"/>
                  </a:cubicBezTo>
                  <a:cubicBezTo>
                    <a:pt x="3862" y="5410"/>
                    <a:pt x="3876" y="5495"/>
                    <a:pt x="3791" y="5551"/>
                  </a:cubicBezTo>
                  <a:cubicBezTo>
                    <a:pt x="3706" y="5594"/>
                    <a:pt x="3649" y="5679"/>
                    <a:pt x="3592" y="5750"/>
                  </a:cubicBezTo>
                  <a:cubicBezTo>
                    <a:pt x="3550" y="5821"/>
                    <a:pt x="3564" y="5921"/>
                    <a:pt x="3479" y="5963"/>
                  </a:cubicBezTo>
                  <a:lnTo>
                    <a:pt x="3479" y="5963"/>
                  </a:lnTo>
                  <a:cubicBezTo>
                    <a:pt x="3379" y="6034"/>
                    <a:pt x="3450" y="6176"/>
                    <a:pt x="3379" y="6276"/>
                  </a:cubicBezTo>
                  <a:lnTo>
                    <a:pt x="3379" y="6276"/>
                  </a:lnTo>
                  <a:cubicBezTo>
                    <a:pt x="3223" y="6375"/>
                    <a:pt x="3124" y="6517"/>
                    <a:pt x="3067" y="6687"/>
                  </a:cubicBezTo>
                  <a:lnTo>
                    <a:pt x="3067" y="6687"/>
                  </a:lnTo>
                  <a:cubicBezTo>
                    <a:pt x="2982" y="6744"/>
                    <a:pt x="2882" y="6815"/>
                    <a:pt x="2925" y="6915"/>
                  </a:cubicBezTo>
                  <a:cubicBezTo>
                    <a:pt x="2826" y="6971"/>
                    <a:pt x="2740" y="7042"/>
                    <a:pt x="2655" y="7113"/>
                  </a:cubicBezTo>
                  <a:cubicBezTo>
                    <a:pt x="2655" y="7142"/>
                    <a:pt x="2655" y="7170"/>
                    <a:pt x="2655" y="7198"/>
                  </a:cubicBezTo>
                  <a:cubicBezTo>
                    <a:pt x="2613" y="7241"/>
                    <a:pt x="2584" y="7284"/>
                    <a:pt x="2556" y="7312"/>
                  </a:cubicBezTo>
                  <a:cubicBezTo>
                    <a:pt x="2556" y="7355"/>
                    <a:pt x="2556" y="7383"/>
                    <a:pt x="2542" y="7411"/>
                  </a:cubicBezTo>
                  <a:cubicBezTo>
                    <a:pt x="2513" y="7454"/>
                    <a:pt x="2485" y="7482"/>
                    <a:pt x="2456" y="7525"/>
                  </a:cubicBezTo>
                  <a:cubicBezTo>
                    <a:pt x="2456" y="7553"/>
                    <a:pt x="2456" y="7582"/>
                    <a:pt x="2456" y="7624"/>
                  </a:cubicBezTo>
                  <a:cubicBezTo>
                    <a:pt x="2414" y="7653"/>
                    <a:pt x="2385" y="7681"/>
                    <a:pt x="2357" y="7724"/>
                  </a:cubicBezTo>
                  <a:lnTo>
                    <a:pt x="2357" y="7724"/>
                  </a:lnTo>
                  <a:cubicBezTo>
                    <a:pt x="2286" y="7781"/>
                    <a:pt x="2300" y="7880"/>
                    <a:pt x="2258" y="7937"/>
                  </a:cubicBezTo>
                  <a:lnTo>
                    <a:pt x="2258" y="7937"/>
                  </a:lnTo>
                  <a:lnTo>
                    <a:pt x="2258" y="7937"/>
                  </a:lnTo>
                  <a:lnTo>
                    <a:pt x="2258" y="7937"/>
                  </a:lnTo>
                  <a:cubicBezTo>
                    <a:pt x="2187" y="7994"/>
                    <a:pt x="2201" y="8079"/>
                    <a:pt x="2144" y="8150"/>
                  </a:cubicBezTo>
                  <a:lnTo>
                    <a:pt x="2144" y="8150"/>
                  </a:lnTo>
                  <a:cubicBezTo>
                    <a:pt x="2144" y="8150"/>
                    <a:pt x="2130" y="8150"/>
                    <a:pt x="2130" y="8178"/>
                  </a:cubicBezTo>
                  <a:cubicBezTo>
                    <a:pt x="2116" y="8192"/>
                    <a:pt x="2130" y="8221"/>
                    <a:pt x="2144" y="8235"/>
                  </a:cubicBezTo>
                  <a:lnTo>
                    <a:pt x="2144" y="8235"/>
                  </a:lnTo>
                  <a:cubicBezTo>
                    <a:pt x="2158" y="8263"/>
                    <a:pt x="2187" y="8278"/>
                    <a:pt x="2201" y="8292"/>
                  </a:cubicBezTo>
                  <a:cubicBezTo>
                    <a:pt x="2187" y="8306"/>
                    <a:pt x="2158" y="8320"/>
                    <a:pt x="2144" y="8349"/>
                  </a:cubicBezTo>
                  <a:lnTo>
                    <a:pt x="2144" y="8349"/>
                  </a:lnTo>
                  <a:cubicBezTo>
                    <a:pt x="2101" y="8391"/>
                    <a:pt x="2073" y="8420"/>
                    <a:pt x="2045" y="8462"/>
                  </a:cubicBezTo>
                  <a:lnTo>
                    <a:pt x="2045" y="8462"/>
                  </a:lnTo>
                  <a:cubicBezTo>
                    <a:pt x="2002" y="8490"/>
                    <a:pt x="1959" y="8533"/>
                    <a:pt x="1931" y="8561"/>
                  </a:cubicBezTo>
                  <a:lnTo>
                    <a:pt x="1931" y="8561"/>
                  </a:lnTo>
                  <a:cubicBezTo>
                    <a:pt x="1860" y="8661"/>
                    <a:pt x="1789" y="8774"/>
                    <a:pt x="1718" y="8874"/>
                  </a:cubicBezTo>
                  <a:lnTo>
                    <a:pt x="1718" y="8874"/>
                  </a:lnTo>
                  <a:lnTo>
                    <a:pt x="1718" y="8874"/>
                  </a:lnTo>
                  <a:cubicBezTo>
                    <a:pt x="1661" y="8931"/>
                    <a:pt x="1675" y="9030"/>
                    <a:pt x="1619" y="9087"/>
                  </a:cubicBezTo>
                  <a:lnTo>
                    <a:pt x="1619" y="9087"/>
                  </a:lnTo>
                  <a:cubicBezTo>
                    <a:pt x="1562" y="9144"/>
                    <a:pt x="1562" y="9215"/>
                    <a:pt x="1548" y="9286"/>
                  </a:cubicBezTo>
                  <a:lnTo>
                    <a:pt x="1548" y="9286"/>
                  </a:lnTo>
                  <a:lnTo>
                    <a:pt x="1505" y="9286"/>
                  </a:lnTo>
                  <a:cubicBezTo>
                    <a:pt x="1519" y="9371"/>
                    <a:pt x="1477" y="9442"/>
                    <a:pt x="1420" y="9499"/>
                  </a:cubicBezTo>
                  <a:cubicBezTo>
                    <a:pt x="1377" y="9697"/>
                    <a:pt x="1335" y="9896"/>
                    <a:pt x="1292" y="10095"/>
                  </a:cubicBezTo>
                  <a:cubicBezTo>
                    <a:pt x="1264" y="10194"/>
                    <a:pt x="1193" y="10279"/>
                    <a:pt x="1093" y="10322"/>
                  </a:cubicBezTo>
                  <a:cubicBezTo>
                    <a:pt x="1108" y="10407"/>
                    <a:pt x="1065" y="10478"/>
                    <a:pt x="994" y="10521"/>
                  </a:cubicBezTo>
                  <a:cubicBezTo>
                    <a:pt x="1008" y="10606"/>
                    <a:pt x="966" y="10691"/>
                    <a:pt x="895" y="10734"/>
                  </a:cubicBezTo>
                  <a:cubicBezTo>
                    <a:pt x="895" y="10819"/>
                    <a:pt x="852" y="10890"/>
                    <a:pt x="781" y="10933"/>
                  </a:cubicBezTo>
                  <a:lnTo>
                    <a:pt x="781" y="11103"/>
                  </a:lnTo>
                  <a:cubicBezTo>
                    <a:pt x="753" y="11146"/>
                    <a:pt x="724" y="11202"/>
                    <a:pt x="696" y="11259"/>
                  </a:cubicBezTo>
                  <a:lnTo>
                    <a:pt x="696" y="11259"/>
                  </a:lnTo>
                  <a:cubicBezTo>
                    <a:pt x="582" y="11330"/>
                    <a:pt x="682" y="11486"/>
                    <a:pt x="582" y="11571"/>
                  </a:cubicBezTo>
                  <a:cubicBezTo>
                    <a:pt x="483" y="11642"/>
                    <a:pt x="568" y="11799"/>
                    <a:pt x="483" y="11898"/>
                  </a:cubicBezTo>
                  <a:cubicBezTo>
                    <a:pt x="483" y="11926"/>
                    <a:pt x="483" y="11955"/>
                    <a:pt x="483" y="11983"/>
                  </a:cubicBezTo>
                  <a:cubicBezTo>
                    <a:pt x="355" y="12139"/>
                    <a:pt x="511" y="12338"/>
                    <a:pt x="383" y="12494"/>
                  </a:cubicBezTo>
                  <a:lnTo>
                    <a:pt x="383" y="12494"/>
                  </a:lnTo>
                  <a:cubicBezTo>
                    <a:pt x="284" y="12580"/>
                    <a:pt x="369" y="12722"/>
                    <a:pt x="270" y="12807"/>
                  </a:cubicBezTo>
                  <a:lnTo>
                    <a:pt x="270" y="12807"/>
                  </a:lnTo>
                  <a:cubicBezTo>
                    <a:pt x="170" y="12963"/>
                    <a:pt x="256" y="13133"/>
                    <a:pt x="199" y="13289"/>
                  </a:cubicBezTo>
                  <a:cubicBezTo>
                    <a:pt x="199" y="13318"/>
                    <a:pt x="213" y="13346"/>
                    <a:pt x="227" y="13389"/>
                  </a:cubicBezTo>
                  <a:cubicBezTo>
                    <a:pt x="142" y="13517"/>
                    <a:pt x="185" y="13673"/>
                    <a:pt x="170" y="13815"/>
                  </a:cubicBezTo>
                  <a:cubicBezTo>
                    <a:pt x="128" y="13815"/>
                    <a:pt x="85" y="13829"/>
                    <a:pt x="71" y="13857"/>
                  </a:cubicBezTo>
                  <a:lnTo>
                    <a:pt x="71" y="13857"/>
                  </a:lnTo>
                  <a:cubicBezTo>
                    <a:pt x="71" y="13857"/>
                    <a:pt x="57" y="13872"/>
                    <a:pt x="43" y="13886"/>
                  </a:cubicBezTo>
                  <a:cubicBezTo>
                    <a:pt x="28" y="13914"/>
                    <a:pt x="43" y="13928"/>
                    <a:pt x="71" y="13957"/>
                  </a:cubicBezTo>
                  <a:cubicBezTo>
                    <a:pt x="71" y="13985"/>
                    <a:pt x="71" y="14028"/>
                    <a:pt x="71" y="14056"/>
                  </a:cubicBezTo>
                  <a:cubicBezTo>
                    <a:pt x="71" y="14056"/>
                    <a:pt x="43" y="14070"/>
                    <a:pt x="43" y="14085"/>
                  </a:cubicBezTo>
                  <a:cubicBezTo>
                    <a:pt x="28" y="14113"/>
                    <a:pt x="43" y="14141"/>
                    <a:pt x="71" y="14156"/>
                  </a:cubicBezTo>
                  <a:lnTo>
                    <a:pt x="71" y="14156"/>
                  </a:lnTo>
                  <a:cubicBezTo>
                    <a:pt x="142" y="14297"/>
                    <a:pt x="142" y="14454"/>
                    <a:pt x="71" y="14581"/>
                  </a:cubicBezTo>
                  <a:cubicBezTo>
                    <a:pt x="71" y="14610"/>
                    <a:pt x="71" y="14638"/>
                    <a:pt x="71" y="14667"/>
                  </a:cubicBezTo>
                  <a:cubicBezTo>
                    <a:pt x="0" y="15050"/>
                    <a:pt x="0" y="15433"/>
                    <a:pt x="71" y="15817"/>
                  </a:cubicBezTo>
                  <a:cubicBezTo>
                    <a:pt x="85" y="15845"/>
                    <a:pt x="128" y="15859"/>
                    <a:pt x="156" y="15859"/>
                  </a:cubicBezTo>
                  <a:cubicBezTo>
                    <a:pt x="156" y="16299"/>
                    <a:pt x="170" y="16725"/>
                    <a:pt x="170" y="17166"/>
                  </a:cubicBezTo>
                  <a:lnTo>
                    <a:pt x="170" y="17677"/>
                  </a:lnTo>
                  <a:cubicBezTo>
                    <a:pt x="256" y="17762"/>
                    <a:pt x="298" y="17890"/>
                    <a:pt x="284" y="18003"/>
                  </a:cubicBezTo>
                  <a:cubicBezTo>
                    <a:pt x="284" y="18202"/>
                    <a:pt x="298" y="18401"/>
                    <a:pt x="298" y="18600"/>
                  </a:cubicBezTo>
                  <a:cubicBezTo>
                    <a:pt x="426" y="18827"/>
                    <a:pt x="497" y="19082"/>
                    <a:pt x="483" y="19338"/>
                  </a:cubicBezTo>
                  <a:cubicBezTo>
                    <a:pt x="454" y="19494"/>
                    <a:pt x="525" y="19636"/>
                    <a:pt x="667" y="19693"/>
                  </a:cubicBezTo>
                  <a:cubicBezTo>
                    <a:pt x="710" y="19721"/>
                    <a:pt x="738" y="19792"/>
                    <a:pt x="781" y="19849"/>
                  </a:cubicBezTo>
                  <a:lnTo>
                    <a:pt x="781" y="19849"/>
                  </a:lnTo>
                  <a:cubicBezTo>
                    <a:pt x="667" y="19977"/>
                    <a:pt x="639" y="20175"/>
                    <a:pt x="724" y="20332"/>
                  </a:cubicBezTo>
                  <a:cubicBezTo>
                    <a:pt x="781" y="20474"/>
                    <a:pt x="795" y="20630"/>
                    <a:pt x="795" y="20772"/>
                  </a:cubicBezTo>
                  <a:cubicBezTo>
                    <a:pt x="809" y="20772"/>
                    <a:pt x="824" y="20772"/>
                    <a:pt x="852" y="20772"/>
                  </a:cubicBezTo>
                  <a:cubicBezTo>
                    <a:pt x="1037" y="20857"/>
                    <a:pt x="1037" y="20857"/>
                    <a:pt x="937" y="21042"/>
                  </a:cubicBezTo>
                  <a:cubicBezTo>
                    <a:pt x="923" y="21084"/>
                    <a:pt x="909" y="21141"/>
                    <a:pt x="909" y="21184"/>
                  </a:cubicBezTo>
                  <a:lnTo>
                    <a:pt x="994" y="21297"/>
                  </a:lnTo>
                  <a:cubicBezTo>
                    <a:pt x="1051" y="21340"/>
                    <a:pt x="1093" y="21397"/>
                    <a:pt x="1108" y="21468"/>
                  </a:cubicBezTo>
                  <a:cubicBezTo>
                    <a:pt x="1136" y="21638"/>
                    <a:pt x="1207" y="21794"/>
                    <a:pt x="1306" y="21922"/>
                  </a:cubicBezTo>
                  <a:lnTo>
                    <a:pt x="1306" y="21922"/>
                  </a:lnTo>
                  <a:lnTo>
                    <a:pt x="1306" y="21922"/>
                  </a:lnTo>
                  <a:lnTo>
                    <a:pt x="1306" y="21922"/>
                  </a:lnTo>
                  <a:cubicBezTo>
                    <a:pt x="1306" y="22021"/>
                    <a:pt x="1306" y="22121"/>
                    <a:pt x="1321" y="22220"/>
                  </a:cubicBezTo>
                  <a:cubicBezTo>
                    <a:pt x="1491" y="22305"/>
                    <a:pt x="1590" y="22547"/>
                    <a:pt x="1817" y="22561"/>
                  </a:cubicBezTo>
                  <a:lnTo>
                    <a:pt x="1832" y="22547"/>
                  </a:lnTo>
                  <a:lnTo>
                    <a:pt x="1832" y="22547"/>
                  </a:lnTo>
                  <a:lnTo>
                    <a:pt x="1817" y="22561"/>
                  </a:lnTo>
                  <a:cubicBezTo>
                    <a:pt x="1761" y="22717"/>
                    <a:pt x="1775" y="22902"/>
                    <a:pt x="1832" y="23058"/>
                  </a:cubicBezTo>
                  <a:cubicBezTo>
                    <a:pt x="1945" y="23157"/>
                    <a:pt x="2016" y="23313"/>
                    <a:pt x="2030" y="23469"/>
                  </a:cubicBezTo>
                  <a:cubicBezTo>
                    <a:pt x="2116" y="23512"/>
                    <a:pt x="2187" y="23583"/>
                    <a:pt x="2229" y="23682"/>
                  </a:cubicBezTo>
                  <a:cubicBezTo>
                    <a:pt x="2272" y="23796"/>
                    <a:pt x="2343" y="23895"/>
                    <a:pt x="2428" y="23981"/>
                  </a:cubicBezTo>
                  <a:cubicBezTo>
                    <a:pt x="2414" y="23981"/>
                    <a:pt x="2414" y="23981"/>
                    <a:pt x="2414" y="23995"/>
                  </a:cubicBezTo>
                  <a:cubicBezTo>
                    <a:pt x="2428" y="24165"/>
                    <a:pt x="2513" y="24307"/>
                    <a:pt x="2641" y="24407"/>
                  </a:cubicBezTo>
                  <a:cubicBezTo>
                    <a:pt x="2655" y="24435"/>
                    <a:pt x="2655" y="24477"/>
                    <a:pt x="2655" y="24506"/>
                  </a:cubicBezTo>
                  <a:cubicBezTo>
                    <a:pt x="2769" y="24690"/>
                    <a:pt x="2911" y="24875"/>
                    <a:pt x="3067" y="25031"/>
                  </a:cubicBezTo>
                  <a:lnTo>
                    <a:pt x="3067" y="25031"/>
                  </a:lnTo>
                  <a:cubicBezTo>
                    <a:pt x="3095" y="25060"/>
                    <a:pt x="3138" y="25102"/>
                    <a:pt x="3180" y="25131"/>
                  </a:cubicBezTo>
                  <a:cubicBezTo>
                    <a:pt x="3209" y="25131"/>
                    <a:pt x="3251" y="25131"/>
                    <a:pt x="3280" y="25145"/>
                  </a:cubicBezTo>
                  <a:cubicBezTo>
                    <a:pt x="3308" y="25145"/>
                    <a:pt x="3337" y="25145"/>
                    <a:pt x="3379" y="25145"/>
                  </a:cubicBezTo>
                  <a:lnTo>
                    <a:pt x="3379" y="25230"/>
                  </a:lnTo>
                  <a:lnTo>
                    <a:pt x="3479" y="25230"/>
                  </a:lnTo>
                  <a:cubicBezTo>
                    <a:pt x="3535" y="25372"/>
                    <a:pt x="3663" y="25486"/>
                    <a:pt x="3805" y="25528"/>
                  </a:cubicBezTo>
                  <a:cubicBezTo>
                    <a:pt x="3848" y="25542"/>
                    <a:pt x="3933" y="25557"/>
                    <a:pt x="3905" y="25599"/>
                  </a:cubicBezTo>
                  <a:cubicBezTo>
                    <a:pt x="3805" y="25741"/>
                    <a:pt x="3947" y="25770"/>
                    <a:pt x="3990" y="25841"/>
                  </a:cubicBezTo>
                  <a:cubicBezTo>
                    <a:pt x="4047" y="25940"/>
                    <a:pt x="4189" y="25869"/>
                    <a:pt x="4260" y="25954"/>
                  </a:cubicBezTo>
                  <a:cubicBezTo>
                    <a:pt x="4330" y="26039"/>
                    <a:pt x="4416" y="25982"/>
                    <a:pt x="4487" y="26011"/>
                  </a:cubicBezTo>
                  <a:cubicBezTo>
                    <a:pt x="4558" y="26053"/>
                    <a:pt x="4572" y="26110"/>
                    <a:pt x="4614" y="26153"/>
                  </a:cubicBezTo>
                  <a:cubicBezTo>
                    <a:pt x="4842" y="26238"/>
                    <a:pt x="4927" y="26494"/>
                    <a:pt x="5140" y="26579"/>
                  </a:cubicBezTo>
                  <a:lnTo>
                    <a:pt x="5140" y="26579"/>
                  </a:lnTo>
                  <a:cubicBezTo>
                    <a:pt x="5140" y="26721"/>
                    <a:pt x="5168" y="26863"/>
                    <a:pt x="5253" y="26976"/>
                  </a:cubicBezTo>
                  <a:lnTo>
                    <a:pt x="5353" y="27090"/>
                  </a:lnTo>
                  <a:cubicBezTo>
                    <a:pt x="5466" y="27090"/>
                    <a:pt x="5552" y="27161"/>
                    <a:pt x="5651" y="27204"/>
                  </a:cubicBezTo>
                  <a:lnTo>
                    <a:pt x="5651" y="27204"/>
                  </a:lnTo>
                  <a:cubicBezTo>
                    <a:pt x="5651" y="27303"/>
                    <a:pt x="5694" y="27360"/>
                    <a:pt x="5807" y="27331"/>
                  </a:cubicBezTo>
                  <a:cubicBezTo>
                    <a:pt x="5835" y="27317"/>
                    <a:pt x="5864" y="27317"/>
                    <a:pt x="5892" y="27303"/>
                  </a:cubicBezTo>
                  <a:cubicBezTo>
                    <a:pt x="5906" y="27587"/>
                    <a:pt x="6119" y="27686"/>
                    <a:pt x="6332" y="27800"/>
                  </a:cubicBezTo>
                  <a:cubicBezTo>
                    <a:pt x="6375" y="27842"/>
                    <a:pt x="6432" y="27771"/>
                    <a:pt x="6460" y="27828"/>
                  </a:cubicBezTo>
                  <a:lnTo>
                    <a:pt x="6460" y="27885"/>
                  </a:lnTo>
                  <a:lnTo>
                    <a:pt x="6503" y="27913"/>
                  </a:lnTo>
                  <a:lnTo>
                    <a:pt x="6503" y="27913"/>
                  </a:lnTo>
                  <a:cubicBezTo>
                    <a:pt x="6560" y="27970"/>
                    <a:pt x="6659" y="27956"/>
                    <a:pt x="6730" y="28013"/>
                  </a:cubicBezTo>
                  <a:lnTo>
                    <a:pt x="6773" y="28013"/>
                  </a:lnTo>
                  <a:lnTo>
                    <a:pt x="6801" y="28013"/>
                  </a:lnTo>
                  <a:cubicBezTo>
                    <a:pt x="7014" y="28197"/>
                    <a:pt x="7312" y="28254"/>
                    <a:pt x="7539" y="28439"/>
                  </a:cubicBezTo>
                  <a:lnTo>
                    <a:pt x="7539" y="28439"/>
                  </a:lnTo>
                  <a:cubicBezTo>
                    <a:pt x="7596" y="28567"/>
                    <a:pt x="7738" y="28567"/>
                    <a:pt x="7852" y="28638"/>
                  </a:cubicBezTo>
                  <a:lnTo>
                    <a:pt x="7852" y="28638"/>
                  </a:lnTo>
                  <a:cubicBezTo>
                    <a:pt x="7979" y="28794"/>
                    <a:pt x="8221" y="28694"/>
                    <a:pt x="8363" y="28850"/>
                  </a:cubicBezTo>
                  <a:lnTo>
                    <a:pt x="8363" y="28850"/>
                  </a:lnTo>
                  <a:cubicBezTo>
                    <a:pt x="8420" y="28921"/>
                    <a:pt x="8519" y="28893"/>
                    <a:pt x="8576" y="28936"/>
                  </a:cubicBezTo>
                  <a:lnTo>
                    <a:pt x="8576" y="28936"/>
                  </a:lnTo>
                  <a:cubicBezTo>
                    <a:pt x="8675" y="29049"/>
                    <a:pt x="8803" y="29106"/>
                    <a:pt x="8945" y="29106"/>
                  </a:cubicBezTo>
                  <a:cubicBezTo>
                    <a:pt x="8945" y="29120"/>
                    <a:pt x="8959" y="29149"/>
                    <a:pt x="8987" y="29149"/>
                  </a:cubicBezTo>
                  <a:cubicBezTo>
                    <a:pt x="8987" y="29191"/>
                    <a:pt x="8987" y="29220"/>
                    <a:pt x="8987" y="29248"/>
                  </a:cubicBezTo>
                  <a:cubicBezTo>
                    <a:pt x="9044" y="29305"/>
                    <a:pt x="9030" y="29404"/>
                    <a:pt x="9087" y="29461"/>
                  </a:cubicBezTo>
                  <a:cubicBezTo>
                    <a:pt x="9215" y="29532"/>
                    <a:pt x="9371" y="29532"/>
                    <a:pt x="9499" y="29461"/>
                  </a:cubicBezTo>
                  <a:lnTo>
                    <a:pt x="9499" y="29461"/>
                  </a:lnTo>
                  <a:cubicBezTo>
                    <a:pt x="9541" y="29418"/>
                    <a:pt x="9612" y="29404"/>
                    <a:pt x="9669" y="29404"/>
                  </a:cubicBezTo>
                  <a:lnTo>
                    <a:pt x="9669" y="29404"/>
                  </a:lnTo>
                  <a:cubicBezTo>
                    <a:pt x="9669" y="29418"/>
                    <a:pt x="9669" y="29447"/>
                    <a:pt x="9712" y="29461"/>
                  </a:cubicBezTo>
                  <a:lnTo>
                    <a:pt x="9712" y="29461"/>
                  </a:lnTo>
                  <a:cubicBezTo>
                    <a:pt x="9726" y="29461"/>
                    <a:pt x="9726" y="29475"/>
                    <a:pt x="9740" y="29489"/>
                  </a:cubicBezTo>
                  <a:cubicBezTo>
                    <a:pt x="9740" y="29518"/>
                    <a:pt x="9740" y="29546"/>
                    <a:pt x="9712" y="29560"/>
                  </a:cubicBezTo>
                  <a:lnTo>
                    <a:pt x="9712" y="29660"/>
                  </a:lnTo>
                  <a:cubicBezTo>
                    <a:pt x="9740" y="29702"/>
                    <a:pt x="9783" y="29731"/>
                    <a:pt x="9811" y="29773"/>
                  </a:cubicBezTo>
                  <a:lnTo>
                    <a:pt x="10024" y="29773"/>
                  </a:lnTo>
                  <a:cubicBezTo>
                    <a:pt x="10038" y="29731"/>
                    <a:pt x="10095" y="29731"/>
                    <a:pt x="10123" y="29773"/>
                  </a:cubicBezTo>
                  <a:lnTo>
                    <a:pt x="10123" y="29773"/>
                  </a:lnTo>
                  <a:cubicBezTo>
                    <a:pt x="10166" y="29802"/>
                    <a:pt x="10194" y="29830"/>
                    <a:pt x="10223" y="29873"/>
                  </a:cubicBezTo>
                  <a:lnTo>
                    <a:pt x="10336" y="29773"/>
                  </a:lnTo>
                  <a:cubicBezTo>
                    <a:pt x="10336" y="29773"/>
                    <a:pt x="10350" y="29759"/>
                    <a:pt x="10365" y="29731"/>
                  </a:cubicBezTo>
                  <a:cubicBezTo>
                    <a:pt x="10365" y="29731"/>
                    <a:pt x="10365" y="29717"/>
                    <a:pt x="10365" y="29702"/>
                  </a:cubicBezTo>
                  <a:lnTo>
                    <a:pt x="10393" y="29702"/>
                  </a:lnTo>
                  <a:cubicBezTo>
                    <a:pt x="10393" y="29731"/>
                    <a:pt x="10407" y="29759"/>
                    <a:pt x="10436" y="29759"/>
                  </a:cubicBezTo>
                  <a:lnTo>
                    <a:pt x="10436" y="29759"/>
                  </a:lnTo>
                  <a:cubicBezTo>
                    <a:pt x="10478" y="29830"/>
                    <a:pt x="10535" y="29901"/>
                    <a:pt x="10592" y="29958"/>
                  </a:cubicBezTo>
                  <a:lnTo>
                    <a:pt x="10592" y="29958"/>
                  </a:lnTo>
                  <a:lnTo>
                    <a:pt x="10521" y="29958"/>
                  </a:lnTo>
                  <a:lnTo>
                    <a:pt x="10634" y="30072"/>
                  </a:lnTo>
                  <a:cubicBezTo>
                    <a:pt x="10634" y="30072"/>
                    <a:pt x="10649" y="30057"/>
                    <a:pt x="10649" y="30029"/>
                  </a:cubicBezTo>
                  <a:cubicBezTo>
                    <a:pt x="10649" y="30029"/>
                    <a:pt x="10649" y="30015"/>
                    <a:pt x="10649" y="30015"/>
                  </a:cubicBezTo>
                  <a:cubicBezTo>
                    <a:pt x="10677" y="30029"/>
                    <a:pt x="10705" y="30043"/>
                    <a:pt x="10734" y="30072"/>
                  </a:cubicBezTo>
                  <a:lnTo>
                    <a:pt x="10833" y="30072"/>
                  </a:lnTo>
                  <a:cubicBezTo>
                    <a:pt x="10876" y="30057"/>
                    <a:pt x="10904" y="29958"/>
                    <a:pt x="10947" y="30072"/>
                  </a:cubicBezTo>
                  <a:lnTo>
                    <a:pt x="10947" y="30171"/>
                  </a:lnTo>
                  <a:cubicBezTo>
                    <a:pt x="11032" y="30242"/>
                    <a:pt x="11160" y="30242"/>
                    <a:pt x="11259" y="30171"/>
                  </a:cubicBezTo>
                  <a:lnTo>
                    <a:pt x="11259" y="30171"/>
                  </a:lnTo>
                  <a:cubicBezTo>
                    <a:pt x="11316" y="30100"/>
                    <a:pt x="11415" y="30100"/>
                    <a:pt x="11472" y="30171"/>
                  </a:cubicBezTo>
                  <a:lnTo>
                    <a:pt x="11572" y="30171"/>
                  </a:lnTo>
                  <a:cubicBezTo>
                    <a:pt x="11600" y="30199"/>
                    <a:pt x="11657" y="30199"/>
                    <a:pt x="11685" y="30171"/>
                  </a:cubicBezTo>
                  <a:lnTo>
                    <a:pt x="11685" y="30157"/>
                  </a:lnTo>
                  <a:cubicBezTo>
                    <a:pt x="11799" y="30171"/>
                    <a:pt x="11912" y="30157"/>
                    <a:pt x="11983" y="30256"/>
                  </a:cubicBezTo>
                  <a:cubicBezTo>
                    <a:pt x="12125" y="30370"/>
                    <a:pt x="12338" y="30398"/>
                    <a:pt x="12509" y="30313"/>
                  </a:cubicBezTo>
                  <a:cubicBezTo>
                    <a:pt x="12580" y="30285"/>
                    <a:pt x="12636" y="30270"/>
                    <a:pt x="12707" y="30270"/>
                  </a:cubicBezTo>
                  <a:lnTo>
                    <a:pt x="12849" y="30270"/>
                  </a:lnTo>
                  <a:lnTo>
                    <a:pt x="12849" y="30285"/>
                  </a:lnTo>
                  <a:cubicBezTo>
                    <a:pt x="12835" y="30497"/>
                    <a:pt x="13020" y="30497"/>
                    <a:pt x="13133" y="30554"/>
                  </a:cubicBezTo>
                  <a:lnTo>
                    <a:pt x="13133" y="30554"/>
                  </a:lnTo>
                  <a:cubicBezTo>
                    <a:pt x="13346" y="30739"/>
                    <a:pt x="13673" y="30483"/>
                    <a:pt x="13857" y="30767"/>
                  </a:cubicBezTo>
                  <a:cubicBezTo>
                    <a:pt x="13914" y="30838"/>
                    <a:pt x="13999" y="30838"/>
                    <a:pt x="14056" y="30767"/>
                  </a:cubicBezTo>
                  <a:lnTo>
                    <a:pt x="14056" y="30767"/>
                  </a:lnTo>
                  <a:cubicBezTo>
                    <a:pt x="14099" y="30739"/>
                    <a:pt x="14127" y="30696"/>
                    <a:pt x="14170" y="30668"/>
                  </a:cubicBezTo>
                  <a:lnTo>
                    <a:pt x="14170" y="30668"/>
                  </a:lnTo>
                  <a:cubicBezTo>
                    <a:pt x="14241" y="30611"/>
                    <a:pt x="14298" y="30597"/>
                    <a:pt x="14369" y="30668"/>
                  </a:cubicBezTo>
                  <a:cubicBezTo>
                    <a:pt x="14383" y="30696"/>
                    <a:pt x="14383" y="30725"/>
                    <a:pt x="14383" y="30753"/>
                  </a:cubicBezTo>
                  <a:cubicBezTo>
                    <a:pt x="14496" y="30838"/>
                    <a:pt x="14667" y="30852"/>
                    <a:pt x="14794" y="30767"/>
                  </a:cubicBezTo>
                  <a:lnTo>
                    <a:pt x="14894" y="30767"/>
                  </a:lnTo>
                  <a:cubicBezTo>
                    <a:pt x="14936" y="30796"/>
                    <a:pt x="14965" y="30838"/>
                    <a:pt x="14993" y="30867"/>
                  </a:cubicBezTo>
                  <a:lnTo>
                    <a:pt x="14993" y="30867"/>
                  </a:lnTo>
                  <a:cubicBezTo>
                    <a:pt x="15050" y="30923"/>
                    <a:pt x="15149" y="30923"/>
                    <a:pt x="15206" y="30867"/>
                  </a:cubicBezTo>
                  <a:lnTo>
                    <a:pt x="15206" y="30867"/>
                  </a:lnTo>
                  <a:cubicBezTo>
                    <a:pt x="15235" y="30838"/>
                    <a:pt x="15263" y="30796"/>
                    <a:pt x="15306" y="30767"/>
                  </a:cubicBezTo>
                  <a:lnTo>
                    <a:pt x="15419" y="30767"/>
                  </a:lnTo>
                  <a:cubicBezTo>
                    <a:pt x="15646" y="30852"/>
                    <a:pt x="15902" y="30838"/>
                    <a:pt x="16129" y="30725"/>
                  </a:cubicBezTo>
                  <a:cubicBezTo>
                    <a:pt x="16143" y="30710"/>
                    <a:pt x="16157" y="30710"/>
                    <a:pt x="16172" y="30696"/>
                  </a:cubicBezTo>
                  <a:cubicBezTo>
                    <a:pt x="16186" y="30725"/>
                    <a:pt x="16214" y="30739"/>
                    <a:pt x="16243" y="30753"/>
                  </a:cubicBezTo>
                  <a:cubicBezTo>
                    <a:pt x="16271" y="30796"/>
                    <a:pt x="16314" y="30824"/>
                    <a:pt x="16342" y="30867"/>
                  </a:cubicBezTo>
                  <a:lnTo>
                    <a:pt x="16456" y="30867"/>
                  </a:lnTo>
                  <a:cubicBezTo>
                    <a:pt x="16512" y="30923"/>
                    <a:pt x="16598" y="30923"/>
                    <a:pt x="16654" y="30867"/>
                  </a:cubicBezTo>
                  <a:lnTo>
                    <a:pt x="16654" y="30867"/>
                  </a:lnTo>
                  <a:cubicBezTo>
                    <a:pt x="16711" y="30824"/>
                    <a:pt x="16768" y="30810"/>
                    <a:pt x="16825" y="30767"/>
                  </a:cubicBezTo>
                  <a:lnTo>
                    <a:pt x="16953" y="30767"/>
                  </a:lnTo>
                  <a:lnTo>
                    <a:pt x="16967" y="30796"/>
                  </a:lnTo>
                  <a:cubicBezTo>
                    <a:pt x="17038" y="30824"/>
                    <a:pt x="17123" y="30810"/>
                    <a:pt x="17180" y="30767"/>
                  </a:cubicBezTo>
                  <a:lnTo>
                    <a:pt x="17180" y="30767"/>
                  </a:lnTo>
                  <a:cubicBezTo>
                    <a:pt x="17237" y="30710"/>
                    <a:pt x="17322" y="30710"/>
                    <a:pt x="17379" y="30767"/>
                  </a:cubicBezTo>
                  <a:lnTo>
                    <a:pt x="17478" y="30767"/>
                  </a:lnTo>
                  <a:cubicBezTo>
                    <a:pt x="17535" y="30710"/>
                    <a:pt x="17563" y="30597"/>
                    <a:pt x="17691" y="30668"/>
                  </a:cubicBezTo>
                  <a:cubicBezTo>
                    <a:pt x="17776" y="30654"/>
                    <a:pt x="17861" y="30696"/>
                    <a:pt x="17904" y="30767"/>
                  </a:cubicBezTo>
                  <a:cubicBezTo>
                    <a:pt x="17946" y="30824"/>
                    <a:pt x="18046" y="30824"/>
                    <a:pt x="18103" y="30781"/>
                  </a:cubicBezTo>
                  <a:lnTo>
                    <a:pt x="18103" y="30781"/>
                  </a:lnTo>
                  <a:cubicBezTo>
                    <a:pt x="18131" y="30739"/>
                    <a:pt x="18174" y="30710"/>
                    <a:pt x="18202" y="30668"/>
                  </a:cubicBezTo>
                  <a:lnTo>
                    <a:pt x="18202" y="30668"/>
                  </a:lnTo>
                  <a:cubicBezTo>
                    <a:pt x="18230" y="30639"/>
                    <a:pt x="18287" y="30639"/>
                    <a:pt x="18301" y="30668"/>
                  </a:cubicBezTo>
                  <a:cubicBezTo>
                    <a:pt x="18358" y="30725"/>
                    <a:pt x="18458" y="30725"/>
                    <a:pt x="18514" y="30668"/>
                  </a:cubicBezTo>
                  <a:lnTo>
                    <a:pt x="18514" y="30668"/>
                  </a:lnTo>
                  <a:cubicBezTo>
                    <a:pt x="18543" y="30639"/>
                    <a:pt x="18585" y="30639"/>
                    <a:pt x="18614" y="30668"/>
                  </a:cubicBezTo>
                  <a:lnTo>
                    <a:pt x="18614" y="30668"/>
                  </a:lnTo>
                  <a:cubicBezTo>
                    <a:pt x="18642" y="30710"/>
                    <a:pt x="18685" y="30739"/>
                    <a:pt x="18713" y="30781"/>
                  </a:cubicBezTo>
                  <a:lnTo>
                    <a:pt x="18813" y="30781"/>
                  </a:lnTo>
                  <a:cubicBezTo>
                    <a:pt x="18912" y="30739"/>
                    <a:pt x="18798" y="30483"/>
                    <a:pt x="19025" y="30568"/>
                  </a:cubicBezTo>
                  <a:lnTo>
                    <a:pt x="19025" y="30568"/>
                  </a:lnTo>
                  <a:cubicBezTo>
                    <a:pt x="19054" y="30597"/>
                    <a:pt x="19096" y="30597"/>
                    <a:pt x="19125" y="30568"/>
                  </a:cubicBezTo>
                  <a:cubicBezTo>
                    <a:pt x="19167" y="30540"/>
                    <a:pt x="19196" y="30497"/>
                    <a:pt x="19238" y="30469"/>
                  </a:cubicBezTo>
                  <a:cubicBezTo>
                    <a:pt x="19295" y="30398"/>
                    <a:pt x="19380" y="30426"/>
                    <a:pt x="19437" y="30370"/>
                  </a:cubicBezTo>
                  <a:lnTo>
                    <a:pt x="19551" y="30370"/>
                  </a:lnTo>
                  <a:cubicBezTo>
                    <a:pt x="19579" y="30398"/>
                    <a:pt x="19622" y="30426"/>
                    <a:pt x="19650" y="30455"/>
                  </a:cubicBezTo>
                  <a:lnTo>
                    <a:pt x="19650" y="30455"/>
                  </a:lnTo>
                  <a:cubicBezTo>
                    <a:pt x="19778" y="30540"/>
                    <a:pt x="19934" y="30540"/>
                    <a:pt x="20062" y="30455"/>
                  </a:cubicBezTo>
                  <a:lnTo>
                    <a:pt x="20062" y="30355"/>
                  </a:lnTo>
                  <a:cubicBezTo>
                    <a:pt x="20147" y="30285"/>
                    <a:pt x="20275" y="30285"/>
                    <a:pt x="20374" y="30355"/>
                  </a:cubicBezTo>
                  <a:lnTo>
                    <a:pt x="20573" y="30355"/>
                  </a:lnTo>
                  <a:cubicBezTo>
                    <a:pt x="20601" y="30327"/>
                    <a:pt x="20644" y="30299"/>
                    <a:pt x="20672" y="30256"/>
                  </a:cubicBezTo>
                  <a:lnTo>
                    <a:pt x="20985" y="30143"/>
                  </a:lnTo>
                  <a:cubicBezTo>
                    <a:pt x="21042" y="30086"/>
                    <a:pt x="21141" y="30086"/>
                    <a:pt x="21198" y="30143"/>
                  </a:cubicBezTo>
                  <a:lnTo>
                    <a:pt x="21297" y="30143"/>
                  </a:lnTo>
                  <a:cubicBezTo>
                    <a:pt x="21326" y="30114"/>
                    <a:pt x="21368" y="30086"/>
                    <a:pt x="21397" y="30043"/>
                  </a:cubicBezTo>
                  <a:cubicBezTo>
                    <a:pt x="21439" y="29986"/>
                    <a:pt x="21482" y="29930"/>
                    <a:pt x="21510" y="29859"/>
                  </a:cubicBezTo>
                  <a:cubicBezTo>
                    <a:pt x="21539" y="29887"/>
                    <a:pt x="21581" y="29915"/>
                    <a:pt x="21610" y="29944"/>
                  </a:cubicBezTo>
                  <a:lnTo>
                    <a:pt x="21610" y="29944"/>
                  </a:lnTo>
                  <a:cubicBezTo>
                    <a:pt x="21666" y="30001"/>
                    <a:pt x="21752" y="30001"/>
                    <a:pt x="21808" y="29944"/>
                  </a:cubicBezTo>
                  <a:lnTo>
                    <a:pt x="21808" y="29944"/>
                  </a:lnTo>
                  <a:cubicBezTo>
                    <a:pt x="21865" y="29887"/>
                    <a:pt x="21964" y="29901"/>
                    <a:pt x="22021" y="29844"/>
                  </a:cubicBezTo>
                  <a:lnTo>
                    <a:pt x="22021" y="29844"/>
                  </a:lnTo>
                  <a:cubicBezTo>
                    <a:pt x="22106" y="29745"/>
                    <a:pt x="22248" y="29830"/>
                    <a:pt x="22334" y="29745"/>
                  </a:cubicBezTo>
                  <a:cubicBezTo>
                    <a:pt x="22362" y="29702"/>
                    <a:pt x="22390" y="29674"/>
                    <a:pt x="22433" y="29631"/>
                  </a:cubicBezTo>
                  <a:lnTo>
                    <a:pt x="22433" y="29631"/>
                  </a:lnTo>
                  <a:cubicBezTo>
                    <a:pt x="22490" y="29575"/>
                    <a:pt x="22589" y="29589"/>
                    <a:pt x="22646" y="29532"/>
                  </a:cubicBezTo>
                  <a:lnTo>
                    <a:pt x="22646" y="29433"/>
                  </a:lnTo>
                  <a:cubicBezTo>
                    <a:pt x="22674" y="29390"/>
                    <a:pt x="22703" y="29362"/>
                    <a:pt x="22745" y="29333"/>
                  </a:cubicBezTo>
                  <a:lnTo>
                    <a:pt x="22745" y="29333"/>
                  </a:lnTo>
                  <a:cubicBezTo>
                    <a:pt x="22859" y="29205"/>
                    <a:pt x="23029" y="29333"/>
                    <a:pt x="23143" y="29234"/>
                  </a:cubicBezTo>
                  <a:lnTo>
                    <a:pt x="23242" y="29234"/>
                  </a:lnTo>
                  <a:cubicBezTo>
                    <a:pt x="23285" y="29191"/>
                    <a:pt x="23327" y="29163"/>
                    <a:pt x="23356" y="29120"/>
                  </a:cubicBezTo>
                  <a:lnTo>
                    <a:pt x="23356" y="29120"/>
                  </a:lnTo>
                  <a:cubicBezTo>
                    <a:pt x="23384" y="29092"/>
                    <a:pt x="23427" y="29063"/>
                    <a:pt x="23455" y="29021"/>
                  </a:cubicBezTo>
                  <a:lnTo>
                    <a:pt x="23512" y="29021"/>
                  </a:lnTo>
                  <a:lnTo>
                    <a:pt x="23555" y="29021"/>
                  </a:lnTo>
                  <a:cubicBezTo>
                    <a:pt x="23597" y="28694"/>
                    <a:pt x="23895" y="28794"/>
                    <a:pt x="24094" y="28723"/>
                  </a:cubicBezTo>
                  <a:lnTo>
                    <a:pt x="24094" y="28723"/>
                  </a:lnTo>
                  <a:cubicBezTo>
                    <a:pt x="24123" y="28680"/>
                    <a:pt x="24165" y="28652"/>
                    <a:pt x="24194" y="28609"/>
                  </a:cubicBezTo>
                  <a:lnTo>
                    <a:pt x="24194" y="28609"/>
                  </a:lnTo>
                  <a:cubicBezTo>
                    <a:pt x="24250" y="28552"/>
                    <a:pt x="24350" y="28567"/>
                    <a:pt x="24407" y="28510"/>
                  </a:cubicBezTo>
                  <a:lnTo>
                    <a:pt x="24506" y="28410"/>
                  </a:lnTo>
                  <a:lnTo>
                    <a:pt x="24506" y="28410"/>
                  </a:lnTo>
                  <a:cubicBezTo>
                    <a:pt x="24534" y="28368"/>
                    <a:pt x="24577" y="28339"/>
                    <a:pt x="24605" y="28297"/>
                  </a:cubicBezTo>
                  <a:lnTo>
                    <a:pt x="24605" y="28297"/>
                  </a:lnTo>
                  <a:cubicBezTo>
                    <a:pt x="24662" y="28155"/>
                    <a:pt x="24818" y="28155"/>
                    <a:pt x="24918" y="28084"/>
                  </a:cubicBezTo>
                  <a:lnTo>
                    <a:pt x="24918" y="28084"/>
                  </a:lnTo>
                  <a:lnTo>
                    <a:pt x="25031" y="27984"/>
                  </a:lnTo>
                  <a:lnTo>
                    <a:pt x="25031" y="27984"/>
                  </a:lnTo>
                  <a:cubicBezTo>
                    <a:pt x="25074" y="27942"/>
                    <a:pt x="25088" y="27871"/>
                    <a:pt x="25074" y="27814"/>
                  </a:cubicBezTo>
                  <a:cubicBezTo>
                    <a:pt x="25031" y="27800"/>
                    <a:pt x="25017" y="27771"/>
                    <a:pt x="25045" y="27757"/>
                  </a:cubicBezTo>
                  <a:cubicBezTo>
                    <a:pt x="25045" y="27786"/>
                    <a:pt x="25074" y="27814"/>
                    <a:pt x="25102" y="27800"/>
                  </a:cubicBezTo>
                  <a:cubicBezTo>
                    <a:pt x="25173" y="27757"/>
                    <a:pt x="25202" y="27672"/>
                    <a:pt x="25173" y="27601"/>
                  </a:cubicBezTo>
                  <a:cubicBezTo>
                    <a:pt x="25329" y="27672"/>
                    <a:pt x="25429" y="27530"/>
                    <a:pt x="25542" y="27459"/>
                  </a:cubicBezTo>
                  <a:lnTo>
                    <a:pt x="25542" y="27459"/>
                  </a:lnTo>
                  <a:cubicBezTo>
                    <a:pt x="25585" y="27431"/>
                    <a:pt x="25613" y="27402"/>
                    <a:pt x="25656" y="27360"/>
                  </a:cubicBezTo>
                  <a:lnTo>
                    <a:pt x="25656" y="27360"/>
                  </a:lnTo>
                  <a:cubicBezTo>
                    <a:pt x="25741" y="27289"/>
                    <a:pt x="25869" y="27232"/>
                    <a:pt x="25954" y="27161"/>
                  </a:cubicBezTo>
                  <a:lnTo>
                    <a:pt x="25954" y="27161"/>
                  </a:lnTo>
                  <a:cubicBezTo>
                    <a:pt x="25997" y="27118"/>
                    <a:pt x="26025" y="27090"/>
                    <a:pt x="26068" y="27047"/>
                  </a:cubicBezTo>
                  <a:lnTo>
                    <a:pt x="26153" y="26948"/>
                  </a:lnTo>
                  <a:cubicBezTo>
                    <a:pt x="26196" y="26920"/>
                    <a:pt x="26224" y="26863"/>
                    <a:pt x="26210" y="26806"/>
                  </a:cubicBezTo>
                  <a:cubicBezTo>
                    <a:pt x="26408" y="26522"/>
                    <a:pt x="26721" y="26323"/>
                    <a:pt x="26891" y="26011"/>
                  </a:cubicBezTo>
                  <a:lnTo>
                    <a:pt x="26891" y="26011"/>
                  </a:lnTo>
                  <a:cubicBezTo>
                    <a:pt x="26934" y="25982"/>
                    <a:pt x="26962" y="25940"/>
                    <a:pt x="26991" y="25897"/>
                  </a:cubicBezTo>
                  <a:lnTo>
                    <a:pt x="26991" y="25897"/>
                  </a:lnTo>
                  <a:cubicBezTo>
                    <a:pt x="27346" y="25613"/>
                    <a:pt x="27559" y="25216"/>
                    <a:pt x="27828" y="24861"/>
                  </a:cubicBezTo>
                  <a:lnTo>
                    <a:pt x="27828" y="24861"/>
                  </a:lnTo>
                  <a:cubicBezTo>
                    <a:pt x="27871" y="24832"/>
                    <a:pt x="27899" y="24804"/>
                    <a:pt x="27942" y="24761"/>
                  </a:cubicBezTo>
                  <a:lnTo>
                    <a:pt x="27970" y="24761"/>
                  </a:lnTo>
                  <a:lnTo>
                    <a:pt x="28013" y="24761"/>
                  </a:lnTo>
                  <a:cubicBezTo>
                    <a:pt x="28084" y="24719"/>
                    <a:pt x="28084" y="24648"/>
                    <a:pt x="28098" y="24577"/>
                  </a:cubicBezTo>
                  <a:lnTo>
                    <a:pt x="28112" y="24548"/>
                  </a:lnTo>
                  <a:lnTo>
                    <a:pt x="28141" y="24548"/>
                  </a:lnTo>
                  <a:cubicBezTo>
                    <a:pt x="28183" y="24520"/>
                    <a:pt x="28212" y="24477"/>
                    <a:pt x="28240" y="24449"/>
                  </a:cubicBezTo>
                  <a:lnTo>
                    <a:pt x="28354" y="24350"/>
                  </a:lnTo>
                  <a:lnTo>
                    <a:pt x="28453" y="24236"/>
                  </a:lnTo>
                  <a:lnTo>
                    <a:pt x="28453" y="24123"/>
                  </a:lnTo>
                  <a:lnTo>
                    <a:pt x="28453" y="24123"/>
                  </a:lnTo>
                  <a:cubicBezTo>
                    <a:pt x="28481" y="24094"/>
                    <a:pt x="28510" y="24066"/>
                    <a:pt x="28538" y="24023"/>
                  </a:cubicBezTo>
                  <a:lnTo>
                    <a:pt x="28538" y="24023"/>
                  </a:lnTo>
                  <a:cubicBezTo>
                    <a:pt x="28822" y="23682"/>
                    <a:pt x="28879" y="23228"/>
                    <a:pt x="29177" y="22887"/>
                  </a:cubicBezTo>
                  <a:cubicBezTo>
                    <a:pt x="29376" y="22774"/>
                    <a:pt x="29390" y="22547"/>
                    <a:pt x="29475" y="22362"/>
                  </a:cubicBezTo>
                  <a:lnTo>
                    <a:pt x="29475" y="22362"/>
                  </a:lnTo>
                  <a:lnTo>
                    <a:pt x="29475" y="22362"/>
                  </a:lnTo>
                  <a:lnTo>
                    <a:pt x="29475" y="22362"/>
                  </a:lnTo>
                  <a:cubicBezTo>
                    <a:pt x="29546" y="22319"/>
                    <a:pt x="29532" y="22220"/>
                    <a:pt x="29589" y="22163"/>
                  </a:cubicBezTo>
                  <a:lnTo>
                    <a:pt x="29589" y="22163"/>
                  </a:lnTo>
                  <a:cubicBezTo>
                    <a:pt x="29646" y="22106"/>
                    <a:pt x="29631" y="22021"/>
                    <a:pt x="29688" y="21964"/>
                  </a:cubicBezTo>
                  <a:lnTo>
                    <a:pt x="29688" y="21964"/>
                  </a:lnTo>
                  <a:cubicBezTo>
                    <a:pt x="29802" y="21837"/>
                    <a:pt x="29859" y="21695"/>
                    <a:pt x="29859" y="21539"/>
                  </a:cubicBezTo>
                  <a:lnTo>
                    <a:pt x="29859" y="21524"/>
                  </a:lnTo>
                  <a:lnTo>
                    <a:pt x="30015" y="21340"/>
                  </a:lnTo>
                  <a:lnTo>
                    <a:pt x="30100" y="21226"/>
                  </a:lnTo>
                  <a:cubicBezTo>
                    <a:pt x="30114" y="21084"/>
                    <a:pt x="30086" y="20928"/>
                    <a:pt x="30214" y="20814"/>
                  </a:cubicBezTo>
                  <a:lnTo>
                    <a:pt x="30214" y="20616"/>
                  </a:lnTo>
                  <a:cubicBezTo>
                    <a:pt x="30199" y="20601"/>
                    <a:pt x="30185" y="20601"/>
                    <a:pt x="30171" y="20587"/>
                  </a:cubicBezTo>
                  <a:lnTo>
                    <a:pt x="30171" y="20587"/>
                  </a:lnTo>
                  <a:cubicBezTo>
                    <a:pt x="30185" y="20587"/>
                    <a:pt x="30199" y="20601"/>
                    <a:pt x="30214" y="20616"/>
                  </a:cubicBezTo>
                  <a:lnTo>
                    <a:pt x="30299" y="20601"/>
                  </a:lnTo>
                  <a:cubicBezTo>
                    <a:pt x="30299" y="20530"/>
                    <a:pt x="30341" y="20445"/>
                    <a:pt x="30412" y="20403"/>
                  </a:cubicBezTo>
                  <a:cubicBezTo>
                    <a:pt x="30398" y="20317"/>
                    <a:pt x="30441" y="20246"/>
                    <a:pt x="30512" y="20190"/>
                  </a:cubicBezTo>
                  <a:cubicBezTo>
                    <a:pt x="30498" y="20119"/>
                    <a:pt x="30540" y="20034"/>
                    <a:pt x="30611" y="19991"/>
                  </a:cubicBezTo>
                  <a:cubicBezTo>
                    <a:pt x="30625" y="19877"/>
                    <a:pt x="30611" y="19764"/>
                    <a:pt x="30725" y="19679"/>
                  </a:cubicBezTo>
                  <a:cubicBezTo>
                    <a:pt x="30753" y="19650"/>
                    <a:pt x="30781" y="19608"/>
                    <a:pt x="30810" y="19565"/>
                  </a:cubicBezTo>
                  <a:cubicBezTo>
                    <a:pt x="30810" y="19466"/>
                    <a:pt x="30810" y="19338"/>
                    <a:pt x="30923" y="19267"/>
                  </a:cubicBezTo>
                  <a:cubicBezTo>
                    <a:pt x="30923" y="19153"/>
                    <a:pt x="30923" y="19040"/>
                    <a:pt x="31037" y="18954"/>
                  </a:cubicBezTo>
                  <a:lnTo>
                    <a:pt x="31037" y="18770"/>
                  </a:lnTo>
                  <a:cubicBezTo>
                    <a:pt x="31065" y="18756"/>
                    <a:pt x="31094" y="18756"/>
                    <a:pt x="31122" y="18741"/>
                  </a:cubicBezTo>
                  <a:cubicBezTo>
                    <a:pt x="31136" y="18600"/>
                    <a:pt x="31080" y="18443"/>
                    <a:pt x="31222" y="18330"/>
                  </a:cubicBezTo>
                  <a:cubicBezTo>
                    <a:pt x="31222" y="18202"/>
                    <a:pt x="31222" y="18060"/>
                    <a:pt x="31236" y="17932"/>
                  </a:cubicBezTo>
                  <a:cubicBezTo>
                    <a:pt x="31364" y="17861"/>
                    <a:pt x="31307" y="17677"/>
                    <a:pt x="31420" y="17606"/>
                  </a:cubicBezTo>
                  <a:cubicBezTo>
                    <a:pt x="31378" y="17449"/>
                    <a:pt x="31392" y="17265"/>
                    <a:pt x="31477" y="17123"/>
                  </a:cubicBezTo>
                  <a:cubicBezTo>
                    <a:pt x="31534" y="17024"/>
                    <a:pt x="31562" y="16910"/>
                    <a:pt x="31548" y="16782"/>
                  </a:cubicBezTo>
                  <a:lnTo>
                    <a:pt x="31648" y="16683"/>
                  </a:lnTo>
                  <a:cubicBezTo>
                    <a:pt x="31562" y="16683"/>
                    <a:pt x="31577" y="16612"/>
                    <a:pt x="31605" y="16527"/>
                  </a:cubicBezTo>
                  <a:close/>
                  <a:moveTo>
                    <a:pt x="8121" y="5452"/>
                  </a:moveTo>
                  <a:lnTo>
                    <a:pt x="8150" y="5452"/>
                  </a:lnTo>
                  <a:lnTo>
                    <a:pt x="8150" y="5466"/>
                  </a:lnTo>
                  <a:lnTo>
                    <a:pt x="8150" y="5466"/>
                  </a:lnTo>
                  <a:cubicBezTo>
                    <a:pt x="8136" y="5452"/>
                    <a:pt x="8121" y="5452"/>
                    <a:pt x="8121" y="5452"/>
                  </a:cubicBezTo>
                  <a:close/>
                  <a:moveTo>
                    <a:pt x="29773" y="11032"/>
                  </a:moveTo>
                  <a:lnTo>
                    <a:pt x="29745" y="11018"/>
                  </a:lnTo>
                  <a:cubicBezTo>
                    <a:pt x="29759" y="11018"/>
                    <a:pt x="29773" y="11018"/>
                    <a:pt x="29773" y="11032"/>
                  </a:cubicBezTo>
                  <a:close/>
                  <a:moveTo>
                    <a:pt x="29745" y="11046"/>
                  </a:moveTo>
                  <a:lnTo>
                    <a:pt x="29745" y="11046"/>
                  </a:lnTo>
                  <a:lnTo>
                    <a:pt x="29745" y="11060"/>
                  </a:lnTo>
                  <a:close/>
                  <a:moveTo>
                    <a:pt x="16654" y="8150"/>
                  </a:moveTo>
                  <a:lnTo>
                    <a:pt x="16654" y="8164"/>
                  </a:lnTo>
                  <a:close/>
                  <a:moveTo>
                    <a:pt x="21610" y="9186"/>
                  </a:moveTo>
                  <a:lnTo>
                    <a:pt x="21610" y="9186"/>
                  </a:lnTo>
                  <a:close/>
                  <a:moveTo>
                    <a:pt x="27516" y="14596"/>
                  </a:moveTo>
                  <a:lnTo>
                    <a:pt x="27502" y="14581"/>
                  </a:lnTo>
                  <a:lnTo>
                    <a:pt x="27516" y="14581"/>
                  </a:lnTo>
                  <a:close/>
                  <a:moveTo>
                    <a:pt x="18770" y="24094"/>
                  </a:moveTo>
                  <a:lnTo>
                    <a:pt x="18813" y="24094"/>
                  </a:lnTo>
                  <a:cubicBezTo>
                    <a:pt x="18813" y="24108"/>
                    <a:pt x="18798" y="24123"/>
                    <a:pt x="18798" y="24137"/>
                  </a:cubicBezTo>
                  <a:close/>
                  <a:moveTo>
                    <a:pt x="22234" y="11174"/>
                  </a:moveTo>
                  <a:close/>
                  <a:moveTo>
                    <a:pt x="17052" y="11884"/>
                  </a:moveTo>
                  <a:close/>
                  <a:moveTo>
                    <a:pt x="20247" y="11245"/>
                  </a:moveTo>
                  <a:lnTo>
                    <a:pt x="20218" y="11231"/>
                  </a:lnTo>
                  <a:lnTo>
                    <a:pt x="20218" y="11231"/>
                  </a:lnTo>
                  <a:cubicBezTo>
                    <a:pt x="20232" y="11245"/>
                    <a:pt x="20232" y="11245"/>
                    <a:pt x="20247" y="11245"/>
                  </a:cubicBezTo>
                  <a:close/>
                  <a:moveTo>
                    <a:pt x="17151" y="21326"/>
                  </a:moveTo>
                  <a:lnTo>
                    <a:pt x="17151" y="21311"/>
                  </a:lnTo>
                  <a:lnTo>
                    <a:pt x="17151" y="21311"/>
                  </a:lnTo>
                  <a:lnTo>
                    <a:pt x="17151" y="21311"/>
                  </a:lnTo>
                  <a:close/>
                  <a:moveTo>
                    <a:pt x="11430" y="16456"/>
                  </a:moveTo>
                  <a:lnTo>
                    <a:pt x="11430" y="16441"/>
                  </a:lnTo>
                  <a:lnTo>
                    <a:pt x="11430" y="16441"/>
                  </a:lnTo>
                  <a:lnTo>
                    <a:pt x="11430" y="16456"/>
                  </a:lnTo>
                  <a:close/>
                  <a:moveTo>
                    <a:pt x="18713" y="15618"/>
                  </a:moveTo>
                  <a:close/>
                  <a:moveTo>
                    <a:pt x="11870" y="16981"/>
                  </a:moveTo>
                  <a:cubicBezTo>
                    <a:pt x="11898" y="16967"/>
                    <a:pt x="11926" y="16967"/>
                    <a:pt x="11969" y="16967"/>
                  </a:cubicBezTo>
                  <a:lnTo>
                    <a:pt x="11969" y="16967"/>
                  </a:lnTo>
                  <a:cubicBezTo>
                    <a:pt x="11926" y="16967"/>
                    <a:pt x="11898" y="16967"/>
                    <a:pt x="11870" y="16981"/>
                  </a:cubicBezTo>
                  <a:close/>
                  <a:moveTo>
                    <a:pt x="8973" y="12097"/>
                  </a:moveTo>
                  <a:close/>
                  <a:moveTo>
                    <a:pt x="11501" y="20190"/>
                  </a:moveTo>
                  <a:cubicBezTo>
                    <a:pt x="11557" y="20261"/>
                    <a:pt x="11557" y="20332"/>
                    <a:pt x="11515" y="20374"/>
                  </a:cubicBezTo>
                  <a:cubicBezTo>
                    <a:pt x="11515" y="20317"/>
                    <a:pt x="11515" y="20246"/>
                    <a:pt x="11501" y="20190"/>
                  </a:cubicBezTo>
                  <a:close/>
                  <a:moveTo>
                    <a:pt x="19537" y="12920"/>
                  </a:moveTo>
                  <a:lnTo>
                    <a:pt x="19537" y="12920"/>
                  </a:lnTo>
                  <a:lnTo>
                    <a:pt x="19537" y="12934"/>
                  </a:lnTo>
                  <a:close/>
                  <a:moveTo>
                    <a:pt x="18500" y="12608"/>
                  </a:moveTo>
                  <a:close/>
                  <a:moveTo>
                    <a:pt x="17563" y="16640"/>
                  </a:moveTo>
                  <a:lnTo>
                    <a:pt x="17563" y="16626"/>
                  </a:lnTo>
                  <a:lnTo>
                    <a:pt x="17577" y="16626"/>
                  </a:lnTo>
                  <a:close/>
                  <a:moveTo>
                    <a:pt x="7213" y="15760"/>
                  </a:moveTo>
                  <a:lnTo>
                    <a:pt x="7241" y="15788"/>
                  </a:lnTo>
                  <a:lnTo>
                    <a:pt x="7213" y="15788"/>
                  </a:lnTo>
                  <a:cubicBezTo>
                    <a:pt x="7213" y="15788"/>
                    <a:pt x="7213" y="15788"/>
                    <a:pt x="7213" y="15760"/>
                  </a:cubicBezTo>
                  <a:close/>
                  <a:moveTo>
                    <a:pt x="23427" y="18472"/>
                  </a:moveTo>
                  <a:lnTo>
                    <a:pt x="23469" y="18458"/>
                  </a:lnTo>
                  <a:cubicBezTo>
                    <a:pt x="23455" y="18472"/>
                    <a:pt x="23455" y="18486"/>
                    <a:pt x="23455" y="18500"/>
                  </a:cubicBezTo>
                  <a:close/>
                  <a:moveTo>
                    <a:pt x="13630" y="10535"/>
                  </a:moveTo>
                  <a:lnTo>
                    <a:pt x="13630" y="10535"/>
                  </a:lnTo>
                  <a:close/>
                  <a:moveTo>
                    <a:pt x="10010" y="11046"/>
                  </a:moveTo>
                  <a:close/>
                  <a:moveTo>
                    <a:pt x="7156" y="19522"/>
                  </a:moveTo>
                  <a:lnTo>
                    <a:pt x="7156" y="19522"/>
                  </a:lnTo>
                  <a:cubicBezTo>
                    <a:pt x="7128" y="19522"/>
                    <a:pt x="7113" y="19522"/>
                    <a:pt x="7099" y="19508"/>
                  </a:cubicBezTo>
                  <a:close/>
                  <a:moveTo>
                    <a:pt x="23981" y="16953"/>
                  </a:moveTo>
                  <a:lnTo>
                    <a:pt x="23981" y="16953"/>
                  </a:lnTo>
                  <a:lnTo>
                    <a:pt x="23981" y="16953"/>
                  </a:lnTo>
                  <a:lnTo>
                    <a:pt x="23966" y="16938"/>
                  </a:lnTo>
                  <a:lnTo>
                    <a:pt x="23981" y="16938"/>
                  </a:lnTo>
                  <a:cubicBezTo>
                    <a:pt x="23981" y="16938"/>
                    <a:pt x="23981" y="16953"/>
                    <a:pt x="23981" y="16953"/>
                  </a:cubicBezTo>
                  <a:close/>
                  <a:moveTo>
                    <a:pt x="23370" y="15192"/>
                  </a:moveTo>
                  <a:cubicBezTo>
                    <a:pt x="23384" y="15206"/>
                    <a:pt x="23384" y="15220"/>
                    <a:pt x="23384" y="15235"/>
                  </a:cubicBezTo>
                  <a:cubicBezTo>
                    <a:pt x="23384" y="15220"/>
                    <a:pt x="23370" y="15206"/>
                    <a:pt x="23370" y="15192"/>
                  </a:cubicBezTo>
                  <a:lnTo>
                    <a:pt x="23370" y="15192"/>
                  </a:lnTo>
                  <a:lnTo>
                    <a:pt x="23370" y="15192"/>
                  </a:lnTo>
                  <a:close/>
                  <a:moveTo>
                    <a:pt x="20261" y="10322"/>
                  </a:moveTo>
                  <a:lnTo>
                    <a:pt x="20261" y="10322"/>
                  </a:lnTo>
                  <a:lnTo>
                    <a:pt x="20261" y="10322"/>
                  </a:lnTo>
                  <a:close/>
                  <a:moveTo>
                    <a:pt x="20261" y="10322"/>
                  </a:moveTo>
                  <a:close/>
                  <a:moveTo>
                    <a:pt x="20062" y="11288"/>
                  </a:moveTo>
                  <a:cubicBezTo>
                    <a:pt x="20062" y="11273"/>
                    <a:pt x="20062" y="11273"/>
                    <a:pt x="20062" y="11273"/>
                  </a:cubicBezTo>
                  <a:lnTo>
                    <a:pt x="20076" y="11273"/>
                  </a:lnTo>
                  <a:close/>
                  <a:moveTo>
                    <a:pt x="4231" y="17265"/>
                  </a:moveTo>
                  <a:lnTo>
                    <a:pt x="4189" y="17222"/>
                  </a:lnTo>
                  <a:cubicBezTo>
                    <a:pt x="4203" y="17222"/>
                    <a:pt x="4217" y="17251"/>
                    <a:pt x="4231" y="17265"/>
                  </a:cubicBezTo>
                  <a:close/>
                  <a:moveTo>
                    <a:pt x="5878" y="19849"/>
                  </a:moveTo>
                  <a:close/>
                  <a:moveTo>
                    <a:pt x="7227" y="19735"/>
                  </a:moveTo>
                  <a:lnTo>
                    <a:pt x="7227" y="19735"/>
                  </a:lnTo>
                  <a:close/>
                  <a:moveTo>
                    <a:pt x="21411" y="9712"/>
                  </a:moveTo>
                  <a:close/>
                  <a:moveTo>
                    <a:pt x="4387" y="15689"/>
                  </a:moveTo>
                  <a:lnTo>
                    <a:pt x="4416" y="15689"/>
                  </a:lnTo>
                  <a:cubicBezTo>
                    <a:pt x="4416" y="15689"/>
                    <a:pt x="4416" y="15703"/>
                    <a:pt x="4416" y="15703"/>
                  </a:cubicBezTo>
                  <a:close/>
                  <a:moveTo>
                    <a:pt x="3365" y="15306"/>
                  </a:moveTo>
                  <a:cubicBezTo>
                    <a:pt x="3365" y="15291"/>
                    <a:pt x="3365" y="15277"/>
                    <a:pt x="3365" y="15263"/>
                  </a:cubicBezTo>
                  <a:lnTo>
                    <a:pt x="3408" y="15306"/>
                  </a:lnTo>
                  <a:close/>
                  <a:moveTo>
                    <a:pt x="5892" y="20289"/>
                  </a:moveTo>
                  <a:cubicBezTo>
                    <a:pt x="5878" y="20275"/>
                    <a:pt x="5878" y="20275"/>
                    <a:pt x="5864" y="20275"/>
                  </a:cubicBezTo>
                  <a:lnTo>
                    <a:pt x="5864" y="20275"/>
                  </a:lnTo>
                  <a:lnTo>
                    <a:pt x="5864" y="20275"/>
                  </a:lnTo>
                  <a:cubicBezTo>
                    <a:pt x="5864" y="20275"/>
                    <a:pt x="5878" y="20289"/>
                    <a:pt x="5892" y="20289"/>
                  </a:cubicBezTo>
                  <a:close/>
                  <a:moveTo>
                    <a:pt x="15291" y="11146"/>
                  </a:moveTo>
                  <a:cubicBezTo>
                    <a:pt x="15291" y="11146"/>
                    <a:pt x="15291" y="11146"/>
                    <a:pt x="15291" y="11160"/>
                  </a:cubicBezTo>
                  <a:lnTo>
                    <a:pt x="15291" y="11160"/>
                  </a:lnTo>
                  <a:lnTo>
                    <a:pt x="15291" y="11146"/>
                  </a:lnTo>
                  <a:close/>
                  <a:moveTo>
                    <a:pt x="14340" y="9200"/>
                  </a:moveTo>
                  <a:cubicBezTo>
                    <a:pt x="14383" y="9186"/>
                    <a:pt x="14425" y="9172"/>
                    <a:pt x="14468" y="9186"/>
                  </a:cubicBezTo>
                  <a:cubicBezTo>
                    <a:pt x="14425" y="9186"/>
                    <a:pt x="14383" y="9186"/>
                    <a:pt x="14340" y="9200"/>
                  </a:cubicBezTo>
                  <a:close/>
                  <a:moveTo>
                    <a:pt x="12906" y="25542"/>
                  </a:moveTo>
                  <a:cubicBezTo>
                    <a:pt x="12892" y="25542"/>
                    <a:pt x="12892" y="25528"/>
                    <a:pt x="12892" y="25528"/>
                  </a:cubicBezTo>
                  <a:cubicBezTo>
                    <a:pt x="12892" y="25528"/>
                    <a:pt x="12906" y="25528"/>
                    <a:pt x="12906" y="25528"/>
                  </a:cubicBezTo>
                  <a:cubicBezTo>
                    <a:pt x="12906" y="25528"/>
                    <a:pt x="12906" y="25542"/>
                    <a:pt x="12906" y="25542"/>
                  </a:cubicBezTo>
                  <a:close/>
                  <a:moveTo>
                    <a:pt x="16143" y="24747"/>
                  </a:moveTo>
                  <a:lnTo>
                    <a:pt x="16143" y="24747"/>
                  </a:lnTo>
                  <a:lnTo>
                    <a:pt x="16129" y="24790"/>
                  </a:lnTo>
                  <a:cubicBezTo>
                    <a:pt x="16129" y="24776"/>
                    <a:pt x="16129" y="24776"/>
                    <a:pt x="16129" y="24776"/>
                  </a:cubicBezTo>
                  <a:cubicBezTo>
                    <a:pt x="16129" y="24761"/>
                    <a:pt x="16129" y="24747"/>
                    <a:pt x="16129" y="24747"/>
                  </a:cubicBezTo>
                  <a:close/>
                  <a:moveTo>
                    <a:pt x="20871" y="23256"/>
                  </a:moveTo>
                  <a:lnTo>
                    <a:pt x="20885" y="23271"/>
                  </a:lnTo>
                  <a:lnTo>
                    <a:pt x="20885" y="23271"/>
                  </a:lnTo>
                  <a:lnTo>
                    <a:pt x="20871" y="23256"/>
                  </a:lnTo>
                  <a:close/>
                  <a:moveTo>
                    <a:pt x="25329" y="11259"/>
                  </a:moveTo>
                  <a:lnTo>
                    <a:pt x="25329" y="11316"/>
                  </a:lnTo>
                  <a:cubicBezTo>
                    <a:pt x="25315" y="11302"/>
                    <a:pt x="25315" y="11273"/>
                    <a:pt x="25301" y="11259"/>
                  </a:cubicBezTo>
                  <a:close/>
                  <a:moveTo>
                    <a:pt x="19437" y="10010"/>
                  </a:moveTo>
                  <a:close/>
                  <a:moveTo>
                    <a:pt x="2471" y="20218"/>
                  </a:moveTo>
                  <a:cubicBezTo>
                    <a:pt x="2471" y="20232"/>
                    <a:pt x="2471" y="20246"/>
                    <a:pt x="2456" y="20261"/>
                  </a:cubicBezTo>
                  <a:lnTo>
                    <a:pt x="2442" y="20261"/>
                  </a:lnTo>
                  <a:cubicBezTo>
                    <a:pt x="2456" y="20246"/>
                    <a:pt x="2456" y="20232"/>
                    <a:pt x="2471" y="20218"/>
                  </a:cubicBezTo>
                  <a:close/>
                  <a:moveTo>
                    <a:pt x="4004" y="19125"/>
                  </a:moveTo>
                  <a:lnTo>
                    <a:pt x="4004" y="19111"/>
                  </a:lnTo>
                  <a:lnTo>
                    <a:pt x="4004" y="19111"/>
                  </a:lnTo>
                  <a:lnTo>
                    <a:pt x="4004" y="19111"/>
                  </a:lnTo>
                  <a:lnTo>
                    <a:pt x="4004" y="19111"/>
                  </a:lnTo>
                  <a:lnTo>
                    <a:pt x="4004" y="19111"/>
                  </a:lnTo>
                  <a:close/>
                  <a:moveTo>
                    <a:pt x="5140" y="19423"/>
                  </a:moveTo>
                  <a:lnTo>
                    <a:pt x="5140" y="19423"/>
                  </a:lnTo>
                  <a:cubicBezTo>
                    <a:pt x="5083" y="19437"/>
                    <a:pt x="5040" y="19466"/>
                    <a:pt x="4998" y="19494"/>
                  </a:cubicBezTo>
                  <a:cubicBezTo>
                    <a:pt x="5040" y="19480"/>
                    <a:pt x="5097" y="19451"/>
                    <a:pt x="5140" y="19437"/>
                  </a:cubicBezTo>
                  <a:close/>
                  <a:moveTo>
                    <a:pt x="16115" y="24804"/>
                  </a:moveTo>
                  <a:lnTo>
                    <a:pt x="16129" y="24832"/>
                  </a:lnTo>
                  <a:cubicBezTo>
                    <a:pt x="16115" y="24861"/>
                    <a:pt x="16086" y="24875"/>
                    <a:pt x="16072" y="24903"/>
                  </a:cubicBezTo>
                  <a:lnTo>
                    <a:pt x="16072" y="24804"/>
                  </a:lnTo>
                  <a:close/>
                  <a:moveTo>
                    <a:pt x="22021" y="9612"/>
                  </a:moveTo>
                  <a:close/>
                  <a:moveTo>
                    <a:pt x="10947" y="5764"/>
                  </a:moveTo>
                  <a:lnTo>
                    <a:pt x="10947" y="5764"/>
                  </a:lnTo>
                  <a:lnTo>
                    <a:pt x="10933" y="5764"/>
                  </a:lnTo>
                  <a:close/>
                  <a:moveTo>
                    <a:pt x="24790" y="24236"/>
                  </a:moveTo>
                  <a:lnTo>
                    <a:pt x="24804" y="24250"/>
                  </a:lnTo>
                  <a:lnTo>
                    <a:pt x="24790" y="24250"/>
                  </a:lnTo>
                  <a:cubicBezTo>
                    <a:pt x="24790" y="24250"/>
                    <a:pt x="24790" y="24250"/>
                    <a:pt x="24790" y="24236"/>
                  </a:cubicBezTo>
                  <a:close/>
                  <a:moveTo>
                    <a:pt x="9598" y="5452"/>
                  </a:moveTo>
                  <a:lnTo>
                    <a:pt x="9584" y="5452"/>
                  </a:lnTo>
                  <a:lnTo>
                    <a:pt x="9584" y="5452"/>
                  </a:lnTo>
                  <a:close/>
                  <a:moveTo>
                    <a:pt x="6616" y="23569"/>
                  </a:moveTo>
                  <a:cubicBezTo>
                    <a:pt x="6588" y="23555"/>
                    <a:pt x="6574" y="23555"/>
                    <a:pt x="6545" y="23540"/>
                  </a:cubicBezTo>
                  <a:cubicBezTo>
                    <a:pt x="6574" y="23540"/>
                    <a:pt x="6602" y="23555"/>
                    <a:pt x="6616" y="23569"/>
                  </a:cubicBezTo>
                  <a:close/>
                  <a:moveTo>
                    <a:pt x="19253" y="2967"/>
                  </a:moveTo>
                  <a:lnTo>
                    <a:pt x="19224" y="2967"/>
                  </a:lnTo>
                  <a:lnTo>
                    <a:pt x="19224" y="2967"/>
                  </a:lnTo>
                  <a:lnTo>
                    <a:pt x="19253" y="2925"/>
                  </a:lnTo>
                  <a:cubicBezTo>
                    <a:pt x="19253" y="2939"/>
                    <a:pt x="19253" y="2953"/>
                    <a:pt x="19253" y="2967"/>
                  </a:cubicBezTo>
                  <a:close/>
                  <a:moveTo>
                    <a:pt x="16115" y="29788"/>
                  </a:moveTo>
                  <a:cubicBezTo>
                    <a:pt x="16115" y="29788"/>
                    <a:pt x="16115" y="29773"/>
                    <a:pt x="16115" y="29759"/>
                  </a:cubicBezTo>
                  <a:cubicBezTo>
                    <a:pt x="16115" y="29773"/>
                    <a:pt x="16115" y="29788"/>
                    <a:pt x="16115" y="29802"/>
                  </a:cubicBezTo>
                  <a:lnTo>
                    <a:pt x="16157" y="29802"/>
                  </a:lnTo>
                  <a:lnTo>
                    <a:pt x="16115" y="29802"/>
                  </a:lnTo>
                  <a:lnTo>
                    <a:pt x="16115" y="29802"/>
                  </a:lnTo>
                  <a:close/>
                  <a:moveTo>
                    <a:pt x="24918" y="26281"/>
                  </a:moveTo>
                  <a:lnTo>
                    <a:pt x="24918" y="26266"/>
                  </a:lnTo>
                  <a:lnTo>
                    <a:pt x="24918" y="26266"/>
                  </a:lnTo>
                  <a:lnTo>
                    <a:pt x="24918" y="26266"/>
                  </a:lnTo>
                  <a:close/>
                  <a:moveTo>
                    <a:pt x="15490" y="2471"/>
                  </a:moveTo>
                  <a:lnTo>
                    <a:pt x="15490" y="2456"/>
                  </a:lnTo>
                  <a:lnTo>
                    <a:pt x="15490" y="2485"/>
                  </a:lnTo>
                  <a:close/>
                  <a:moveTo>
                    <a:pt x="1533" y="10535"/>
                  </a:moveTo>
                  <a:cubicBezTo>
                    <a:pt x="1533" y="10521"/>
                    <a:pt x="1519" y="10521"/>
                    <a:pt x="1519" y="10521"/>
                  </a:cubicBezTo>
                  <a:lnTo>
                    <a:pt x="1519" y="10521"/>
                  </a:lnTo>
                  <a:cubicBezTo>
                    <a:pt x="1519" y="10521"/>
                    <a:pt x="1533" y="10521"/>
                    <a:pt x="1533" y="10535"/>
                  </a:cubicBezTo>
                  <a:close/>
                  <a:moveTo>
                    <a:pt x="1420" y="10535"/>
                  </a:moveTo>
                  <a:lnTo>
                    <a:pt x="1420" y="10535"/>
                  </a:lnTo>
                  <a:lnTo>
                    <a:pt x="1420" y="10535"/>
                  </a:lnTo>
                  <a:lnTo>
                    <a:pt x="1448" y="10521"/>
                  </a:lnTo>
                  <a:close/>
                  <a:moveTo>
                    <a:pt x="3791" y="22561"/>
                  </a:moveTo>
                  <a:lnTo>
                    <a:pt x="3791" y="22561"/>
                  </a:lnTo>
                  <a:close/>
                  <a:moveTo>
                    <a:pt x="9754" y="25273"/>
                  </a:moveTo>
                  <a:lnTo>
                    <a:pt x="9754" y="25273"/>
                  </a:lnTo>
                  <a:cubicBezTo>
                    <a:pt x="9726" y="25287"/>
                    <a:pt x="9712" y="25315"/>
                    <a:pt x="9683" y="25315"/>
                  </a:cubicBezTo>
                  <a:close/>
                  <a:moveTo>
                    <a:pt x="18855" y="29617"/>
                  </a:moveTo>
                  <a:lnTo>
                    <a:pt x="18855" y="29631"/>
                  </a:lnTo>
                  <a:lnTo>
                    <a:pt x="18841" y="29617"/>
                  </a:lnTo>
                  <a:close/>
                  <a:moveTo>
                    <a:pt x="9910" y="1945"/>
                  </a:moveTo>
                  <a:close/>
                  <a:moveTo>
                    <a:pt x="8959" y="25741"/>
                  </a:moveTo>
                  <a:close/>
                  <a:moveTo>
                    <a:pt x="1931" y="9399"/>
                  </a:moveTo>
                  <a:lnTo>
                    <a:pt x="1903" y="9399"/>
                  </a:lnTo>
                  <a:lnTo>
                    <a:pt x="1903" y="9399"/>
                  </a:lnTo>
                  <a:cubicBezTo>
                    <a:pt x="1888" y="9357"/>
                    <a:pt x="1917" y="9357"/>
                    <a:pt x="1931" y="9399"/>
                  </a:cubicBezTo>
                  <a:close/>
                  <a:moveTo>
                    <a:pt x="25855" y="26877"/>
                  </a:moveTo>
                  <a:lnTo>
                    <a:pt x="25855" y="26891"/>
                  </a:lnTo>
                  <a:lnTo>
                    <a:pt x="25855" y="26891"/>
                  </a:lnTo>
                  <a:cubicBezTo>
                    <a:pt x="25855" y="26891"/>
                    <a:pt x="25855" y="26877"/>
                    <a:pt x="25855" y="26877"/>
                  </a:cubicBezTo>
                  <a:close/>
                </a:path>
              </a:pathLst>
            </a:custGeom>
            <a:solidFill>
              <a:schemeClr val="lt1"/>
            </a:solidFill>
            <a:ln cap="flat" cmpd="sng" w="126775">
              <a:solidFill>
                <a:schemeClr val="lt1"/>
              </a:solidFill>
              <a:prstDash val="solid"/>
              <a:round/>
              <a:headEnd len="sm" w="sm" type="none"/>
              <a:tailEnd len="sm" w="sm" type="none"/>
            </a:ln>
            <a:effectLst>
              <a:outerShdw blurRad="47544" rotWithShape="0" algn="bl" dir="5400000" dist="15848">
                <a:schemeClr val="dk1">
                  <a:alpha val="50000"/>
                </a:schemeClr>
              </a:outerShdw>
            </a:effectLst>
          </p:spPr>
          <p:txBody>
            <a:bodyPr anchorCtr="0" anchor="ctr" bIns="76050" lIns="76050" spcFirstLastPara="1" rIns="76050" wrap="square" tIns="76050">
              <a:noAutofit/>
            </a:bodyPr>
            <a:lstStyle/>
            <a:p>
              <a:pPr indent="0" lvl="0" marL="0" rtl="0" algn="l">
                <a:spcBef>
                  <a:spcPts val="0"/>
                </a:spcBef>
                <a:spcAft>
                  <a:spcPts val="0"/>
                </a:spcAft>
                <a:buNone/>
              </a:pPr>
              <a:r>
                <a:t/>
              </a:r>
              <a:endParaRPr/>
            </a:p>
          </p:txBody>
        </p:sp>
        <p:pic>
          <p:nvPicPr>
            <p:cNvPr id="637" name="Google Shape;637;p40"/>
            <p:cNvPicPr preferRelativeResize="0"/>
            <p:nvPr/>
          </p:nvPicPr>
          <p:blipFill>
            <a:blip r:embed="rId9">
              <a:alphaModFix/>
            </a:blip>
            <a:stretch>
              <a:fillRect/>
            </a:stretch>
          </p:blipFill>
          <p:spPr>
            <a:xfrm>
              <a:off x="11880480" y="-17956"/>
              <a:ext cx="1100503" cy="1075904"/>
            </a:xfrm>
            <a:prstGeom prst="rect">
              <a:avLst/>
            </a:prstGeom>
            <a:noFill/>
            <a:ln>
              <a:noFill/>
            </a:ln>
          </p:spPr>
        </p:pic>
      </p:grpSp>
      <p:grpSp>
        <p:nvGrpSpPr>
          <p:cNvPr id="638" name="Google Shape;638;p40"/>
          <p:cNvGrpSpPr/>
          <p:nvPr/>
        </p:nvGrpSpPr>
        <p:grpSpPr>
          <a:xfrm rot="-1388576">
            <a:off x="3642346" y="3785823"/>
            <a:ext cx="1067615" cy="1106075"/>
            <a:chOff x="10341275" y="2788533"/>
            <a:chExt cx="1144574" cy="1185806"/>
          </a:xfrm>
        </p:grpSpPr>
        <p:sp>
          <p:nvSpPr>
            <p:cNvPr id="639" name="Google Shape;639;p40"/>
            <p:cNvSpPr/>
            <p:nvPr/>
          </p:nvSpPr>
          <p:spPr>
            <a:xfrm>
              <a:off x="10341275" y="2788533"/>
              <a:ext cx="1144574" cy="1180044"/>
            </a:xfrm>
            <a:custGeom>
              <a:rect b="b" l="l" r="r" t="t"/>
              <a:pathLst>
                <a:path extrusionOk="0" h="34034" w="33011">
                  <a:moveTo>
                    <a:pt x="32812" y="20502"/>
                  </a:moveTo>
                  <a:cubicBezTo>
                    <a:pt x="32798" y="20445"/>
                    <a:pt x="32812" y="20403"/>
                    <a:pt x="32840" y="20346"/>
                  </a:cubicBezTo>
                  <a:cubicBezTo>
                    <a:pt x="32954" y="20176"/>
                    <a:pt x="32982" y="19949"/>
                    <a:pt x="32925" y="19736"/>
                  </a:cubicBezTo>
                  <a:cubicBezTo>
                    <a:pt x="32840" y="19523"/>
                    <a:pt x="33011" y="19324"/>
                    <a:pt x="32897" y="19125"/>
                  </a:cubicBezTo>
                  <a:lnTo>
                    <a:pt x="32897" y="18898"/>
                  </a:lnTo>
                  <a:cubicBezTo>
                    <a:pt x="32968" y="18756"/>
                    <a:pt x="32954" y="18586"/>
                    <a:pt x="32869" y="18444"/>
                  </a:cubicBezTo>
                  <a:cubicBezTo>
                    <a:pt x="32798" y="18259"/>
                    <a:pt x="32982" y="18160"/>
                    <a:pt x="32925" y="17989"/>
                  </a:cubicBezTo>
                  <a:cubicBezTo>
                    <a:pt x="32826" y="17606"/>
                    <a:pt x="32897" y="17208"/>
                    <a:pt x="32798" y="16825"/>
                  </a:cubicBezTo>
                  <a:cubicBezTo>
                    <a:pt x="32656" y="16314"/>
                    <a:pt x="32656" y="15774"/>
                    <a:pt x="32556" y="15249"/>
                  </a:cubicBezTo>
                  <a:cubicBezTo>
                    <a:pt x="32485" y="14951"/>
                    <a:pt x="32457" y="14653"/>
                    <a:pt x="32457" y="14355"/>
                  </a:cubicBezTo>
                  <a:cubicBezTo>
                    <a:pt x="32556" y="14142"/>
                    <a:pt x="32556" y="13914"/>
                    <a:pt x="32485" y="13701"/>
                  </a:cubicBezTo>
                  <a:cubicBezTo>
                    <a:pt x="32457" y="13602"/>
                    <a:pt x="32457" y="13503"/>
                    <a:pt x="32485" y="13403"/>
                  </a:cubicBezTo>
                  <a:cubicBezTo>
                    <a:pt x="32499" y="13375"/>
                    <a:pt x="32542" y="13346"/>
                    <a:pt x="32542" y="13318"/>
                  </a:cubicBezTo>
                  <a:cubicBezTo>
                    <a:pt x="32656" y="12921"/>
                    <a:pt x="32414" y="12622"/>
                    <a:pt x="32244" y="12310"/>
                  </a:cubicBezTo>
                  <a:cubicBezTo>
                    <a:pt x="32230" y="12296"/>
                    <a:pt x="32187" y="12296"/>
                    <a:pt x="32144" y="12282"/>
                  </a:cubicBezTo>
                  <a:cubicBezTo>
                    <a:pt x="32130" y="12168"/>
                    <a:pt x="32144" y="12012"/>
                    <a:pt x="32088" y="11941"/>
                  </a:cubicBezTo>
                  <a:cubicBezTo>
                    <a:pt x="31903" y="11770"/>
                    <a:pt x="31917" y="11543"/>
                    <a:pt x="31903" y="11316"/>
                  </a:cubicBezTo>
                  <a:cubicBezTo>
                    <a:pt x="31747" y="11217"/>
                    <a:pt x="31846" y="11018"/>
                    <a:pt x="31761" y="10890"/>
                  </a:cubicBezTo>
                  <a:cubicBezTo>
                    <a:pt x="31619" y="10663"/>
                    <a:pt x="31534" y="10422"/>
                    <a:pt x="31520" y="10152"/>
                  </a:cubicBezTo>
                  <a:cubicBezTo>
                    <a:pt x="31477" y="9896"/>
                    <a:pt x="31364" y="9641"/>
                    <a:pt x="31165" y="9470"/>
                  </a:cubicBezTo>
                  <a:cubicBezTo>
                    <a:pt x="31023" y="8988"/>
                    <a:pt x="30838" y="8519"/>
                    <a:pt x="30625" y="8065"/>
                  </a:cubicBezTo>
                  <a:cubicBezTo>
                    <a:pt x="30554" y="7809"/>
                    <a:pt x="30469" y="7568"/>
                    <a:pt x="30384" y="7312"/>
                  </a:cubicBezTo>
                  <a:cubicBezTo>
                    <a:pt x="30128" y="6830"/>
                    <a:pt x="29915" y="6318"/>
                    <a:pt x="29560" y="5892"/>
                  </a:cubicBezTo>
                  <a:cubicBezTo>
                    <a:pt x="29546" y="5694"/>
                    <a:pt x="29390" y="5594"/>
                    <a:pt x="29305" y="5452"/>
                  </a:cubicBezTo>
                  <a:cubicBezTo>
                    <a:pt x="29149" y="5197"/>
                    <a:pt x="28879" y="5055"/>
                    <a:pt x="28780" y="4771"/>
                  </a:cubicBezTo>
                  <a:cubicBezTo>
                    <a:pt x="28694" y="4558"/>
                    <a:pt x="28552" y="4373"/>
                    <a:pt x="28354" y="4246"/>
                  </a:cubicBezTo>
                  <a:cubicBezTo>
                    <a:pt x="28339" y="4104"/>
                    <a:pt x="28197" y="4047"/>
                    <a:pt x="28126" y="3933"/>
                  </a:cubicBezTo>
                  <a:cubicBezTo>
                    <a:pt x="27970" y="3791"/>
                    <a:pt x="27857" y="3607"/>
                    <a:pt x="27786" y="3408"/>
                  </a:cubicBezTo>
                  <a:cubicBezTo>
                    <a:pt x="27516" y="3365"/>
                    <a:pt x="27416" y="3124"/>
                    <a:pt x="27232" y="2982"/>
                  </a:cubicBezTo>
                  <a:lnTo>
                    <a:pt x="27133" y="2854"/>
                  </a:lnTo>
                  <a:cubicBezTo>
                    <a:pt x="26962" y="2741"/>
                    <a:pt x="26806" y="2613"/>
                    <a:pt x="26636" y="2499"/>
                  </a:cubicBezTo>
                  <a:cubicBezTo>
                    <a:pt x="26508" y="2414"/>
                    <a:pt x="26352" y="2357"/>
                    <a:pt x="26281" y="2201"/>
                  </a:cubicBezTo>
                  <a:cubicBezTo>
                    <a:pt x="26153" y="2102"/>
                    <a:pt x="26025" y="2002"/>
                    <a:pt x="25912" y="1889"/>
                  </a:cubicBezTo>
                  <a:cubicBezTo>
                    <a:pt x="25812" y="1789"/>
                    <a:pt x="25656" y="1747"/>
                    <a:pt x="25514" y="1761"/>
                  </a:cubicBezTo>
                  <a:cubicBezTo>
                    <a:pt x="25500" y="1732"/>
                    <a:pt x="25500" y="1704"/>
                    <a:pt x="25500" y="1676"/>
                  </a:cubicBezTo>
                  <a:cubicBezTo>
                    <a:pt x="25471" y="1690"/>
                    <a:pt x="25429" y="1676"/>
                    <a:pt x="25400" y="1661"/>
                  </a:cubicBezTo>
                  <a:lnTo>
                    <a:pt x="25187" y="1448"/>
                  </a:lnTo>
                  <a:cubicBezTo>
                    <a:pt x="25088" y="1406"/>
                    <a:pt x="25017" y="1335"/>
                    <a:pt x="24974" y="1236"/>
                  </a:cubicBezTo>
                  <a:cubicBezTo>
                    <a:pt x="24889" y="1236"/>
                    <a:pt x="24804" y="1179"/>
                    <a:pt x="24761" y="1108"/>
                  </a:cubicBezTo>
                  <a:lnTo>
                    <a:pt x="24435" y="1108"/>
                  </a:lnTo>
                  <a:cubicBezTo>
                    <a:pt x="24435" y="1051"/>
                    <a:pt x="24435" y="980"/>
                    <a:pt x="24421" y="909"/>
                  </a:cubicBezTo>
                  <a:cubicBezTo>
                    <a:pt x="24392" y="909"/>
                    <a:pt x="24364" y="909"/>
                    <a:pt x="24336" y="909"/>
                  </a:cubicBezTo>
                  <a:cubicBezTo>
                    <a:pt x="24179" y="1008"/>
                    <a:pt x="24151" y="994"/>
                    <a:pt x="24108" y="795"/>
                  </a:cubicBezTo>
                  <a:lnTo>
                    <a:pt x="23924" y="795"/>
                  </a:lnTo>
                  <a:cubicBezTo>
                    <a:pt x="23924" y="753"/>
                    <a:pt x="23910" y="710"/>
                    <a:pt x="23881" y="682"/>
                  </a:cubicBezTo>
                  <a:lnTo>
                    <a:pt x="23881" y="682"/>
                  </a:lnTo>
                  <a:cubicBezTo>
                    <a:pt x="23824" y="625"/>
                    <a:pt x="23725" y="639"/>
                    <a:pt x="23668" y="582"/>
                  </a:cubicBezTo>
                  <a:cubicBezTo>
                    <a:pt x="23626" y="582"/>
                    <a:pt x="23597" y="582"/>
                    <a:pt x="23569" y="582"/>
                  </a:cubicBezTo>
                  <a:cubicBezTo>
                    <a:pt x="23526" y="540"/>
                    <a:pt x="23484" y="511"/>
                    <a:pt x="23441" y="483"/>
                  </a:cubicBezTo>
                  <a:cubicBezTo>
                    <a:pt x="23413" y="483"/>
                    <a:pt x="23370" y="483"/>
                    <a:pt x="23342" y="483"/>
                  </a:cubicBezTo>
                  <a:cubicBezTo>
                    <a:pt x="23228" y="369"/>
                    <a:pt x="23043" y="497"/>
                    <a:pt x="22916" y="369"/>
                  </a:cubicBezTo>
                  <a:lnTo>
                    <a:pt x="22916" y="369"/>
                  </a:lnTo>
                  <a:cubicBezTo>
                    <a:pt x="22873" y="341"/>
                    <a:pt x="22845" y="298"/>
                    <a:pt x="22802" y="270"/>
                  </a:cubicBezTo>
                  <a:cubicBezTo>
                    <a:pt x="22774" y="270"/>
                    <a:pt x="22731" y="270"/>
                    <a:pt x="22703" y="270"/>
                  </a:cubicBezTo>
                  <a:lnTo>
                    <a:pt x="22589" y="171"/>
                  </a:lnTo>
                  <a:lnTo>
                    <a:pt x="22589" y="171"/>
                  </a:lnTo>
                  <a:cubicBezTo>
                    <a:pt x="22461" y="85"/>
                    <a:pt x="22305" y="43"/>
                    <a:pt x="22163" y="57"/>
                  </a:cubicBezTo>
                  <a:cubicBezTo>
                    <a:pt x="22121" y="156"/>
                    <a:pt x="22035" y="227"/>
                    <a:pt x="21936" y="270"/>
                  </a:cubicBezTo>
                  <a:cubicBezTo>
                    <a:pt x="21893" y="242"/>
                    <a:pt x="21851" y="227"/>
                    <a:pt x="21794" y="213"/>
                  </a:cubicBezTo>
                  <a:cubicBezTo>
                    <a:pt x="21283" y="156"/>
                    <a:pt x="20772" y="156"/>
                    <a:pt x="20275" y="57"/>
                  </a:cubicBezTo>
                  <a:cubicBezTo>
                    <a:pt x="20218" y="29"/>
                    <a:pt x="20161" y="29"/>
                    <a:pt x="20119" y="57"/>
                  </a:cubicBezTo>
                  <a:cubicBezTo>
                    <a:pt x="19877" y="213"/>
                    <a:pt x="19664" y="71"/>
                    <a:pt x="19451" y="29"/>
                  </a:cubicBezTo>
                  <a:cubicBezTo>
                    <a:pt x="19281" y="0"/>
                    <a:pt x="19111" y="0"/>
                    <a:pt x="18940" y="29"/>
                  </a:cubicBezTo>
                  <a:cubicBezTo>
                    <a:pt x="18429" y="128"/>
                    <a:pt x="17904" y="171"/>
                    <a:pt x="17393" y="171"/>
                  </a:cubicBezTo>
                  <a:cubicBezTo>
                    <a:pt x="17123" y="142"/>
                    <a:pt x="16853" y="171"/>
                    <a:pt x="16583" y="242"/>
                  </a:cubicBezTo>
                  <a:cubicBezTo>
                    <a:pt x="16314" y="313"/>
                    <a:pt x="16030" y="355"/>
                    <a:pt x="15746" y="369"/>
                  </a:cubicBezTo>
                  <a:cubicBezTo>
                    <a:pt x="15348" y="412"/>
                    <a:pt x="14965" y="455"/>
                    <a:pt x="14581" y="497"/>
                  </a:cubicBezTo>
                  <a:cubicBezTo>
                    <a:pt x="14539" y="497"/>
                    <a:pt x="14496" y="554"/>
                    <a:pt x="14454" y="597"/>
                  </a:cubicBezTo>
                  <a:lnTo>
                    <a:pt x="14454" y="597"/>
                  </a:lnTo>
                  <a:cubicBezTo>
                    <a:pt x="14340" y="597"/>
                    <a:pt x="14212" y="625"/>
                    <a:pt x="14127" y="497"/>
                  </a:cubicBezTo>
                  <a:lnTo>
                    <a:pt x="14042" y="497"/>
                  </a:lnTo>
                  <a:lnTo>
                    <a:pt x="13928" y="597"/>
                  </a:lnTo>
                  <a:cubicBezTo>
                    <a:pt x="13886" y="639"/>
                    <a:pt x="13843" y="682"/>
                    <a:pt x="13801" y="696"/>
                  </a:cubicBezTo>
                  <a:cubicBezTo>
                    <a:pt x="13233" y="767"/>
                    <a:pt x="12693" y="895"/>
                    <a:pt x="12154" y="1079"/>
                  </a:cubicBezTo>
                  <a:cubicBezTo>
                    <a:pt x="11898" y="1193"/>
                    <a:pt x="11614" y="1250"/>
                    <a:pt x="11330" y="1250"/>
                  </a:cubicBezTo>
                  <a:cubicBezTo>
                    <a:pt x="11330" y="1292"/>
                    <a:pt x="11316" y="1307"/>
                    <a:pt x="11316" y="1349"/>
                  </a:cubicBezTo>
                  <a:lnTo>
                    <a:pt x="11103" y="1363"/>
                  </a:lnTo>
                  <a:lnTo>
                    <a:pt x="10862" y="1534"/>
                  </a:lnTo>
                  <a:cubicBezTo>
                    <a:pt x="10734" y="1534"/>
                    <a:pt x="10620" y="1576"/>
                    <a:pt x="10521" y="1661"/>
                  </a:cubicBezTo>
                  <a:cubicBezTo>
                    <a:pt x="10421" y="1747"/>
                    <a:pt x="10279" y="1789"/>
                    <a:pt x="10137" y="1789"/>
                  </a:cubicBezTo>
                  <a:cubicBezTo>
                    <a:pt x="10123" y="1818"/>
                    <a:pt x="10123" y="1860"/>
                    <a:pt x="10137" y="1889"/>
                  </a:cubicBezTo>
                  <a:cubicBezTo>
                    <a:pt x="9924" y="2045"/>
                    <a:pt x="9626" y="2073"/>
                    <a:pt x="9470" y="2315"/>
                  </a:cubicBezTo>
                  <a:cubicBezTo>
                    <a:pt x="9399" y="2357"/>
                    <a:pt x="9342" y="2400"/>
                    <a:pt x="9271" y="2442"/>
                  </a:cubicBezTo>
                  <a:cubicBezTo>
                    <a:pt x="9186" y="2542"/>
                    <a:pt x="9101" y="2627"/>
                    <a:pt x="9030" y="2726"/>
                  </a:cubicBezTo>
                  <a:lnTo>
                    <a:pt x="9030" y="2726"/>
                  </a:lnTo>
                  <a:cubicBezTo>
                    <a:pt x="8916" y="2769"/>
                    <a:pt x="8803" y="2812"/>
                    <a:pt x="8703" y="2897"/>
                  </a:cubicBezTo>
                  <a:cubicBezTo>
                    <a:pt x="8533" y="2996"/>
                    <a:pt x="8405" y="3181"/>
                    <a:pt x="8178" y="3195"/>
                  </a:cubicBezTo>
                  <a:cubicBezTo>
                    <a:pt x="8121" y="3308"/>
                    <a:pt x="7994" y="3394"/>
                    <a:pt x="7866" y="3422"/>
                  </a:cubicBezTo>
                  <a:cubicBezTo>
                    <a:pt x="7866" y="3450"/>
                    <a:pt x="7866" y="3479"/>
                    <a:pt x="7866" y="3521"/>
                  </a:cubicBezTo>
                  <a:lnTo>
                    <a:pt x="7724" y="3706"/>
                  </a:lnTo>
                  <a:lnTo>
                    <a:pt x="7724" y="3706"/>
                  </a:lnTo>
                  <a:lnTo>
                    <a:pt x="7610" y="3820"/>
                  </a:lnTo>
                  <a:lnTo>
                    <a:pt x="7639" y="3848"/>
                  </a:lnTo>
                  <a:lnTo>
                    <a:pt x="7639" y="3848"/>
                  </a:lnTo>
                  <a:lnTo>
                    <a:pt x="7624" y="3805"/>
                  </a:lnTo>
                  <a:cubicBezTo>
                    <a:pt x="7582" y="3848"/>
                    <a:pt x="7553" y="3876"/>
                    <a:pt x="7511" y="3919"/>
                  </a:cubicBezTo>
                  <a:cubicBezTo>
                    <a:pt x="7213" y="4047"/>
                    <a:pt x="6986" y="4274"/>
                    <a:pt x="6858" y="4572"/>
                  </a:cubicBezTo>
                  <a:lnTo>
                    <a:pt x="6687" y="4615"/>
                  </a:lnTo>
                  <a:cubicBezTo>
                    <a:pt x="6673" y="4671"/>
                    <a:pt x="6659" y="4728"/>
                    <a:pt x="6645" y="4785"/>
                  </a:cubicBezTo>
                  <a:lnTo>
                    <a:pt x="6673" y="4813"/>
                  </a:lnTo>
                  <a:lnTo>
                    <a:pt x="6673" y="4813"/>
                  </a:lnTo>
                  <a:lnTo>
                    <a:pt x="6645" y="4785"/>
                  </a:lnTo>
                  <a:cubicBezTo>
                    <a:pt x="6588" y="4799"/>
                    <a:pt x="6545" y="4842"/>
                    <a:pt x="6531" y="4884"/>
                  </a:cubicBezTo>
                  <a:cubicBezTo>
                    <a:pt x="6418" y="4913"/>
                    <a:pt x="6332" y="4970"/>
                    <a:pt x="6261" y="5055"/>
                  </a:cubicBezTo>
                  <a:cubicBezTo>
                    <a:pt x="5963" y="5396"/>
                    <a:pt x="5637" y="5722"/>
                    <a:pt x="5268" y="6006"/>
                  </a:cubicBezTo>
                  <a:cubicBezTo>
                    <a:pt x="4984" y="6191"/>
                    <a:pt x="4756" y="6446"/>
                    <a:pt x="4586" y="6744"/>
                  </a:cubicBezTo>
                  <a:cubicBezTo>
                    <a:pt x="4458" y="6872"/>
                    <a:pt x="4345" y="7071"/>
                    <a:pt x="4174" y="7114"/>
                  </a:cubicBezTo>
                  <a:cubicBezTo>
                    <a:pt x="3933" y="7185"/>
                    <a:pt x="3919" y="7440"/>
                    <a:pt x="3734" y="7525"/>
                  </a:cubicBezTo>
                  <a:cubicBezTo>
                    <a:pt x="3706" y="7525"/>
                    <a:pt x="3677" y="7525"/>
                    <a:pt x="3635" y="7525"/>
                  </a:cubicBezTo>
                  <a:cubicBezTo>
                    <a:pt x="3621" y="7639"/>
                    <a:pt x="3550" y="7724"/>
                    <a:pt x="3436" y="7752"/>
                  </a:cubicBezTo>
                  <a:cubicBezTo>
                    <a:pt x="3408" y="7838"/>
                    <a:pt x="3365" y="7923"/>
                    <a:pt x="3322" y="7994"/>
                  </a:cubicBezTo>
                  <a:cubicBezTo>
                    <a:pt x="3067" y="8335"/>
                    <a:pt x="2840" y="8689"/>
                    <a:pt x="2627" y="9059"/>
                  </a:cubicBezTo>
                  <a:cubicBezTo>
                    <a:pt x="2471" y="9371"/>
                    <a:pt x="2258" y="9655"/>
                    <a:pt x="2016" y="9911"/>
                  </a:cubicBezTo>
                  <a:cubicBezTo>
                    <a:pt x="1988" y="10081"/>
                    <a:pt x="1832" y="10237"/>
                    <a:pt x="1903" y="10436"/>
                  </a:cubicBezTo>
                  <a:cubicBezTo>
                    <a:pt x="1817" y="10663"/>
                    <a:pt x="1604" y="10819"/>
                    <a:pt x="1576" y="11075"/>
                  </a:cubicBezTo>
                  <a:cubicBezTo>
                    <a:pt x="1576" y="11089"/>
                    <a:pt x="1505" y="11103"/>
                    <a:pt x="1477" y="11117"/>
                  </a:cubicBezTo>
                  <a:cubicBezTo>
                    <a:pt x="1420" y="11430"/>
                    <a:pt x="1335" y="11742"/>
                    <a:pt x="1235" y="12040"/>
                  </a:cubicBezTo>
                  <a:cubicBezTo>
                    <a:pt x="980" y="12054"/>
                    <a:pt x="1150" y="12310"/>
                    <a:pt x="1022" y="12395"/>
                  </a:cubicBezTo>
                  <a:cubicBezTo>
                    <a:pt x="1037" y="12438"/>
                    <a:pt x="1037" y="12466"/>
                    <a:pt x="1022" y="12495"/>
                  </a:cubicBezTo>
                  <a:cubicBezTo>
                    <a:pt x="966" y="12566"/>
                    <a:pt x="980" y="12651"/>
                    <a:pt x="923" y="12722"/>
                  </a:cubicBezTo>
                  <a:cubicBezTo>
                    <a:pt x="795" y="13133"/>
                    <a:pt x="682" y="13574"/>
                    <a:pt x="611" y="14014"/>
                  </a:cubicBezTo>
                  <a:cubicBezTo>
                    <a:pt x="469" y="14866"/>
                    <a:pt x="0" y="15718"/>
                    <a:pt x="383" y="16626"/>
                  </a:cubicBezTo>
                  <a:lnTo>
                    <a:pt x="383" y="16626"/>
                  </a:lnTo>
                  <a:lnTo>
                    <a:pt x="383" y="16626"/>
                  </a:lnTo>
                  <a:lnTo>
                    <a:pt x="383" y="16626"/>
                  </a:lnTo>
                  <a:cubicBezTo>
                    <a:pt x="383" y="16626"/>
                    <a:pt x="369" y="16640"/>
                    <a:pt x="355" y="16655"/>
                  </a:cubicBezTo>
                  <a:cubicBezTo>
                    <a:pt x="355" y="16683"/>
                    <a:pt x="355" y="16697"/>
                    <a:pt x="383" y="16726"/>
                  </a:cubicBezTo>
                  <a:lnTo>
                    <a:pt x="383" y="16726"/>
                  </a:lnTo>
                  <a:cubicBezTo>
                    <a:pt x="540" y="16896"/>
                    <a:pt x="312" y="17166"/>
                    <a:pt x="554" y="17294"/>
                  </a:cubicBezTo>
                  <a:cubicBezTo>
                    <a:pt x="568" y="17294"/>
                    <a:pt x="582" y="17294"/>
                    <a:pt x="596" y="17279"/>
                  </a:cubicBezTo>
                  <a:cubicBezTo>
                    <a:pt x="582" y="17393"/>
                    <a:pt x="611" y="17521"/>
                    <a:pt x="696" y="17606"/>
                  </a:cubicBezTo>
                  <a:cubicBezTo>
                    <a:pt x="738" y="17876"/>
                    <a:pt x="696" y="18160"/>
                    <a:pt x="596" y="18415"/>
                  </a:cubicBezTo>
                  <a:cubicBezTo>
                    <a:pt x="582" y="18472"/>
                    <a:pt x="582" y="18515"/>
                    <a:pt x="596" y="18571"/>
                  </a:cubicBezTo>
                  <a:cubicBezTo>
                    <a:pt x="568" y="18586"/>
                    <a:pt x="554" y="18600"/>
                    <a:pt x="554" y="18628"/>
                  </a:cubicBezTo>
                  <a:cubicBezTo>
                    <a:pt x="568" y="18799"/>
                    <a:pt x="483" y="18969"/>
                    <a:pt x="611" y="19111"/>
                  </a:cubicBezTo>
                  <a:lnTo>
                    <a:pt x="611" y="19111"/>
                  </a:lnTo>
                  <a:cubicBezTo>
                    <a:pt x="653" y="19338"/>
                    <a:pt x="426" y="19551"/>
                    <a:pt x="611" y="19778"/>
                  </a:cubicBezTo>
                  <a:lnTo>
                    <a:pt x="611" y="19764"/>
                  </a:lnTo>
                  <a:cubicBezTo>
                    <a:pt x="639" y="19807"/>
                    <a:pt x="667" y="19849"/>
                    <a:pt x="710" y="19878"/>
                  </a:cubicBezTo>
                  <a:lnTo>
                    <a:pt x="710" y="19878"/>
                  </a:lnTo>
                  <a:cubicBezTo>
                    <a:pt x="738" y="20133"/>
                    <a:pt x="554" y="20389"/>
                    <a:pt x="710" y="20644"/>
                  </a:cubicBezTo>
                  <a:cubicBezTo>
                    <a:pt x="767" y="20701"/>
                    <a:pt x="753" y="20786"/>
                    <a:pt x="809" y="20857"/>
                  </a:cubicBezTo>
                  <a:cubicBezTo>
                    <a:pt x="824" y="20886"/>
                    <a:pt x="824" y="20914"/>
                    <a:pt x="824" y="20942"/>
                  </a:cubicBezTo>
                  <a:cubicBezTo>
                    <a:pt x="966" y="21226"/>
                    <a:pt x="951" y="21539"/>
                    <a:pt x="1037" y="21837"/>
                  </a:cubicBezTo>
                  <a:cubicBezTo>
                    <a:pt x="1065" y="21851"/>
                    <a:pt x="1093" y="21865"/>
                    <a:pt x="1122" y="21851"/>
                  </a:cubicBezTo>
                  <a:lnTo>
                    <a:pt x="1122" y="21851"/>
                  </a:lnTo>
                  <a:cubicBezTo>
                    <a:pt x="1136" y="21908"/>
                    <a:pt x="1178" y="21936"/>
                    <a:pt x="1235" y="21950"/>
                  </a:cubicBezTo>
                  <a:lnTo>
                    <a:pt x="1235" y="21950"/>
                  </a:lnTo>
                  <a:cubicBezTo>
                    <a:pt x="1249" y="22078"/>
                    <a:pt x="1249" y="22220"/>
                    <a:pt x="1264" y="22348"/>
                  </a:cubicBezTo>
                  <a:lnTo>
                    <a:pt x="1349" y="22376"/>
                  </a:lnTo>
                  <a:lnTo>
                    <a:pt x="1363" y="22575"/>
                  </a:lnTo>
                  <a:lnTo>
                    <a:pt x="1462" y="22689"/>
                  </a:lnTo>
                  <a:cubicBezTo>
                    <a:pt x="1448" y="22774"/>
                    <a:pt x="1477" y="22873"/>
                    <a:pt x="1548" y="22930"/>
                  </a:cubicBezTo>
                  <a:lnTo>
                    <a:pt x="1548" y="22930"/>
                  </a:lnTo>
                  <a:lnTo>
                    <a:pt x="1590" y="23214"/>
                  </a:lnTo>
                  <a:cubicBezTo>
                    <a:pt x="1619" y="23228"/>
                    <a:pt x="1647" y="23228"/>
                    <a:pt x="1675" y="23228"/>
                  </a:cubicBezTo>
                  <a:cubicBezTo>
                    <a:pt x="1690" y="23285"/>
                    <a:pt x="1718" y="23328"/>
                    <a:pt x="1775" y="23356"/>
                  </a:cubicBezTo>
                  <a:cubicBezTo>
                    <a:pt x="1789" y="23413"/>
                    <a:pt x="1789" y="23484"/>
                    <a:pt x="1803" y="23541"/>
                  </a:cubicBezTo>
                  <a:lnTo>
                    <a:pt x="1917" y="23654"/>
                  </a:lnTo>
                  <a:lnTo>
                    <a:pt x="2016" y="23768"/>
                  </a:lnTo>
                  <a:cubicBezTo>
                    <a:pt x="2087" y="23825"/>
                    <a:pt x="2116" y="23910"/>
                    <a:pt x="2116" y="23995"/>
                  </a:cubicBezTo>
                  <a:cubicBezTo>
                    <a:pt x="2229" y="24066"/>
                    <a:pt x="2229" y="24180"/>
                    <a:pt x="2243" y="24307"/>
                  </a:cubicBezTo>
                  <a:lnTo>
                    <a:pt x="2329" y="24322"/>
                  </a:lnTo>
                  <a:cubicBezTo>
                    <a:pt x="2314" y="24364"/>
                    <a:pt x="2314" y="24393"/>
                    <a:pt x="2329" y="24435"/>
                  </a:cubicBezTo>
                  <a:cubicBezTo>
                    <a:pt x="2456" y="24535"/>
                    <a:pt x="2542" y="24691"/>
                    <a:pt x="2542" y="24861"/>
                  </a:cubicBezTo>
                  <a:lnTo>
                    <a:pt x="2726" y="24875"/>
                  </a:lnTo>
                  <a:cubicBezTo>
                    <a:pt x="2896" y="25145"/>
                    <a:pt x="3053" y="25429"/>
                    <a:pt x="3195" y="25727"/>
                  </a:cubicBezTo>
                  <a:cubicBezTo>
                    <a:pt x="3237" y="25741"/>
                    <a:pt x="3280" y="25784"/>
                    <a:pt x="3294" y="25841"/>
                  </a:cubicBezTo>
                  <a:cubicBezTo>
                    <a:pt x="3365" y="25883"/>
                    <a:pt x="3422" y="25969"/>
                    <a:pt x="3408" y="26054"/>
                  </a:cubicBezTo>
                  <a:cubicBezTo>
                    <a:pt x="3564" y="26153"/>
                    <a:pt x="3677" y="26309"/>
                    <a:pt x="3734" y="26480"/>
                  </a:cubicBezTo>
                  <a:lnTo>
                    <a:pt x="3905" y="26607"/>
                  </a:lnTo>
                  <a:cubicBezTo>
                    <a:pt x="3919" y="26650"/>
                    <a:pt x="3933" y="26678"/>
                    <a:pt x="3947" y="26707"/>
                  </a:cubicBezTo>
                  <a:cubicBezTo>
                    <a:pt x="3947" y="26749"/>
                    <a:pt x="3933" y="26778"/>
                    <a:pt x="3933" y="26820"/>
                  </a:cubicBezTo>
                  <a:cubicBezTo>
                    <a:pt x="4075" y="26891"/>
                    <a:pt x="4188" y="27005"/>
                    <a:pt x="4259" y="27133"/>
                  </a:cubicBezTo>
                  <a:cubicBezTo>
                    <a:pt x="4345" y="27190"/>
                    <a:pt x="4387" y="27261"/>
                    <a:pt x="4387" y="27346"/>
                  </a:cubicBezTo>
                  <a:cubicBezTo>
                    <a:pt x="4444" y="27403"/>
                    <a:pt x="4487" y="27474"/>
                    <a:pt x="4487" y="27559"/>
                  </a:cubicBezTo>
                  <a:cubicBezTo>
                    <a:pt x="4529" y="27559"/>
                    <a:pt x="4558" y="27559"/>
                    <a:pt x="4586" y="27559"/>
                  </a:cubicBezTo>
                  <a:lnTo>
                    <a:pt x="4600" y="27658"/>
                  </a:lnTo>
                  <a:lnTo>
                    <a:pt x="4700" y="27772"/>
                  </a:lnTo>
                  <a:lnTo>
                    <a:pt x="4799" y="27899"/>
                  </a:lnTo>
                  <a:lnTo>
                    <a:pt x="4913" y="28013"/>
                  </a:lnTo>
                  <a:cubicBezTo>
                    <a:pt x="5012" y="28041"/>
                    <a:pt x="5097" y="28112"/>
                    <a:pt x="5140" y="28212"/>
                  </a:cubicBezTo>
                  <a:lnTo>
                    <a:pt x="5253" y="28311"/>
                  </a:lnTo>
                  <a:cubicBezTo>
                    <a:pt x="5367" y="28311"/>
                    <a:pt x="5466" y="28411"/>
                    <a:pt x="5466" y="28538"/>
                  </a:cubicBezTo>
                  <a:lnTo>
                    <a:pt x="5580" y="28638"/>
                  </a:lnTo>
                  <a:cubicBezTo>
                    <a:pt x="5665" y="28680"/>
                    <a:pt x="5750" y="28751"/>
                    <a:pt x="5793" y="28851"/>
                  </a:cubicBezTo>
                  <a:lnTo>
                    <a:pt x="5892" y="28964"/>
                  </a:lnTo>
                  <a:lnTo>
                    <a:pt x="6006" y="29064"/>
                  </a:lnTo>
                  <a:cubicBezTo>
                    <a:pt x="6176" y="29092"/>
                    <a:pt x="6318" y="29234"/>
                    <a:pt x="6332" y="29404"/>
                  </a:cubicBezTo>
                  <a:cubicBezTo>
                    <a:pt x="6545" y="29518"/>
                    <a:pt x="6631" y="29759"/>
                    <a:pt x="6858" y="29845"/>
                  </a:cubicBezTo>
                  <a:lnTo>
                    <a:pt x="7213" y="30271"/>
                  </a:lnTo>
                  <a:cubicBezTo>
                    <a:pt x="7340" y="30342"/>
                    <a:pt x="7440" y="30498"/>
                    <a:pt x="7610" y="30512"/>
                  </a:cubicBezTo>
                  <a:lnTo>
                    <a:pt x="7752" y="30696"/>
                  </a:lnTo>
                  <a:cubicBezTo>
                    <a:pt x="7837" y="30696"/>
                    <a:pt x="7923" y="30725"/>
                    <a:pt x="7951" y="30824"/>
                  </a:cubicBezTo>
                  <a:cubicBezTo>
                    <a:pt x="8107" y="30881"/>
                    <a:pt x="8207" y="31037"/>
                    <a:pt x="8377" y="31066"/>
                  </a:cubicBezTo>
                  <a:lnTo>
                    <a:pt x="8377" y="31066"/>
                  </a:lnTo>
                  <a:cubicBezTo>
                    <a:pt x="8434" y="31151"/>
                    <a:pt x="8576" y="31137"/>
                    <a:pt x="8604" y="31250"/>
                  </a:cubicBezTo>
                  <a:lnTo>
                    <a:pt x="8902" y="31264"/>
                  </a:lnTo>
                  <a:lnTo>
                    <a:pt x="8902" y="31264"/>
                  </a:lnTo>
                  <a:cubicBezTo>
                    <a:pt x="9030" y="31492"/>
                    <a:pt x="9229" y="31676"/>
                    <a:pt x="9470" y="31804"/>
                  </a:cubicBezTo>
                  <a:cubicBezTo>
                    <a:pt x="9570" y="31847"/>
                    <a:pt x="9655" y="31918"/>
                    <a:pt x="9697" y="32003"/>
                  </a:cubicBezTo>
                  <a:cubicBezTo>
                    <a:pt x="9797" y="32045"/>
                    <a:pt x="9882" y="32102"/>
                    <a:pt x="9981" y="32130"/>
                  </a:cubicBezTo>
                  <a:cubicBezTo>
                    <a:pt x="10066" y="32159"/>
                    <a:pt x="10123" y="32230"/>
                    <a:pt x="10137" y="32329"/>
                  </a:cubicBezTo>
                  <a:cubicBezTo>
                    <a:pt x="10322" y="32372"/>
                    <a:pt x="10492" y="32414"/>
                    <a:pt x="10677" y="32485"/>
                  </a:cubicBezTo>
                  <a:cubicBezTo>
                    <a:pt x="10720" y="32514"/>
                    <a:pt x="10748" y="32599"/>
                    <a:pt x="10791" y="32642"/>
                  </a:cubicBezTo>
                  <a:lnTo>
                    <a:pt x="11089" y="32670"/>
                  </a:lnTo>
                  <a:lnTo>
                    <a:pt x="11089" y="32670"/>
                  </a:lnTo>
                  <a:lnTo>
                    <a:pt x="11089" y="32784"/>
                  </a:lnTo>
                  <a:lnTo>
                    <a:pt x="11202" y="32784"/>
                  </a:lnTo>
                  <a:lnTo>
                    <a:pt x="11202" y="32784"/>
                  </a:lnTo>
                  <a:cubicBezTo>
                    <a:pt x="11231" y="32784"/>
                    <a:pt x="11259" y="32798"/>
                    <a:pt x="11302" y="32798"/>
                  </a:cubicBezTo>
                  <a:cubicBezTo>
                    <a:pt x="11344" y="32869"/>
                    <a:pt x="11415" y="32911"/>
                    <a:pt x="11515" y="32911"/>
                  </a:cubicBezTo>
                  <a:lnTo>
                    <a:pt x="11515" y="32911"/>
                  </a:lnTo>
                  <a:cubicBezTo>
                    <a:pt x="11515" y="32940"/>
                    <a:pt x="11515" y="32968"/>
                    <a:pt x="11529" y="32997"/>
                  </a:cubicBezTo>
                  <a:cubicBezTo>
                    <a:pt x="11756" y="33082"/>
                    <a:pt x="12012" y="33124"/>
                    <a:pt x="12253" y="33110"/>
                  </a:cubicBezTo>
                  <a:cubicBezTo>
                    <a:pt x="12253" y="33110"/>
                    <a:pt x="12253" y="33124"/>
                    <a:pt x="12253" y="33139"/>
                  </a:cubicBezTo>
                  <a:cubicBezTo>
                    <a:pt x="12253" y="33167"/>
                    <a:pt x="12267" y="33195"/>
                    <a:pt x="12281" y="33224"/>
                  </a:cubicBezTo>
                  <a:lnTo>
                    <a:pt x="12281" y="33224"/>
                  </a:lnTo>
                  <a:cubicBezTo>
                    <a:pt x="12324" y="33252"/>
                    <a:pt x="12352" y="33295"/>
                    <a:pt x="12395" y="33323"/>
                  </a:cubicBezTo>
                  <a:lnTo>
                    <a:pt x="12395" y="33323"/>
                  </a:lnTo>
                  <a:cubicBezTo>
                    <a:pt x="12452" y="33394"/>
                    <a:pt x="12551" y="33366"/>
                    <a:pt x="12622" y="33437"/>
                  </a:cubicBezTo>
                  <a:lnTo>
                    <a:pt x="12835" y="33437"/>
                  </a:lnTo>
                  <a:lnTo>
                    <a:pt x="13062" y="33423"/>
                  </a:lnTo>
                  <a:lnTo>
                    <a:pt x="13105" y="33423"/>
                  </a:lnTo>
                  <a:lnTo>
                    <a:pt x="13147" y="33423"/>
                  </a:lnTo>
                  <a:lnTo>
                    <a:pt x="13147" y="33423"/>
                  </a:lnTo>
                  <a:cubicBezTo>
                    <a:pt x="13304" y="33479"/>
                    <a:pt x="13446" y="33550"/>
                    <a:pt x="13602" y="33593"/>
                  </a:cubicBezTo>
                  <a:cubicBezTo>
                    <a:pt x="13772" y="33650"/>
                    <a:pt x="13943" y="33664"/>
                    <a:pt x="14127" y="33635"/>
                  </a:cubicBezTo>
                  <a:cubicBezTo>
                    <a:pt x="14198" y="33621"/>
                    <a:pt x="14255" y="33579"/>
                    <a:pt x="14283" y="33508"/>
                  </a:cubicBezTo>
                  <a:cubicBezTo>
                    <a:pt x="14312" y="33437"/>
                    <a:pt x="14212" y="33323"/>
                    <a:pt x="14354" y="33281"/>
                  </a:cubicBezTo>
                  <a:lnTo>
                    <a:pt x="14979" y="33550"/>
                  </a:lnTo>
                  <a:cubicBezTo>
                    <a:pt x="14979" y="33607"/>
                    <a:pt x="15007" y="33664"/>
                    <a:pt x="15078" y="33692"/>
                  </a:cubicBezTo>
                  <a:cubicBezTo>
                    <a:pt x="15419" y="33848"/>
                    <a:pt x="15817" y="33919"/>
                    <a:pt x="16200" y="33863"/>
                  </a:cubicBezTo>
                  <a:lnTo>
                    <a:pt x="16200" y="33863"/>
                  </a:lnTo>
                  <a:cubicBezTo>
                    <a:pt x="16527" y="34033"/>
                    <a:pt x="16853" y="33919"/>
                    <a:pt x="17180" y="33863"/>
                  </a:cubicBezTo>
                  <a:lnTo>
                    <a:pt x="17222" y="33863"/>
                  </a:lnTo>
                  <a:lnTo>
                    <a:pt x="17265" y="33877"/>
                  </a:lnTo>
                  <a:cubicBezTo>
                    <a:pt x="17393" y="33763"/>
                    <a:pt x="17591" y="33891"/>
                    <a:pt x="17719" y="33763"/>
                  </a:cubicBezTo>
                  <a:lnTo>
                    <a:pt x="17719" y="33763"/>
                  </a:lnTo>
                  <a:cubicBezTo>
                    <a:pt x="17776" y="33721"/>
                    <a:pt x="17890" y="33735"/>
                    <a:pt x="17946" y="33678"/>
                  </a:cubicBezTo>
                  <a:cubicBezTo>
                    <a:pt x="18188" y="33806"/>
                    <a:pt x="18415" y="33863"/>
                    <a:pt x="18656" y="33635"/>
                  </a:cubicBezTo>
                  <a:cubicBezTo>
                    <a:pt x="18685" y="33607"/>
                    <a:pt x="18756" y="33593"/>
                    <a:pt x="18798" y="33579"/>
                  </a:cubicBezTo>
                  <a:cubicBezTo>
                    <a:pt x="18827" y="33593"/>
                    <a:pt x="18869" y="33635"/>
                    <a:pt x="18883" y="33635"/>
                  </a:cubicBezTo>
                  <a:cubicBezTo>
                    <a:pt x="19224" y="33493"/>
                    <a:pt x="19608" y="33423"/>
                    <a:pt x="19977" y="33423"/>
                  </a:cubicBezTo>
                  <a:cubicBezTo>
                    <a:pt x="20034" y="33408"/>
                    <a:pt x="20076" y="33394"/>
                    <a:pt x="20119" y="33352"/>
                  </a:cubicBezTo>
                  <a:cubicBezTo>
                    <a:pt x="20218" y="33394"/>
                    <a:pt x="20289" y="33550"/>
                    <a:pt x="20431" y="33408"/>
                  </a:cubicBezTo>
                  <a:cubicBezTo>
                    <a:pt x="20545" y="33323"/>
                    <a:pt x="20672" y="33266"/>
                    <a:pt x="20814" y="33281"/>
                  </a:cubicBezTo>
                  <a:cubicBezTo>
                    <a:pt x="20956" y="33295"/>
                    <a:pt x="21098" y="33238"/>
                    <a:pt x="21198" y="33124"/>
                  </a:cubicBezTo>
                  <a:lnTo>
                    <a:pt x="21198" y="33124"/>
                  </a:lnTo>
                  <a:cubicBezTo>
                    <a:pt x="21297" y="33110"/>
                    <a:pt x="21411" y="33238"/>
                    <a:pt x="21524" y="33124"/>
                  </a:cubicBezTo>
                  <a:lnTo>
                    <a:pt x="21737" y="33124"/>
                  </a:lnTo>
                  <a:lnTo>
                    <a:pt x="21950" y="33110"/>
                  </a:lnTo>
                  <a:cubicBezTo>
                    <a:pt x="22007" y="33181"/>
                    <a:pt x="22121" y="33167"/>
                    <a:pt x="22163" y="33096"/>
                  </a:cubicBezTo>
                  <a:cubicBezTo>
                    <a:pt x="22163" y="33068"/>
                    <a:pt x="22163" y="33039"/>
                    <a:pt x="22163" y="32997"/>
                  </a:cubicBezTo>
                  <a:cubicBezTo>
                    <a:pt x="22319" y="32869"/>
                    <a:pt x="22547" y="33025"/>
                    <a:pt x="22703" y="32897"/>
                  </a:cubicBezTo>
                  <a:lnTo>
                    <a:pt x="22703" y="32897"/>
                  </a:lnTo>
                  <a:cubicBezTo>
                    <a:pt x="22760" y="32826"/>
                    <a:pt x="22859" y="32855"/>
                    <a:pt x="22916" y="32769"/>
                  </a:cubicBezTo>
                  <a:cubicBezTo>
                    <a:pt x="22916" y="32741"/>
                    <a:pt x="22916" y="32698"/>
                    <a:pt x="22930" y="32670"/>
                  </a:cubicBezTo>
                  <a:cubicBezTo>
                    <a:pt x="22958" y="32642"/>
                    <a:pt x="23015" y="32642"/>
                    <a:pt x="23043" y="32670"/>
                  </a:cubicBezTo>
                  <a:lnTo>
                    <a:pt x="23086" y="32670"/>
                  </a:lnTo>
                  <a:lnTo>
                    <a:pt x="23143" y="32670"/>
                  </a:lnTo>
                  <a:cubicBezTo>
                    <a:pt x="23157" y="32713"/>
                    <a:pt x="23214" y="32713"/>
                    <a:pt x="23242" y="32670"/>
                  </a:cubicBezTo>
                  <a:lnTo>
                    <a:pt x="23242" y="32670"/>
                  </a:lnTo>
                  <a:cubicBezTo>
                    <a:pt x="23299" y="32613"/>
                    <a:pt x="23413" y="32627"/>
                    <a:pt x="23455" y="32556"/>
                  </a:cubicBezTo>
                  <a:cubicBezTo>
                    <a:pt x="23455" y="32514"/>
                    <a:pt x="23455" y="32485"/>
                    <a:pt x="23469" y="32457"/>
                  </a:cubicBezTo>
                  <a:cubicBezTo>
                    <a:pt x="23512" y="32414"/>
                    <a:pt x="23526" y="32343"/>
                    <a:pt x="23512" y="32287"/>
                  </a:cubicBezTo>
                  <a:cubicBezTo>
                    <a:pt x="23555" y="32329"/>
                    <a:pt x="23583" y="32400"/>
                    <a:pt x="23583" y="32457"/>
                  </a:cubicBezTo>
                  <a:lnTo>
                    <a:pt x="23782" y="32457"/>
                  </a:lnTo>
                  <a:cubicBezTo>
                    <a:pt x="23782" y="32343"/>
                    <a:pt x="23881" y="32244"/>
                    <a:pt x="24009" y="32258"/>
                  </a:cubicBezTo>
                  <a:cubicBezTo>
                    <a:pt x="24009" y="32216"/>
                    <a:pt x="24009" y="32173"/>
                    <a:pt x="24009" y="32145"/>
                  </a:cubicBezTo>
                  <a:cubicBezTo>
                    <a:pt x="24094" y="32088"/>
                    <a:pt x="24194" y="32045"/>
                    <a:pt x="24222" y="31932"/>
                  </a:cubicBezTo>
                  <a:lnTo>
                    <a:pt x="24222" y="31932"/>
                  </a:lnTo>
                  <a:cubicBezTo>
                    <a:pt x="24336" y="31832"/>
                    <a:pt x="24421" y="31903"/>
                    <a:pt x="24506" y="31974"/>
                  </a:cubicBezTo>
                  <a:cubicBezTo>
                    <a:pt x="24676" y="31832"/>
                    <a:pt x="24903" y="31932"/>
                    <a:pt x="25088" y="31804"/>
                  </a:cubicBezTo>
                  <a:cubicBezTo>
                    <a:pt x="25088" y="31776"/>
                    <a:pt x="25088" y="31747"/>
                    <a:pt x="25102" y="31719"/>
                  </a:cubicBezTo>
                  <a:lnTo>
                    <a:pt x="25301" y="31719"/>
                  </a:lnTo>
                  <a:lnTo>
                    <a:pt x="25301" y="31619"/>
                  </a:lnTo>
                  <a:lnTo>
                    <a:pt x="25301" y="31619"/>
                  </a:lnTo>
                  <a:lnTo>
                    <a:pt x="25301" y="31619"/>
                  </a:lnTo>
                  <a:cubicBezTo>
                    <a:pt x="25344" y="31634"/>
                    <a:pt x="25372" y="31634"/>
                    <a:pt x="25415" y="31619"/>
                  </a:cubicBezTo>
                  <a:cubicBezTo>
                    <a:pt x="25457" y="31534"/>
                    <a:pt x="25528" y="31492"/>
                    <a:pt x="25628" y="31506"/>
                  </a:cubicBezTo>
                  <a:cubicBezTo>
                    <a:pt x="25670" y="31463"/>
                    <a:pt x="25741" y="31435"/>
                    <a:pt x="25798" y="31406"/>
                  </a:cubicBezTo>
                  <a:lnTo>
                    <a:pt x="25826" y="31392"/>
                  </a:lnTo>
                  <a:lnTo>
                    <a:pt x="26053" y="31392"/>
                  </a:lnTo>
                  <a:lnTo>
                    <a:pt x="26053" y="31321"/>
                  </a:lnTo>
                  <a:cubicBezTo>
                    <a:pt x="26082" y="31335"/>
                    <a:pt x="26124" y="31335"/>
                    <a:pt x="26153" y="31293"/>
                  </a:cubicBezTo>
                  <a:lnTo>
                    <a:pt x="26153" y="31293"/>
                  </a:lnTo>
                  <a:cubicBezTo>
                    <a:pt x="26181" y="31264"/>
                    <a:pt x="26195" y="31236"/>
                    <a:pt x="26210" y="31208"/>
                  </a:cubicBezTo>
                  <a:cubicBezTo>
                    <a:pt x="26210" y="31208"/>
                    <a:pt x="26224" y="31193"/>
                    <a:pt x="26224" y="31193"/>
                  </a:cubicBezTo>
                  <a:lnTo>
                    <a:pt x="26266" y="31193"/>
                  </a:lnTo>
                  <a:lnTo>
                    <a:pt x="26266" y="31137"/>
                  </a:lnTo>
                  <a:lnTo>
                    <a:pt x="26281" y="31122"/>
                  </a:lnTo>
                  <a:lnTo>
                    <a:pt x="26309" y="31094"/>
                  </a:lnTo>
                  <a:lnTo>
                    <a:pt x="26323" y="31080"/>
                  </a:lnTo>
                  <a:lnTo>
                    <a:pt x="26380" y="31080"/>
                  </a:lnTo>
                  <a:lnTo>
                    <a:pt x="26380" y="31051"/>
                  </a:lnTo>
                  <a:lnTo>
                    <a:pt x="26394" y="31023"/>
                  </a:lnTo>
                  <a:cubicBezTo>
                    <a:pt x="26423" y="31023"/>
                    <a:pt x="26465" y="30995"/>
                    <a:pt x="26479" y="30980"/>
                  </a:cubicBezTo>
                  <a:lnTo>
                    <a:pt x="26522" y="30980"/>
                  </a:lnTo>
                  <a:lnTo>
                    <a:pt x="26579" y="30980"/>
                  </a:lnTo>
                  <a:cubicBezTo>
                    <a:pt x="26621" y="30952"/>
                    <a:pt x="26621" y="30867"/>
                    <a:pt x="26707" y="30867"/>
                  </a:cubicBezTo>
                  <a:lnTo>
                    <a:pt x="26806" y="30867"/>
                  </a:lnTo>
                  <a:cubicBezTo>
                    <a:pt x="26834" y="30838"/>
                    <a:pt x="26877" y="30796"/>
                    <a:pt x="26920" y="30753"/>
                  </a:cubicBezTo>
                  <a:cubicBezTo>
                    <a:pt x="26920" y="30725"/>
                    <a:pt x="26920" y="30696"/>
                    <a:pt x="26920" y="30668"/>
                  </a:cubicBezTo>
                  <a:cubicBezTo>
                    <a:pt x="26863" y="30554"/>
                    <a:pt x="26735" y="30640"/>
                    <a:pt x="26692" y="30569"/>
                  </a:cubicBezTo>
                  <a:cubicBezTo>
                    <a:pt x="26849" y="30597"/>
                    <a:pt x="26991" y="30484"/>
                    <a:pt x="27133" y="30441"/>
                  </a:cubicBezTo>
                  <a:cubicBezTo>
                    <a:pt x="27260" y="30441"/>
                    <a:pt x="27260" y="30086"/>
                    <a:pt x="27459" y="30327"/>
                  </a:cubicBezTo>
                  <a:lnTo>
                    <a:pt x="27459" y="30327"/>
                  </a:lnTo>
                  <a:cubicBezTo>
                    <a:pt x="27502" y="30285"/>
                    <a:pt x="27530" y="30256"/>
                    <a:pt x="27573" y="30214"/>
                  </a:cubicBezTo>
                  <a:cubicBezTo>
                    <a:pt x="27573" y="30185"/>
                    <a:pt x="27573" y="30143"/>
                    <a:pt x="27573" y="30114"/>
                  </a:cubicBezTo>
                  <a:cubicBezTo>
                    <a:pt x="27629" y="30043"/>
                    <a:pt x="27729" y="30072"/>
                    <a:pt x="27786" y="30001"/>
                  </a:cubicBezTo>
                  <a:lnTo>
                    <a:pt x="27786" y="29788"/>
                  </a:lnTo>
                  <a:cubicBezTo>
                    <a:pt x="27899" y="29717"/>
                    <a:pt x="28084" y="29703"/>
                    <a:pt x="28041" y="29490"/>
                  </a:cubicBezTo>
                  <a:cubicBezTo>
                    <a:pt x="28070" y="29490"/>
                    <a:pt x="28084" y="29490"/>
                    <a:pt x="28098" y="29461"/>
                  </a:cubicBezTo>
                  <a:lnTo>
                    <a:pt x="28098" y="29461"/>
                  </a:lnTo>
                  <a:cubicBezTo>
                    <a:pt x="28141" y="29419"/>
                    <a:pt x="28169" y="29376"/>
                    <a:pt x="28212" y="29348"/>
                  </a:cubicBezTo>
                  <a:lnTo>
                    <a:pt x="28212" y="29248"/>
                  </a:lnTo>
                  <a:cubicBezTo>
                    <a:pt x="28254" y="29206"/>
                    <a:pt x="28283" y="29163"/>
                    <a:pt x="28311" y="29135"/>
                  </a:cubicBezTo>
                  <a:lnTo>
                    <a:pt x="28311" y="29021"/>
                  </a:lnTo>
                  <a:cubicBezTo>
                    <a:pt x="28339" y="28993"/>
                    <a:pt x="28354" y="28950"/>
                    <a:pt x="28325" y="28908"/>
                  </a:cubicBezTo>
                  <a:cubicBezTo>
                    <a:pt x="28410" y="28865"/>
                    <a:pt x="28410" y="28879"/>
                    <a:pt x="28425" y="29021"/>
                  </a:cubicBezTo>
                  <a:lnTo>
                    <a:pt x="28638" y="29021"/>
                  </a:lnTo>
                  <a:cubicBezTo>
                    <a:pt x="28822" y="28922"/>
                    <a:pt x="28879" y="28680"/>
                    <a:pt x="29078" y="28595"/>
                  </a:cubicBezTo>
                  <a:cubicBezTo>
                    <a:pt x="29063" y="28496"/>
                    <a:pt x="29106" y="28425"/>
                    <a:pt x="29177" y="28368"/>
                  </a:cubicBezTo>
                  <a:cubicBezTo>
                    <a:pt x="29163" y="28283"/>
                    <a:pt x="29205" y="28198"/>
                    <a:pt x="29291" y="28155"/>
                  </a:cubicBezTo>
                  <a:lnTo>
                    <a:pt x="29291" y="28056"/>
                  </a:lnTo>
                  <a:lnTo>
                    <a:pt x="29489" y="28027"/>
                  </a:lnTo>
                  <a:cubicBezTo>
                    <a:pt x="29461" y="27857"/>
                    <a:pt x="29560" y="27686"/>
                    <a:pt x="29717" y="27615"/>
                  </a:cubicBezTo>
                  <a:cubicBezTo>
                    <a:pt x="29717" y="27488"/>
                    <a:pt x="29702" y="27360"/>
                    <a:pt x="29830" y="27289"/>
                  </a:cubicBezTo>
                  <a:cubicBezTo>
                    <a:pt x="29859" y="27246"/>
                    <a:pt x="29887" y="27218"/>
                    <a:pt x="29930" y="27175"/>
                  </a:cubicBezTo>
                  <a:cubicBezTo>
                    <a:pt x="29944" y="27048"/>
                    <a:pt x="29986" y="26991"/>
                    <a:pt x="30128" y="27005"/>
                  </a:cubicBezTo>
                  <a:cubicBezTo>
                    <a:pt x="30313" y="27005"/>
                    <a:pt x="30341" y="26962"/>
                    <a:pt x="30285" y="26835"/>
                  </a:cubicBezTo>
                  <a:cubicBezTo>
                    <a:pt x="30228" y="26707"/>
                    <a:pt x="30199" y="26664"/>
                    <a:pt x="30355" y="26622"/>
                  </a:cubicBezTo>
                  <a:cubicBezTo>
                    <a:pt x="30469" y="26593"/>
                    <a:pt x="30483" y="26494"/>
                    <a:pt x="30455" y="26409"/>
                  </a:cubicBezTo>
                  <a:cubicBezTo>
                    <a:pt x="30441" y="26338"/>
                    <a:pt x="30412" y="26281"/>
                    <a:pt x="30384" y="26210"/>
                  </a:cubicBezTo>
                  <a:lnTo>
                    <a:pt x="30583" y="26210"/>
                  </a:lnTo>
                  <a:lnTo>
                    <a:pt x="31009" y="26309"/>
                  </a:lnTo>
                  <a:lnTo>
                    <a:pt x="31009" y="26111"/>
                  </a:lnTo>
                  <a:cubicBezTo>
                    <a:pt x="31009" y="26111"/>
                    <a:pt x="30994" y="26096"/>
                    <a:pt x="30980" y="26068"/>
                  </a:cubicBezTo>
                  <a:cubicBezTo>
                    <a:pt x="30980" y="26040"/>
                    <a:pt x="30994" y="26011"/>
                    <a:pt x="31009" y="25997"/>
                  </a:cubicBezTo>
                  <a:lnTo>
                    <a:pt x="31009" y="25997"/>
                  </a:lnTo>
                  <a:cubicBezTo>
                    <a:pt x="31051" y="25969"/>
                    <a:pt x="31065" y="25926"/>
                    <a:pt x="31065" y="25869"/>
                  </a:cubicBezTo>
                  <a:cubicBezTo>
                    <a:pt x="31108" y="25898"/>
                    <a:pt x="31165" y="25940"/>
                    <a:pt x="31222" y="25869"/>
                  </a:cubicBezTo>
                  <a:cubicBezTo>
                    <a:pt x="31222" y="25841"/>
                    <a:pt x="31222" y="25812"/>
                    <a:pt x="31222" y="25784"/>
                  </a:cubicBezTo>
                  <a:cubicBezTo>
                    <a:pt x="31406" y="25670"/>
                    <a:pt x="31392" y="25358"/>
                    <a:pt x="31648" y="25330"/>
                  </a:cubicBezTo>
                  <a:cubicBezTo>
                    <a:pt x="31648" y="25301"/>
                    <a:pt x="31648" y="25273"/>
                    <a:pt x="31648" y="25244"/>
                  </a:cubicBezTo>
                  <a:cubicBezTo>
                    <a:pt x="31591" y="25188"/>
                    <a:pt x="31591" y="25088"/>
                    <a:pt x="31648" y="25031"/>
                  </a:cubicBezTo>
                  <a:cubicBezTo>
                    <a:pt x="31690" y="25017"/>
                    <a:pt x="31719" y="25017"/>
                    <a:pt x="31747" y="25017"/>
                  </a:cubicBezTo>
                  <a:cubicBezTo>
                    <a:pt x="31889" y="24904"/>
                    <a:pt x="31747" y="24705"/>
                    <a:pt x="31875" y="24591"/>
                  </a:cubicBezTo>
                  <a:lnTo>
                    <a:pt x="31875" y="24591"/>
                  </a:lnTo>
                  <a:cubicBezTo>
                    <a:pt x="31903" y="24549"/>
                    <a:pt x="31946" y="24520"/>
                    <a:pt x="31974" y="24478"/>
                  </a:cubicBezTo>
                  <a:cubicBezTo>
                    <a:pt x="32045" y="24393"/>
                    <a:pt x="32059" y="24265"/>
                    <a:pt x="32002" y="24165"/>
                  </a:cubicBezTo>
                  <a:cubicBezTo>
                    <a:pt x="31974" y="24137"/>
                    <a:pt x="31931" y="24137"/>
                    <a:pt x="31903" y="24151"/>
                  </a:cubicBezTo>
                  <a:cubicBezTo>
                    <a:pt x="31903" y="24123"/>
                    <a:pt x="31931" y="24123"/>
                    <a:pt x="31931" y="24109"/>
                  </a:cubicBezTo>
                  <a:cubicBezTo>
                    <a:pt x="32031" y="24052"/>
                    <a:pt x="32073" y="23924"/>
                    <a:pt x="32002" y="23825"/>
                  </a:cubicBezTo>
                  <a:cubicBezTo>
                    <a:pt x="32215" y="23825"/>
                    <a:pt x="32116" y="23526"/>
                    <a:pt x="32301" y="23498"/>
                  </a:cubicBezTo>
                  <a:cubicBezTo>
                    <a:pt x="32372" y="23441"/>
                    <a:pt x="32343" y="23342"/>
                    <a:pt x="32414" y="23271"/>
                  </a:cubicBezTo>
                  <a:cubicBezTo>
                    <a:pt x="32400" y="23242"/>
                    <a:pt x="32400" y="23214"/>
                    <a:pt x="32414" y="23172"/>
                  </a:cubicBezTo>
                  <a:cubicBezTo>
                    <a:pt x="32443" y="23143"/>
                    <a:pt x="32485" y="23101"/>
                    <a:pt x="32514" y="23058"/>
                  </a:cubicBezTo>
                  <a:lnTo>
                    <a:pt x="32514" y="23058"/>
                  </a:lnTo>
                  <a:cubicBezTo>
                    <a:pt x="32585" y="23001"/>
                    <a:pt x="32556" y="22902"/>
                    <a:pt x="32627" y="22845"/>
                  </a:cubicBezTo>
                  <a:cubicBezTo>
                    <a:pt x="32613" y="22817"/>
                    <a:pt x="32613" y="22788"/>
                    <a:pt x="32627" y="22760"/>
                  </a:cubicBezTo>
                  <a:cubicBezTo>
                    <a:pt x="32585" y="22703"/>
                    <a:pt x="32570" y="22632"/>
                    <a:pt x="32585" y="22561"/>
                  </a:cubicBezTo>
                  <a:cubicBezTo>
                    <a:pt x="32599" y="22561"/>
                    <a:pt x="32613" y="22547"/>
                    <a:pt x="32627" y="22518"/>
                  </a:cubicBezTo>
                  <a:lnTo>
                    <a:pt x="32627" y="22518"/>
                  </a:lnTo>
                  <a:cubicBezTo>
                    <a:pt x="32670" y="22490"/>
                    <a:pt x="32698" y="22447"/>
                    <a:pt x="32741" y="22419"/>
                  </a:cubicBezTo>
                  <a:lnTo>
                    <a:pt x="32741" y="22305"/>
                  </a:lnTo>
                  <a:cubicBezTo>
                    <a:pt x="32727" y="22305"/>
                    <a:pt x="32712" y="22291"/>
                    <a:pt x="32712" y="22263"/>
                  </a:cubicBezTo>
                  <a:cubicBezTo>
                    <a:pt x="32698" y="22249"/>
                    <a:pt x="32712" y="22220"/>
                    <a:pt x="32741" y="22192"/>
                  </a:cubicBezTo>
                  <a:cubicBezTo>
                    <a:pt x="32727" y="22163"/>
                    <a:pt x="32727" y="22121"/>
                    <a:pt x="32741" y="22092"/>
                  </a:cubicBezTo>
                  <a:lnTo>
                    <a:pt x="32741" y="21539"/>
                  </a:lnTo>
                  <a:cubicBezTo>
                    <a:pt x="32755" y="21170"/>
                    <a:pt x="32911" y="20843"/>
                    <a:pt x="32812" y="20502"/>
                  </a:cubicBezTo>
                  <a:close/>
                  <a:moveTo>
                    <a:pt x="27899" y="28979"/>
                  </a:moveTo>
                  <a:close/>
                  <a:moveTo>
                    <a:pt x="24662" y="31591"/>
                  </a:moveTo>
                  <a:lnTo>
                    <a:pt x="24662" y="31591"/>
                  </a:lnTo>
                  <a:lnTo>
                    <a:pt x="24662" y="31591"/>
                  </a:lnTo>
                  <a:lnTo>
                    <a:pt x="24676" y="31577"/>
                  </a:lnTo>
                  <a:cubicBezTo>
                    <a:pt x="24676" y="31577"/>
                    <a:pt x="24676" y="31577"/>
                    <a:pt x="24662" y="31591"/>
                  </a:cubicBezTo>
                  <a:close/>
                  <a:moveTo>
                    <a:pt x="18159" y="32784"/>
                  </a:moveTo>
                  <a:lnTo>
                    <a:pt x="18145" y="32784"/>
                  </a:lnTo>
                  <a:lnTo>
                    <a:pt x="18145" y="32784"/>
                  </a:lnTo>
                  <a:cubicBezTo>
                    <a:pt x="18159" y="32784"/>
                    <a:pt x="18159" y="32784"/>
                    <a:pt x="18159" y="32798"/>
                  </a:cubicBezTo>
                  <a:close/>
                  <a:moveTo>
                    <a:pt x="8178" y="30086"/>
                  </a:moveTo>
                  <a:lnTo>
                    <a:pt x="8178" y="30072"/>
                  </a:lnTo>
                  <a:lnTo>
                    <a:pt x="8207" y="30072"/>
                  </a:lnTo>
                  <a:close/>
                  <a:moveTo>
                    <a:pt x="26011" y="30413"/>
                  </a:moveTo>
                  <a:close/>
                  <a:moveTo>
                    <a:pt x="31051" y="14908"/>
                  </a:moveTo>
                  <a:cubicBezTo>
                    <a:pt x="30994" y="14937"/>
                    <a:pt x="30923" y="14937"/>
                    <a:pt x="30867" y="14908"/>
                  </a:cubicBezTo>
                  <a:cubicBezTo>
                    <a:pt x="30923" y="14922"/>
                    <a:pt x="30980" y="14922"/>
                    <a:pt x="31051" y="14908"/>
                  </a:cubicBezTo>
                  <a:close/>
                  <a:moveTo>
                    <a:pt x="3763" y="21425"/>
                  </a:moveTo>
                  <a:cubicBezTo>
                    <a:pt x="3763" y="21425"/>
                    <a:pt x="3763" y="21411"/>
                    <a:pt x="3763" y="21411"/>
                  </a:cubicBezTo>
                  <a:cubicBezTo>
                    <a:pt x="3791" y="21425"/>
                    <a:pt x="3805" y="21425"/>
                    <a:pt x="3834" y="21425"/>
                  </a:cubicBezTo>
                  <a:cubicBezTo>
                    <a:pt x="3805" y="21454"/>
                    <a:pt x="3777" y="21454"/>
                    <a:pt x="3763" y="21425"/>
                  </a:cubicBezTo>
                  <a:close/>
                  <a:moveTo>
                    <a:pt x="4600" y="21397"/>
                  </a:moveTo>
                  <a:lnTo>
                    <a:pt x="4515" y="21383"/>
                  </a:lnTo>
                  <a:lnTo>
                    <a:pt x="4572" y="21368"/>
                  </a:lnTo>
                  <a:cubicBezTo>
                    <a:pt x="4586" y="21383"/>
                    <a:pt x="4586" y="21383"/>
                    <a:pt x="4600" y="21397"/>
                  </a:cubicBezTo>
                  <a:close/>
                  <a:moveTo>
                    <a:pt x="19991" y="4600"/>
                  </a:moveTo>
                  <a:lnTo>
                    <a:pt x="19991" y="4600"/>
                  </a:lnTo>
                  <a:close/>
                  <a:moveTo>
                    <a:pt x="30611" y="14567"/>
                  </a:moveTo>
                  <a:close/>
                  <a:moveTo>
                    <a:pt x="7312" y="25770"/>
                  </a:moveTo>
                  <a:close/>
                  <a:moveTo>
                    <a:pt x="4728" y="15022"/>
                  </a:moveTo>
                  <a:lnTo>
                    <a:pt x="4742" y="15008"/>
                  </a:lnTo>
                  <a:cubicBezTo>
                    <a:pt x="4742" y="15008"/>
                    <a:pt x="4742" y="15022"/>
                    <a:pt x="4742" y="15022"/>
                  </a:cubicBezTo>
                  <a:close/>
                  <a:moveTo>
                    <a:pt x="11117" y="12622"/>
                  </a:moveTo>
                  <a:lnTo>
                    <a:pt x="11146" y="12651"/>
                  </a:lnTo>
                  <a:lnTo>
                    <a:pt x="11174" y="12679"/>
                  </a:lnTo>
                  <a:cubicBezTo>
                    <a:pt x="11131" y="12651"/>
                    <a:pt x="11117" y="12637"/>
                    <a:pt x="11117" y="12608"/>
                  </a:cubicBezTo>
                  <a:close/>
                  <a:moveTo>
                    <a:pt x="25982" y="10493"/>
                  </a:moveTo>
                  <a:lnTo>
                    <a:pt x="25968" y="10493"/>
                  </a:lnTo>
                  <a:lnTo>
                    <a:pt x="25968" y="10493"/>
                  </a:lnTo>
                  <a:lnTo>
                    <a:pt x="25982" y="10493"/>
                  </a:lnTo>
                  <a:cubicBezTo>
                    <a:pt x="25968" y="10407"/>
                    <a:pt x="26053" y="10521"/>
                    <a:pt x="25982" y="10493"/>
                  </a:cubicBezTo>
                  <a:close/>
                  <a:moveTo>
                    <a:pt x="9058" y="16655"/>
                  </a:moveTo>
                  <a:lnTo>
                    <a:pt x="9058" y="16640"/>
                  </a:lnTo>
                  <a:lnTo>
                    <a:pt x="9073" y="16640"/>
                  </a:lnTo>
                  <a:close/>
                  <a:moveTo>
                    <a:pt x="20403" y="15803"/>
                  </a:moveTo>
                  <a:close/>
                  <a:moveTo>
                    <a:pt x="21184" y="15760"/>
                  </a:moveTo>
                  <a:lnTo>
                    <a:pt x="21184" y="15760"/>
                  </a:lnTo>
                  <a:cubicBezTo>
                    <a:pt x="21184" y="15760"/>
                    <a:pt x="21184" y="15774"/>
                    <a:pt x="21184" y="15774"/>
                  </a:cubicBezTo>
                  <a:lnTo>
                    <a:pt x="21169" y="15774"/>
                  </a:lnTo>
                  <a:close/>
                  <a:moveTo>
                    <a:pt x="22589" y="17166"/>
                  </a:moveTo>
                  <a:lnTo>
                    <a:pt x="22603" y="17166"/>
                  </a:lnTo>
                  <a:lnTo>
                    <a:pt x="22603" y="17166"/>
                  </a:lnTo>
                  <a:lnTo>
                    <a:pt x="22589" y="17180"/>
                  </a:lnTo>
                  <a:close/>
                  <a:moveTo>
                    <a:pt x="25727" y="13772"/>
                  </a:moveTo>
                  <a:close/>
                  <a:moveTo>
                    <a:pt x="25628" y="13488"/>
                  </a:moveTo>
                  <a:close/>
                  <a:moveTo>
                    <a:pt x="22476" y="11330"/>
                  </a:moveTo>
                  <a:lnTo>
                    <a:pt x="22476" y="11330"/>
                  </a:lnTo>
                  <a:close/>
                  <a:moveTo>
                    <a:pt x="20800" y="9470"/>
                  </a:moveTo>
                  <a:cubicBezTo>
                    <a:pt x="20800" y="9456"/>
                    <a:pt x="20814" y="9442"/>
                    <a:pt x="20814" y="9428"/>
                  </a:cubicBezTo>
                  <a:lnTo>
                    <a:pt x="20843" y="9442"/>
                  </a:lnTo>
                  <a:close/>
                  <a:moveTo>
                    <a:pt x="10237" y="15107"/>
                  </a:moveTo>
                  <a:close/>
                  <a:moveTo>
                    <a:pt x="12835" y="16839"/>
                  </a:moveTo>
                  <a:close/>
                  <a:moveTo>
                    <a:pt x="25088" y="18770"/>
                  </a:moveTo>
                  <a:lnTo>
                    <a:pt x="25088" y="18770"/>
                  </a:lnTo>
                  <a:lnTo>
                    <a:pt x="25088" y="18770"/>
                  </a:lnTo>
                  <a:close/>
                  <a:moveTo>
                    <a:pt x="9924" y="14894"/>
                  </a:moveTo>
                  <a:lnTo>
                    <a:pt x="9924" y="14894"/>
                  </a:lnTo>
                  <a:close/>
                  <a:moveTo>
                    <a:pt x="9697" y="19224"/>
                  </a:moveTo>
                  <a:cubicBezTo>
                    <a:pt x="9697" y="19224"/>
                    <a:pt x="9697" y="19224"/>
                    <a:pt x="9697" y="19224"/>
                  </a:cubicBezTo>
                  <a:lnTo>
                    <a:pt x="9683" y="19224"/>
                  </a:lnTo>
                  <a:close/>
                  <a:moveTo>
                    <a:pt x="18472" y="20857"/>
                  </a:moveTo>
                  <a:lnTo>
                    <a:pt x="18472" y="20857"/>
                  </a:lnTo>
                  <a:close/>
                  <a:moveTo>
                    <a:pt x="28581" y="12821"/>
                  </a:moveTo>
                  <a:cubicBezTo>
                    <a:pt x="28581" y="12821"/>
                    <a:pt x="28581" y="12821"/>
                    <a:pt x="28581" y="12835"/>
                  </a:cubicBezTo>
                  <a:lnTo>
                    <a:pt x="28581" y="12835"/>
                  </a:lnTo>
                  <a:close/>
                  <a:moveTo>
                    <a:pt x="15944" y="6560"/>
                  </a:moveTo>
                  <a:cubicBezTo>
                    <a:pt x="15930" y="6588"/>
                    <a:pt x="15916" y="6602"/>
                    <a:pt x="15888" y="6602"/>
                  </a:cubicBezTo>
                  <a:cubicBezTo>
                    <a:pt x="15902" y="6588"/>
                    <a:pt x="15930" y="6574"/>
                    <a:pt x="15944" y="6560"/>
                  </a:cubicBezTo>
                  <a:close/>
                  <a:moveTo>
                    <a:pt x="23597" y="20630"/>
                  </a:moveTo>
                  <a:lnTo>
                    <a:pt x="23540" y="20559"/>
                  </a:lnTo>
                  <a:cubicBezTo>
                    <a:pt x="23583" y="20559"/>
                    <a:pt x="23597" y="20573"/>
                    <a:pt x="23597" y="20630"/>
                  </a:cubicBezTo>
                  <a:close/>
                  <a:moveTo>
                    <a:pt x="6631" y="13119"/>
                  </a:moveTo>
                  <a:lnTo>
                    <a:pt x="6687" y="13077"/>
                  </a:lnTo>
                  <a:cubicBezTo>
                    <a:pt x="6673" y="13091"/>
                    <a:pt x="6645" y="13105"/>
                    <a:pt x="6631" y="13119"/>
                  </a:cubicBezTo>
                  <a:close/>
                  <a:moveTo>
                    <a:pt x="6205" y="13318"/>
                  </a:moveTo>
                  <a:cubicBezTo>
                    <a:pt x="6190" y="13318"/>
                    <a:pt x="6176" y="13304"/>
                    <a:pt x="6176" y="13304"/>
                  </a:cubicBezTo>
                  <a:lnTo>
                    <a:pt x="6332" y="13247"/>
                  </a:lnTo>
                  <a:cubicBezTo>
                    <a:pt x="6290" y="13304"/>
                    <a:pt x="6261" y="13346"/>
                    <a:pt x="6205" y="13318"/>
                  </a:cubicBezTo>
                  <a:close/>
                  <a:moveTo>
                    <a:pt x="28907" y="11004"/>
                  </a:moveTo>
                  <a:close/>
                  <a:moveTo>
                    <a:pt x="7312" y="25841"/>
                  </a:moveTo>
                  <a:close/>
                  <a:moveTo>
                    <a:pt x="10507" y="19920"/>
                  </a:moveTo>
                  <a:close/>
                  <a:moveTo>
                    <a:pt x="25755" y="5793"/>
                  </a:moveTo>
                  <a:lnTo>
                    <a:pt x="25755" y="5793"/>
                  </a:lnTo>
                  <a:close/>
                  <a:moveTo>
                    <a:pt x="9442" y="27005"/>
                  </a:moveTo>
                  <a:cubicBezTo>
                    <a:pt x="9428" y="26991"/>
                    <a:pt x="9413" y="26977"/>
                    <a:pt x="9399" y="26962"/>
                  </a:cubicBezTo>
                  <a:lnTo>
                    <a:pt x="9399" y="26962"/>
                  </a:lnTo>
                  <a:cubicBezTo>
                    <a:pt x="9413" y="26977"/>
                    <a:pt x="9428" y="26991"/>
                    <a:pt x="9442" y="27005"/>
                  </a:cubicBezTo>
                  <a:close/>
                  <a:moveTo>
                    <a:pt x="15334" y="27474"/>
                  </a:moveTo>
                  <a:lnTo>
                    <a:pt x="15334" y="27459"/>
                  </a:lnTo>
                  <a:lnTo>
                    <a:pt x="15362" y="27474"/>
                  </a:lnTo>
                  <a:close/>
                  <a:moveTo>
                    <a:pt x="21439" y="23058"/>
                  </a:moveTo>
                  <a:cubicBezTo>
                    <a:pt x="21397" y="23044"/>
                    <a:pt x="21354" y="23015"/>
                    <a:pt x="21354" y="22959"/>
                  </a:cubicBezTo>
                  <a:close/>
                  <a:moveTo>
                    <a:pt x="27800" y="8505"/>
                  </a:moveTo>
                  <a:close/>
                  <a:moveTo>
                    <a:pt x="26692" y="6247"/>
                  </a:moveTo>
                  <a:cubicBezTo>
                    <a:pt x="26707" y="6247"/>
                    <a:pt x="26707" y="6262"/>
                    <a:pt x="26692" y="6276"/>
                  </a:cubicBezTo>
                  <a:cubicBezTo>
                    <a:pt x="26707" y="6262"/>
                    <a:pt x="26707" y="6247"/>
                    <a:pt x="26692" y="6247"/>
                  </a:cubicBezTo>
                  <a:close/>
                  <a:moveTo>
                    <a:pt x="6531" y="10876"/>
                  </a:moveTo>
                  <a:close/>
                  <a:moveTo>
                    <a:pt x="19764" y="22149"/>
                  </a:moveTo>
                  <a:lnTo>
                    <a:pt x="19764" y="22149"/>
                  </a:lnTo>
                  <a:close/>
                  <a:moveTo>
                    <a:pt x="21510" y="25500"/>
                  </a:moveTo>
                  <a:lnTo>
                    <a:pt x="21510" y="25514"/>
                  </a:lnTo>
                  <a:cubicBezTo>
                    <a:pt x="21496" y="25514"/>
                    <a:pt x="21496" y="25514"/>
                    <a:pt x="21482" y="25500"/>
                  </a:cubicBezTo>
                  <a:close/>
                  <a:moveTo>
                    <a:pt x="22845" y="2485"/>
                  </a:moveTo>
                  <a:cubicBezTo>
                    <a:pt x="22831" y="2471"/>
                    <a:pt x="22816" y="2457"/>
                    <a:pt x="22802" y="2442"/>
                  </a:cubicBezTo>
                  <a:lnTo>
                    <a:pt x="22845" y="2485"/>
                  </a:lnTo>
                  <a:close/>
                  <a:moveTo>
                    <a:pt x="20971" y="4047"/>
                  </a:moveTo>
                  <a:lnTo>
                    <a:pt x="20971" y="4047"/>
                  </a:lnTo>
                  <a:close/>
                  <a:moveTo>
                    <a:pt x="12310" y="24023"/>
                  </a:moveTo>
                  <a:lnTo>
                    <a:pt x="12352" y="24080"/>
                  </a:lnTo>
                  <a:cubicBezTo>
                    <a:pt x="12338" y="24066"/>
                    <a:pt x="12324" y="24052"/>
                    <a:pt x="12310" y="24023"/>
                  </a:cubicBezTo>
                  <a:close/>
                  <a:moveTo>
                    <a:pt x="25528" y="29745"/>
                  </a:moveTo>
                  <a:lnTo>
                    <a:pt x="25514" y="29745"/>
                  </a:lnTo>
                  <a:lnTo>
                    <a:pt x="25528" y="29731"/>
                  </a:lnTo>
                  <a:lnTo>
                    <a:pt x="25528" y="29745"/>
                  </a:lnTo>
                  <a:close/>
                  <a:moveTo>
                    <a:pt x="29390" y="10251"/>
                  </a:moveTo>
                  <a:close/>
                  <a:moveTo>
                    <a:pt x="2314" y="15561"/>
                  </a:moveTo>
                  <a:lnTo>
                    <a:pt x="2314" y="15561"/>
                  </a:lnTo>
                  <a:cubicBezTo>
                    <a:pt x="2314" y="15547"/>
                    <a:pt x="2329" y="15533"/>
                    <a:pt x="2329" y="15533"/>
                  </a:cubicBezTo>
                  <a:cubicBezTo>
                    <a:pt x="2329" y="15533"/>
                    <a:pt x="2329" y="15547"/>
                    <a:pt x="2314" y="15547"/>
                  </a:cubicBezTo>
                  <a:lnTo>
                    <a:pt x="2314" y="15547"/>
                  </a:lnTo>
                  <a:cubicBezTo>
                    <a:pt x="2314" y="15547"/>
                    <a:pt x="2314" y="15547"/>
                    <a:pt x="2314" y="15561"/>
                  </a:cubicBezTo>
                  <a:close/>
                  <a:moveTo>
                    <a:pt x="3947" y="24435"/>
                  </a:moveTo>
                  <a:lnTo>
                    <a:pt x="3947" y="24435"/>
                  </a:lnTo>
                  <a:lnTo>
                    <a:pt x="3947" y="24435"/>
                  </a:lnTo>
                  <a:lnTo>
                    <a:pt x="3933" y="24435"/>
                  </a:lnTo>
                  <a:close/>
                  <a:moveTo>
                    <a:pt x="30512" y="11103"/>
                  </a:moveTo>
                  <a:lnTo>
                    <a:pt x="30526" y="11103"/>
                  </a:lnTo>
                  <a:lnTo>
                    <a:pt x="30512" y="11103"/>
                  </a:lnTo>
                  <a:cubicBezTo>
                    <a:pt x="30512" y="11103"/>
                    <a:pt x="30512" y="11103"/>
                    <a:pt x="30512" y="11103"/>
                  </a:cubicBezTo>
                  <a:close/>
                  <a:moveTo>
                    <a:pt x="29106" y="6432"/>
                  </a:moveTo>
                  <a:lnTo>
                    <a:pt x="29092" y="6418"/>
                  </a:lnTo>
                  <a:lnTo>
                    <a:pt x="29106" y="6418"/>
                  </a:lnTo>
                  <a:close/>
                  <a:moveTo>
                    <a:pt x="16654" y="1136"/>
                  </a:moveTo>
                  <a:lnTo>
                    <a:pt x="16640" y="1136"/>
                  </a:lnTo>
                  <a:lnTo>
                    <a:pt x="16626" y="1122"/>
                  </a:lnTo>
                  <a:lnTo>
                    <a:pt x="16626" y="1122"/>
                  </a:lnTo>
                  <a:lnTo>
                    <a:pt x="16683" y="1122"/>
                  </a:lnTo>
                  <a:close/>
                  <a:moveTo>
                    <a:pt x="12736" y="1775"/>
                  </a:moveTo>
                  <a:close/>
                  <a:moveTo>
                    <a:pt x="9598" y="3635"/>
                  </a:moveTo>
                  <a:lnTo>
                    <a:pt x="9598" y="3635"/>
                  </a:lnTo>
                  <a:cubicBezTo>
                    <a:pt x="9612" y="3621"/>
                    <a:pt x="9641" y="3621"/>
                    <a:pt x="9655" y="3635"/>
                  </a:cubicBezTo>
                  <a:cubicBezTo>
                    <a:pt x="9641" y="3635"/>
                    <a:pt x="9612" y="3635"/>
                    <a:pt x="9598" y="3635"/>
                  </a:cubicBezTo>
                  <a:close/>
                  <a:moveTo>
                    <a:pt x="5892" y="27573"/>
                  </a:moveTo>
                  <a:close/>
                  <a:moveTo>
                    <a:pt x="11089" y="29518"/>
                  </a:moveTo>
                  <a:lnTo>
                    <a:pt x="11089" y="29518"/>
                  </a:lnTo>
                  <a:close/>
                  <a:moveTo>
                    <a:pt x="24194" y="1349"/>
                  </a:moveTo>
                  <a:lnTo>
                    <a:pt x="24194" y="1335"/>
                  </a:lnTo>
                  <a:close/>
                  <a:moveTo>
                    <a:pt x="10109" y="4018"/>
                  </a:moveTo>
                  <a:lnTo>
                    <a:pt x="10123" y="4047"/>
                  </a:lnTo>
                  <a:lnTo>
                    <a:pt x="10123" y="4047"/>
                  </a:lnTo>
                  <a:lnTo>
                    <a:pt x="10123" y="4047"/>
                  </a:lnTo>
                  <a:lnTo>
                    <a:pt x="10095" y="4047"/>
                  </a:lnTo>
                  <a:cubicBezTo>
                    <a:pt x="10109" y="4033"/>
                    <a:pt x="10109" y="4033"/>
                    <a:pt x="10109" y="4018"/>
                  </a:cubicBezTo>
                  <a:close/>
                  <a:moveTo>
                    <a:pt x="4813" y="7752"/>
                  </a:moveTo>
                  <a:close/>
                  <a:moveTo>
                    <a:pt x="2811" y="9499"/>
                  </a:moveTo>
                  <a:lnTo>
                    <a:pt x="2811" y="9499"/>
                  </a:lnTo>
                  <a:lnTo>
                    <a:pt x="2811" y="9499"/>
                  </a:lnTo>
                  <a:lnTo>
                    <a:pt x="2825" y="9485"/>
                  </a:lnTo>
                  <a:cubicBezTo>
                    <a:pt x="2825" y="9499"/>
                    <a:pt x="2825" y="9499"/>
                    <a:pt x="2825" y="9499"/>
                  </a:cubicBezTo>
                  <a:close/>
                  <a:moveTo>
                    <a:pt x="10563" y="2059"/>
                  </a:moveTo>
                  <a:lnTo>
                    <a:pt x="10563" y="2059"/>
                  </a:lnTo>
                  <a:lnTo>
                    <a:pt x="10478" y="2087"/>
                  </a:lnTo>
                  <a:close/>
                  <a:moveTo>
                    <a:pt x="1860" y="23328"/>
                  </a:moveTo>
                  <a:cubicBezTo>
                    <a:pt x="1874" y="23313"/>
                    <a:pt x="1888" y="23313"/>
                    <a:pt x="1903" y="23313"/>
                  </a:cubicBezTo>
                  <a:close/>
                  <a:moveTo>
                    <a:pt x="4614" y="26820"/>
                  </a:moveTo>
                  <a:lnTo>
                    <a:pt x="4629" y="26820"/>
                  </a:lnTo>
                  <a:cubicBezTo>
                    <a:pt x="4629" y="26820"/>
                    <a:pt x="4629" y="26835"/>
                    <a:pt x="4629" y="26835"/>
                  </a:cubicBezTo>
                  <a:cubicBezTo>
                    <a:pt x="4629" y="26835"/>
                    <a:pt x="4614" y="26820"/>
                    <a:pt x="4614" y="26820"/>
                  </a:cubicBezTo>
                  <a:close/>
                  <a:moveTo>
                    <a:pt x="21922" y="32926"/>
                  </a:moveTo>
                  <a:close/>
                  <a:moveTo>
                    <a:pt x="27999" y="29404"/>
                  </a:moveTo>
                  <a:close/>
                  <a:moveTo>
                    <a:pt x="32570" y="21950"/>
                  </a:move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0" name="Google Shape;640;p40"/>
            <p:cNvPicPr preferRelativeResize="0"/>
            <p:nvPr/>
          </p:nvPicPr>
          <p:blipFill>
            <a:blip r:embed="rId10">
              <a:alphaModFix amt="84000"/>
            </a:blip>
            <a:stretch>
              <a:fillRect/>
            </a:stretch>
          </p:blipFill>
          <p:spPr>
            <a:xfrm>
              <a:off x="10344860" y="2793918"/>
              <a:ext cx="1137392" cy="1180421"/>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1"/>
          <p:cNvSpPr txBox="1"/>
          <p:nvPr/>
        </p:nvSpPr>
        <p:spPr>
          <a:xfrm>
            <a:off x="6014025" y="3504200"/>
            <a:ext cx="2132700" cy="95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Gantari"/>
                <a:ea typeface="Gantari"/>
                <a:cs typeface="Gantari"/>
                <a:sym typeface="Gantari"/>
              </a:rPr>
              <a:t>The dataset is divided into two subsets:</a:t>
            </a:r>
            <a:endParaRPr>
              <a:solidFill>
                <a:schemeClr val="dk1"/>
              </a:solidFill>
              <a:latin typeface="Gantari"/>
              <a:ea typeface="Gantari"/>
              <a:cs typeface="Gantari"/>
              <a:sym typeface="Gantari"/>
            </a:endParaRPr>
          </a:p>
          <a:p>
            <a:pPr indent="-317500" lvl="0" marL="457200" rtl="0" algn="l">
              <a:spcBef>
                <a:spcPts val="0"/>
              </a:spcBef>
              <a:spcAft>
                <a:spcPts val="0"/>
              </a:spcAft>
              <a:buClr>
                <a:schemeClr val="dk1"/>
              </a:buClr>
              <a:buSzPts val="1400"/>
              <a:buFont typeface="Gantari"/>
              <a:buChar char="●"/>
            </a:pPr>
            <a:r>
              <a:rPr lang="en">
                <a:solidFill>
                  <a:schemeClr val="dk1"/>
                </a:solidFill>
                <a:latin typeface="Gantari"/>
                <a:ea typeface="Gantari"/>
                <a:cs typeface="Gantari"/>
                <a:sym typeface="Gantari"/>
              </a:rPr>
              <a:t>80% training</a:t>
            </a:r>
            <a:endParaRPr>
              <a:solidFill>
                <a:schemeClr val="dk1"/>
              </a:solidFill>
              <a:latin typeface="Gantari"/>
              <a:ea typeface="Gantari"/>
              <a:cs typeface="Gantari"/>
              <a:sym typeface="Gantari"/>
            </a:endParaRPr>
          </a:p>
          <a:p>
            <a:pPr indent="-317500" lvl="0" marL="457200" rtl="0" algn="l">
              <a:spcBef>
                <a:spcPts val="0"/>
              </a:spcBef>
              <a:spcAft>
                <a:spcPts val="0"/>
              </a:spcAft>
              <a:buClr>
                <a:schemeClr val="dk1"/>
              </a:buClr>
              <a:buSzPts val="1400"/>
              <a:buFont typeface="Gantari"/>
              <a:buChar char="●"/>
            </a:pPr>
            <a:r>
              <a:rPr lang="en">
                <a:solidFill>
                  <a:schemeClr val="dk1"/>
                </a:solidFill>
                <a:latin typeface="Gantari"/>
                <a:ea typeface="Gantari"/>
                <a:cs typeface="Gantari"/>
                <a:sym typeface="Gantari"/>
              </a:rPr>
              <a:t>20% testing</a:t>
            </a:r>
            <a:endParaRPr>
              <a:solidFill>
                <a:schemeClr val="dk1"/>
              </a:solidFill>
              <a:latin typeface="Gantari"/>
              <a:ea typeface="Gantari"/>
              <a:cs typeface="Gantari"/>
              <a:sym typeface="Gantari"/>
            </a:endParaRPr>
          </a:p>
        </p:txBody>
      </p:sp>
      <p:sp>
        <p:nvSpPr>
          <p:cNvPr id="646" name="Google Shape;646;p41"/>
          <p:cNvSpPr txBox="1"/>
          <p:nvPr/>
        </p:nvSpPr>
        <p:spPr>
          <a:xfrm>
            <a:off x="6014035" y="2141578"/>
            <a:ext cx="2313300" cy="52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Gantari"/>
                <a:ea typeface="Gantari"/>
                <a:cs typeface="Gantari"/>
                <a:sym typeface="Gantari"/>
              </a:rPr>
              <a:t>After cleaning, split into individual words for later converting to numerical features to analyze</a:t>
            </a:r>
            <a:endParaRPr>
              <a:solidFill>
                <a:schemeClr val="dk1"/>
              </a:solidFill>
              <a:latin typeface="Gantari"/>
              <a:ea typeface="Gantari"/>
              <a:cs typeface="Gantari"/>
              <a:sym typeface="Gantari"/>
            </a:endParaRPr>
          </a:p>
        </p:txBody>
      </p:sp>
      <p:pic>
        <p:nvPicPr>
          <p:cNvPr id="647" name="Google Shape;647;p41"/>
          <p:cNvPicPr preferRelativeResize="0"/>
          <p:nvPr/>
        </p:nvPicPr>
        <p:blipFill>
          <a:blip r:embed="rId4">
            <a:alphaModFix/>
          </a:blip>
          <a:stretch>
            <a:fillRect/>
          </a:stretch>
        </p:blipFill>
        <p:spPr>
          <a:xfrm>
            <a:off x="4714813" y="630925"/>
            <a:ext cx="342900" cy="371475"/>
          </a:xfrm>
          <a:prstGeom prst="rect">
            <a:avLst/>
          </a:prstGeom>
          <a:noFill/>
          <a:ln>
            <a:noFill/>
          </a:ln>
        </p:spPr>
      </p:pic>
      <p:sp>
        <p:nvSpPr>
          <p:cNvPr id="648" name="Google Shape;648;p41"/>
          <p:cNvSpPr txBox="1"/>
          <p:nvPr>
            <p:ph type="title"/>
          </p:nvPr>
        </p:nvSpPr>
        <p:spPr>
          <a:xfrm>
            <a:off x="977330" y="405225"/>
            <a:ext cx="5646000" cy="74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preprocessing</a:t>
            </a:r>
            <a:endParaRPr/>
          </a:p>
        </p:txBody>
      </p:sp>
      <p:pic>
        <p:nvPicPr>
          <p:cNvPr id="649" name="Google Shape;649;p41"/>
          <p:cNvPicPr preferRelativeResize="0"/>
          <p:nvPr/>
        </p:nvPicPr>
        <p:blipFill>
          <a:blip r:embed="rId4">
            <a:alphaModFix/>
          </a:blip>
          <a:stretch>
            <a:fillRect/>
          </a:stretch>
        </p:blipFill>
        <p:spPr>
          <a:xfrm>
            <a:off x="7921625" y="869538"/>
            <a:ext cx="342900" cy="371475"/>
          </a:xfrm>
          <a:prstGeom prst="rect">
            <a:avLst/>
          </a:prstGeom>
          <a:noFill/>
          <a:ln>
            <a:noFill/>
          </a:ln>
        </p:spPr>
      </p:pic>
      <p:pic>
        <p:nvPicPr>
          <p:cNvPr id="650" name="Google Shape;650;p41"/>
          <p:cNvPicPr preferRelativeResize="0"/>
          <p:nvPr/>
        </p:nvPicPr>
        <p:blipFill>
          <a:blip r:embed="rId5">
            <a:alphaModFix/>
          </a:blip>
          <a:stretch>
            <a:fillRect/>
          </a:stretch>
        </p:blipFill>
        <p:spPr>
          <a:xfrm>
            <a:off x="5489175" y="353750"/>
            <a:ext cx="342900" cy="371475"/>
          </a:xfrm>
          <a:prstGeom prst="rect">
            <a:avLst/>
          </a:prstGeom>
          <a:noFill/>
          <a:ln>
            <a:noFill/>
          </a:ln>
        </p:spPr>
      </p:pic>
      <p:sp>
        <p:nvSpPr>
          <p:cNvPr id="651" name="Google Shape;651;p41"/>
          <p:cNvSpPr txBox="1"/>
          <p:nvPr/>
        </p:nvSpPr>
        <p:spPr>
          <a:xfrm>
            <a:off x="1128085" y="3306052"/>
            <a:ext cx="17700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200">
                <a:solidFill>
                  <a:schemeClr val="dk1"/>
                </a:solidFill>
                <a:latin typeface="Artifika"/>
                <a:ea typeface="Artifika"/>
                <a:cs typeface="Artifika"/>
                <a:sym typeface="Artifika"/>
              </a:rPr>
              <a:t>Feature</a:t>
            </a:r>
            <a:endParaRPr sz="2200">
              <a:solidFill>
                <a:schemeClr val="dk1"/>
              </a:solidFill>
              <a:latin typeface="Artifika"/>
              <a:ea typeface="Artifika"/>
              <a:cs typeface="Artifika"/>
              <a:sym typeface="Artifika"/>
            </a:endParaRPr>
          </a:p>
          <a:p>
            <a:pPr indent="0" lvl="0" marL="0" rtl="0" algn="l">
              <a:spcBef>
                <a:spcPts val="0"/>
              </a:spcBef>
              <a:spcAft>
                <a:spcPts val="0"/>
              </a:spcAft>
              <a:buNone/>
            </a:pPr>
            <a:r>
              <a:rPr lang="en" sz="2200">
                <a:solidFill>
                  <a:schemeClr val="dk1"/>
                </a:solidFill>
                <a:latin typeface="Artifika"/>
                <a:ea typeface="Artifika"/>
                <a:cs typeface="Artifika"/>
                <a:sym typeface="Artifika"/>
              </a:rPr>
              <a:t>extraction </a:t>
            </a:r>
            <a:endParaRPr sz="2200">
              <a:solidFill>
                <a:schemeClr val="dk1"/>
              </a:solidFill>
              <a:latin typeface="Artifika"/>
              <a:ea typeface="Artifika"/>
              <a:cs typeface="Artifika"/>
              <a:sym typeface="Artifika"/>
            </a:endParaRPr>
          </a:p>
        </p:txBody>
      </p:sp>
      <p:sp>
        <p:nvSpPr>
          <p:cNvPr id="652" name="Google Shape;652;p41"/>
          <p:cNvSpPr txBox="1"/>
          <p:nvPr/>
        </p:nvSpPr>
        <p:spPr>
          <a:xfrm>
            <a:off x="1141925" y="3982925"/>
            <a:ext cx="1755900" cy="52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Gantari"/>
                <a:ea typeface="Gantari"/>
                <a:cs typeface="Gantari"/>
                <a:sym typeface="Gantari"/>
              </a:rPr>
              <a:t>Transformed into numerical vectors using TF-IDF</a:t>
            </a:r>
            <a:endParaRPr>
              <a:solidFill>
                <a:schemeClr val="dk1"/>
              </a:solidFill>
              <a:latin typeface="Gantari"/>
              <a:ea typeface="Gantari"/>
              <a:cs typeface="Gantari"/>
              <a:sym typeface="Gantari"/>
            </a:endParaRPr>
          </a:p>
        </p:txBody>
      </p:sp>
      <p:sp>
        <p:nvSpPr>
          <p:cNvPr id="653" name="Google Shape;653;p41"/>
          <p:cNvSpPr txBox="1"/>
          <p:nvPr/>
        </p:nvSpPr>
        <p:spPr>
          <a:xfrm>
            <a:off x="581085" y="1525553"/>
            <a:ext cx="2550300" cy="371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chemeClr val="dk1"/>
                </a:solidFill>
                <a:latin typeface="Artifika"/>
                <a:ea typeface="Artifika"/>
                <a:cs typeface="Artifika"/>
                <a:sym typeface="Artifika"/>
              </a:rPr>
              <a:t>Text Normalization</a:t>
            </a:r>
            <a:endParaRPr sz="2400">
              <a:solidFill>
                <a:schemeClr val="dk1"/>
              </a:solidFill>
              <a:latin typeface="Artifika"/>
              <a:ea typeface="Artifika"/>
              <a:cs typeface="Artifika"/>
              <a:sym typeface="Artifika"/>
            </a:endParaRPr>
          </a:p>
        </p:txBody>
      </p:sp>
      <p:sp>
        <p:nvSpPr>
          <p:cNvPr id="654" name="Google Shape;654;p41"/>
          <p:cNvSpPr txBox="1"/>
          <p:nvPr/>
        </p:nvSpPr>
        <p:spPr>
          <a:xfrm>
            <a:off x="692660" y="2141578"/>
            <a:ext cx="2205300" cy="74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Gantari"/>
                <a:ea typeface="Gantari"/>
                <a:cs typeface="Gantari"/>
                <a:sym typeface="Gantari"/>
              </a:rPr>
              <a:t>Non-alphabet character, emoji, stopwords</a:t>
            </a:r>
            <a:r>
              <a:rPr lang="en">
                <a:solidFill>
                  <a:schemeClr val="dk1"/>
                </a:solidFill>
                <a:latin typeface="Gantari"/>
                <a:ea typeface="Gantari"/>
                <a:cs typeface="Gantari"/>
                <a:sym typeface="Gantari"/>
              </a:rPr>
              <a:t>, lowercase and contraction expansion</a:t>
            </a:r>
            <a:endParaRPr>
              <a:solidFill>
                <a:schemeClr val="dk1"/>
              </a:solidFill>
              <a:latin typeface="Gantari"/>
              <a:ea typeface="Gantari"/>
              <a:cs typeface="Gantari"/>
              <a:sym typeface="Gantari"/>
            </a:endParaRPr>
          </a:p>
        </p:txBody>
      </p:sp>
      <p:sp>
        <p:nvSpPr>
          <p:cNvPr id="655" name="Google Shape;655;p41"/>
          <p:cNvSpPr txBox="1"/>
          <p:nvPr/>
        </p:nvSpPr>
        <p:spPr>
          <a:xfrm>
            <a:off x="6014023" y="3101075"/>
            <a:ext cx="27429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Train-test split</a:t>
            </a:r>
            <a:endParaRPr sz="2400">
              <a:solidFill>
                <a:schemeClr val="dk1"/>
              </a:solidFill>
              <a:latin typeface="Artifika"/>
              <a:ea typeface="Artifika"/>
              <a:cs typeface="Artifika"/>
              <a:sym typeface="Artifika"/>
            </a:endParaRPr>
          </a:p>
        </p:txBody>
      </p:sp>
      <p:sp>
        <p:nvSpPr>
          <p:cNvPr id="656" name="Google Shape;656;p41"/>
          <p:cNvSpPr txBox="1"/>
          <p:nvPr/>
        </p:nvSpPr>
        <p:spPr>
          <a:xfrm>
            <a:off x="6014035" y="1500728"/>
            <a:ext cx="23133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Tokenization</a:t>
            </a:r>
            <a:endParaRPr sz="2400">
              <a:solidFill>
                <a:schemeClr val="dk1"/>
              </a:solidFill>
              <a:latin typeface="Artifika"/>
              <a:ea typeface="Artifika"/>
              <a:cs typeface="Artifika"/>
              <a:sym typeface="Artifika"/>
            </a:endParaRPr>
          </a:p>
        </p:txBody>
      </p:sp>
      <p:grpSp>
        <p:nvGrpSpPr>
          <p:cNvPr id="657" name="Google Shape;657;p41"/>
          <p:cNvGrpSpPr/>
          <p:nvPr/>
        </p:nvGrpSpPr>
        <p:grpSpPr>
          <a:xfrm>
            <a:off x="3185563" y="1567419"/>
            <a:ext cx="2635351" cy="2451784"/>
            <a:chOff x="3351965" y="1148808"/>
            <a:chExt cx="750770" cy="698375"/>
          </a:xfrm>
        </p:grpSpPr>
        <p:sp>
          <p:nvSpPr>
            <p:cNvPr id="658" name="Google Shape;658;p41"/>
            <p:cNvSpPr/>
            <p:nvPr/>
          </p:nvSpPr>
          <p:spPr>
            <a:xfrm>
              <a:off x="3586796" y="1148808"/>
              <a:ext cx="294857" cy="286830"/>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1"/>
            <p:cNvSpPr/>
            <p:nvPr/>
          </p:nvSpPr>
          <p:spPr>
            <a:xfrm>
              <a:off x="3779245" y="1375768"/>
              <a:ext cx="323490" cy="286978"/>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1"/>
            <p:cNvSpPr/>
            <p:nvPr/>
          </p:nvSpPr>
          <p:spPr>
            <a:xfrm>
              <a:off x="3351965" y="1330435"/>
              <a:ext cx="295449" cy="285401"/>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1"/>
            <p:cNvSpPr/>
            <p:nvPr/>
          </p:nvSpPr>
          <p:spPr>
            <a:xfrm>
              <a:off x="3548208" y="1560352"/>
              <a:ext cx="294808" cy="286830"/>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2" name="Google Shape;662;p41"/>
          <p:cNvSpPr/>
          <p:nvPr/>
        </p:nvSpPr>
        <p:spPr>
          <a:xfrm>
            <a:off x="4095441" y="1612809"/>
            <a:ext cx="749700" cy="749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1"/>
          <p:cNvSpPr/>
          <p:nvPr/>
        </p:nvSpPr>
        <p:spPr>
          <a:xfrm>
            <a:off x="3281672" y="2399728"/>
            <a:ext cx="749700" cy="749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1"/>
          <p:cNvSpPr/>
          <p:nvPr/>
        </p:nvSpPr>
        <p:spPr>
          <a:xfrm>
            <a:off x="4080060" y="3218328"/>
            <a:ext cx="745500" cy="745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1"/>
          <p:cNvSpPr/>
          <p:nvPr/>
        </p:nvSpPr>
        <p:spPr>
          <a:xfrm>
            <a:off x="4891672" y="2418466"/>
            <a:ext cx="749700" cy="749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6" name="Google Shape;666;p41"/>
          <p:cNvCxnSpPr>
            <a:stCxn id="656" idx="1"/>
            <a:endCxn id="665" idx="6"/>
          </p:cNvCxnSpPr>
          <p:nvPr/>
        </p:nvCxnSpPr>
        <p:spPr>
          <a:xfrm flipH="1">
            <a:off x="5641435" y="1698878"/>
            <a:ext cx="372600" cy="1094400"/>
          </a:xfrm>
          <a:prstGeom prst="bentConnector3">
            <a:avLst>
              <a:gd fmla="val 50008" name="adj1"/>
            </a:avLst>
          </a:prstGeom>
          <a:noFill/>
          <a:ln cap="flat" cmpd="sng" w="28575">
            <a:solidFill>
              <a:schemeClr val="lt1"/>
            </a:solidFill>
            <a:prstDash val="solid"/>
            <a:round/>
            <a:headEnd len="med" w="med" type="none"/>
            <a:tailEnd len="med" w="med" type="none"/>
          </a:ln>
        </p:spPr>
      </p:cxnSp>
      <p:cxnSp>
        <p:nvCxnSpPr>
          <p:cNvPr id="667" name="Google Shape;667;p41"/>
          <p:cNvCxnSpPr>
            <a:stCxn id="655" idx="1"/>
            <a:endCxn id="664" idx="6"/>
          </p:cNvCxnSpPr>
          <p:nvPr/>
        </p:nvCxnSpPr>
        <p:spPr>
          <a:xfrm flipH="1">
            <a:off x="4825423" y="3299225"/>
            <a:ext cx="1188600" cy="291900"/>
          </a:xfrm>
          <a:prstGeom prst="bentConnector3">
            <a:avLst>
              <a:gd fmla="val 49994" name="adj1"/>
            </a:avLst>
          </a:prstGeom>
          <a:noFill/>
          <a:ln cap="flat" cmpd="sng" w="28575">
            <a:solidFill>
              <a:schemeClr val="lt1"/>
            </a:solidFill>
            <a:prstDash val="solid"/>
            <a:round/>
            <a:headEnd len="med" w="med" type="none"/>
            <a:tailEnd len="med" w="med" type="none"/>
          </a:ln>
        </p:spPr>
      </p:cxnSp>
      <p:cxnSp>
        <p:nvCxnSpPr>
          <p:cNvPr id="668" name="Google Shape;668;p41"/>
          <p:cNvCxnSpPr>
            <a:stCxn id="653" idx="3"/>
            <a:endCxn id="662" idx="2"/>
          </p:cNvCxnSpPr>
          <p:nvPr/>
        </p:nvCxnSpPr>
        <p:spPr>
          <a:xfrm>
            <a:off x="3131385" y="1711253"/>
            <a:ext cx="964200" cy="276300"/>
          </a:xfrm>
          <a:prstGeom prst="bentConnector3">
            <a:avLst>
              <a:gd fmla="val 49993" name="adj1"/>
            </a:avLst>
          </a:prstGeom>
          <a:noFill/>
          <a:ln cap="flat" cmpd="sng" w="28575">
            <a:solidFill>
              <a:schemeClr val="lt1"/>
            </a:solidFill>
            <a:prstDash val="solid"/>
            <a:round/>
            <a:headEnd len="med" w="med" type="none"/>
            <a:tailEnd len="med" w="med" type="none"/>
          </a:ln>
        </p:spPr>
      </p:cxnSp>
      <p:cxnSp>
        <p:nvCxnSpPr>
          <p:cNvPr id="669" name="Google Shape;669;p41"/>
          <p:cNvCxnSpPr>
            <a:stCxn id="651" idx="3"/>
            <a:endCxn id="663" idx="2"/>
          </p:cNvCxnSpPr>
          <p:nvPr/>
        </p:nvCxnSpPr>
        <p:spPr>
          <a:xfrm flipH="1" rot="10800000">
            <a:off x="2898085" y="2774602"/>
            <a:ext cx="383700" cy="729600"/>
          </a:xfrm>
          <a:prstGeom prst="bentConnector3">
            <a:avLst>
              <a:gd fmla="val 49985" name="adj1"/>
            </a:avLst>
          </a:prstGeom>
          <a:noFill/>
          <a:ln cap="flat" cmpd="sng" w="28575">
            <a:solidFill>
              <a:schemeClr val="lt1"/>
            </a:solidFill>
            <a:prstDash val="solid"/>
            <a:round/>
            <a:headEnd len="med" w="med" type="none"/>
            <a:tailEnd len="med" w="med" type="none"/>
          </a:ln>
        </p:spPr>
      </p:cxnSp>
      <p:sp>
        <p:nvSpPr>
          <p:cNvPr id="670" name="Google Shape;670;p41"/>
          <p:cNvSpPr txBox="1"/>
          <p:nvPr/>
        </p:nvSpPr>
        <p:spPr>
          <a:xfrm>
            <a:off x="2956010" y="1529691"/>
            <a:ext cx="300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lt1"/>
                </a:solidFill>
                <a:latin typeface="Artifika"/>
                <a:ea typeface="Artifika"/>
                <a:cs typeface="Artifika"/>
                <a:sym typeface="Artifika"/>
              </a:rPr>
              <a:t>1</a:t>
            </a:r>
            <a:endParaRPr/>
          </a:p>
        </p:txBody>
      </p:sp>
      <p:sp>
        <p:nvSpPr>
          <p:cNvPr id="671" name="Google Shape;671;p41"/>
          <p:cNvSpPr txBox="1"/>
          <p:nvPr/>
        </p:nvSpPr>
        <p:spPr>
          <a:xfrm>
            <a:off x="3756530" y="2297416"/>
            <a:ext cx="300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lt1"/>
                </a:solidFill>
                <a:latin typeface="Artifika"/>
                <a:ea typeface="Artifika"/>
                <a:cs typeface="Artifika"/>
                <a:sym typeface="Artifika"/>
              </a:rPr>
              <a:t>2</a:t>
            </a:r>
            <a:endParaRPr/>
          </a:p>
        </p:txBody>
      </p:sp>
      <p:sp>
        <p:nvSpPr>
          <p:cNvPr id="672" name="Google Shape;672;p41"/>
          <p:cNvSpPr txBox="1"/>
          <p:nvPr/>
        </p:nvSpPr>
        <p:spPr>
          <a:xfrm>
            <a:off x="2947329" y="3112529"/>
            <a:ext cx="300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lt1"/>
                </a:solidFill>
                <a:latin typeface="Artifika"/>
                <a:ea typeface="Artifika"/>
                <a:cs typeface="Artifika"/>
                <a:sym typeface="Artifika"/>
              </a:rPr>
              <a:t>3</a:t>
            </a:r>
            <a:endParaRPr/>
          </a:p>
        </p:txBody>
      </p:sp>
      <p:sp>
        <p:nvSpPr>
          <p:cNvPr id="673" name="Google Shape;673;p41"/>
          <p:cNvSpPr txBox="1"/>
          <p:nvPr/>
        </p:nvSpPr>
        <p:spPr>
          <a:xfrm>
            <a:off x="2156529" y="2297440"/>
            <a:ext cx="300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lt1"/>
                </a:solidFill>
                <a:latin typeface="Artifika"/>
                <a:ea typeface="Artifika"/>
                <a:cs typeface="Artifika"/>
                <a:sym typeface="Artifika"/>
              </a:rPr>
              <a:t>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42"/>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TF-IDF Feature Extraction</a:t>
            </a:r>
            <a:endParaRPr/>
          </a:p>
        </p:txBody>
      </p:sp>
      <p:sp>
        <p:nvSpPr>
          <p:cNvPr id="679" name="Google Shape;679;p42"/>
          <p:cNvSpPr txBox="1"/>
          <p:nvPr/>
        </p:nvSpPr>
        <p:spPr>
          <a:xfrm>
            <a:off x="932250" y="1050925"/>
            <a:ext cx="7279500" cy="615600"/>
          </a:xfrm>
          <a:prstGeom prst="rect">
            <a:avLst/>
          </a:prstGeom>
          <a:noFill/>
          <a:ln>
            <a:noFill/>
          </a:ln>
        </p:spPr>
        <p:txBody>
          <a:bodyPr anchorCtr="0" anchor="t" bIns="91425" lIns="91425" spcFirstLastPara="1" rIns="91425" wrap="square" tIns="91425">
            <a:spAutoFit/>
          </a:bodyPr>
          <a:lstStyle/>
          <a:p>
            <a:pPr indent="-317500" lvl="0" marL="457200" rtl="0" algn="ctr">
              <a:spcBef>
                <a:spcPts val="0"/>
              </a:spcBef>
              <a:spcAft>
                <a:spcPts val="0"/>
              </a:spcAft>
              <a:buSzPts val="1400"/>
              <a:buFont typeface="Gantari"/>
              <a:buChar char="★"/>
            </a:pPr>
            <a:r>
              <a:rPr b="1" lang="en">
                <a:latin typeface="Gantari"/>
                <a:ea typeface="Gantari"/>
                <a:cs typeface="Gantari"/>
                <a:sym typeface="Gantari"/>
              </a:rPr>
              <a:t>TF-IDF (Term Frequency–Inverse Document Frequency) </a:t>
            </a:r>
            <a:endParaRPr b="1">
              <a:latin typeface="Gantari"/>
              <a:ea typeface="Gantari"/>
              <a:cs typeface="Gantari"/>
              <a:sym typeface="Gantari"/>
            </a:endParaRPr>
          </a:p>
          <a:p>
            <a:pPr indent="0" lvl="0" marL="457200" rtl="0" algn="ctr">
              <a:spcBef>
                <a:spcPts val="0"/>
              </a:spcBef>
              <a:spcAft>
                <a:spcPts val="0"/>
              </a:spcAft>
              <a:buNone/>
            </a:pPr>
            <a:r>
              <a:rPr lang="en">
                <a:latin typeface="Gantari"/>
                <a:ea typeface="Gantari"/>
                <a:cs typeface="Gantari"/>
                <a:sym typeface="Gantari"/>
              </a:rPr>
              <a:t>captures how relevant a word is to a particular review compared to all others.</a:t>
            </a:r>
            <a:endParaRPr>
              <a:latin typeface="Gantari"/>
              <a:ea typeface="Gantari"/>
              <a:cs typeface="Gantari"/>
              <a:sym typeface="Gantari"/>
            </a:endParaRPr>
          </a:p>
        </p:txBody>
      </p:sp>
      <p:pic>
        <p:nvPicPr>
          <p:cNvPr id="680" name="Google Shape;680;p42"/>
          <p:cNvPicPr preferRelativeResize="0"/>
          <p:nvPr/>
        </p:nvPicPr>
        <p:blipFill>
          <a:blip r:embed="rId3">
            <a:alphaModFix/>
          </a:blip>
          <a:stretch>
            <a:fillRect/>
          </a:stretch>
        </p:blipFill>
        <p:spPr>
          <a:xfrm>
            <a:off x="152400" y="1692650"/>
            <a:ext cx="8839200" cy="1758206"/>
          </a:xfrm>
          <a:prstGeom prst="rect">
            <a:avLst/>
          </a:prstGeom>
          <a:noFill/>
          <a:ln>
            <a:noFill/>
          </a:ln>
        </p:spPr>
      </p:pic>
      <p:grpSp>
        <p:nvGrpSpPr>
          <p:cNvPr id="681" name="Google Shape;681;p42"/>
          <p:cNvGrpSpPr/>
          <p:nvPr/>
        </p:nvGrpSpPr>
        <p:grpSpPr>
          <a:xfrm rot="554122">
            <a:off x="7362869" y="1897183"/>
            <a:ext cx="1273760" cy="1252412"/>
            <a:chOff x="13328746" y="3069829"/>
            <a:chExt cx="1704975" cy="1676400"/>
          </a:xfrm>
        </p:grpSpPr>
        <p:sp>
          <p:nvSpPr>
            <p:cNvPr id="682" name="Google Shape;682;p42"/>
            <p:cNvSpPr/>
            <p:nvPr/>
          </p:nvSpPr>
          <p:spPr>
            <a:xfrm>
              <a:off x="13329286" y="3070658"/>
              <a:ext cx="1703894" cy="1674742"/>
            </a:xfrm>
            <a:custGeom>
              <a:rect b="b" l="l" r="r" t="t"/>
              <a:pathLst>
                <a:path extrusionOk="0" h="32171" w="32731">
                  <a:moveTo>
                    <a:pt x="32671" y="20574"/>
                  </a:moveTo>
                  <a:lnTo>
                    <a:pt x="32671" y="20574"/>
                  </a:lnTo>
                  <a:cubicBezTo>
                    <a:pt x="32671" y="20574"/>
                    <a:pt x="32656" y="20560"/>
                    <a:pt x="32642" y="20545"/>
                  </a:cubicBezTo>
                  <a:cubicBezTo>
                    <a:pt x="32642" y="20530"/>
                    <a:pt x="32642" y="20501"/>
                    <a:pt x="32671" y="20486"/>
                  </a:cubicBezTo>
                  <a:lnTo>
                    <a:pt x="32671" y="20295"/>
                  </a:lnTo>
                  <a:cubicBezTo>
                    <a:pt x="32627" y="20265"/>
                    <a:pt x="32612" y="20221"/>
                    <a:pt x="32612" y="20162"/>
                  </a:cubicBezTo>
                  <a:cubicBezTo>
                    <a:pt x="32612" y="20118"/>
                    <a:pt x="32553" y="20089"/>
                    <a:pt x="32598" y="20030"/>
                  </a:cubicBezTo>
                  <a:cubicBezTo>
                    <a:pt x="32627" y="19986"/>
                    <a:pt x="32627" y="19956"/>
                    <a:pt x="32671" y="19927"/>
                  </a:cubicBezTo>
                  <a:lnTo>
                    <a:pt x="32671" y="19824"/>
                  </a:lnTo>
                  <a:cubicBezTo>
                    <a:pt x="32671" y="19824"/>
                    <a:pt x="32686" y="19809"/>
                    <a:pt x="32686" y="19794"/>
                  </a:cubicBezTo>
                  <a:cubicBezTo>
                    <a:pt x="32686" y="19765"/>
                    <a:pt x="32686" y="19750"/>
                    <a:pt x="32671" y="19735"/>
                  </a:cubicBezTo>
                  <a:lnTo>
                    <a:pt x="32671" y="19735"/>
                  </a:lnTo>
                  <a:cubicBezTo>
                    <a:pt x="32627" y="19706"/>
                    <a:pt x="32598" y="19677"/>
                    <a:pt x="32568" y="19647"/>
                  </a:cubicBezTo>
                  <a:cubicBezTo>
                    <a:pt x="32539" y="19618"/>
                    <a:pt x="32524" y="19574"/>
                    <a:pt x="32539" y="19529"/>
                  </a:cubicBezTo>
                  <a:cubicBezTo>
                    <a:pt x="32553" y="19471"/>
                    <a:pt x="32568" y="19412"/>
                    <a:pt x="32568" y="19353"/>
                  </a:cubicBezTo>
                  <a:cubicBezTo>
                    <a:pt x="32598" y="19323"/>
                    <a:pt x="32612" y="19294"/>
                    <a:pt x="32598" y="19250"/>
                  </a:cubicBezTo>
                  <a:cubicBezTo>
                    <a:pt x="32568" y="19206"/>
                    <a:pt x="32539" y="19162"/>
                    <a:pt x="32495" y="19117"/>
                  </a:cubicBezTo>
                  <a:cubicBezTo>
                    <a:pt x="32495" y="19103"/>
                    <a:pt x="32495" y="19088"/>
                    <a:pt x="32495" y="19073"/>
                  </a:cubicBezTo>
                  <a:lnTo>
                    <a:pt x="32480" y="18970"/>
                  </a:lnTo>
                  <a:cubicBezTo>
                    <a:pt x="32509" y="18941"/>
                    <a:pt x="32539" y="18911"/>
                    <a:pt x="32568" y="18882"/>
                  </a:cubicBezTo>
                  <a:lnTo>
                    <a:pt x="32568" y="18691"/>
                  </a:lnTo>
                  <a:cubicBezTo>
                    <a:pt x="32539" y="18661"/>
                    <a:pt x="32495" y="18661"/>
                    <a:pt x="32450" y="18676"/>
                  </a:cubicBezTo>
                  <a:lnTo>
                    <a:pt x="32450" y="18676"/>
                  </a:lnTo>
                  <a:lnTo>
                    <a:pt x="32215" y="18485"/>
                  </a:lnTo>
                  <a:lnTo>
                    <a:pt x="32215" y="18485"/>
                  </a:lnTo>
                  <a:cubicBezTo>
                    <a:pt x="32303" y="18367"/>
                    <a:pt x="32377" y="18485"/>
                    <a:pt x="32465" y="18485"/>
                  </a:cubicBezTo>
                  <a:cubicBezTo>
                    <a:pt x="32524" y="18279"/>
                    <a:pt x="32539" y="18073"/>
                    <a:pt x="32495" y="17867"/>
                  </a:cubicBezTo>
                  <a:cubicBezTo>
                    <a:pt x="32436" y="17660"/>
                    <a:pt x="32465" y="17454"/>
                    <a:pt x="32568" y="17278"/>
                  </a:cubicBezTo>
                  <a:lnTo>
                    <a:pt x="32568" y="17101"/>
                  </a:lnTo>
                  <a:cubicBezTo>
                    <a:pt x="32450" y="17101"/>
                    <a:pt x="32362" y="16998"/>
                    <a:pt x="32392" y="16881"/>
                  </a:cubicBezTo>
                  <a:lnTo>
                    <a:pt x="32392" y="16424"/>
                  </a:lnTo>
                  <a:lnTo>
                    <a:pt x="32392" y="16424"/>
                  </a:lnTo>
                  <a:cubicBezTo>
                    <a:pt x="32392" y="16351"/>
                    <a:pt x="32421" y="16277"/>
                    <a:pt x="32480" y="16218"/>
                  </a:cubicBezTo>
                  <a:cubicBezTo>
                    <a:pt x="32480" y="16204"/>
                    <a:pt x="32480" y="16174"/>
                    <a:pt x="32480" y="16145"/>
                  </a:cubicBezTo>
                  <a:cubicBezTo>
                    <a:pt x="32406" y="16071"/>
                    <a:pt x="32450" y="15968"/>
                    <a:pt x="32421" y="15895"/>
                  </a:cubicBezTo>
                  <a:lnTo>
                    <a:pt x="32450" y="15895"/>
                  </a:lnTo>
                  <a:lnTo>
                    <a:pt x="32480" y="15850"/>
                  </a:lnTo>
                  <a:cubicBezTo>
                    <a:pt x="32480" y="15821"/>
                    <a:pt x="32480" y="15791"/>
                    <a:pt x="32480" y="15762"/>
                  </a:cubicBezTo>
                  <a:cubicBezTo>
                    <a:pt x="32495" y="15512"/>
                    <a:pt x="32421" y="15276"/>
                    <a:pt x="32289" y="15085"/>
                  </a:cubicBezTo>
                  <a:cubicBezTo>
                    <a:pt x="32406" y="15026"/>
                    <a:pt x="32392" y="14908"/>
                    <a:pt x="32377" y="14805"/>
                  </a:cubicBezTo>
                  <a:cubicBezTo>
                    <a:pt x="32377" y="14761"/>
                    <a:pt x="32377" y="14717"/>
                    <a:pt x="32377" y="14673"/>
                  </a:cubicBezTo>
                  <a:cubicBezTo>
                    <a:pt x="32377" y="14644"/>
                    <a:pt x="32347" y="14629"/>
                    <a:pt x="32333" y="14599"/>
                  </a:cubicBezTo>
                  <a:cubicBezTo>
                    <a:pt x="32318" y="14629"/>
                    <a:pt x="32303" y="14658"/>
                    <a:pt x="32303" y="14688"/>
                  </a:cubicBezTo>
                  <a:cubicBezTo>
                    <a:pt x="32303" y="14717"/>
                    <a:pt x="32303" y="14761"/>
                    <a:pt x="32303" y="14805"/>
                  </a:cubicBezTo>
                  <a:lnTo>
                    <a:pt x="32303" y="14805"/>
                  </a:lnTo>
                  <a:lnTo>
                    <a:pt x="32303" y="14805"/>
                  </a:lnTo>
                  <a:cubicBezTo>
                    <a:pt x="32186" y="14791"/>
                    <a:pt x="32112" y="14732"/>
                    <a:pt x="32112" y="14599"/>
                  </a:cubicBezTo>
                  <a:cubicBezTo>
                    <a:pt x="32127" y="14541"/>
                    <a:pt x="32127" y="14482"/>
                    <a:pt x="32112" y="14423"/>
                  </a:cubicBezTo>
                  <a:cubicBezTo>
                    <a:pt x="32127" y="14393"/>
                    <a:pt x="32127" y="14379"/>
                    <a:pt x="32127" y="14349"/>
                  </a:cubicBezTo>
                  <a:cubicBezTo>
                    <a:pt x="32274" y="14158"/>
                    <a:pt x="32244" y="13878"/>
                    <a:pt x="32068" y="13716"/>
                  </a:cubicBezTo>
                  <a:cubicBezTo>
                    <a:pt x="31950" y="13613"/>
                    <a:pt x="31906" y="13452"/>
                    <a:pt x="31950" y="13304"/>
                  </a:cubicBezTo>
                  <a:cubicBezTo>
                    <a:pt x="32038" y="13201"/>
                    <a:pt x="32053" y="13040"/>
                    <a:pt x="31965" y="12907"/>
                  </a:cubicBezTo>
                  <a:cubicBezTo>
                    <a:pt x="31862" y="12775"/>
                    <a:pt x="31803" y="12613"/>
                    <a:pt x="31818" y="12436"/>
                  </a:cubicBezTo>
                  <a:cubicBezTo>
                    <a:pt x="31847" y="12304"/>
                    <a:pt x="31773" y="12186"/>
                    <a:pt x="31641" y="12157"/>
                  </a:cubicBezTo>
                  <a:cubicBezTo>
                    <a:pt x="31523" y="12142"/>
                    <a:pt x="31450" y="12039"/>
                    <a:pt x="31450" y="11921"/>
                  </a:cubicBezTo>
                  <a:cubicBezTo>
                    <a:pt x="31420" y="11715"/>
                    <a:pt x="31391" y="11524"/>
                    <a:pt x="31332" y="11332"/>
                  </a:cubicBezTo>
                  <a:cubicBezTo>
                    <a:pt x="31317" y="11259"/>
                    <a:pt x="31288" y="11200"/>
                    <a:pt x="31244" y="11171"/>
                  </a:cubicBezTo>
                  <a:cubicBezTo>
                    <a:pt x="31097" y="11082"/>
                    <a:pt x="31038" y="10906"/>
                    <a:pt x="31097" y="10758"/>
                  </a:cubicBezTo>
                  <a:cubicBezTo>
                    <a:pt x="31111" y="10655"/>
                    <a:pt x="31155" y="10552"/>
                    <a:pt x="31082" y="10449"/>
                  </a:cubicBezTo>
                  <a:cubicBezTo>
                    <a:pt x="30979" y="10243"/>
                    <a:pt x="30905" y="10008"/>
                    <a:pt x="30890" y="9787"/>
                  </a:cubicBezTo>
                  <a:lnTo>
                    <a:pt x="30817" y="9758"/>
                  </a:lnTo>
                  <a:cubicBezTo>
                    <a:pt x="30817" y="9625"/>
                    <a:pt x="30846" y="9493"/>
                    <a:pt x="30714" y="9390"/>
                  </a:cubicBezTo>
                  <a:cubicBezTo>
                    <a:pt x="30567" y="8948"/>
                    <a:pt x="30405" y="8507"/>
                    <a:pt x="30214" y="8080"/>
                  </a:cubicBezTo>
                  <a:cubicBezTo>
                    <a:pt x="30184" y="8065"/>
                    <a:pt x="30184" y="8036"/>
                    <a:pt x="30169" y="8006"/>
                  </a:cubicBezTo>
                  <a:cubicBezTo>
                    <a:pt x="30155" y="7800"/>
                    <a:pt x="30081" y="7609"/>
                    <a:pt x="29949" y="7447"/>
                  </a:cubicBezTo>
                  <a:cubicBezTo>
                    <a:pt x="29787" y="7300"/>
                    <a:pt x="29831" y="7050"/>
                    <a:pt x="29669" y="6917"/>
                  </a:cubicBezTo>
                  <a:cubicBezTo>
                    <a:pt x="29669" y="6594"/>
                    <a:pt x="29478" y="6314"/>
                    <a:pt x="29198" y="6167"/>
                  </a:cubicBezTo>
                  <a:cubicBezTo>
                    <a:pt x="29183" y="5902"/>
                    <a:pt x="29051" y="5652"/>
                    <a:pt x="28830" y="5505"/>
                  </a:cubicBezTo>
                  <a:lnTo>
                    <a:pt x="28830" y="5313"/>
                  </a:lnTo>
                  <a:cubicBezTo>
                    <a:pt x="28830" y="5284"/>
                    <a:pt x="28830" y="5255"/>
                    <a:pt x="28830" y="5225"/>
                  </a:cubicBezTo>
                  <a:lnTo>
                    <a:pt x="28830" y="5122"/>
                  </a:lnTo>
                  <a:cubicBezTo>
                    <a:pt x="28874" y="5063"/>
                    <a:pt x="28860" y="4990"/>
                    <a:pt x="28815" y="4945"/>
                  </a:cubicBezTo>
                  <a:cubicBezTo>
                    <a:pt x="28580" y="4990"/>
                    <a:pt x="28595" y="4784"/>
                    <a:pt x="28536" y="4666"/>
                  </a:cubicBezTo>
                  <a:cubicBezTo>
                    <a:pt x="28433" y="4578"/>
                    <a:pt x="28536" y="4445"/>
                    <a:pt x="28433" y="4372"/>
                  </a:cubicBezTo>
                  <a:lnTo>
                    <a:pt x="28433" y="4372"/>
                  </a:lnTo>
                  <a:cubicBezTo>
                    <a:pt x="28374" y="4327"/>
                    <a:pt x="28389" y="4239"/>
                    <a:pt x="28345" y="4195"/>
                  </a:cubicBezTo>
                  <a:lnTo>
                    <a:pt x="28345" y="4195"/>
                  </a:lnTo>
                  <a:cubicBezTo>
                    <a:pt x="28300" y="4195"/>
                    <a:pt x="28256" y="4224"/>
                    <a:pt x="28212" y="4239"/>
                  </a:cubicBezTo>
                  <a:lnTo>
                    <a:pt x="28212" y="4062"/>
                  </a:lnTo>
                  <a:lnTo>
                    <a:pt x="28035" y="4062"/>
                  </a:lnTo>
                  <a:cubicBezTo>
                    <a:pt x="28035" y="4180"/>
                    <a:pt x="28094" y="4239"/>
                    <a:pt x="28212" y="4239"/>
                  </a:cubicBezTo>
                  <a:cubicBezTo>
                    <a:pt x="28168" y="4283"/>
                    <a:pt x="28183" y="4327"/>
                    <a:pt x="28256" y="4475"/>
                  </a:cubicBezTo>
                  <a:cubicBezTo>
                    <a:pt x="28242" y="4504"/>
                    <a:pt x="28242" y="4533"/>
                    <a:pt x="28227" y="4563"/>
                  </a:cubicBezTo>
                  <a:lnTo>
                    <a:pt x="27977" y="4578"/>
                  </a:lnTo>
                  <a:cubicBezTo>
                    <a:pt x="27932" y="4504"/>
                    <a:pt x="27888" y="4445"/>
                    <a:pt x="27844" y="4372"/>
                  </a:cubicBezTo>
                  <a:cubicBezTo>
                    <a:pt x="27785" y="4298"/>
                    <a:pt x="27874" y="4195"/>
                    <a:pt x="27771" y="4121"/>
                  </a:cubicBezTo>
                  <a:lnTo>
                    <a:pt x="27506" y="4180"/>
                  </a:lnTo>
                  <a:cubicBezTo>
                    <a:pt x="27506" y="4048"/>
                    <a:pt x="27432" y="3945"/>
                    <a:pt x="27314" y="3901"/>
                  </a:cubicBezTo>
                  <a:cubicBezTo>
                    <a:pt x="27270" y="3812"/>
                    <a:pt x="27226" y="3739"/>
                    <a:pt x="27167" y="3665"/>
                  </a:cubicBezTo>
                  <a:cubicBezTo>
                    <a:pt x="27153" y="3636"/>
                    <a:pt x="27138" y="3592"/>
                    <a:pt x="27138" y="3562"/>
                  </a:cubicBezTo>
                  <a:cubicBezTo>
                    <a:pt x="27182" y="3592"/>
                    <a:pt x="27241" y="3562"/>
                    <a:pt x="27300" y="3533"/>
                  </a:cubicBezTo>
                  <a:cubicBezTo>
                    <a:pt x="27285" y="3503"/>
                    <a:pt x="27285" y="3489"/>
                    <a:pt x="27300" y="3459"/>
                  </a:cubicBezTo>
                  <a:cubicBezTo>
                    <a:pt x="27226" y="3371"/>
                    <a:pt x="27300" y="3253"/>
                    <a:pt x="27211" y="3165"/>
                  </a:cubicBezTo>
                  <a:lnTo>
                    <a:pt x="27211" y="3165"/>
                  </a:lnTo>
                  <a:cubicBezTo>
                    <a:pt x="27153" y="3106"/>
                    <a:pt x="27064" y="3106"/>
                    <a:pt x="27020" y="3165"/>
                  </a:cubicBezTo>
                  <a:lnTo>
                    <a:pt x="27020" y="3165"/>
                  </a:lnTo>
                  <a:cubicBezTo>
                    <a:pt x="27020" y="3238"/>
                    <a:pt x="27020" y="3327"/>
                    <a:pt x="27049" y="3400"/>
                  </a:cubicBezTo>
                  <a:cubicBezTo>
                    <a:pt x="27049" y="3400"/>
                    <a:pt x="27035" y="3400"/>
                    <a:pt x="27035" y="3400"/>
                  </a:cubicBezTo>
                  <a:lnTo>
                    <a:pt x="26829" y="3533"/>
                  </a:lnTo>
                  <a:lnTo>
                    <a:pt x="26829" y="3533"/>
                  </a:lnTo>
                  <a:cubicBezTo>
                    <a:pt x="26814" y="3430"/>
                    <a:pt x="26843" y="3341"/>
                    <a:pt x="26902" y="3268"/>
                  </a:cubicBezTo>
                  <a:cubicBezTo>
                    <a:pt x="26946" y="3194"/>
                    <a:pt x="26976" y="3121"/>
                    <a:pt x="26976" y="3047"/>
                  </a:cubicBezTo>
                  <a:lnTo>
                    <a:pt x="26917" y="3032"/>
                  </a:lnTo>
                  <a:cubicBezTo>
                    <a:pt x="26917" y="3018"/>
                    <a:pt x="26917" y="2988"/>
                    <a:pt x="26917" y="2959"/>
                  </a:cubicBezTo>
                  <a:cubicBezTo>
                    <a:pt x="26888" y="2900"/>
                    <a:pt x="26888" y="2812"/>
                    <a:pt x="26917" y="2753"/>
                  </a:cubicBezTo>
                  <a:cubicBezTo>
                    <a:pt x="26917" y="2709"/>
                    <a:pt x="26917" y="2679"/>
                    <a:pt x="26888" y="2650"/>
                  </a:cubicBezTo>
                  <a:lnTo>
                    <a:pt x="26711" y="2650"/>
                  </a:lnTo>
                  <a:lnTo>
                    <a:pt x="26667" y="2679"/>
                  </a:lnTo>
                  <a:lnTo>
                    <a:pt x="26520" y="2664"/>
                  </a:lnTo>
                  <a:lnTo>
                    <a:pt x="26520" y="2664"/>
                  </a:lnTo>
                  <a:lnTo>
                    <a:pt x="26520" y="2664"/>
                  </a:lnTo>
                  <a:lnTo>
                    <a:pt x="26520" y="2664"/>
                  </a:lnTo>
                  <a:lnTo>
                    <a:pt x="26520" y="2561"/>
                  </a:lnTo>
                  <a:cubicBezTo>
                    <a:pt x="26417" y="2503"/>
                    <a:pt x="26431" y="2400"/>
                    <a:pt x="26417" y="2297"/>
                  </a:cubicBezTo>
                  <a:cubicBezTo>
                    <a:pt x="26387" y="2252"/>
                    <a:pt x="26358" y="2223"/>
                    <a:pt x="26328" y="2193"/>
                  </a:cubicBezTo>
                  <a:cubicBezTo>
                    <a:pt x="26152" y="2208"/>
                    <a:pt x="26152" y="2208"/>
                    <a:pt x="26137" y="2370"/>
                  </a:cubicBezTo>
                  <a:lnTo>
                    <a:pt x="26137" y="2370"/>
                  </a:lnTo>
                  <a:lnTo>
                    <a:pt x="25960" y="2282"/>
                  </a:lnTo>
                  <a:cubicBezTo>
                    <a:pt x="25916" y="2355"/>
                    <a:pt x="25843" y="2385"/>
                    <a:pt x="25769" y="2385"/>
                  </a:cubicBezTo>
                  <a:cubicBezTo>
                    <a:pt x="25769" y="2444"/>
                    <a:pt x="25740" y="2503"/>
                    <a:pt x="25696" y="2547"/>
                  </a:cubicBezTo>
                  <a:cubicBezTo>
                    <a:pt x="25622" y="2429"/>
                    <a:pt x="25504" y="2458"/>
                    <a:pt x="25387" y="2473"/>
                  </a:cubicBezTo>
                  <a:lnTo>
                    <a:pt x="25387" y="2370"/>
                  </a:lnTo>
                  <a:cubicBezTo>
                    <a:pt x="25284" y="2311"/>
                    <a:pt x="25284" y="2252"/>
                    <a:pt x="25387" y="2179"/>
                  </a:cubicBezTo>
                  <a:lnTo>
                    <a:pt x="25387" y="2017"/>
                  </a:lnTo>
                  <a:cubicBezTo>
                    <a:pt x="25328" y="2002"/>
                    <a:pt x="25284" y="2002"/>
                    <a:pt x="25239" y="2017"/>
                  </a:cubicBezTo>
                  <a:cubicBezTo>
                    <a:pt x="25136" y="2046"/>
                    <a:pt x="25122" y="1987"/>
                    <a:pt x="25107" y="1899"/>
                  </a:cubicBezTo>
                  <a:lnTo>
                    <a:pt x="25019" y="1796"/>
                  </a:lnTo>
                  <a:cubicBezTo>
                    <a:pt x="24945" y="1767"/>
                    <a:pt x="24930" y="1605"/>
                    <a:pt x="24827" y="1634"/>
                  </a:cubicBezTo>
                  <a:cubicBezTo>
                    <a:pt x="24621" y="1678"/>
                    <a:pt x="24665" y="1531"/>
                    <a:pt x="24636" y="1428"/>
                  </a:cubicBezTo>
                  <a:lnTo>
                    <a:pt x="24459" y="1517"/>
                  </a:lnTo>
                  <a:cubicBezTo>
                    <a:pt x="24430" y="1590"/>
                    <a:pt x="24401" y="1605"/>
                    <a:pt x="24356" y="1531"/>
                  </a:cubicBezTo>
                  <a:cubicBezTo>
                    <a:pt x="24253" y="1502"/>
                    <a:pt x="24150" y="1531"/>
                    <a:pt x="24077" y="1428"/>
                  </a:cubicBezTo>
                  <a:cubicBezTo>
                    <a:pt x="23944" y="1384"/>
                    <a:pt x="23841" y="1546"/>
                    <a:pt x="23709" y="1517"/>
                  </a:cubicBezTo>
                  <a:cubicBezTo>
                    <a:pt x="23679" y="1458"/>
                    <a:pt x="23621" y="1428"/>
                    <a:pt x="23562" y="1414"/>
                  </a:cubicBezTo>
                  <a:cubicBezTo>
                    <a:pt x="23429" y="1399"/>
                    <a:pt x="23312" y="1281"/>
                    <a:pt x="23312" y="1149"/>
                  </a:cubicBezTo>
                  <a:cubicBezTo>
                    <a:pt x="23267" y="1134"/>
                    <a:pt x="23223" y="1090"/>
                    <a:pt x="23223" y="1046"/>
                  </a:cubicBezTo>
                  <a:lnTo>
                    <a:pt x="23032" y="957"/>
                  </a:lnTo>
                  <a:cubicBezTo>
                    <a:pt x="23032" y="972"/>
                    <a:pt x="23017" y="987"/>
                    <a:pt x="23002" y="987"/>
                  </a:cubicBezTo>
                  <a:lnTo>
                    <a:pt x="22958" y="943"/>
                  </a:lnTo>
                  <a:cubicBezTo>
                    <a:pt x="22944" y="928"/>
                    <a:pt x="22929" y="898"/>
                    <a:pt x="22929" y="869"/>
                  </a:cubicBezTo>
                  <a:cubicBezTo>
                    <a:pt x="22841" y="737"/>
                    <a:pt x="22649" y="898"/>
                    <a:pt x="22561" y="766"/>
                  </a:cubicBezTo>
                  <a:cubicBezTo>
                    <a:pt x="22340" y="737"/>
                    <a:pt x="22340" y="1001"/>
                    <a:pt x="22178" y="1060"/>
                  </a:cubicBezTo>
                  <a:lnTo>
                    <a:pt x="22178" y="1060"/>
                  </a:lnTo>
                  <a:lnTo>
                    <a:pt x="22178" y="957"/>
                  </a:lnTo>
                  <a:cubicBezTo>
                    <a:pt x="22296" y="898"/>
                    <a:pt x="22399" y="840"/>
                    <a:pt x="22355" y="692"/>
                  </a:cubicBezTo>
                  <a:lnTo>
                    <a:pt x="22178" y="678"/>
                  </a:lnTo>
                  <a:lnTo>
                    <a:pt x="22178" y="957"/>
                  </a:lnTo>
                  <a:cubicBezTo>
                    <a:pt x="22090" y="884"/>
                    <a:pt x="22046" y="751"/>
                    <a:pt x="21899" y="766"/>
                  </a:cubicBezTo>
                  <a:cubicBezTo>
                    <a:pt x="21855" y="825"/>
                    <a:pt x="21781" y="869"/>
                    <a:pt x="21707" y="869"/>
                  </a:cubicBezTo>
                  <a:lnTo>
                    <a:pt x="21619" y="869"/>
                  </a:lnTo>
                  <a:lnTo>
                    <a:pt x="21546" y="928"/>
                  </a:lnTo>
                  <a:cubicBezTo>
                    <a:pt x="21546" y="913"/>
                    <a:pt x="21531" y="884"/>
                    <a:pt x="21516" y="869"/>
                  </a:cubicBezTo>
                  <a:cubicBezTo>
                    <a:pt x="21516" y="840"/>
                    <a:pt x="21516" y="810"/>
                    <a:pt x="21516" y="781"/>
                  </a:cubicBezTo>
                  <a:cubicBezTo>
                    <a:pt x="21487" y="751"/>
                    <a:pt x="21457" y="707"/>
                    <a:pt x="21428" y="678"/>
                  </a:cubicBezTo>
                  <a:lnTo>
                    <a:pt x="21428" y="678"/>
                  </a:lnTo>
                  <a:cubicBezTo>
                    <a:pt x="21369" y="634"/>
                    <a:pt x="21295" y="634"/>
                    <a:pt x="21251" y="678"/>
                  </a:cubicBezTo>
                  <a:lnTo>
                    <a:pt x="21251" y="678"/>
                  </a:lnTo>
                  <a:cubicBezTo>
                    <a:pt x="21192" y="751"/>
                    <a:pt x="21133" y="751"/>
                    <a:pt x="21060" y="678"/>
                  </a:cubicBezTo>
                  <a:lnTo>
                    <a:pt x="21060" y="501"/>
                  </a:lnTo>
                  <a:cubicBezTo>
                    <a:pt x="21030" y="457"/>
                    <a:pt x="21001" y="428"/>
                    <a:pt x="20957" y="398"/>
                  </a:cubicBezTo>
                  <a:cubicBezTo>
                    <a:pt x="20927" y="398"/>
                    <a:pt x="20898" y="398"/>
                    <a:pt x="20869" y="398"/>
                  </a:cubicBezTo>
                  <a:cubicBezTo>
                    <a:pt x="20824" y="354"/>
                    <a:pt x="20736" y="354"/>
                    <a:pt x="20692" y="398"/>
                  </a:cubicBezTo>
                  <a:lnTo>
                    <a:pt x="20692" y="398"/>
                  </a:lnTo>
                  <a:cubicBezTo>
                    <a:pt x="20663" y="428"/>
                    <a:pt x="20633" y="472"/>
                    <a:pt x="20618" y="501"/>
                  </a:cubicBezTo>
                  <a:cubicBezTo>
                    <a:pt x="20589" y="457"/>
                    <a:pt x="20545" y="428"/>
                    <a:pt x="20486" y="413"/>
                  </a:cubicBezTo>
                  <a:cubicBezTo>
                    <a:pt x="20471" y="413"/>
                    <a:pt x="20442" y="413"/>
                    <a:pt x="20427" y="413"/>
                  </a:cubicBezTo>
                  <a:cubicBezTo>
                    <a:pt x="20383" y="428"/>
                    <a:pt x="20353" y="457"/>
                    <a:pt x="20324" y="486"/>
                  </a:cubicBezTo>
                  <a:lnTo>
                    <a:pt x="20118" y="589"/>
                  </a:lnTo>
                  <a:cubicBezTo>
                    <a:pt x="20000" y="575"/>
                    <a:pt x="19941" y="648"/>
                    <a:pt x="19868" y="707"/>
                  </a:cubicBezTo>
                  <a:cubicBezTo>
                    <a:pt x="19824" y="737"/>
                    <a:pt x="19780" y="722"/>
                    <a:pt x="19750" y="678"/>
                  </a:cubicBezTo>
                  <a:cubicBezTo>
                    <a:pt x="19721" y="634"/>
                    <a:pt x="19750" y="457"/>
                    <a:pt x="19632" y="634"/>
                  </a:cubicBezTo>
                  <a:cubicBezTo>
                    <a:pt x="19574" y="722"/>
                    <a:pt x="19485" y="781"/>
                    <a:pt x="19412" y="678"/>
                  </a:cubicBezTo>
                  <a:cubicBezTo>
                    <a:pt x="19279" y="486"/>
                    <a:pt x="19073" y="516"/>
                    <a:pt x="18897" y="486"/>
                  </a:cubicBezTo>
                  <a:cubicBezTo>
                    <a:pt x="18941" y="280"/>
                    <a:pt x="18941" y="266"/>
                    <a:pt x="18808" y="266"/>
                  </a:cubicBezTo>
                  <a:cubicBezTo>
                    <a:pt x="18735" y="266"/>
                    <a:pt x="18661" y="236"/>
                    <a:pt x="18602" y="177"/>
                  </a:cubicBezTo>
                  <a:cubicBezTo>
                    <a:pt x="18543" y="148"/>
                    <a:pt x="18470" y="104"/>
                    <a:pt x="18426" y="163"/>
                  </a:cubicBezTo>
                  <a:cubicBezTo>
                    <a:pt x="18308" y="310"/>
                    <a:pt x="18161" y="177"/>
                    <a:pt x="18043" y="221"/>
                  </a:cubicBezTo>
                  <a:lnTo>
                    <a:pt x="17940" y="207"/>
                  </a:lnTo>
                  <a:cubicBezTo>
                    <a:pt x="17925" y="177"/>
                    <a:pt x="17925" y="148"/>
                    <a:pt x="17925" y="133"/>
                  </a:cubicBezTo>
                  <a:lnTo>
                    <a:pt x="17749" y="104"/>
                  </a:lnTo>
                  <a:lnTo>
                    <a:pt x="17675" y="45"/>
                  </a:lnTo>
                  <a:cubicBezTo>
                    <a:pt x="17646" y="148"/>
                    <a:pt x="17543" y="163"/>
                    <a:pt x="17469" y="207"/>
                  </a:cubicBezTo>
                  <a:cubicBezTo>
                    <a:pt x="17366" y="177"/>
                    <a:pt x="17381" y="45"/>
                    <a:pt x="17278" y="15"/>
                  </a:cubicBezTo>
                  <a:cubicBezTo>
                    <a:pt x="17248" y="1"/>
                    <a:pt x="17219" y="1"/>
                    <a:pt x="17189" y="15"/>
                  </a:cubicBezTo>
                  <a:lnTo>
                    <a:pt x="17189" y="15"/>
                  </a:lnTo>
                  <a:lnTo>
                    <a:pt x="17086" y="15"/>
                  </a:lnTo>
                  <a:cubicBezTo>
                    <a:pt x="16998" y="177"/>
                    <a:pt x="16910" y="324"/>
                    <a:pt x="16719" y="148"/>
                  </a:cubicBezTo>
                  <a:cubicBezTo>
                    <a:pt x="16674" y="118"/>
                    <a:pt x="16586" y="148"/>
                    <a:pt x="16527" y="177"/>
                  </a:cubicBezTo>
                  <a:cubicBezTo>
                    <a:pt x="16365" y="251"/>
                    <a:pt x="16218" y="369"/>
                    <a:pt x="16012" y="354"/>
                  </a:cubicBezTo>
                  <a:cubicBezTo>
                    <a:pt x="15850" y="531"/>
                    <a:pt x="15630" y="383"/>
                    <a:pt x="15438" y="472"/>
                  </a:cubicBezTo>
                  <a:cubicBezTo>
                    <a:pt x="15394" y="501"/>
                    <a:pt x="15320" y="501"/>
                    <a:pt x="15262" y="472"/>
                  </a:cubicBezTo>
                  <a:cubicBezTo>
                    <a:pt x="15188" y="413"/>
                    <a:pt x="15144" y="339"/>
                    <a:pt x="15041" y="472"/>
                  </a:cubicBezTo>
                  <a:cubicBezTo>
                    <a:pt x="14967" y="560"/>
                    <a:pt x="14835" y="575"/>
                    <a:pt x="14747" y="516"/>
                  </a:cubicBezTo>
                  <a:cubicBezTo>
                    <a:pt x="14643" y="442"/>
                    <a:pt x="14526" y="442"/>
                    <a:pt x="14437" y="516"/>
                  </a:cubicBezTo>
                  <a:cubicBezTo>
                    <a:pt x="14408" y="589"/>
                    <a:pt x="14349" y="648"/>
                    <a:pt x="14276" y="678"/>
                  </a:cubicBezTo>
                  <a:cubicBezTo>
                    <a:pt x="14143" y="722"/>
                    <a:pt x="14011" y="751"/>
                    <a:pt x="13878" y="795"/>
                  </a:cubicBezTo>
                  <a:cubicBezTo>
                    <a:pt x="13746" y="840"/>
                    <a:pt x="13790" y="928"/>
                    <a:pt x="13849" y="1016"/>
                  </a:cubicBezTo>
                  <a:lnTo>
                    <a:pt x="13849" y="1016"/>
                  </a:lnTo>
                  <a:cubicBezTo>
                    <a:pt x="13849" y="1031"/>
                    <a:pt x="13849" y="1046"/>
                    <a:pt x="13864" y="1060"/>
                  </a:cubicBezTo>
                  <a:lnTo>
                    <a:pt x="13761" y="1075"/>
                  </a:lnTo>
                  <a:cubicBezTo>
                    <a:pt x="13761" y="1119"/>
                    <a:pt x="13731" y="1134"/>
                    <a:pt x="13702" y="1149"/>
                  </a:cubicBezTo>
                  <a:cubicBezTo>
                    <a:pt x="13716" y="1104"/>
                    <a:pt x="13716" y="1075"/>
                    <a:pt x="13731" y="1031"/>
                  </a:cubicBezTo>
                  <a:cubicBezTo>
                    <a:pt x="13481" y="869"/>
                    <a:pt x="13245" y="1119"/>
                    <a:pt x="12995" y="1075"/>
                  </a:cubicBezTo>
                  <a:cubicBezTo>
                    <a:pt x="12966" y="1075"/>
                    <a:pt x="12936" y="1075"/>
                    <a:pt x="12907" y="1075"/>
                  </a:cubicBezTo>
                  <a:cubicBezTo>
                    <a:pt x="12819" y="1207"/>
                    <a:pt x="12642" y="1266"/>
                    <a:pt x="12613" y="1443"/>
                  </a:cubicBezTo>
                  <a:lnTo>
                    <a:pt x="12613" y="1443"/>
                  </a:lnTo>
                  <a:lnTo>
                    <a:pt x="12524" y="1634"/>
                  </a:lnTo>
                  <a:cubicBezTo>
                    <a:pt x="12274" y="1634"/>
                    <a:pt x="12024" y="1634"/>
                    <a:pt x="11774" y="1649"/>
                  </a:cubicBezTo>
                  <a:cubicBezTo>
                    <a:pt x="11685" y="1649"/>
                    <a:pt x="11685" y="1708"/>
                    <a:pt x="11759" y="1855"/>
                  </a:cubicBezTo>
                  <a:cubicBezTo>
                    <a:pt x="11759" y="1870"/>
                    <a:pt x="11759" y="1884"/>
                    <a:pt x="11759" y="1899"/>
                  </a:cubicBezTo>
                  <a:cubicBezTo>
                    <a:pt x="11627" y="1914"/>
                    <a:pt x="11450" y="1767"/>
                    <a:pt x="11347" y="1987"/>
                  </a:cubicBezTo>
                  <a:cubicBezTo>
                    <a:pt x="11023" y="1973"/>
                    <a:pt x="10802" y="2208"/>
                    <a:pt x="10552" y="2355"/>
                  </a:cubicBezTo>
                  <a:cubicBezTo>
                    <a:pt x="10302" y="2517"/>
                    <a:pt x="10052" y="2650"/>
                    <a:pt x="9772" y="2767"/>
                  </a:cubicBezTo>
                  <a:lnTo>
                    <a:pt x="9640" y="2767"/>
                  </a:lnTo>
                  <a:cubicBezTo>
                    <a:pt x="9625" y="2988"/>
                    <a:pt x="9316" y="2959"/>
                    <a:pt x="9301" y="3165"/>
                  </a:cubicBezTo>
                  <a:cubicBezTo>
                    <a:pt x="9125" y="3224"/>
                    <a:pt x="9051" y="3444"/>
                    <a:pt x="8845" y="3444"/>
                  </a:cubicBezTo>
                  <a:cubicBezTo>
                    <a:pt x="8845" y="3430"/>
                    <a:pt x="8845" y="3400"/>
                    <a:pt x="8830" y="3371"/>
                  </a:cubicBezTo>
                  <a:cubicBezTo>
                    <a:pt x="8801" y="3386"/>
                    <a:pt x="8772" y="3371"/>
                    <a:pt x="8742" y="3356"/>
                  </a:cubicBezTo>
                  <a:cubicBezTo>
                    <a:pt x="8257" y="3179"/>
                    <a:pt x="7933" y="3518"/>
                    <a:pt x="7594" y="3753"/>
                  </a:cubicBezTo>
                  <a:cubicBezTo>
                    <a:pt x="7226" y="4033"/>
                    <a:pt x="6858" y="4298"/>
                    <a:pt x="6373" y="4313"/>
                  </a:cubicBezTo>
                  <a:lnTo>
                    <a:pt x="6373" y="4313"/>
                  </a:lnTo>
                  <a:cubicBezTo>
                    <a:pt x="6152" y="4313"/>
                    <a:pt x="6167" y="4548"/>
                    <a:pt x="6049" y="4651"/>
                  </a:cubicBezTo>
                  <a:cubicBezTo>
                    <a:pt x="6064" y="4666"/>
                    <a:pt x="6064" y="4681"/>
                    <a:pt x="6064" y="4695"/>
                  </a:cubicBezTo>
                  <a:cubicBezTo>
                    <a:pt x="6034" y="4739"/>
                    <a:pt x="5975" y="4784"/>
                    <a:pt x="5931" y="4754"/>
                  </a:cubicBezTo>
                  <a:cubicBezTo>
                    <a:pt x="5799" y="4681"/>
                    <a:pt x="5711" y="4754"/>
                    <a:pt x="5608" y="4813"/>
                  </a:cubicBezTo>
                  <a:cubicBezTo>
                    <a:pt x="5475" y="4901"/>
                    <a:pt x="5490" y="5048"/>
                    <a:pt x="5431" y="5151"/>
                  </a:cubicBezTo>
                  <a:cubicBezTo>
                    <a:pt x="5299" y="5137"/>
                    <a:pt x="5166" y="5181"/>
                    <a:pt x="5078" y="5269"/>
                  </a:cubicBezTo>
                  <a:cubicBezTo>
                    <a:pt x="4931" y="5402"/>
                    <a:pt x="4783" y="5549"/>
                    <a:pt x="4680" y="5711"/>
                  </a:cubicBezTo>
                  <a:cubicBezTo>
                    <a:pt x="4445" y="5770"/>
                    <a:pt x="4416" y="6049"/>
                    <a:pt x="4224" y="6152"/>
                  </a:cubicBezTo>
                  <a:cubicBezTo>
                    <a:pt x="4180" y="6182"/>
                    <a:pt x="4180" y="6299"/>
                    <a:pt x="4165" y="6373"/>
                  </a:cubicBezTo>
                  <a:cubicBezTo>
                    <a:pt x="4151" y="6358"/>
                    <a:pt x="4121" y="6358"/>
                    <a:pt x="4106" y="6373"/>
                  </a:cubicBezTo>
                  <a:cubicBezTo>
                    <a:pt x="4106" y="6299"/>
                    <a:pt x="4121" y="6226"/>
                    <a:pt x="4048" y="6182"/>
                  </a:cubicBezTo>
                  <a:cubicBezTo>
                    <a:pt x="3945" y="6358"/>
                    <a:pt x="3709" y="6388"/>
                    <a:pt x="3636" y="6579"/>
                  </a:cubicBezTo>
                  <a:cubicBezTo>
                    <a:pt x="3606" y="6653"/>
                    <a:pt x="3562" y="6653"/>
                    <a:pt x="3518" y="6594"/>
                  </a:cubicBezTo>
                  <a:cubicBezTo>
                    <a:pt x="3400" y="6682"/>
                    <a:pt x="3430" y="6829"/>
                    <a:pt x="3415" y="6947"/>
                  </a:cubicBezTo>
                  <a:lnTo>
                    <a:pt x="3415" y="6947"/>
                  </a:lnTo>
                  <a:cubicBezTo>
                    <a:pt x="3224" y="6947"/>
                    <a:pt x="3150" y="7109"/>
                    <a:pt x="3047" y="7227"/>
                  </a:cubicBezTo>
                  <a:lnTo>
                    <a:pt x="2885" y="7256"/>
                  </a:lnTo>
                  <a:cubicBezTo>
                    <a:pt x="2885" y="7315"/>
                    <a:pt x="2870" y="7374"/>
                    <a:pt x="2856" y="7433"/>
                  </a:cubicBezTo>
                  <a:cubicBezTo>
                    <a:pt x="2767" y="7433"/>
                    <a:pt x="2635" y="7418"/>
                    <a:pt x="2620" y="7506"/>
                  </a:cubicBezTo>
                  <a:cubicBezTo>
                    <a:pt x="2591" y="7668"/>
                    <a:pt x="2488" y="7800"/>
                    <a:pt x="2341" y="7874"/>
                  </a:cubicBezTo>
                  <a:cubicBezTo>
                    <a:pt x="2296" y="7889"/>
                    <a:pt x="2296" y="7992"/>
                    <a:pt x="2282" y="8051"/>
                  </a:cubicBezTo>
                  <a:cubicBezTo>
                    <a:pt x="2282" y="8065"/>
                    <a:pt x="2267" y="8065"/>
                    <a:pt x="2267" y="8065"/>
                  </a:cubicBezTo>
                  <a:cubicBezTo>
                    <a:pt x="2193" y="8154"/>
                    <a:pt x="2311" y="8286"/>
                    <a:pt x="2193" y="8360"/>
                  </a:cubicBezTo>
                  <a:cubicBezTo>
                    <a:pt x="2164" y="8374"/>
                    <a:pt x="2134" y="8389"/>
                    <a:pt x="2105" y="8374"/>
                  </a:cubicBezTo>
                  <a:lnTo>
                    <a:pt x="2105" y="8463"/>
                  </a:lnTo>
                  <a:cubicBezTo>
                    <a:pt x="2002" y="8536"/>
                    <a:pt x="1973" y="8669"/>
                    <a:pt x="2031" y="8786"/>
                  </a:cubicBezTo>
                  <a:cubicBezTo>
                    <a:pt x="2046" y="8845"/>
                    <a:pt x="2061" y="8919"/>
                    <a:pt x="2090" y="8992"/>
                  </a:cubicBezTo>
                  <a:cubicBezTo>
                    <a:pt x="1870" y="9066"/>
                    <a:pt x="1693" y="9184"/>
                    <a:pt x="1693" y="9449"/>
                  </a:cubicBezTo>
                  <a:cubicBezTo>
                    <a:pt x="1693" y="9581"/>
                    <a:pt x="1575" y="9655"/>
                    <a:pt x="1458" y="9684"/>
                  </a:cubicBezTo>
                  <a:cubicBezTo>
                    <a:pt x="1428" y="9669"/>
                    <a:pt x="1384" y="9669"/>
                    <a:pt x="1355" y="9684"/>
                  </a:cubicBezTo>
                  <a:lnTo>
                    <a:pt x="1355" y="9684"/>
                  </a:lnTo>
                  <a:cubicBezTo>
                    <a:pt x="1251" y="9772"/>
                    <a:pt x="1340" y="9905"/>
                    <a:pt x="1251" y="9978"/>
                  </a:cubicBezTo>
                  <a:lnTo>
                    <a:pt x="1251" y="9978"/>
                  </a:lnTo>
                  <a:cubicBezTo>
                    <a:pt x="1163" y="10052"/>
                    <a:pt x="1251" y="10185"/>
                    <a:pt x="1148" y="10258"/>
                  </a:cubicBezTo>
                  <a:lnTo>
                    <a:pt x="1148" y="10258"/>
                  </a:lnTo>
                  <a:cubicBezTo>
                    <a:pt x="1090" y="10346"/>
                    <a:pt x="1001" y="10420"/>
                    <a:pt x="1060" y="10538"/>
                  </a:cubicBezTo>
                  <a:cubicBezTo>
                    <a:pt x="1060" y="10567"/>
                    <a:pt x="1060" y="10597"/>
                    <a:pt x="1060" y="10626"/>
                  </a:cubicBezTo>
                  <a:cubicBezTo>
                    <a:pt x="1207" y="10803"/>
                    <a:pt x="1031" y="10994"/>
                    <a:pt x="1060" y="11171"/>
                  </a:cubicBezTo>
                  <a:lnTo>
                    <a:pt x="1060" y="11171"/>
                  </a:lnTo>
                  <a:cubicBezTo>
                    <a:pt x="1001" y="11244"/>
                    <a:pt x="957" y="11362"/>
                    <a:pt x="854" y="11391"/>
                  </a:cubicBezTo>
                  <a:cubicBezTo>
                    <a:pt x="825" y="11480"/>
                    <a:pt x="781" y="11568"/>
                    <a:pt x="751" y="11656"/>
                  </a:cubicBezTo>
                  <a:cubicBezTo>
                    <a:pt x="722" y="11744"/>
                    <a:pt x="648" y="11759"/>
                    <a:pt x="575" y="11774"/>
                  </a:cubicBezTo>
                  <a:cubicBezTo>
                    <a:pt x="545" y="11744"/>
                    <a:pt x="501" y="11744"/>
                    <a:pt x="472" y="11774"/>
                  </a:cubicBezTo>
                  <a:lnTo>
                    <a:pt x="472" y="11965"/>
                  </a:lnTo>
                  <a:cubicBezTo>
                    <a:pt x="530" y="12009"/>
                    <a:pt x="516" y="12098"/>
                    <a:pt x="560" y="12142"/>
                  </a:cubicBezTo>
                  <a:lnTo>
                    <a:pt x="560" y="12230"/>
                  </a:lnTo>
                  <a:cubicBezTo>
                    <a:pt x="589" y="12260"/>
                    <a:pt x="633" y="12260"/>
                    <a:pt x="648" y="12230"/>
                  </a:cubicBezTo>
                  <a:lnTo>
                    <a:pt x="663" y="12215"/>
                  </a:lnTo>
                  <a:lnTo>
                    <a:pt x="663" y="12215"/>
                  </a:lnTo>
                  <a:lnTo>
                    <a:pt x="663" y="12215"/>
                  </a:lnTo>
                  <a:lnTo>
                    <a:pt x="663" y="12215"/>
                  </a:lnTo>
                  <a:cubicBezTo>
                    <a:pt x="633" y="12245"/>
                    <a:pt x="633" y="12289"/>
                    <a:pt x="663" y="12318"/>
                  </a:cubicBezTo>
                  <a:lnTo>
                    <a:pt x="663" y="12407"/>
                  </a:lnTo>
                  <a:cubicBezTo>
                    <a:pt x="619" y="12466"/>
                    <a:pt x="530" y="12451"/>
                    <a:pt x="486" y="12510"/>
                  </a:cubicBezTo>
                  <a:lnTo>
                    <a:pt x="486" y="12598"/>
                  </a:lnTo>
                  <a:lnTo>
                    <a:pt x="486" y="12598"/>
                  </a:lnTo>
                  <a:cubicBezTo>
                    <a:pt x="339" y="12672"/>
                    <a:pt x="295" y="12863"/>
                    <a:pt x="383" y="12981"/>
                  </a:cubicBezTo>
                  <a:cubicBezTo>
                    <a:pt x="398" y="12995"/>
                    <a:pt x="413" y="12995"/>
                    <a:pt x="427" y="13010"/>
                  </a:cubicBezTo>
                  <a:cubicBezTo>
                    <a:pt x="442" y="13040"/>
                    <a:pt x="427" y="13069"/>
                    <a:pt x="383" y="13084"/>
                  </a:cubicBezTo>
                  <a:cubicBezTo>
                    <a:pt x="354" y="13128"/>
                    <a:pt x="339" y="13187"/>
                    <a:pt x="354" y="13246"/>
                  </a:cubicBezTo>
                  <a:cubicBezTo>
                    <a:pt x="354" y="13260"/>
                    <a:pt x="369" y="13275"/>
                    <a:pt x="383" y="13290"/>
                  </a:cubicBezTo>
                  <a:lnTo>
                    <a:pt x="383" y="13363"/>
                  </a:lnTo>
                  <a:lnTo>
                    <a:pt x="486" y="13363"/>
                  </a:lnTo>
                  <a:lnTo>
                    <a:pt x="486" y="13363"/>
                  </a:lnTo>
                  <a:cubicBezTo>
                    <a:pt x="501" y="13378"/>
                    <a:pt x="516" y="13393"/>
                    <a:pt x="530" y="13393"/>
                  </a:cubicBezTo>
                  <a:cubicBezTo>
                    <a:pt x="545" y="13452"/>
                    <a:pt x="530" y="13510"/>
                    <a:pt x="486" y="13555"/>
                  </a:cubicBezTo>
                  <a:lnTo>
                    <a:pt x="486" y="13643"/>
                  </a:lnTo>
                  <a:cubicBezTo>
                    <a:pt x="457" y="13672"/>
                    <a:pt x="427" y="13716"/>
                    <a:pt x="398" y="13746"/>
                  </a:cubicBezTo>
                  <a:cubicBezTo>
                    <a:pt x="398" y="13775"/>
                    <a:pt x="398" y="13805"/>
                    <a:pt x="398" y="13834"/>
                  </a:cubicBezTo>
                  <a:cubicBezTo>
                    <a:pt x="398" y="13834"/>
                    <a:pt x="383" y="13849"/>
                    <a:pt x="383" y="13878"/>
                  </a:cubicBezTo>
                  <a:cubicBezTo>
                    <a:pt x="369" y="13893"/>
                    <a:pt x="383" y="13922"/>
                    <a:pt x="398" y="13937"/>
                  </a:cubicBezTo>
                  <a:cubicBezTo>
                    <a:pt x="339" y="13967"/>
                    <a:pt x="295" y="14040"/>
                    <a:pt x="310" y="14099"/>
                  </a:cubicBezTo>
                  <a:cubicBezTo>
                    <a:pt x="295" y="14114"/>
                    <a:pt x="280" y="14114"/>
                    <a:pt x="280" y="14129"/>
                  </a:cubicBezTo>
                  <a:cubicBezTo>
                    <a:pt x="221" y="14246"/>
                    <a:pt x="310" y="14393"/>
                    <a:pt x="221" y="14511"/>
                  </a:cubicBezTo>
                  <a:lnTo>
                    <a:pt x="221" y="14688"/>
                  </a:lnTo>
                  <a:cubicBezTo>
                    <a:pt x="192" y="14717"/>
                    <a:pt x="162" y="14747"/>
                    <a:pt x="133" y="14791"/>
                  </a:cubicBezTo>
                  <a:lnTo>
                    <a:pt x="133" y="14791"/>
                  </a:lnTo>
                  <a:cubicBezTo>
                    <a:pt x="89" y="14820"/>
                    <a:pt x="59" y="14850"/>
                    <a:pt x="30" y="14879"/>
                  </a:cubicBezTo>
                  <a:cubicBezTo>
                    <a:pt x="30" y="14908"/>
                    <a:pt x="30" y="14938"/>
                    <a:pt x="30" y="14967"/>
                  </a:cubicBezTo>
                  <a:cubicBezTo>
                    <a:pt x="59" y="14997"/>
                    <a:pt x="89" y="15041"/>
                    <a:pt x="118" y="15070"/>
                  </a:cubicBezTo>
                  <a:lnTo>
                    <a:pt x="118" y="15070"/>
                  </a:lnTo>
                  <a:cubicBezTo>
                    <a:pt x="280" y="15056"/>
                    <a:pt x="398" y="15085"/>
                    <a:pt x="427" y="15276"/>
                  </a:cubicBezTo>
                  <a:cubicBezTo>
                    <a:pt x="413" y="15482"/>
                    <a:pt x="354" y="15703"/>
                    <a:pt x="265" y="15895"/>
                  </a:cubicBezTo>
                  <a:cubicBezTo>
                    <a:pt x="207" y="15983"/>
                    <a:pt x="192" y="16101"/>
                    <a:pt x="221" y="16204"/>
                  </a:cubicBezTo>
                  <a:cubicBezTo>
                    <a:pt x="148" y="16307"/>
                    <a:pt x="133" y="16454"/>
                    <a:pt x="207" y="16557"/>
                  </a:cubicBezTo>
                  <a:cubicBezTo>
                    <a:pt x="236" y="16660"/>
                    <a:pt x="251" y="16763"/>
                    <a:pt x="236" y="16881"/>
                  </a:cubicBezTo>
                  <a:cubicBezTo>
                    <a:pt x="162" y="16939"/>
                    <a:pt x="74" y="17057"/>
                    <a:pt x="118" y="17116"/>
                  </a:cubicBezTo>
                  <a:cubicBezTo>
                    <a:pt x="236" y="17234"/>
                    <a:pt x="221" y="17293"/>
                    <a:pt x="89" y="17396"/>
                  </a:cubicBezTo>
                  <a:cubicBezTo>
                    <a:pt x="1" y="17469"/>
                    <a:pt x="45" y="17572"/>
                    <a:pt x="177" y="17572"/>
                  </a:cubicBezTo>
                  <a:cubicBezTo>
                    <a:pt x="295" y="17572"/>
                    <a:pt x="339" y="17616"/>
                    <a:pt x="339" y="17734"/>
                  </a:cubicBezTo>
                  <a:cubicBezTo>
                    <a:pt x="339" y="17793"/>
                    <a:pt x="339" y="17852"/>
                    <a:pt x="354" y="17911"/>
                  </a:cubicBezTo>
                  <a:lnTo>
                    <a:pt x="354" y="17911"/>
                  </a:lnTo>
                  <a:cubicBezTo>
                    <a:pt x="354" y="18073"/>
                    <a:pt x="192" y="18146"/>
                    <a:pt x="162" y="18279"/>
                  </a:cubicBezTo>
                  <a:cubicBezTo>
                    <a:pt x="133" y="18337"/>
                    <a:pt x="148" y="18411"/>
                    <a:pt x="192" y="18455"/>
                  </a:cubicBezTo>
                  <a:cubicBezTo>
                    <a:pt x="251" y="18485"/>
                    <a:pt x="280" y="18440"/>
                    <a:pt x="324" y="18411"/>
                  </a:cubicBezTo>
                  <a:cubicBezTo>
                    <a:pt x="442" y="18352"/>
                    <a:pt x="501" y="18382"/>
                    <a:pt x="501" y="18499"/>
                  </a:cubicBezTo>
                  <a:cubicBezTo>
                    <a:pt x="516" y="18558"/>
                    <a:pt x="501" y="18632"/>
                    <a:pt x="486" y="18691"/>
                  </a:cubicBezTo>
                  <a:cubicBezTo>
                    <a:pt x="457" y="18764"/>
                    <a:pt x="383" y="18720"/>
                    <a:pt x="324" y="18735"/>
                  </a:cubicBezTo>
                  <a:cubicBezTo>
                    <a:pt x="177" y="18764"/>
                    <a:pt x="251" y="18867"/>
                    <a:pt x="251" y="18956"/>
                  </a:cubicBezTo>
                  <a:lnTo>
                    <a:pt x="339" y="18956"/>
                  </a:lnTo>
                  <a:lnTo>
                    <a:pt x="339" y="18956"/>
                  </a:lnTo>
                  <a:lnTo>
                    <a:pt x="339" y="18956"/>
                  </a:lnTo>
                  <a:cubicBezTo>
                    <a:pt x="339" y="18985"/>
                    <a:pt x="339" y="19014"/>
                    <a:pt x="339" y="19044"/>
                  </a:cubicBezTo>
                  <a:cubicBezTo>
                    <a:pt x="324" y="19059"/>
                    <a:pt x="295" y="19073"/>
                    <a:pt x="265" y="19073"/>
                  </a:cubicBezTo>
                  <a:cubicBezTo>
                    <a:pt x="265" y="19147"/>
                    <a:pt x="265" y="19206"/>
                    <a:pt x="339" y="19250"/>
                  </a:cubicBezTo>
                  <a:cubicBezTo>
                    <a:pt x="413" y="19338"/>
                    <a:pt x="486" y="19338"/>
                    <a:pt x="530" y="19235"/>
                  </a:cubicBezTo>
                  <a:cubicBezTo>
                    <a:pt x="545" y="19191"/>
                    <a:pt x="545" y="19147"/>
                    <a:pt x="604" y="19162"/>
                  </a:cubicBezTo>
                  <a:cubicBezTo>
                    <a:pt x="619" y="19162"/>
                    <a:pt x="619" y="19206"/>
                    <a:pt x="619" y="19235"/>
                  </a:cubicBezTo>
                  <a:cubicBezTo>
                    <a:pt x="633" y="19309"/>
                    <a:pt x="589" y="19382"/>
                    <a:pt x="530" y="19426"/>
                  </a:cubicBezTo>
                  <a:cubicBezTo>
                    <a:pt x="427" y="19426"/>
                    <a:pt x="324" y="19471"/>
                    <a:pt x="251" y="19529"/>
                  </a:cubicBezTo>
                  <a:lnTo>
                    <a:pt x="251" y="19618"/>
                  </a:lnTo>
                  <a:cubicBezTo>
                    <a:pt x="339" y="19662"/>
                    <a:pt x="413" y="19721"/>
                    <a:pt x="457" y="19809"/>
                  </a:cubicBezTo>
                  <a:lnTo>
                    <a:pt x="457" y="19809"/>
                  </a:lnTo>
                  <a:cubicBezTo>
                    <a:pt x="442" y="19897"/>
                    <a:pt x="413" y="20000"/>
                    <a:pt x="486" y="20074"/>
                  </a:cubicBezTo>
                  <a:cubicBezTo>
                    <a:pt x="619" y="20162"/>
                    <a:pt x="604" y="20339"/>
                    <a:pt x="707" y="20457"/>
                  </a:cubicBezTo>
                  <a:cubicBezTo>
                    <a:pt x="736" y="20486"/>
                    <a:pt x="707" y="20574"/>
                    <a:pt x="707" y="20633"/>
                  </a:cubicBezTo>
                  <a:cubicBezTo>
                    <a:pt x="751" y="20751"/>
                    <a:pt x="825" y="20692"/>
                    <a:pt x="898" y="20677"/>
                  </a:cubicBezTo>
                  <a:cubicBezTo>
                    <a:pt x="972" y="20898"/>
                    <a:pt x="1001" y="21119"/>
                    <a:pt x="987" y="21354"/>
                  </a:cubicBezTo>
                  <a:cubicBezTo>
                    <a:pt x="1001" y="21531"/>
                    <a:pt x="957" y="21752"/>
                    <a:pt x="1075" y="21928"/>
                  </a:cubicBezTo>
                  <a:cubicBezTo>
                    <a:pt x="1119" y="22075"/>
                    <a:pt x="1045" y="22252"/>
                    <a:pt x="1178" y="22370"/>
                  </a:cubicBezTo>
                  <a:cubicBezTo>
                    <a:pt x="1237" y="22767"/>
                    <a:pt x="1281" y="23150"/>
                    <a:pt x="1384" y="23532"/>
                  </a:cubicBezTo>
                  <a:cubicBezTo>
                    <a:pt x="1443" y="23768"/>
                    <a:pt x="1605" y="23989"/>
                    <a:pt x="1664" y="24239"/>
                  </a:cubicBezTo>
                  <a:cubicBezTo>
                    <a:pt x="1664" y="24283"/>
                    <a:pt x="1737" y="24327"/>
                    <a:pt x="1781" y="24371"/>
                  </a:cubicBezTo>
                  <a:cubicBezTo>
                    <a:pt x="1958" y="24489"/>
                    <a:pt x="2046" y="24695"/>
                    <a:pt x="2002" y="24901"/>
                  </a:cubicBezTo>
                  <a:cubicBezTo>
                    <a:pt x="2002" y="24901"/>
                    <a:pt x="2076" y="24930"/>
                    <a:pt x="2120" y="24960"/>
                  </a:cubicBezTo>
                  <a:cubicBezTo>
                    <a:pt x="2164" y="25078"/>
                    <a:pt x="2267" y="25092"/>
                    <a:pt x="2385" y="25122"/>
                  </a:cubicBezTo>
                  <a:cubicBezTo>
                    <a:pt x="2679" y="25195"/>
                    <a:pt x="2694" y="25225"/>
                    <a:pt x="2650" y="25519"/>
                  </a:cubicBezTo>
                  <a:cubicBezTo>
                    <a:pt x="2635" y="25666"/>
                    <a:pt x="2738" y="25696"/>
                    <a:pt x="2811" y="25769"/>
                  </a:cubicBezTo>
                  <a:cubicBezTo>
                    <a:pt x="2959" y="25740"/>
                    <a:pt x="3047" y="25902"/>
                    <a:pt x="3179" y="25931"/>
                  </a:cubicBezTo>
                  <a:cubicBezTo>
                    <a:pt x="3224" y="25931"/>
                    <a:pt x="3268" y="26005"/>
                    <a:pt x="3297" y="26064"/>
                  </a:cubicBezTo>
                  <a:cubicBezTo>
                    <a:pt x="3415" y="26255"/>
                    <a:pt x="3562" y="26431"/>
                    <a:pt x="3724" y="26593"/>
                  </a:cubicBezTo>
                  <a:cubicBezTo>
                    <a:pt x="3783" y="26652"/>
                    <a:pt x="3812" y="26755"/>
                    <a:pt x="3930" y="26741"/>
                  </a:cubicBezTo>
                  <a:cubicBezTo>
                    <a:pt x="3930" y="26799"/>
                    <a:pt x="3945" y="26844"/>
                    <a:pt x="3959" y="26902"/>
                  </a:cubicBezTo>
                  <a:lnTo>
                    <a:pt x="4003" y="26902"/>
                  </a:lnTo>
                  <a:lnTo>
                    <a:pt x="4033" y="26902"/>
                  </a:lnTo>
                  <a:cubicBezTo>
                    <a:pt x="4062" y="26932"/>
                    <a:pt x="4092" y="26947"/>
                    <a:pt x="4106" y="26932"/>
                  </a:cubicBezTo>
                  <a:cubicBezTo>
                    <a:pt x="4121" y="26961"/>
                    <a:pt x="4136" y="26991"/>
                    <a:pt x="4136" y="27020"/>
                  </a:cubicBezTo>
                  <a:cubicBezTo>
                    <a:pt x="4210" y="27035"/>
                    <a:pt x="4224" y="27108"/>
                    <a:pt x="4239" y="27182"/>
                  </a:cubicBezTo>
                  <a:cubicBezTo>
                    <a:pt x="4430" y="27241"/>
                    <a:pt x="4563" y="27344"/>
                    <a:pt x="4519" y="27565"/>
                  </a:cubicBezTo>
                  <a:cubicBezTo>
                    <a:pt x="4548" y="27579"/>
                    <a:pt x="4592" y="27579"/>
                    <a:pt x="4607" y="27609"/>
                  </a:cubicBezTo>
                  <a:cubicBezTo>
                    <a:pt x="4695" y="27712"/>
                    <a:pt x="4783" y="27815"/>
                    <a:pt x="4945" y="27741"/>
                  </a:cubicBezTo>
                  <a:cubicBezTo>
                    <a:pt x="4975" y="27727"/>
                    <a:pt x="5034" y="27771"/>
                    <a:pt x="5078" y="27785"/>
                  </a:cubicBezTo>
                  <a:cubicBezTo>
                    <a:pt x="5092" y="27933"/>
                    <a:pt x="5063" y="28109"/>
                    <a:pt x="5254" y="28153"/>
                  </a:cubicBezTo>
                  <a:cubicBezTo>
                    <a:pt x="5372" y="28462"/>
                    <a:pt x="5372" y="28462"/>
                    <a:pt x="5696" y="28580"/>
                  </a:cubicBezTo>
                  <a:cubicBezTo>
                    <a:pt x="5828" y="28624"/>
                    <a:pt x="5858" y="28801"/>
                    <a:pt x="6020" y="28830"/>
                  </a:cubicBezTo>
                  <a:cubicBezTo>
                    <a:pt x="6020" y="28889"/>
                    <a:pt x="6020" y="28948"/>
                    <a:pt x="6034" y="29007"/>
                  </a:cubicBezTo>
                  <a:lnTo>
                    <a:pt x="6123" y="29095"/>
                  </a:lnTo>
                  <a:cubicBezTo>
                    <a:pt x="6476" y="29080"/>
                    <a:pt x="6608" y="29169"/>
                    <a:pt x="6711" y="29463"/>
                  </a:cubicBezTo>
                  <a:lnTo>
                    <a:pt x="6785" y="29404"/>
                  </a:lnTo>
                  <a:lnTo>
                    <a:pt x="7050" y="29596"/>
                  </a:lnTo>
                  <a:cubicBezTo>
                    <a:pt x="7109" y="29507"/>
                    <a:pt x="7197" y="29492"/>
                    <a:pt x="7241" y="29566"/>
                  </a:cubicBezTo>
                  <a:cubicBezTo>
                    <a:pt x="7300" y="29669"/>
                    <a:pt x="7388" y="29772"/>
                    <a:pt x="7462" y="29860"/>
                  </a:cubicBezTo>
                  <a:cubicBezTo>
                    <a:pt x="7712" y="29905"/>
                    <a:pt x="7977" y="29905"/>
                    <a:pt x="8139" y="30140"/>
                  </a:cubicBezTo>
                  <a:lnTo>
                    <a:pt x="8286" y="30184"/>
                  </a:lnTo>
                  <a:cubicBezTo>
                    <a:pt x="8315" y="30287"/>
                    <a:pt x="8404" y="30258"/>
                    <a:pt x="8477" y="30243"/>
                  </a:cubicBezTo>
                  <a:cubicBezTo>
                    <a:pt x="8595" y="30155"/>
                    <a:pt x="8610" y="30169"/>
                    <a:pt x="8698" y="30331"/>
                  </a:cubicBezTo>
                  <a:cubicBezTo>
                    <a:pt x="8727" y="30317"/>
                    <a:pt x="8757" y="30302"/>
                    <a:pt x="8786" y="30302"/>
                  </a:cubicBezTo>
                  <a:cubicBezTo>
                    <a:pt x="8978" y="30228"/>
                    <a:pt x="8978" y="30228"/>
                    <a:pt x="8978" y="30434"/>
                  </a:cubicBezTo>
                  <a:lnTo>
                    <a:pt x="8978" y="30464"/>
                  </a:lnTo>
                  <a:lnTo>
                    <a:pt x="8978" y="30479"/>
                  </a:lnTo>
                  <a:lnTo>
                    <a:pt x="8948" y="30537"/>
                  </a:lnTo>
                  <a:lnTo>
                    <a:pt x="9051" y="30729"/>
                  </a:lnTo>
                  <a:lnTo>
                    <a:pt x="9140" y="30817"/>
                  </a:lnTo>
                  <a:cubicBezTo>
                    <a:pt x="9184" y="30891"/>
                    <a:pt x="9213" y="30891"/>
                    <a:pt x="9243" y="30817"/>
                  </a:cubicBezTo>
                  <a:cubicBezTo>
                    <a:pt x="9272" y="30788"/>
                    <a:pt x="9301" y="30758"/>
                    <a:pt x="9346" y="30729"/>
                  </a:cubicBezTo>
                  <a:lnTo>
                    <a:pt x="9346" y="30729"/>
                  </a:lnTo>
                  <a:cubicBezTo>
                    <a:pt x="9375" y="30670"/>
                    <a:pt x="9463" y="30699"/>
                    <a:pt x="9522" y="30655"/>
                  </a:cubicBezTo>
                  <a:cubicBezTo>
                    <a:pt x="9537" y="30670"/>
                    <a:pt x="9552" y="30699"/>
                    <a:pt x="9552" y="30714"/>
                  </a:cubicBezTo>
                  <a:cubicBezTo>
                    <a:pt x="9743" y="30626"/>
                    <a:pt x="9978" y="30861"/>
                    <a:pt x="10170" y="30685"/>
                  </a:cubicBezTo>
                  <a:cubicBezTo>
                    <a:pt x="10184" y="30670"/>
                    <a:pt x="10243" y="30685"/>
                    <a:pt x="10258" y="30699"/>
                  </a:cubicBezTo>
                  <a:cubicBezTo>
                    <a:pt x="10376" y="30832"/>
                    <a:pt x="10508" y="30758"/>
                    <a:pt x="10641" y="30729"/>
                  </a:cubicBezTo>
                  <a:cubicBezTo>
                    <a:pt x="10744" y="30714"/>
                    <a:pt x="10861" y="30729"/>
                    <a:pt x="10861" y="30846"/>
                  </a:cubicBezTo>
                  <a:cubicBezTo>
                    <a:pt x="10861" y="31008"/>
                    <a:pt x="11009" y="31067"/>
                    <a:pt x="11053" y="31200"/>
                  </a:cubicBezTo>
                  <a:cubicBezTo>
                    <a:pt x="11185" y="31229"/>
                    <a:pt x="11303" y="31126"/>
                    <a:pt x="11450" y="31155"/>
                  </a:cubicBezTo>
                  <a:cubicBezTo>
                    <a:pt x="11494" y="31170"/>
                    <a:pt x="11538" y="31097"/>
                    <a:pt x="11538" y="31023"/>
                  </a:cubicBezTo>
                  <a:cubicBezTo>
                    <a:pt x="11597" y="31038"/>
                    <a:pt x="11656" y="31067"/>
                    <a:pt x="11700" y="31111"/>
                  </a:cubicBezTo>
                  <a:cubicBezTo>
                    <a:pt x="11936" y="31347"/>
                    <a:pt x="12230" y="31523"/>
                    <a:pt x="12554" y="31641"/>
                  </a:cubicBezTo>
                  <a:cubicBezTo>
                    <a:pt x="12671" y="31685"/>
                    <a:pt x="12819" y="31671"/>
                    <a:pt x="12936" y="31774"/>
                  </a:cubicBezTo>
                  <a:cubicBezTo>
                    <a:pt x="12951" y="31774"/>
                    <a:pt x="13010" y="31729"/>
                    <a:pt x="13054" y="31700"/>
                  </a:cubicBezTo>
                  <a:cubicBezTo>
                    <a:pt x="13201" y="31685"/>
                    <a:pt x="13363" y="31729"/>
                    <a:pt x="13496" y="31832"/>
                  </a:cubicBezTo>
                  <a:cubicBezTo>
                    <a:pt x="13702" y="31980"/>
                    <a:pt x="13967" y="31862"/>
                    <a:pt x="14143" y="32024"/>
                  </a:cubicBezTo>
                  <a:cubicBezTo>
                    <a:pt x="14349" y="31950"/>
                    <a:pt x="14585" y="32068"/>
                    <a:pt x="14761" y="31891"/>
                  </a:cubicBezTo>
                  <a:cubicBezTo>
                    <a:pt x="14864" y="31994"/>
                    <a:pt x="15011" y="32024"/>
                    <a:pt x="15144" y="31965"/>
                  </a:cubicBezTo>
                  <a:cubicBezTo>
                    <a:pt x="15468" y="31818"/>
                    <a:pt x="15850" y="31891"/>
                    <a:pt x="16086" y="32127"/>
                  </a:cubicBezTo>
                  <a:cubicBezTo>
                    <a:pt x="16248" y="32083"/>
                    <a:pt x="16380" y="31950"/>
                    <a:pt x="16557" y="32097"/>
                  </a:cubicBezTo>
                  <a:cubicBezTo>
                    <a:pt x="16630" y="32156"/>
                    <a:pt x="16733" y="32068"/>
                    <a:pt x="16763" y="31980"/>
                  </a:cubicBezTo>
                  <a:cubicBezTo>
                    <a:pt x="16777" y="31906"/>
                    <a:pt x="16807" y="31832"/>
                    <a:pt x="16836" y="31759"/>
                  </a:cubicBezTo>
                  <a:cubicBezTo>
                    <a:pt x="16925" y="31818"/>
                    <a:pt x="17028" y="31818"/>
                    <a:pt x="17116" y="31891"/>
                  </a:cubicBezTo>
                  <a:cubicBezTo>
                    <a:pt x="17307" y="32053"/>
                    <a:pt x="17322" y="32038"/>
                    <a:pt x="17587" y="31965"/>
                  </a:cubicBezTo>
                  <a:cubicBezTo>
                    <a:pt x="17646" y="32053"/>
                    <a:pt x="17734" y="32127"/>
                    <a:pt x="17837" y="32171"/>
                  </a:cubicBezTo>
                  <a:lnTo>
                    <a:pt x="17896" y="32112"/>
                  </a:lnTo>
                  <a:cubicBezTo>
                    <a:pt x="18058" y="31994"/>
                    <a:pt x="18146" y="31994"/>
                    <a:pt x="18411" y="31965"/>
                  </a:cubicBezTo>
                  <a:cubicBezTo>
                    <a:pt x="18617" y="31935"/>
                    <a:pt x="18838" y="31965"/>
                    <a:pt x="19014" y="31803"/>
                  </a:cubicBezTo>
                  <a:cubicBezTo>
                    <a:pt x="19132" y="31685"/>
                    <a:pt x="19353" y="31832"/>
                    <a:pt x="19456" y="31656"/>
                  </a:cubicBezTo>
                  <a:cubicBezTo>
                    <a:pt x="19471" y="31641"/>
                    <a:pt x="19559" y="31700"/>
                    <a:pt x="19588" y="31759"/>
                  </a:cubicBezTo>
                  <a:cubicBezTo>
                    <a:pt x="19794" y="31744"/>
                    <a:pt x="19941" y="31553"/>
                    <a:pt x="20147" y="31509"/>
                  </a:cubicBezTo>
                  <a:lnTo>
                    <a:pt x="20147" y="31523"/>
                  </a:lnTo>
                  <a:cubicBezTo>
                    <a:pt x="20147" y="31538"/>
                    <a:pt x="20118" y="31568"/>
                    <a:pt x="20118" y="31582"/>
                  </a:cubicBezTo>
                  <a:cubicBezTo>
                    <a:pt x="20118" y="31626"/>
                    <a:pt x="20118" y="31656"/>
                    <a:pt x="20147" y="31685"/>
                  </a:cubicBezTo>
                  <a:lnTo>
                    <a:pt x="20147" y="31685"/>
                  </a:lnTo>
                  <a:cubicBezTo>
                    <a:pt x="20206" y="31729"/>
                    <a:pt x="20295" y="31729"/>
                    <a:pt x="20339" y="31685"/>
                  </a:cubicBezTo>
                  <a:lnTo>
                    <a:pt x="20339" y="31685"/>
                  </a:lnTo>
                  <a:cubicBezTo>
                    <a:pt x="20368" y="31656"/>
                    <a:pt x="20398" y="31612"/>
                    <a:pt x="20442" y="31582"/>
                  </a:cubicBezTo>
                  <a:lnTo>
                    <a:pt x="20442" y="31582"/>
                  </a:lnTo>
                  <a:cubicBezTo>
                    <a:pt x="20471" y="31553"/>
                    <a:pt x="20501" y="31523"/>
                    <a:pt x="20530" y="31494"/>
                  </a:cubicBezTo>
                  <a:lnTo>
                    <a:pt x="20530" y="31406"/>
                  </a:lnTo>
                  <a:cubicBezTo>
                    <a:pt x="20530" y="31376"/>
                    <a:pt x="20574" y="31347"/>
                    <a:pt x="20604" y="31317"/>
                  </a:cubicBezTo>
                  <a:cubicBezTo>
                    <a:pt x="20604" y="31332"/>
                    <a:pt x="20604" y="31347"/>
                    <a:pt x="20604" y="31361"/>
                  </a:cubicBezTo>
                  <a:lnTo>
                    <a:pt x="20648" y="31391"/>
                  </a:lnTo>
                  <a:cubicBezTo>
                    <a:pt x="20677" y="31391"/>
                    <a:pt x="20707" y="31391"/>
                    <a:pt x="20736" y="31391"/>
                  </a:cubicBezTo>
                  <a:cubicBezTo>
                    <a:pt x="20810" y="31465"/>
                    <a:pt x="20942" y="31391"/>
                    <a:pt x="21016" y="31479"/>
                  </a:cubicBezTo>
                  <a:lnTo>
                    <a:pt x="21016" y="31479"/>
                  </a:lnTo>
                  <a:cubicBezTo>
                    <a:pt x="21045" y="31509"/>
                    <a:pt x="21075" y="31553"/>
                    <a:pt x="21104" y="31582"/>
                  </a:cubicBezTo>
                  <a:lnTo>
                    <a:pt x="21104" y="31582"/>
                  </a:lnTo>
                  <a:cubicBezTo>
                    <a:pt x="21133" y="31612"/>
                    <a:pt x="21178" y="31612"/>
                    <a:pt x="21207" y="31582"/>
                  </a:cubicBezTo>
                  <a:lnTo>
                    <a:pt x="21295" y="31479"/>
                  </a:lnTo>
                  <a:cubicBezTo>
                    <a:pt x="21236" y="31435"/>
                    <a:pt x="21251" y="31347"/>
                    <a:pt x="21207" y="31288"/>
                  </a:cubicBezTo>
                  <a:lnTo>
                    <a:pt x="21207" y="31288"/>
                  </a:lnTo>
                  <a:cubicBezTo>
                    <a:pt x="21207" y="31288"/>
                    <a:pt x="21192" y="31273"/>
                    <a:pt x="21178" y="31258"/>
                  </a:cubicBezTo>
                  <a:cubicBezTo>
                    <a:pt x="21178" y="31244"/>
                    <a:pt x="21178" y="31214"/>
                    <a:pt x="21207" y="31200"/>
                  </a:cubicBezTo>
                  <a:lnTo>
                    <a:pt x="21207" y="31200"/>
                  </a:lnTo>
                  <a:cubicBezTo>
                    <a:pt x="21251" y="31155"/>
                    <a:pt x="21266" y="31067"/>
                    <a:pt x="21222" y="31023"/>
                  </a:cubicBezTo>
                  <a:cubicBezTo>
                    <a:pt x="21192" y="31023"/>
                    <a:pt x="21163" y="31023"/>
                    <a:pt x="21133" y="31023"/>
                  </a:cubicBezTo>
                  <a:lnTo>
                    <a:pt x="21192" y="30994"/>
                  </a:lnTo>
                  <a:lnTo>
                    <a:pt x="21281" y="30994"/>
                  </a:lnTo>
                  <a:cubicBezTo>
                    <a:pt x="21295" y="31008"/>
                    <a:pt x="21325" y="31023"/>
                    <a:pt x="21339" y="31038"/>
                  </a:cubicBezTo>
                  <a:lnTo>
                    <a:pt x="21384" y="31038"/>
                  </a:lnTo>
                  <a:cubicBezTo>
                    <a:pt x="21384" y="31052"/>
                    <a:pt x="21398" y="31067"/>
                    <a:pt x="21398" y="31082"/>
                  </a:cubicBezTo>
                  <a:cubicBezTo>
                    <a:pt x="21428" y="31082"/>
                    <a:pt x="21457" y="31082"/>
                    <a:pt x="21487" y="31082"/>
                  </a:cubicBezTo>
                  <a:cubicBezTo>
                    <a:pt x="21501" y="31111"/>
                    <a:pt x="21516" y="31111"/>
                    <a:pt x="21531" y="31111"/>
                  </a:cubicBezTo>
                  <a:lnTo>
                    <a:pt x="21531" y="31111"/>
                  </a:lnTo>
                  <a:cubicBezTo>
                    <a:pt x="21531" y="31170"/>
                    <a:pt x="21546" y="31229"/>
                    <a:pt x="21590" y="31273"/>
                  </a:cubicBezTo>
                  <a:lnTo>
                    <a:pt x="21590" y="31273"/>
                  </a:lnTo>
                  <a:cubicBezTo>
                    <a:pt x="21619" y="31303"/>
                    <a:pt x="21649" y="31332"/>
                    <a:pt x="21693" y="31361"/>
                  </a:cubicBezTo>
                  <a:lnTo>
                    <a:pt x="21855" y="31361"/>
                  </a:lnTo>
                  <a:cubicBezTo>
                    <a:pt x="21884" y="31332"/>
                    <a:pt x="21943" y="31332"/>
                    <a:pt x="21972" y="31361"/>
                  </a:cubicBezTo>
                  <a:lnTo>
                    <a:pt x="21972" y="31361"/>
                  </a:lnTo>
                  <a:cubicBezTo>
                    <a:pt x="22016" y="31420"/>
                    <a:pt x="22105" y="31420"/>
                    <a:pt x="22149" y="31361"/>
                  </a:cubicBezTo>
                  <a:lnTo>
                    <a:pt x="22149" y="31361"/>
                  </a:lnTo>
                  <a:cubicBezTo>
                    <a:pt x="22164" y="31361"/>
                    <a:pt x="22178" y="31361"/>
                    <a:pt x="22178" y="31332"/>
                  </a:cubicBezTo>
                  <a:cubicBezTo>
                    <a:pt x="22193" y="31303"/>
                    <a:pt x="22178" y="31288"/>
                    <a:pt x="22164" y="31273"/>
                  </a:cubicBezTo>
                  <a:cubicBezTo>
                    <a:pt x="22164" y="31244"/>
                    <a:pt x="22149" y="31214"/>
                    <a:pt x="22149" y="31185"/>
                  </a:cubicBezTo>
                  <a:cubicBezTo>
                    <a:pt x="22149" y="31111"/>
                    <a:pt x="22208" y="31097"/>
                    <a:pt x="22252" y="31082"/>
                  </a:cubicBezTo>
                  <a:cubicBezTo>
                    <a:pt x="22311" y="31023"/>
                    <a:pt x="22296" y="30935"/>
                    <a:pt x="22355" y="30891"/>
                  </a:cubicBezTo>
                  <a:lnTo>
                    <a:pt x="22355" y="30891"/>
                  </a:lnTo>
                  <a:cubicBezTo>
                    <a:pt x="22370" y="30861"/>
                    <a:pt x="22370" y="30832"/>
                    <a:pt x="22355" y="30788"/>
                  </a:cubicBezTo>
                  <a:cubicBezTo>
                    <a:pt x="22384" y="30788"/>
                    <a:pt x="22414" y="30773"/>
                    <a:pt x="22429" y="30758"/>
                  </a:cubicBezTo>
                  <a:cubicBezTo>
                    <a:pt x="22458" y="30802"/>
                    <a:pt x="22502" y="30861"/>
                    <a:pt x="22546" y="30891"/>
                  </a:cubicBezTo>
                  <a:lnTo>
                    <a:pt x="22546" y="30891"/>
                  </a:lnTo>
                  <a:cubicBezTo>
                    <a:pt x="22576" y="30935"/>
                    <a:pt x="22605" y="30964"/>
                    <a:pt x="22649" y="30994"/>
                  </a:cubicBezTo>
                  <a:lnTo>
                    <a:pt x="22649" y="30994"/>
                  </a:lnTo>
                  <a:cubicBezTo>
                    <a:pt x="22679" y="31023"/>
                    <a:pt x="22708" y="31052"/>
                    <a:pt x="22752" y="31082"/>
                  </a:cubicBezTo>
                  <a:cubicBezTo>
                    <a:pt x="22782" y="31082"/>
                    <a:pt x="22811" y="31097"/>
                    <a:pt x="22826" y="31097"/>
                  </a:cubicBezTo>
                  <a:cubicBezTo>
                    <a:pt x="22885" y="31141"/>
                    <a:pt x="22914" y="31244"/>
                    <a:pt x="23017" y="31185"/>
                  </a:cubicBezTo>
                  <a:lnTo>
                    <a:pt x="23017" y="31185"/>
                  </a:lnTo>
                  <a:cubicBezTo>
                    <a:pt x="23061" y="31141"/>
                    <a:pt x="23061" y="31052"/>
                    <a:pt x="23017" y="31008"/>
                  </a:cubicBezTo>
                  <a:cubicBezTo>
                    <a:pt x="23017" y="30979"/>
                    <a:pt x="23002" y="30949"/>
                    <a:pt x="23002" y="30920"/>
                  </a:cubicBezTo>
                  <a:cubicBezTo>
                    <a:pt x="23002" y="30920"/>
                    <a:pt x="22988" y="30905"/>
                    <a:pt x="22988" y="30876"/>
                  </a:cubicBezTo>
                  <a:cubicBezTo>
                    <a:pt x="22973" y="30846"/>
                    <a:pt x="22988" y="30817"/>
                    <a:pt x="23002" y="30802"/>
                  </a:cubicBezTo>
                  <a:lnTo>
                    <a:pt x="23002" y="30802"/>
                  </a:lnTo>
                  <a:cubicBezTo>
                    <a:pt x="23047" y="30758"/>
                    <a:pt x="23091" y="30699"/>
                    <a:pt x="23105" y="30626"/>
                  </a:cubicBezTo>
                  <a:cubicBezTo>
                    <a:pt x="23238" y="30655"/>
                    <a:pt x="23238" y="30802"/>
                    <a:pt x="23282" y="30905"/>
                  </a:cubicBezTo>
                  <a:lnTo>
                    <a:pt x="23282" y="30905"/>
                  </a:lnTo>
                  <a:cubicBezTo>
                    <a:pt x="23326" y="30935"/>
                    <a:pt x="23356" y="30964"/>
                    <a:pt x="23370" y="30994"/>
                  </a:cubicBezTo>
                  <a:lnTo>
                    <a:pt x="23473" y="30994"/>
                  </a:lnTo>
                  <a:cubicBezTo>
                    <a:pt x="23532" y="30949"/>
                    <a:pt x="23532" y="30861"/>
                    <a:pt x="23473" y="30817"/>
                  </a:cubicBezTo>
                  <a:cubicBezTo>
                    <a:pt x="23473" y="30788"/>
                    <a:pt x="23473" y="30758"/>
                    <a:pt x="23473" y="30714"/>
                  </a:cubicBezTo>
                  <a:cubicBezTo>
                    <a:pt x="23473" y="30714"/>
                    <a:pt x="23459" y="30714"/>
                    <a:pt x="23459" y="30685"/>
                  </a:cubicBezTo>
                  <a:cubicBezTo>
                    <a:pt x="23444" y="30655"/>
                    <a:pt x="23459" y="30640"/>
                    <a:pt x="23473" y="30611"/>
                  </a:cubicBezTo>
                  <a:lnTo>
                    <a:pt x="23473" y="30611"/>
                  </a:lnTo>
                  <a:cubicBezTo>
                    <a:pt x="23532" y="30567"/>
                    <a:pt x="23621" y="30582"/>
                    <a:pt x="23665" y="30523"/>
                  </a:cubicBezTo>
                  <a:lnTo>
                    <a:pt x="23665" y="30523"/>
                  </a:lnTo>
                  <a:cubicBezTo>
                    <a:pt x="23724" y="30361"/>
                    <a:pt x="23753" y="30228"/>
                    <a:pt x="24018" y="30317"/>
                  </a:cubicBezTo>
                  <a:cubicBezTo>
                    <a:pt x="24371" y="30449"/>
                    <a:pt x="24430" y="30361"/>
                    <a:pt x="24312" y="29949"/>
                  </a:cubicBezTo>
                  <a:lnTo>
                    <a:pt x="24312" y="29949"/>
                  </a:lnTo>
                  <a:cubicBezTo>
                    <a:pt x="24371" y="29949"/>
                    <a:pt x="24401" y="29905"/>
                    <a:pt x="24415" y="29860"/>
                  </a:cubicBezTo>
                  <a:lnTo>
                    <a:pt x="24415" y="29860"/>
                  </a:lnTo>
                  <a:cubicBezTo>
                    <a:pt x="24445" y="29875"/>
                    <a:pt x="24474" y="29875"/>
                    <a:pt x="24504" y="29875"/>
                  </a:cubicBezTo>
                  <a:lnTo>
                    <a:pt x="24504" y="29875"/>
                  </a:lnTo>
                  <a:cubicBezTo>
                    <a:pt x="24504" y="29905"/>
                    <a:pt x="24518" y="29934"/>
                    <a:pt x="24518" y="29949"/>
                  </a:cubicBezTo>
                  <a:lnTo>
                    <a:pt x="24518" y="30243"/>
                  </a:lnTo>
                  <a:lnTo>
                    <a:pt x="24518" y="30243"/>
                  </a:lnTo>
                  <a:cubicBezTo>
                    <a:pt x="24548" y="30272"/>
                    <a:pt x="24577" y="30302"/>
                    <a:pt x="24607" y="30331"/>
                  </a:cubicBezTo>
                  <a:cubicBezTo>
                    <a:pt x="24651" y="30405"/>
                    <a:pt x="24710" y="30434"/>
                    <a:pt x="24783" y="30434"/>
                  </a:cubicBezTo>
                  <a:cubicBezTo>
                    <a:pt x="24857" y="30390"/>
                    <a:pt x="24857" y="30302"/>
                    <a:pt x="24813" y="30243"/>
                  </a:cubicBezTo>
                  <a:cubicBezTo>
                    <a:pt x="24798" y="30214"/>
                    <a:pt x="24798" y="30184"/>
                    <a:pt x="24813" y="30155"/>
                  </a:cubicBezTo>
                  <a:cubicBezTo>
                    <a:pt x="24813" y="30155"/>
                    <a:pt x="24798" y="30140"/>
                    <a:pt x="24783" y="30125"/>
                  </a:cubicBezTo>
                  <a:cubicBezTo>
                    <a:pt x="24783" y="30096"/>
                    <a:pt x="24783" y="30066"/>
                    <a:pt x="24813" y="30052"/>
                  </a:cubicBezTo>
                  <a:lnTo>
                    <a:pt x="24813" y="30052"/>
                  </a:lnTo>
                  <a:cubicBezTo>
                    <a:pt x="24842" y="30037"/>
                    <a:pt x="24857" y="29978"/>
                    <a:pt x="24827" y="29949"/>
                  </a:cubicBezTo>
                  <a:lnTo>
                    <a:pt x="24813" y="29949"/>
                  </a:lnTo>
                  <a:cubicBezTo>
                    <a:pt x="24857" y="29860"/>
                    <a:pt x="24945" y="29802"/>
                    <a:pt x="25048" y="29787"/>
                  </a:cubicBezTo>
                  <a:cubicBezTo>
                    <a:pt x="25136" y="29890"/>
                    <a:pt x="25122" y="30037"/>
                    <a:pt x="25195" y="30155"/>
                  </a:cubicBezTo>
                  <a:lnTo>
                    <a:pt x="25195" y="30155"/>
                  </a:lnTo>
                  <a:cubicBezTo>
                    <a:pt x="25225" y="30184"/>
                    <a:pt x="25254" y="30214"/>
                    <a:pt x="25284" y="30243"/>
                  </a:cubicBezTo>
                  <a:lnTo>
                    <a:pt x="25475" y="30243"/>
                  </a:lnTo>
                  <a:cubicBezTo>
                    <a:pt x="25504" y="30228"/>
                    <a:pt x="25504" y="30184"/>
                    <a:pt x="25490" y="30155"/>
                  </a:cubicBezTo>
                  <a:cubicBezTo>
                    <a:pt x="25490" y="30125"/>
                    <a:pt x="25490" y="30096"/>
                    <a:pt x="25490" y="30066"/>
                  </a:cubicBezTo>
                  <a:cubicBezTo>
                    <a:pt x="25401" y="29963"/>
                    <a:pt x="25401" y="29831"/>
                    <a:pt x="25490" y="29728"/>
                  </a:cubicBezTo>
                  <a:cubicBezTo>
                    <a:pt x="25578" y="29654"/>
                    <a:pt x="25607" y="29831"/>
                    <a:pt x="25681" y="29875"/>
                  </a:cubicBezTo>
                  <a:cubicBezTo>
                    <a:pt x="25754" y="29875"/>
                    <a:pt x="25828" y="29846"/>
                    <a:pt x="25872" y="29772"/>
                  </a:cubicBezTo>
                  <a:cubicBezTo>
                    <a:pt x="25887" y="29743"/>
                    <a:pt x="25931" y="29743"/>
                    <a:pt x="25960" y="29772"/>
                  </a:cubicBezTo>
                  <a:lnTo>
                    <a:pt x="25960" y="29772"/>
                  </a:lnTo>
                  <a:cubicBezTo>
                    <a:pt x="26005" y="29831"/>
                    <a:pt x="26093" y="29831"/>
                    <a:pt x="26152" y="29787"/>
                  </a:cubicBezTo>
                  <a:lnTo>
                    <a:pt x="26240" y="29772"/>
                  </a:lnTo>
                  <a:cubicBezTo>
                    <a:pt x="26299" y="29728"/>
                    <a:pt x="26284" y="29640"/>
                    <a:pt x="26343" y="29596"/>
                  </a:cubicBezTo>
                  <a:lnTo>
                    <a:pt x="26343" y="29596"/>
                  </a:lnTo>
                  <a:cubicBezTo>
                    <a:pt x="26387" y="29522"/>
                    <a:pt x="26446" y="29448"/>
                    <a:pt x="26520" y="29404"/>
                  </a:cubicBezTo>
                  <a:lnTo>
                    <a:pt x="26520" y="29404"/>
                  </a:lnTo>
                  <a:cubicBezTo>
                    <a:pt x="26549" y="29389"/>
                    <a:pt x="26549" y="29345"/>
                    <a:pt x="26534" y="29316"/>
                  </a:cubicBezTo>
                  <a:lnTo>
                    <a:pt x="26623" y="29316"/>
                  </a:lnTo>
                  <a:lnTo>
                    <a:pt x="26623" y="29228"/>
                  </a:lnTo>
                  <a:lnTo>
                    <a:pt x="26711" y="29139"/>
                  </a:lnTo>
                  <a:cubicBezTo>
                    <a:pt x="26711" y="29051"/>
                    <a:pt x="26696" y="28977"/>
                    <a:pt x="26608" y="28948"/>
                  </a:cubicBezTo>
                  <a:lnTo>
                    <a:pt x="26608" y="28786"/>
                  </a:lnTo>
                  <a:cubicBezTo>
                    <a:pt x="26637" y="28919"/>
                    <a:pt x="26711" y="29036"/>
                    <a:pt x="26799" y="29139"/>
                  </a:cubicBezTo>
                  <a:lnTo>
                    <a:pt x="26799" y="29139"/>
                  </a:lnTo>
                  <a:cubicBezTo>
                    <a:pt x="26814" y="29169"/>
                    <a:pt x="26858" y="29198"/>
                    <a:pt x="26888" y="29228"/>
                  </a:cubicBezTo>
                  <a:lnTo>
                    <a:pt x="26991" y="29228"/>
                  </a:lnTo>
                  <a:cubicBezTo>
                    <a:pt x="27064" y="29066"/>
                    <a:pt x="27344" y="29080"/>
                    <a:pt x="27359" y="28860"/>
                  </a:cubicBezTo>
                  <a:lnTo>
                    <a:pt x="27359" y="28860"/>
                  </a:lnTo>
                  <a:cubicBezTo>
                    <a:pt x="27403" y="28786"/>
                    <a:pt x="27462" y="28727"/>
                    <a:pt x="27462" y="28639"/>
                  </a:cubicBezTo>
                  <a:lnTo>
                    <a:pt x="27462" y="28654"/>
                  </a:lnTo>
                  <a:cubicBezTo>
                    <a:pt x="27520" y="28683"/>
                    <a:pt x="27579" y="28713"/>
                    <a:pt x="27638" y="28668"/>
                  </a:cubicBezTo>
                  <a:lnTo>
                    <a:pt x="27638" y="28668"/>
                  </a:lnTo>
                  <a:cubicBezTo>
                    <a:pt x="28050" y="28698"/>
                    <a:pt x="28183" y="28345"/>
                    <a:pt x="28389" y="28109"/>
                  </a:cubicBezTo>
                  <a:lnTo>
                    <a:pt x="28389" y="28109"/>
                  </a:lnTo>
                  <a:cubicBezTo>
                    <a:pt x="28565" y="28021"/>
                    <a:pt x="28830" y="28109"/>
                    <a:pt x="28860" y="27815"/>
                  </a:cubicBezTo>
                  <a:cubicBezTo>
                    <a:pt x="28860" y="27785"/>
                    <a:pt x="28874" y="27756"/>
                    <a:pt x="28874" y="27727"/>
                  </a:cubicBezTo>
                  <a:cubicBezTo>
                    <a:pt x="29036" y="27653"/>
                    <a:pt x="29316" y="27668"/>
                    <a:pt x="29169" y="27359"/>
                  </a:cubicBezTo>
                  <a:lnTo>
                    <a:pt x="29169" y="27359"/>
                  </a:lnTo>
                  <a:cubicBezTo>
                    <a:pt x="29169" y="27373"/>
                    <a:pt x="29183" y="27388"/>
                    <a:pt x="29183" y="27388"/>
                  </a:cubicBezTo>
                  <a:cubicBezTo>
                    <a:pt x="29272" y="27417"/>
                    <a:pt x="29360" y="27403"/>
                    <a:pt x="29434" y="27344"/>
                  </a:cubicBezTo>
                  <a:cubicBezTo>
                    <a:pt x="29492" y="27167"/>
                    <a:pt x="29698" y="27241"/>
                    <a:pt x="29816" y="27153"/>
                  </a:cubicBezTo>
                  <a:cubicBezTo>
                    <a:pt x="29816" y="27123"/>
                    <a:pt x="29816" y="27094"/>
                    <a:pt x="29816" y="27064"/>
                  </a:cubicBezTo>
                  <a:cubicBezTo>
                    <a:pt x="29816" y="27064"/>
                    <a:pt x="29801" y="27050"/>
                    <a:pt x="29787" y="27035"/>
                  </a:cubicBezTo>
                  <a:cubicBezTo>
                    <a:pt x="29787" y="27005"/>
                    <a:pt x="29787" y="26991"/>
                    <a:pt x="29816" y="26961"/>
                  </a:cubicBezTo>
                  <a:lnTo>
                    <a:pt x="29816" y="26961"/>
                  </a:lnTo>
                  <a:cubicBezTo>
                    <a:pt x="30022" y="26858"/>
                    <a:pt x="30169" y="26667"/>
                    <a:pt x="30243" y="26431"/>
                  </a:cubicBezTo>
                  <a:cubicBezTo>
                    <a:pt x="30243" y="26387"/>
                    <a:pt x="30258" y="26343"/>
                    <a:pt x="30287" y="26299"/>
                  </a:cubicBezTo>
                  <a:cubicBezTo>
                    <a:pt x="30287" y="26284"/>
                    <a:pt x="30287" y="26284"/>
                    <a:pt x="30302" y="26284"/>
                  </a:cubicBezTo>
                  <a:lnTo>
                    <a:pt x="30302" y="26270"/>
                  </a:lnTo>
                  <a:cubicBezTo>
                    <a:pt x="30331" y="26255"/>
                    <a:pt x="30346" y="26240"/>
                    <a:pt x="30346" y="26211"/>
                  </a:cubicBezTo>
                  <a:cubicBezTo>
                    <a:pt x="30346" y="26181"/>
                    <a:pt x="30375" y="26181"/>
                    <a:pt x="30361" y="26225"/>
                  </a:cubicBezTo>
                  <a:cubicBezTo>
                    <a:pt x="30361" y="26270"/>
                    <a:pt x="30317" y="26255"/>
                    <a:pt x="30287" y="26284"/>
                  </a:cubicBezTo>
                  <a:lnTo>
                    <a:pt x="30228" y="26431"/>
                  </a:lnTo>
                  <a:cubicBezTo>
                    <a:pt x="30228" y="26490"/>
                    <a:pt x="30243" y="26549"/>
                    <a:pt x="30287" y="26593"/>
                  </a:cubicBezTo>
                  <a:cubicBezTo>
                    <a:pt x="30434" y="26696"/>
                    <a:pt x="30552" y="26549"/>
                    <a:pt x="30655" y="26490"/>
                  </a:cubicBezTo>
                  <a:lnTo>
                    <a:pt x="30655" y="26314"/>
                  </a:lnTo>
                  <a:cubicBezTo>
                    <a:pt x="30699" y="26211"/>
                    <a:pt x="30714" y="26122"/>
                    <a:pt x="30714" y="26019"/>
                  </a:cubicBezTo>
                  <a:lnTo>
                    <a:pt x="30714" y="25961"/>
                  </a:lnTo>
                  <a:lnTo>
                    <a:pt x="30684" y="25931"/>
                  </a:lnTo>
                  <a:lnTo>
                    <a:pt x="30758" y="25931"/>
                  </a:lnTo>
                  <a:lnTo>
                    <a:pt x="30758" y="25843"/>
                  </a:lnTo>
                  <a:cubicBezTo>
                    <a:pt x="30773" y="25828"/>
                    <a:pt x="30787" y="25799"/>
                    <a:pt x="30773" y="25784"/>
                  </a:cubicBezTo>
                  <a:cubicBezTo>
                    <a:pt x="30802" y="25784"/>
                    <a:pt x="30832" y="25769"/>
                    <a:pt x="30846" y="25755"/>
                  </a:cubicBezTo>
                  <a:lnTo>
                    <a:pt x="31038" y="25740"/>
                  </a:lnTo>
                  <a:cubicBezTo>
                    <a:pt x="31082" y="25681"/>
                    <a:pt x="31170" y="25710"/>
                    <a:pt x="31214" y="25652"/>
                  </a:cubicBezTo>
                  <a:lnTo>
                    <a:pt x="31214" y="25563"/>
                  </a:lnTo>
                  <a:cubicBezTo>
                    <a:pt x="31200" y="25534"/>
                    <a:pt x="31170" y="25504"/>
                    <a:pt x="31141" y="25504"/>
                  </a:cubicBezTo>
                  <a:cubicBezTo>
                    <a:pt x="31273" y="25225"/>
                    <a:pt x="31391" y="24945"/>
                    <a:pt x="31464" y="24666"/>
                  </a:cubicBezTo>
                  <a:cubicBezTo>
                    <a:pt x="31464" y="24636"/>
                    <a:pt x="31553" y="24621"/>
                    <a:pt x="31582" y="24592"/>
                  </a:cubicBezTo>
                  <a:lnTo>
                    <a:pt x="31685" y="24592"/>
                  </a:lnTo>
                  <a:lnTo>
                    <a:pt x="31685" y="24312"/>
                  </a:lnTo>
                  <a:lnTo>
                    <a:pt x="31685" y="24136"/>
                  </a:lnTo>
                  <a:cubicBezTo>
                    <a:pt x="31700" y="24106"/>
                    <a:pt x="31700" y="24077"/>
                    <a:pt x="31685" y="24047"/>
                  </a:cubicBezTo>
                  <a:cubicBezTo>
                    <a:pt x="31670" y="24018"/>
                    <a:pt x="31656" y="24003"/>
                    <a:pt x="31626" y="23974"/>
                  </a:cubicBezTo>
                  <a:lnTo>
                    <a:pt x="31626" y="23974"/>
                  </a:lnTo>
                  <a:lnTo>
                    <a:pt x="31685" y="24047"/>
                  </a:lnTo>
                  <a:cubicBezTo>
                    <a:pt x="31685" y="24018"/>
                    <a:pt x="31670" y="23989"/>
                    <a:pt x="31641" y="23974"/>
                  </a:cubicBezTo>
                  <a:cubicBezTo>
                    <a:pt x="31729" y="23944"/>
                    <a:pt x="31818" y="23900"/>
                    <a:pt x="31877" y="23841"/>
                  </a:cubicBezTo>
                  <a:lnTo>
                    <a:pt x="31877" y="23473"/>
                  </a:lnTo>
                  <a:cubicBezTo>
                    <a:pt x="31935" y="23429"/>
                    <a:pt x="31935" y="23341"/>
                    <a:pt x="31877" y="23297"/>
                  </a:cubicBezTo>
                  <a:lnTo>
                    <a:pt x="31877" y="23297"/>
                  </a:lnTo>
                  <a:cubicBezTo>
                    <a:pt x="31729" y="23253"/>
                    <a:pt x="31773" y="23091"/>
                    <a:pt x="31700" y="23017"/>
                  </a:cubicBezTo>
                  <a:lnTo>
                    <a:pt x="31700" y="23017"/>
                  </a:lnTo>
                  <a:lnTo>
                    <a:pt x="31788" y="22914"/>
                  </a:lnTo>
                  <a:lnTo>
                    <a:pt x="31832" y="22914"/>
                  </a:lnTo>
                  <a:lnTo>
                    <a:pt x="31877" y="22914"/>
                  </a:lnTo>
                  <a:lnTo>
                    <a:pt x="31877" y="22443"/>
                  </a:lnTo>
                  <a:cubicBezTo>
                    <a:pt x="31818" y="22414"/>
                    <a:pt x="31788" y="22340"/>
                    <a:pt x="31788" y="22267"/>
                  </a:cubicBezTo>
                  <a:cubicBezTo>
                    <a:pt x="31818" y="22281"/>
                    <a:pt x="31847" y="22281"/>
                    <a:pt x="31877" y="22267"/>
                  </a:cubicBezTo>
                  <a:cubicBezTo>
                    <a:pt x="31921" y="22193"/>
                    <a:pt x="32009" y="22208"/>
                    <a:pt x="32068" y="22164"/>
                  </a:cubicBezTo>
                  <a:lnTo>
                    <a:pt x="32068" y="22164"/>
                  </a:lnTo>
                  <a:cubicBezTo>
                    <a:pt x="32127" y="22120"/>
                    <a:pt x="32112" y="22031"/>
                    <a:pt x="32156" y="21972"/>
                  </a:cubicBezTo>
                  <a:cubicBezTo>
                    <a:pt x="32156" y="21943"/>
                    <a:pt x="32156" y="21928"/>
                    <a:pt x="32156" y="21899"/>
                  </a:cubicBezTo>
                  <a:cubicBezTo>
                    <a:pt x="32156" y="21884"/>
                    <a:pt x="32141" y="21869"/>
                    <a:pt x="32127" y="21869"/>
                  </a:cubicBezTo>
                  <a:cubicBezTo>
                    <a:pt x="32141" y="21840"/>
                    <a:pt x="32156" y="21811"/>
                    <a:pt x="32171" y="21796"/>
                  </a:cubicBezTo>
                  <a:lnTo>
                    <a:pt x="32274" y="21796"/>
                  </a:lnTo>
                  <a:cubicBezTo>
                    <a:pt x="32303" y="21766"/>
                    <a:pt x="32318" y="21722"/>
                    <a:pt x="32303" y="21678"/>
                  </a:cubicBezTo>
                  <a:lnTo>
                    <a:pt x="32303" y="21619"/>
                  </a:lnTo>
                  <a:cubicBezTo>
                    <a:pt x="32362" y="21472"/>
                    <a:pt x="32377" y="21310"/>
                    <a:pt x="32362" y="21148"/>
                  </a:cubicBezTo>
                  <a:lnTo>
                    <a:pt x="32392" y="21134"/>
                  </a:lnTo>
                  <a:cubicBezTo>
                    <a:pt x="32421" y="21104"/>
                    <a:pt x="32377" y="21016"/>
                    <a:pt x="32465" y="21031"/>
                  </a:cubicBezTo>
                  <a:cubicBezTo>
                    <a:pt x="32539" y="21031"/>
                    <a:pt x="32612" y="21001"/>
                    <a:pt x="32642" y="20942"/>
                  </a:cubicBezTo>
                  <a:lnTo>
                    <a:pt x="32730" y="20839"/>
                  </a:lnTo>
                  <a:lnTo>
                    <a:pt x="32730" y="20751"/>
                  </a:lnTo>
                  <a:cubicBezTo>
                    <a:pt x="32730" y="20648"/>
                    <a:pt x="32701" y="20604"/>
                    <a:pt x="32671" y="20574"/>
                  </a:cubicBezTo>
                  <a:close/>
                  <a:moveTo>
                    <a:pt x="24474" y="29757"/>
                  </a:moveTo>
                  <a:lnTo>
                    <a:pt x="24474" y="29757"/>
                  </a:lnTo>
                  <a:cubicBezTo>
                    <a:pt x="24474" y="29743"/>
                    <a:pt x="24474" y="29728"/>
                    <a:pt x="24489" y="29713"/>
                  </a:cubicBezTo>
                  <a:cubicBezTo>
                    <a:pt x="24474" y="29728"/>
                    <a:pt x="24474" y="29743"/>
                    <a:pt x="24474" y="29757"/>
                  </a:cubicBezTo>
                  <a:close/>
                  <a:moveTo>
                    <a:pt x="13702" y="1428"/>
                  </a:moveTo>
                  <a:lnTo>
                    <a:pt x="13702" y="1428"/>
                  </a:lnTo>
                  <a:close/>
                  <a:moveTo>
                    <a:pt x="31141" y="25033"/>
                  </a:moveTo>
                  <a:cubicBezTo>
                    <a:pt x="31141" y="25033"/>
                    <a:pt x="31126" y="25033"/>
                    <a:pt x="31126" y="25019"/>
                  </a:cubicBezTo>
                  <a:lnTo>
                    <a:pt x="31141" y="25019"/>
                  </a:lnTo>
                  <a:close/>
                  <a:moveTo>
                    <a:pt x="2252" y="9552"/>
                  </a:moveTo>
                  <a:cubicBezTo>
                    <a:pt x="2252" y="9537"/>
                    <a:pt x="2267" y="9537"/>
                    <a:pt x="2282" y="9522"/>
                  </a:cubicBezTo>
                  <a:lnTo>
                    <a:pt x="2267" y="9537"/>
                  </a:lnTo>
                  <a:lnTo>
                    <a:pt x="2252" y="9537"/>
                  </a:lnTo>
                  <a:lnTo>
                    <a:pt x="2252" y="9537"/>
                  </a:lnTo>
                  <a:lnTo>
                    <a:pt x="2237" y="9552"/>
                  </a:lnTo>
                  <a:cubicBezTo>
                    <a:pt x="2237" y="9552"/>
                    <a:pt x="2237" y="9552"/>
                    <a:pt x="2252" y="9552"/>
                  </a:cubicBezTo>
                  <a:close/>
                  <a:moveTo>
                    <a:pt x="3091" y="7874"/>
                  </a:moveTo>
                  <a:lnTo>
                    <a:pt x="3091" y="7874"/>
                  </a:lnTo>
                  <a:lnTo>
                    <a:pt x="3091" y="7874"/>
                  </a:lnTo>
                  <a:close/>
                  <a:moveTo>
                    <a:pt x="31435" y="24003"/>
                  </a:moveTo>
                  <a:lnTo>
                    <a:pt x="31435" y="24003"/>
                  </a:lnTo>
                  <a:lnTo>
                    <a:pt x="31435" y="23989"/>
                  </a:lnTo>
                  <a:lnTo>
                    <a:pt x="31435" y="23989"/>
                  </a:lnTo>
                  <a:close/>
                  <a:moveTo>
                    <a:pt x="2252" y="9581"/>
                  </a:moveTo>
                  <a:lnTo>
                    <a:pt x="2237" y="9566"/>
                  </a:lnTo>
                  <a:lnTo>
                    <a:pt x="2252" y="9552"/>
                  </a:lnTo>
                  <a:cubicBezTo>
                    <a:pt x="2252" y="9566"/>
                    <a:pt x="2252" y="9566"/>
                    <a:pt x="2252" y="9581"/>
                  </a:cubicBezTo>
                  <a:close/>
                  <a:moveTo>
                    <a:pt x="31361" y="12995"/>
                  </a:moveTo>
                  <a:close/>
                  <a:moveTo>
                    <a:pt x="32053" y="19250"/>
                  </a:moveTo>
                  <a:cubicBezTo>
                    <a:pt x="32038" y="19250"/>
                    <a:pt x="32024" y="19250"/>
                    <a:pt x="32009" y="19250"/>
                  </a:cubicBezTo>
                  <a:lnTo>
                    <a:pt x="32009" y="19235"/>
                  </a:lnTo>
                  <a:close/>
                  <a:moveTo>
                    <a:pt x="11170" y="28286"/>
                  </a:moveTo>
                  <a:cubicBezTo>
                    <a:pt x="11156" y="28271"/>
                    <a:pt x="11141" y="28256"/>
                    <a:pt x="11141" y="28256"/>
                  </a:cubicBezTo>
                  <a:lnTo>
                    <a:pt x="11141" y="28256"/>
                  </a:lnTo>
                  <a:lnTo>
                    <a:pt x="11156" y="28271"/>
                  </a:lnTo>
                  <a:cubicBezTo>
                    <a:pt x="11156" y="28271"/>
                    <a:pt x="11170" y="28286"/>
                    <a:pt x="11170" y="28286"/>
                  </a:cubicBezTo>
                  <a:close/>
                  <a:moveTo>
                    <a:pt x="1090" y="16777"/>
                  </a:moveTo>
                  <a:close/>
                  <a:moveTo>
                    <a:pt x="9154" y="7403"/>
                  </a:moveTo>
                  <a:cubicBezTo>
                    <a:pt x="9154" y="7403"/>
                    <a:pt x="9154" y="7403"/>
                    <a:pt x="9154" y="7388"/>
                  </a:cubicBezTo>
                  <a:lnTo>
                    <a:pt x="9154" y="7388"/>
                  </a:lnTo>
                  <a:lnTo>
                    <a:pt x="9154" y="7403"/>
                  </a:lnTo>
                  <a:close/>
                  <a:moveTo>
                    <a:pt x="12407" y="5048"/>
                  </a:moveTo>
                  <a:lnTo>
                    <a:pt x="12421" y="5063"/>
                  </a:lnTo>
                  <a:lnTo>
                    <a:pt x="12421" y="5063"/>
                  </a:lnTo>
                  <a:lnTo>
                    <a:pt x="12436" y="5078"/>
                  </a:lnTo>
                  <a:lnTo>
                    <a:pt x="12436" y="5078"/>
                  </a:lnTo>
                  <a:cubicBezTo>
                    <a:pt x="12421" y="5063"/>
                    <a:pt x="12407" y="5063"/>
                    <a:pt x="12392" y="5048"/>
                  </a:cubicBezTo>
                  <a:cubicBezTo>
                    <a:pt x="12392" y="5034"/>
                    <a:pt x="12377" y="5019"/>
                    <a:pt x="12362" y="5019"/>
                  </a:cubicBezTo>
                  <a:lnTo>
                    <a:pt x="12362" y="5019"/>
                  </a:lnTo>
                  <a:close/>
                  <a:moveTo>
                    <a:pt x="21958" y="3871"/>
                  </a:moveTo>
                  <a:close/>
                  <a:moveTo>
                    <a:pt x="11524" y="5402"/>
                  </a:moveTo>
                  <a:close/>
                  <a:moveTo>
                    <a:pt x="28212" y="10332"/>
                  </a:moveTo>
                  <a:close/>
                  <a:moveTo>
                    <a:pt x="3739" y="16513"/>
                  </a:moveTo>
                  <a:lnTo>
                    <a:pt x="3739" y="16513"/>
                  </a:lnTo>
                  <a:cubicBezTo>
                    <a:pt x="3739" y="16513"/>
                    <a:pt x="3739" y="16498"/>
                    <a:pt x="3753" y="16498"/>
                  </a:cubicBezTo>
                  <a:cubicBezTo>
                    <a:pt x="3753" y="16498"/>
                    <a:pt x="3739" y="16513"/>
                    <a:pt x="3739" y="16513"/>
                  </a:cubicBezTo>
                  <a:close/>
                  <a:moveTo>
                    <a:pt x="11141" y="25063"/>
                  </a:moveTo>
                  <a:cubicBezTo>
                    <a:pt x="11141" y="25019"/>
                    <a:pt x="11126" y="24975"/>
                    <a:pt x="11112" y="24945"/>
                  </a:cubicBezTo>
                  <a:cubicBezTo>
                    <a:pt x="11141" y="24975"/>
                    <a:pt x="11141" y="25019"/>
                    <a:pt x="11141" y="25063"/>
                  </a:cubicBezTo>
                  <a:close/>
                  <a:moveTo>
                    <a:pt x="4062" y="21546"/>
                  </a:moveTo>
                  <a:cubicBezTo>
                    <a:pt x="4077" y="21531"/>
                    <a:pt x="4092" y="21516"/>
                    <a:pt x="4106" y="21516"/>
                  </a:cubicBezTo>
                  <a:lnTo>
                    <a:pt x="4121" y="21531"/>
                  </a:lnTo>
                  <a:close/>
                  <a:moveTo>
                    <a:pt x="15880" y="4651"/>
                  </a:moveTo>
                  <a:lnTo>
                    <a:pt x="15880" y="4651"/>
                  </a:lnTo>
                  <a:lnTo>
                    <a:pt x="15880" y="4651"/>
                  </a:lnTo>
                  <a:lnTo>
                    <a:pt x="15865" y="4651"/>
                  </a:lnTo>
                  <a:close/>
                  <a:moveTo>
                    <a:pt x="25445" y="5976"/>
                  </a:moveTo>
                  <a:lnTo>
                    <a:pt x="25445" y="5976"/>
                  </a:lnTo>
                  <a:lnTo>
                    <a:pt x="25445" y="5976"/>
                  </a:lnTo>
                  <a:lnTo>
                    <a:pt x="25431" y="5976"/>
                  </a:lnTo>
                  <a:close/>
                  <a:moveTo>
                    <a:pt x="3945" y="11288"/>
                  </a:moveTo>
                  <a:lnTo>
                    <a:pt x="3945" y="11288"/>
                  </a:lnTo>
                  <a:lnTo>
                    <a:pt x="3945" y="11303"/>
                  </a:lnTo>
                  <a:lnTo>
                    <a:pt x="3945" y="11288"/>
                  </a:lnTo>
                  <a:lnTo>
                    <a:pt x="3945" y="11288"/>
                  </a:lnTo>
                  <a:close/>
                  <a:moveTo>
                    <a:pt x="11980" y="25784"/>
                  </a:moveTo>
                  <a:cubicBezTo>
                    <a:pt x="11980" y="25784"/>
                    <a:pt x="11995" y="25784"/>
                    <a:pt x="11995" y="25784"/>
                  </a:cubicBezTo>
                  <a:lnTo>
                    <a:pt x="11995" y="25799"/>
                  </a:lnTo>
                  <a:lnTo>
                    <a:pt x="11995" y="25799"/>
                  </a:lnTo>
                  <a:cubicBezTo>
                    <a:pt x="11980" y="25799"/>
                    <a:pt x="11980" y="25784"/>
                    <a:pt x="11965" y="25784"/>
                  </a:cubicBezTo>
                  <a:close/>
                  <a:moveTo>
                    <a:pt x="10582" y="8919"/>
                  </a:moveTo>
                  <a:lnTo>
                    <a:pt x="10582" y="8919"/>
                  </a:lnTo>
                  <a:lnTo>
                    <a:pt x="10582" y="8919"/>
                  </a:lnTo>
                  <a:lnTo>
                    <a:pt x="10582" y="8919"/>
                  </a:lnTo>
                  <a:cubicBezTo>
                    <a:pt x="10582" y="8919"/>
                    <a:pt x="10582" y="8934"/>
                    <a:pt x="10582" y="8934"/>
                  </a:cubicBezTo>
                  <a:lnTo>
                    <a:pt x="10567" y="8919"/>
                  </a:lnTo>
                  <a:lnTo>
                    <a:pt x="10567" y="8919"/>
                  </a:lnTo>
                  <a:close/>
                  <a:moveTo>
                    <a:pt x="21649" y="6447"/>
                  </a:moveTo>
                  <a:cubicBezTo>
                    <a:pt x="21678" y="6432"/>
                    <a:pt x="21693" y="6432"/>
                    <a:pt x="21707" y="6417"/>
                  </a:cubicBezTo>
                  <a:cubicBezTo>
                    <a:pt x="21693" y="6432"/>
                    <a:pt x="21663" y="6432"/>
                    <a:pt x="21649" y="6432"/>
                  </a:cubicBezTo>
                  <a:close/>
                  <a:moveTo>
                    <a:pt x="23576" y="10906"/>
                  </a:moveTo>
                  <a:close/>
                  <a:moveTo>
                    <a:pt x="21413" y="7889"/>
                  </a:moveTo>
                  <a:lnTo>
                    <a:pt x="21413" y="7889"/>
                  </a:lnTo>
                  <a:lnTo>
                    <a:pt x="21384" y="7874"/>
                  </a:lnTo>
                  <a:lnTo>
                    <a:pt x="21384" y="7874"/>
                  </a:lnTo>
                  <a:close/>
                  <a:moveTo>
                    <a:pt x="26520" y="20398"/>
                  </a:moveTo>
                  <a:lnTo>
                    <a:pt x="26520" y="20398"/>
                  </a:lnTo>
                  <a:cubicBezTo>
                    <a:pt x="26520" y="20398"/>
                    <a:pt x="26534" y="20412"/>
                    <a:pt x="26534" y="20412"/>
                  </a:cubicBezTo>
                  <a:close/>
                  <a:moveTo>
                    <a:pt x="25475" y="15350"/>
                  </a:moveTo>
                  <a:cubicBezTo>
                    <a:pt x="25490" y="15350"/>
                    <a:pt x="25490" y="15365"/>
                    <a:pt x="25490" y="15365"/>
                  </a:cubicBezTo>
                  <a:lnTo>
                    <a:pt x="25475" y="15365"/>
                  </a:lnTo>
                  <a:close/>
                  <a:moveTo>
                    <a:pt x="6505" y="18882"/>
                  </a:moveTo>
                  <a:close/>
                  <a:moveTo>
                    <a:pt x="26520" y="17646"/>
                  </a:moveTo>
                  <a:close/>
                  <a:moveTo>
                    <a:pt x="25946" y="18573"/>
                  </a:moveTo>
                  <a:cubicBezTo>
                    <a:pt x="25946" y="18588"/>
                    <a:pt x="25946" y="18588"/>
                    <a:pt x="25946" y="18588"/>
                  </a:cubicBezTo>
                  <a:lnTo>
                    <a:pt x="25946" y="18588"/>
                  </a:lnTo>
                  <a:close/>
                  <a:moveTo>
                    <a:pt x="24548" y="18676"/>
                  </a:moveTo>
                  <a:cubicBezTo>
                    <a:pt x="24533" y="18676"/>
                    <a:pt x="24518" y="18676"/>
                    <a:pt x="24518" y="18661"/>
                  </a:cubicBezTo>
                  <a:cubicBezTo>
                    <a:pt x="24533" y="18661"/>
                    <a:pt x="24533" y="18661"/>
                    <a:pt x="24548" y="18661"/>
                  </a:cubicBezTo>
                  <a:close/>
                  <a:moveTo>
                    <a:pt x="24724" y="18867"/>
                  </a:moveTo>
                  <a:lnTo>
                    <a:pt x="24724" y="18867"/>
                  </a:lnTo>
                  <a:close/>
                  <a:moveTo>
                    <a:pt x="26799" y="19265"/>
                  </a:moveTo>
                  <a:cubicBezTo>
                    <a:pt x="26814" y="19279"/>
                    <a:pt x="26814" y="19279"/>
                    <a:pt x="26814" y="19294"/>
                  </a:cubicBezTo>
                  <a:lnTo>
                    <a:pt x="26799" y="19294"/>
                  </a:lnTo>
                  <a:close/>
                  <a:moveTo>
                    <a:pt x="24548" y="15188"/>
                  </a:moveTo>
                  <a:lnTo>
                    <a:pt x="24548" y="15188"/>
                  </a:lnTo>
                  <a:lnTo>
                    <a:pt x="24548" y="15188"/>
                  </a:lnTo>
                  <a:lnTo>
                    <a:pt x="24548" y="15188"/>
                  </a:lnTo>
                  <a:lnTo>
                    <a:pt x="24548" y="15173"/>
                  </a:lnTo>
                  <a:lnTo>
                    <a:pt x="24562" y="15173"/>
                  </a:lnTo>
                  <a:close/>
                  <a:moveTo>
                    <a:pt x="21722" y="9463"/>
                  </a:moveTo>
                  <a:cubicBezTo>
                    <a:pt x="21752" y="9478"/>
                    <a:pt x="21722" y="9493"/>
                    <a:pt x="21722" y="9463"/>
                  </a:cubicBezTo>
                  <a:close/>
                  <a:moveTo>
                    <a:pt x="23385" y="15144"/>
                  </a:moveTo>
                  <a:close/>
                  <a:moveTo>
                    <a:pt x="20721" y="13378"/>
                  </a:moveTo>
                  <a:close/>
                  <a:moveTo>
                    <a:pt x="19529" y="15968"/>
                  </a:moveTo>
                  <a:cubicBezTo>
                    <a:pt x="19529" y="15983"/>
                    <a:pt x="19529" y="15998"/>
                    <a:pt x="19544" y="16012"/>
                  </a:cubicBezTo>
                  <a:cubicBezTo>
                    <a:pt x="19529" y="15998"/>
                    <a:pt x="19529" y="15983"/>
                    <a:pt x="19529" y="15968"/>
                  </a:cubicBezTo>
                  <a:close/>
                  <a:moveTo>
                    <a:pt x="19735" y="15276"/>
                  </a:moveTo>
                  <a:cubicBezTo>
                    <a:pt x="19750" y="15262"/>
                    <a:pt x="19750" y="15247"/>
                    <a:pt x="19765" y="15247"/>
                  </a:cubicBezTo>
                  <a:close/>
                  <a:moveTo>
                    <a:pt x="20442" y="17454"/>
                  </a:moveTo>
                  <a:lnTo>
                    <a:pt x="20442" y="17454"/>
                  </a:lnTo>
                  <a:lnTo>
                    <a:pt x="20442" y="17454"/>
                  </a:lnTo>
                  <a:cubicBezTo>
                    <a:pt x="20442" y="17440"/>
                    <a:pt x="20442" y="17440"/>
                    <a:pt x="20457" y="17425"/>
                  </a:cubicBezTo>
                  <a:lnTo>
                    <a:pt x="20457" y="17425"/>
                  </a:lnTo>
                  <a:cubicBezTo>
                    <a:pt x="20442" y="17440"/>
                    <a:pt x="20442" y="17440"/>
                    <a:pt x="20442" y="17454"/>
                  </a:cubicBezTo>
                  <a:close/>
                  <a:moveTo>
                    <a:pt x="19765" y="18882"/>
                  </a:moveTo>
                  <a:lnTo>
                    <a:pt x="19765" y="18882"/>
                  </a:lnTo>
                  <a:close/>
                  <a:moveTo>
                    <a:pt x="21634" y="12539"/>
                  </a:moveTo>
                  <a:cubicBezTo>
                    <a:pt x="21663" y="12554"/>
                    <a:pt x="21693" y="12554"/>
                    <a:pt x="21722" y="12569"/>
                  </a:cubicBezTo>
                  <a:cubicBezTo>
                    <a:pt x="21693" y="12569"/>
                    <a:pt x="21663" y="12554"/>
                    <a:pt x="21634" y="12539"/>
                  </a:cubicBezTo>
                  <a:close/>
                  <a:moveTo>
                    <a:pt x="19735" y="10803"/>
                  </a:moveTo>
                  <a:cubicBezTo>
                    <a:pt x="19765" y="10817"/>
                    <a:pt x="19780" y="10832"/>
                    <a:pt x="19794" y="10847"/>
                  </a:cubicBezTo>
                  <a:cubicBezTo>
                    <a:pt x="19780" y="10832"/>
                    <a:pt x="19750" y="10817"/>
                    <a:pt x="19735" y="10803"/>
                  </a:cubicBezTo>
                  <a:close/>
                  <a:moveTo>
                    <a:pt x="21487" y="20957"/>
                  </a:moveTo>
                  <a:close/>
                  <a:moveTo>
                    <a:pt x="15733" y="21163"/>
                  </a:moveTo>
                  <a:lnTo>
                    <a:pt x="15733" y="21163"/>
                  </a:lnTo>
                  <a:cubicBezTo>
                    <a:pt x="15733" y="21192"/>
                    <a:pt x="15703" y="21251"/>
                    <a:pt x="15659" y="21281"/>
                  </a:cubicBezTo>
                  <a:cubicBezTo>
                    <a:pt x="15630" y="21310"/>
                    <a:pt x="15571" y="21310"/>
                    <a:pt x="15526" y="21281"/>
                  </a:cubicBezTo>
                  <a:cubicBezTo>
                    <a:pt x="15600" y="21281"/>
                    <a:pt x="15674" y="21237"/>
                    <a:pt x="15733" y="21163"/>
                  </a:cubicBezTo>
                  <a:close/>
                  <a:moveTo>
                    <a:pt x="16836" y="20103"/>
                  </a:moveTo>
                  <a:lnTo>
                    <a:pt x="16822" y="20103"/>
                  </a:lnTo>
                  <a:lnTo>
                    <a:pt x="16822" y="20089"/>
                  </a:lnTo>
                  <a:close/>
                  <a:moveTo>
                    <a:pt x="11906" y="17808"/>
                  </a:moveTo>
                  <a:cubicBezTo>
                    <a:pt x="11906" y="17808"/>
                    <a:pt x="11906" y="17808"/>
                    <a:pt x="11906" y="17793"/>
                  </a:cubicBezTo>
                  <a:lnTo>
                    <a:pt x="11921" y="17793"/>
                  </a:lnTo>
                  <a:close/>
                  <a:moveTo>
                    <a:pt x="11421" y="16763"/>
                  </a:moveTo>
                  <a:lnTo>
                    <a:pt x="11406" y="16763"/>
                  </a:lnTo>
                  <a:lnTo>
                    <a:pt x="11406" y="16763"/>
                  </a:lnTo>
                  <a:close/>
                  <a:moveTo>
                    <a:pt x="9066" y="13937"/>
                  </a:moveTo>
                  <a:lnTo>
                    <a:pt x="9066" y="13937"/>
                  </a:lnTo>
                  <a:lnTo>
                    <a:pt x="9066" y="13908"/>
                  </a:lnTo>
                  <a:cubicBezTo>
                    <a:pt x="9066" y="13908"/>
                    <a:pt x="9066" y="13937"/>
                    <a:pt x="9066" y="13937"/>
                  </a:cubicBezTo>
                  <a:close/>
                  <a:moveTo>
                    <a:pt x="8963" y="14143"/>
                  </a:moveTo>
                  <a:lnTo>
                    <a:pt x="8948" y="14143"/>
                  </a:lnTo>
                  <a:lnTo>
                    <a:pt x="8963" y="14129"/>
                  </a:lnTo>
                  <a:close/>
                  <a:moveTo>
                    <a:pt x="9154" y="13746"/>
                  </a:moveTo>
                  <a:lnTo>
                    <a:pt x="9154" y="13746"/>
                  </a:lnTo>
                  <a:lnTo>
                    <a:pt x="9154" y="13731"/>
                  </a:lnTo>
                  <a:close/>
                  <a:moveTo>
                    <a:pt x="9449" y="19426"/>
                  </a:moveTo>
                  <a:lnTo>
                    <a:pt x="9449" y="19426"/>
                  </a:lnTo>
                  <a:lnTo>
                    <a:pt x="9449" y="19426"/>
                  </a:lnTo>
                  <a:lnTo>
                    <a:pt x="9463" y="19426"/>
                  </a:lnTo>
                  <a:close/>
                  <a:moveTo>
                    <a:pt x="11715" y="16586"/>
                  </a:moveTo>
                  <a:lnTo>
                    <a:pt x="11730" y="16586"/>
                  </a:lnTo>
                  <a:cubicBezTo>
                    <a:pt x="11730" y="16586"/>
                    <a:pt x="11730" y="16601"/>
                    <a:pt x="11730" y="16601"/>
                  </a:cubicBezTo>
                  <a:close/>
                  <a:moveTo>
                    <a:pt x="8021" y="19426"/>
                  </a:moveTo>
                  <a:cubicBezTo>
                    <a:pt x="8021" y="19426"/>
                    <a:pt x="8021" y="19441"/>
                    <a:pt x="8021" y="19456"/>
                  </a:cubicBezTo>
                  <a:cubicBezTo>
                    <a:pt x="8021" y="19441"/>
                    <a:pt x="8021" y="19441"/>
                    <a:pt x="8021" y="19426"/>
                  </a:cubicBezTo>
                  <a:close/>
                  <a:moveTo>
                    <a:pt x="15320" y="19235"/>
                  </a:moveTo>
                  <a:close/>
                  <a:moveTo>
                    <a:pt x="14452" y="18661"/>
                  </a:moveTo>
                  <a:cubicBezTo>
                    <a:pt x="14467" y="18661"/>
                    <a:pt x="14482" y="18646"/>
                    <a:pt x="14511" y="18646"/>
                  </a:cubicBezTo>
                  <a:lnTo>
                    <a:pt x="14467" y="18676"/>
                  </a:lnTo>
                  <a:close/>
                  <a:moveTo>
                    <a:pt x="7786" y="16689"/>
                  </a:moveTo>
                  <a:cubicBezTo>
                    <a:pt x="7756" y="16719"/>
                    <a:pt x="7727" y="16719"/>
                    <a:pt x="7683" y="16719"/>
                  </a:cubicBezTo>
                  <a:lnTo>
                    <a:pt x="7668" y="16704"/>
                  </a:lnTo>
                  <a:cubicBezTo>
                    <a:pt x="7712" y="16704"/>
                    <a:pt x="7741" y="16704"/>
                    <a:pt x="7786" y="16704"/>
                  </a:cubicBezTo>
                  <a:close/>
                  <a:moveTo>
                    <a:pt x="16071" y="25122"/>
                  </a:moveTo>
                  <a:close/>
                  <a:moveTo>
                    <a:pt x="22782" y="20339"/>
                  </a:moveTo>
                  <a:cubicBezTo>
                    <a:pt x="22782" y="20339"/>
                    <a:pt x="22767" y="20339"/>
                    <a:pt x="22767" y="20339"/>
                  </a:cubicBezTo>
                  <a:close/>
                  <a:moveTo>
                    <a:pt x="26505" y="20368"/>
                  </a:moveTo>
                  <a:lnTo>
                    <a:pt x="26505" y="20383"/>
                  </a:lnTo>
                  <a:lnTo>
                    <a:pt x="26505" y="20383"/>
                  </a:lnTo>
                  <a:close/>
                  <a:moveTo>
                    <a:pt x="26902" y="14791"/>
                  </a:moveTo>
                  <a:cubicBezTo>
                    <a:pt x="26902" y="14776"/>
                    <a:pt x="26902" y="14747"/>
                    <a:pt x="26917" y="14732"/>
                  </a:cubicBezTo>
                  <a:cubicBezTo>
                    <a:pt x="26932" y="14761"/>
                    <a:pt x="26917" y="14791"/>
                    <a:pt x="26902" y="14805"/>
                  </a:cubicBezTo>
                  <a:close/>
                  <a:moveTo>
                    <a:pt x="6549" y="17734"/>
                  </a:moveTo>
                  <a:lnTo>
                    <a:pt x="6549" y="17734"/>
                  </a:lnTo>
                  <a:cubicBezTo>
                    <a:pt x="6505" y="17763"/>
                    <a:pt x="6461" y="17793"/>
                    <a:pt x="6417" y="17822"/>
                  </a:cubicBezTo>
                  <a:cubicBezTo>
                    <a:pt x="6432" y="17778"/>
                    <a:pt x="6491" y="17749"/>
                    <a:pt x="6549" y="17734"/>
                  </a:cubicBezTo>
                  <a:close/>
                  <a:moveTo>
                    <a:pt x="6682" y="19059"/>
                  </a:moveTo>
                  <a:lnTo>
                    <a:pt x="6682" y="19059"/>
                  </a:lnTo>
                  <a:close/>
                  <a:moveTo>
                    <a:pt x="27829" y="18396"/>
                  </a:moveTo>
                  <a:close/>
                  <a:moveTo>
                    <a:pt x="24886" y="14040"/>
                  </a:moveTo>
                  <a:close/>
                  <a:moveTo>
                    <a:pt x="20339" y="6947"/>
                  </a:moveTo>
                  <a:close/>
                  <a:moveTo>
                    <a:pt x="17278" y="12348"/>
                  </a:moveTo>
                  <a:cubicBezTo>
                    <a:pt x="17263" y="12348"/>
                    <a:pt x="17263" y="12363"/>
                    <a:pt x="17263" y="12363"/>
                  </a:cubicBezTo>
                  <a:cubicBezTo>
                    <a:pt x="17248" y="12377"/>
                    <a:pt x="17234" y="12392"/>
                    <a:pt x="17219" y="12377"/>
                  </a:cubicBezTo>
                  <a:lnTo>
                    <a:pt x="17189" y="12377"/>
                  </a:lnTo>
                  <a:cubicBezTo>
                    <a:pt x="17219" y="12363"/>
                    <a:pt x="17248" y="12348"/>
                    <a:pt x="17278" y="12348"/>
                  </a:cubicBezTo>
                  <a:close/>
                  <a:moveTo>
                    <a:pt x="15129" y="18588"/>
                  </a:moveTo>
                  <a:lnTo>
                    <a:pt x="15129" y="18588"/>
                  </a:lnTo>
                  <a:close/>
                  <a:moveTo>
                    <a:pt x="8595" y="12510"/>
                  </a:moveTo>
                  <a:lnTo>
                    <a:pt x="8595" y="12510"/>
                  </a:lnTo>
                  <a:lnTo>
                    <a:pt x="8595" y="12510"/>
                  </a:lnTo>
                  <a:cubicBezTo>
                    <a:pt x="8595" y="12510"/>
                    <a:pt x="8595" y="12510"/>
                    <a:pt x="8595" y="12510"/>
                  </a:cubicBezTo>
                  <a:close/>
                  <a:moveTo>
                    <a:pt x="6299" y="18161"/>
                  </a:moveTo>
                  <a:cubicBezTo>
                    <a:pt x="6299" y="18176"/>
                    <a:pt x="6299" y="18176"/>
                    <a:pt x="6299" y="18190"/>
                  </a:cubicBezTo>
                  <a:cubicBezTo>
                    <a:pt x="6299" y="18176"/>
                    <a:pt x="6299" y="18176"/>
                    <a:pt x="6299" y="18161"/>
                  </a:cubicBezTo>
                  <a:close/>
                  <a:moveTo>
                    <a:pt x="6461" y="21104"/>
                  </a:moveTo>
                  <a:cubicBezTo>
                    <a:pt x="6461" y="21104"/>
                    <a:pt x="6461" y="21119"/>
                    <a:pt x="6461" y="21119"/>
                  </a:cubicBezTo>
                  <a:lnTo>
                    <a:pt x="6461" y="21119"/>
                  </a:lnTo>
                  <a:cubicBezTo>
                    <a:pt x="6461" y="21119"/>
                    <a:pt x="6461" y="21104"/>
                    <a:pt x="6476" y="21104"/>
                  </a:cubicBezTo>
                  <a:close/>
                  <a:moveTo>
                    <a:pt x="10273" y="22826"/>
                  </a:moveTo>
                  <a:cubicBezTo>
                    <a:pt x="10273" y="22826"/>
                    <a:pt x="10287" y="22841"/>
                    <a:pt x="10287" y="22855"/>
                  </a:cubicBezTo>
                  <a:lnTo>
                    <a:pt x="10287" y="22855"/>
                  </a:lnTo>
                  <a:cubicBezTo>
                    <a:pt x="10287" y="22841"/>
                    <a:pt x="10287" y="22841"/>
                    <a:pt x="10287" y="22826"/>
                  </a:cubicBezTo>
                  <a:close/>
                  <a:moveTo>
                    <a:pt x="26682" y="20574"/>
                  </a:moveTo>
                  <a:close/>
                  <a:moveTo>
                    <a:pt x="21295" y="7889"/>
                  </a:moveTo>
                  <a:lnTo>
                    <a:pt x="21295" y="7874"/>
                  </a:lnTo>
                  <a:lnTo>
                    <a:pt x="21310" y="7874"/>
                  </a:lnTo>
                  <a:close/>
                  <a:moveTo>
                    <a:pt x="22693" y="7609"/>
                  </a:moveTo>
                  <a:lnTo>
                    <a:pt x="22620" y="7580"/>
                  </a:lnTo>
                  <a:lnTo>
                    <a:pt x="22649" y="7550"/>
                  </a:lnTo>
                  <a:cubicBezTo>
                    <a:pt x="22664" y="7580"/>
                    <a:pt x="22679" y="7594"/>
                    <a:pt x="22708" y="7609"/>
                  </a:cubicBezTo>
                  <a:close/>
                  <a:moveTo>
                    <a:pt x="21752" y="6358"/>
                  </a:moveTo>
                  <a:lnTo>
                    <a:pt x="21752" y="6358"/>
                  </a:lnTo>
                  <a:lnTo>
                    <a:pt x="21752" y="6329"/>
                  </a:lnTo>
                  <a:lnTo>
                    <a:pt x="21752" y="6329"/>
                  </a:lnTo>
                  <a:lnTo>
                    <a:pt x="21766" y="6358"/>
                  </a:lnTo>
                  <a:close/>
                  <a:moveTo>
                    <a:pt x="20942" y="6564"/>
                  </a:moveTo>
                  <a:cubicBezTo>
                    <a:pt x="21001" y="6564"/>
                    <a:pt x="21016" y="6579"/>
                    <a:pt x="21030" y="6623"/>
                  </a:cubicBezTo>
                  <a:close/>
                  <a:moveTo>
                    <a:pt x="13849" y="8433"/>
                  </a:moveTo>
                  <a:close/>
                  <a:moveTo>
                    <a:pt x="28536" y="17616"/>
                  </a:moveTo>
                  <a:cubicBezTo>
                    <a:pt x="28551" y="17631"/>
                    <a:pt x="28565" y="17646"/>
                    <a:pt x="28580" y="17660"/>
                  </a:cubicBezTo>
                  <a:cubicBezTo>
                    <a:pt x="28565" y="17646"/>
                    <a:pt x="28551" y="17631"/>
                    <a:pt x="28536" y="17616"/>
                  </a:cubicBezTo>
                  <a:close/>
                  <a:moveTo>
                    <a:pt x="14835" y="6241"/>
                  </a:moveTo>
                  <a:lnTo>
                    <a:pt x="14850" y="6226"/>
                  </a:lnTo>
                  <a:cubicBezTo>
                    <a:pt x="14835" y="6241"/>
                    <a:pt x="14835" y="6241"/>
                    <a:pt x="14835" y="6241"/>
                  </a:cubicBezTo>
                  <a:close/>
                  <a:moveTo>
                    <a:pt x="14158" y="7212"/>
                  </a:moveTo>
                  <a:lnTo>
                    <a:pt x="14173" y="7212"/>
                  </a:lnTo>
                  <a:lnTo>
                    <a:pt x="14173" y="7212"/>
                  </a:lnTo>
                  <a:close/>
                  <a:moveTo>
                    <a:pt x="5784" y="21693"/>
                  </a:moveTo>
                  <a:lnTo>
                    <a:pt x="5784" y="21693"/>
                  </a:lnTo>
                  <a:lnTo>
                    <a:pt x="5784" y="21649"/>
                  </a:lnTo>
                  <a:cubicBezTo>
                    <a:pt x="5784" y="21663"/>
                    <a:pt x="5784" y="21678"/>
                    <a:pt x="5784" y="21693"/>
                  </a:cubicBezTo>
                  <a:close/>
                  <a:moveTo>
                    <a:pt x="19000" y="26799"/>
                  </a:moveTo>
                  <a:lnTo>
                    <a:pt x="18970" y="26741"/>
                  </a:lnTo>
                  <a:lnTo>
                    <a:pt x="19014" y="26741"/>
                  </a:lnTo>
                  <a:close/>
                  <a:moveTo>
                    <a:pt x="28698" y="12907"/>
                  </a:moveTo>
                  <a:lnTo>
                    <a:pt x="28712" y="12907"/>
                  </a:lnTo>
                  <a:lnTo>
                    <a:pt x="28698" y="12907"/>
                  </a:lnTo>
                  <a:close/>
                  <a:moveTo>
                    <a:pt x="26122" y="9478"/>
                  </a:moveTo>
                  <a:close/>
                  <a:moveTo>
                    <a:pt x="25740" y="6255"/>
                  </a:moveTo>
                  <a:lnTo>
                    <a:pt x="25725" y="6255"/>
                  </a:lnTo>
                  <a:lnTo>
                    <a:pt x="25740" y="6241"/>
                  </a:lnTo>
                  <a:close/>
                  <a:moveTo>
                    <a:pt x="25136" y="8213"/>
                  </a:moveTo>
                  <a:cubicBezTo>
                    <a:pt x="25151" y="8242"/>
                    <a:pt x="25151" y="8286"/>
                    <a:pt x="25151" y="8330"/>
                  </a:cubicBezTo>
                  <a:cubicBezTo>
                    <a:pt x="25122" y="8286"/>
                    <a:pt x="25107" y="8257"/>
                    <a:pt x="25136" y="8213"/>
                  </a:cubicBezTo>
                  <a:close/>
                  <a:moveTo>
                    <a:pt x="23944" y="6064"/>
                  </a:moveTo>
                  <a:lnTo>
                    <a:pt x="23944" y="6064"/>
                  </a:lnTo>
                  <a:lnTo>
                    <a:pt x="23944" y="6064"/>
                  </a:lnTo>
                  <a:lnTo>
                    <a:pt x="23944" y="6079"/>
                  </a:lnTo>
                  <a:lnTo>
                    <a:pt x="23944" y="6079"/>
                  </a:lnTo>
                  <a:lnTo>
                    <a:pt x="23944" y="6079"/>
                  </a:lnTo>
                  <a:lnTo>
                    <a:pt x="23944" y="6079"/>
                  </a:lnTo>
                  <a:close/>
                  <a:moveTo>
                    <a:pt x="1943" y="12995"/>
                  </a:moveTo>
                  <a:close/>
                  <a:moveTo>
                    <a:pt x="5460" y="21869"/>
                  </a:moveTo>
                  <a:lnTo>
                    <a:pt x="5460" y="21869"/>
                  </a:lnTo>
                  <a:cubicBezTo>
                    <a:pt x="5460" y="21855"/>
                    <a:pt x="5475" y="21855"/>
                    <a:pt x="5475" y="21869"/>
                  </a:cubicBezTo>
                  <a:close/>
                  <a:moveTo>
                    <a:pt x="19323" y="27594"/>
                  </a:moveTo>
                  <a:cubicBezTo>
                    <a:pt x="19323" y="27594"/>
                    <a:pt x="19323" y="27579"/>
                    <a:pt x="19323" y="27579"/>
                  </a:cubicBezTo>
                  <a:cubicBezTo>
                    <a:pt x="19323" y="27579"/>
                    <a:pt x="19338" y="27579"/>
                    <a:pt x="19338" y="27579"/>
                  </a:cubicBezTo>
                  <a:close/>
                  <a:moveTo>
                    <a:pt x="25828" y="6255"/>
                  </a:moveTo>
                  <a:close/>
                  <a:moveTo>
                    <a:pt x="15497" y="3886"/>
                  </a:moveTo>
                  <a:close/>
                  <a:moveTo>
                    <a:pt x="8698" y="8139"/>
                  </a:moveTo>
                  <a:lnTo>
                    <a:pt x="8727" y="8139"/>
                  </a:lnTo>
                  <a:cubicBezTo>
                    <a:pt x="8713" y="8139"/>
                    <a:pt x="8698" y="8154"/>
                    <a:pt x="8698" y="8154"/>
                  </a:cubicBezTo>
                  <a:close/>
                  <a:moveTo>
                    <a:pt x="2179" y="16410"/>
                  </a:moveTo>
                  <a:lnTo>
                    <a:pt x="2164" y="16410"/>
                  </a:lnTo>
                  <a:lnTo>
                    <a:pt x="2164" y="16395"/>
                  </a:lnTo>
                  <a:cubicBezTo>
                    <a:pt x="2164" y="16395"/>
                    <a:pt x="2164" y="16395"/>
                    <a:pt x="2179" y="16410"/>
                  </a:cubicBezTo>
                  <a:close/>
                  <a:moveTo>
                    <a:pt x="19971" y="27403"/>
                  </a:moveTo>
                  <a:close/>
                  <a:moveTo>
                    <a:pt x="30743" y="17705"/>
                  </a:moveTo>
                  <a:lnTo>
                    <a:pt x="30802" y="17690"/>
                  </a:lnTo>
                  <a:cubicBezTo>
                    <a:pt x="30787" y="17705"/>
                    <a:pt x="30758" y="17719"/>
                    <a:pt x="30729" y="17705"/>
                  </a:cubicBezTo>
                  <a:close/>
                  <a:moveTo>
                    <a:pt x="30493" y="14585"/>
                  </a:moveTo>
                  <a:cubicBezTo>
                    <a:pt x="30478" y="14614"/>
                    <a:pt x="30449" y="14614"/>
                    <a:pt x="30420" y="14614"/>
                  </a:cubicBezTo>
                  <a:cubicBezTo>
                    <a:pt x="30449" y="14599"/>
                    <a:pt x="30464" y="14599"/>
                    <a:pt x="30493" y="14585"/>
                  </a:cubicBezTo>
                  <a:close/>
                  <a:moveTo>
                    <a:pt x="29919" y="15159"/>
                  </a:moveTo>
                  <a:lnTo>
                    <a:pt x="29919" y="15173"/>
                  </a:lnTo>
                  <a:lnTo>
                    <a:pt x="29890" y="15159"/>
                  </a:lnTo>
                  <a:close/>
                  <a:moveTo>
                    <a:pt x="28757" y="15070"/>
                  </a:moveTo>
                  <a:cubicBezTo>
                    <a:pt x="28801" y="15115"/>
                    <a:pt x="28845" y="15159"/>
                    <a:pt x="28889" y="15203"/>
                  </a:cubicBezTo>
                  <a:cubicBezTo>
                    <a:pt x="28815" y="15188"/>
                    <a:pt x="28771" y="15129"/>
                    <a:pt x="28742" y="15070"/>
                  </a:cubicBezTo>
                  <a:close/>
                  <a:moveTo>
                    <a:pt x="28212" y="10155"/>
                  </a:moveTo>
                  <a:lnTo>
                    <a:pt x="28212" y="10155"/>
                  </a:lnTo>
                  <a:lnTo>
                    <a:pt x="28212" y="10140"/>
                  </a:lnTo>
                  <a:lnTo>
                    <a:pt x="28212" y="10140"/>
                  </a:lnTo>
                  <a:close/>
                  <a:moveTo>
                    <a:pt x="24813" y="4931"/>
                  </a:moveTo>
                  <a:lnTo>
                    <a:pt x="24798" y="4945"/>
                  </a:lnTo>
                  <a:lnTo>
                    <a:pt x="24798" y="4945"/>
                  </a:lnTo>
                  <a:close/>
                  <a:moveTo>
                    <a:pt x="17028" y="4754"/>
                  </a:moveTo>
                  <a:close/>
                  <a:moveTo>
                    <a:pt x="1561" y="16895"/>
                  </a:moveTo>
                  <a:close/>
                  <a:moveTo>
                    <a:pt x="9140" y="26387"/>
                  </a:moveTo>
                  <a:lnTo>
                    <a:pt x="9140" y="26373"/>
                  </a:lnTo>
                  <a:lnTo>
                    <a:pt x="9140" y="26373"/>
                  </a:lnTo>
                  <a:lnTo>
                    <a:pt x="9140" y="26373"/>
                  </a:lnTo>
                  <a:close/>
                  <a:moveTo>
                    <a:pt x="20736" y="27785"/>
                  </a:moveTo>
                  <a:close/>
                  <a:moveTo>
                    <a:pt x="17042" y="4754"/>
                  </a:moveTo>
                  <a:close/>
                  <a:moveTo>
                    <a:pt x="12495" y="5137"/>
                  </a:moveTo>
                  <a:lnTo>
                    <a:pt x="12495" y="5137"/>
                  </a:lnTo>
                  <a:lnTo>
                    <a:pt x="12495" y="5137"/>
                  </a:lnTo>
                  <a:cubicBezTo>
                    <a:pt x="12480" y="5137"/>
                    <a:pt x="12480" y="5151"/>
                    <a:pt x="12480" y="5151"/>
                  </a:cubicBezTo>
                  <a:cubicBezTo>
                    <a:pt x="12480" y="5137"/>
                    <a:pt x="12480" y="5122"/>
                    <a:pt x="12480" y="5107"/>
                  </a:cubicBezTo>
                  <a:lnTo>
                    <a:pt x="12495" y="5137"/>
                  </a:lnTo>
                  <a:lnTo>
                    <a:pt x="12495" y="5137"/>
                  </a:lnTo>
                  <a:lnTo>
                    <a:pt x="12480" y="5107"/>
                  </a:lnTo>
                  <a:lnTo>
                    <a:pt x="12480" y="5107"/>
                  </a:lnTo>
                  <a:lnTo>
                    <a:pt x="12480" y="5107"/>
                  </a:lnTo>
                  <a:lnTo>
                    <a:pt x="12465" y="5107"/>
                  </a:lnTo>
                  <a:cubicBezTo>
                    <a:pt x="12465" y="5107"/>
                    <a:pt x="12480" y="5107"/>
                    <a:pt x="12480" y="5122"/>
                  </a:cubicBezTo>
                  <a:cubicBezTo>
                    <a:pt x="12465" y="5107"/>
                    <a:pt x="12480" y="5107"/>
                    <a:pt x="12480" y="5122"/>
                  </a:cubicBezTo>
                  <a:close/>
                  <a:moveTo>
                    <a:pt x="11053" y="4563"/>
                  </a:moveTo>
                  <a:close/>
                  <a:moveTo>
                    <a:pt x="2046" y="12054"/>
                  </a:moveTo>
                  <a:lnTo>
                    <a:pt x="2046" y="12054"/>
                  </a:lnTo>
                  <a:cubicBezTo>
                    <a:pt x="2046" y="12039"/>
                    <a:pt x="2046" y="12039"/>
                    <a:pt x="2046" y="12024"/>
                  </a:cubicBezTo>
                  <a:lnTo>
                    <a:pt x="2061" y="12039"/>
                  </a:lnTo>
                  <a:cubicBezTo>
                    <a:pt x="2061" y="12039"/>
                    <a:pt x="2046" y="12039"/>
                    <a:pt x="2046" y="12039"/>
                  </a:cubicBezTo>
                  <a:close/>
                  <a:moveTo>
                    <a:pt x="1472" y="17101"/>
                  </a:moveTo>
                  <a:cubicBezTo>
                    <a:pt x="1472" y="17101"/>
                    <a:pt x="1472" y="17087"/>
                    <a:pt x="1487" y="17087"/>
                  </a:cubicBezTo>
                  <a:lnTo>
                    <a:pt x="1487" y="17087"/>
                  </a:lnTo>
                  <a:cubicBezTo>
                    <a:pt x="1472" y="17087"/>
                    <a:pt x="1472" y="17087"/>
                    <a:pt x="1472" y="17087"/>
                  </a:cubicBezTo>
                  <a:close/>
                  <a:moveTo>
                    <a:pt x="6785" y="24769"/>
                  </a:moveTo>
                  <a:lnTo>
                    <a:pt x="6785" y="24769"/>
                  </a:lnTo>
                  <a:lnTo>
                    <a:pt x="6785" y="24754"/>
                  </a:lnTo>
                  <a:lnTo>
                    <a:pt x="6800" y="24769"/>
                  </a:lnTo>
                  <a:close/>
                  <a:moveTo>
                    <a:pt x="11995" y="27800"/>
                  </a:moveTo>
                  <a:close/>
                  <a:moveTo>
                    <a:pt x="22620" y="3621"/>
                  </a:moveTo>
                  <a:close/>
                  <a:moveTo>
                    <a:pt x="3856" y="8065"/>
                  </a:moveTo>
                  <a:close/>
                  <a:moveTo>
                    <a:pt x="11156" y="28271"/>
                  </a:moveTo>
                  <a:close/>
                  <a:moveTo>
                    <a:pt x="22046" y="28830"/>
                  </a:moveTo>
                  <a:lnTo>
                    <a:pt x="22046" y="28830"/>
                  </a:lnTo>
                  <a:lnTo>
                    <a:pt x="22046" y="28830"/>
                  </a:lnTo>
                  <a:cubicBezTo>
                    <a:pt x="22046" y="28830"/>
                    <a:pt x="22031" y="28816"/>
                    <a:pt x="22031" y="28816"/>
                  </a:cubicBezTo>
                  <a:close/>
                  <a:moveTo>
                    <a:pt x="29169" y="24857"/>
                  </a:moveTo>
                  <a:close/>
                  <a:moveTo>
                    <a:pt x="31185" y="23032"/>
                  </a:moveTo>
                  <a:lnTo>
                    <a:pt x="31214" y="23032"/>
                  </a:lnTo>
                  <a:close/>
                  <a:moveTo>
                    <a:pt x="31641" y="16851"/>
                  </a:moveTo>
                  <a:cubicBezTo>
                    <a:pt x="31626" y="16836"/>
                    <a:pt x="31626" y="16836"/>
                    <a:pt x="31641" y="16822"/>
                  </a:cubicBezTo>
                  <a:cubicBezTo>
                    <a:pt x="31626" y="16822"/>
                    <a:pt x="31626" y="16836"/>
                    <a:pt x="31626" y="16851"/>
                  </a:cubicBezTo>
                  <a:close/>
                  <a:moveTo>
                    <a:pt x="31038" y="14747"/>
                  </a:moveTo>
                  <a:cubicBezTo>
                    <a:pt x="31052" y="14747"/>
                    <a:pt x="31067" y="14732"/>
                    <a:pt x="31097" y="14732"/>
                  </a:cubicBezTo>
                  <a:cubicBezTo>
                    <a:pt x="31067" y="14747"/>
                    <a:pt x="31038" y="14747"/>
                    <a:pt x="31023" y="14747"/>
                  </a:cubicBezTo>
                  <a:close/>
                  <a:moveTo>
                    <a:pt x="23194" y="3533"/>
                  </a:moveTo>
                  <a:close/>
                  <a:moveTo>
                    <a:pt x="20250" y="2856"/>
                  </a:moveTo>
                  <a:close/>
                  <a:moveTo>
                    <a:pt x="14776" y="2488"/>
                  </a:moveTo>
                  <a:cubicBezTo>
                    <a:pt x="14776" y="2473"/>
                    <a:pt x="14791" y="2473"/>
                    <a:pt x="14791" y="2488"/>
                  </a:cubicBezTo>
                  <a:cubicBezTo>
                    <a:pt x="14791" y="2473"/>
                    <a:pt x="14776" y="2473"/>
                    <a:pt x="14776" y="2488"/>
                  </a:cubicBezTo>
                  <a:close/>
                  <a:moveTo>
                    <a:pt x="12848" y="4725"/>
                  </a:moveTo>
                  <a:lnTo>
                    <a:pt x="12863" y="4754"/>
                  </a:lnTo>
                  <a:lnTo>
                    <a:pt x="12951" y="4828"/>
                  </a:lnTo>
                  <a:lnTo>
                    <a:pt x="12936" y="4813"/>
                  </a:lnTo>
                  <a:lnTo>
                    <a:pt x="12863" y="4754"/>
                  </a:lnTo>
                  <a:lnTo>
                    <a:pt x="12848" y="4725"/>
                  </a:lnTo>
                  <a:lnTo>
                    <a:pt x="12848" y="4725"/>
                  </a:lnTo>
                  <a:lnTo>
                    <a:pt x="12848" y="4725"/>
                  </a:lnTo>
                  <a:lnTo>
                    <a:pt x="12789" y="4666"/>
                  </a:lnTo>
                  <a:lnTo>
                    <a:pt x="12789" y="4666"/>
                  </a:lnTo>
                  <a:close/>
                  <a:moveTo>
                    <a:pt x="6608" y="5814"/>
                  </a:moveTo>
                  <a:cubicBezTo>
                    <a:pt x="6623" y="5828"/>
                    <a:pt x="6623" y="5828"/>
                    <a:pt x="6638" y="5828"/>
                  </a:cubicBezTo>
                  <a:cubicBezTo>
                    <a:pt x="6608" y="5828"/>
                    <a:pt x="6579" y="5814"/>
                    <a:pt x="6564" y="5814"/>
                  </a:cubicBezTo>
                  <a:lnTo>
                    <a:pt x="6564" y="5814"/>
                  </a:lnTo>
                  <a:cubicBezTo>
                    <a:pt x="6564" y="5799"/>
                    <a:pt x="6579" y="5799"/>
                    <a:pt x="6594" y="5799"/>
                  </a:cubicBezTo>
                  <a:close/>
                  <a:moveTo>
                    <a:pt x="2031" y="22473"/>
                  </a:moveTo>
                  <a:lnTo>
                    <a:pt x="2017" y="22473"/>
                  </a:lnTo>
                  <a:lnTo>
                    <a:pt x="2017" y="22458"/>
                  </a:lnTo>
                  <a:close/>
                  <a:moveTo>
                    <a:pt x="3106" y="22870"/>
                  </a:moveTo>
                  <a:lnTo>
                    <a:pt x="3106" y="22870"/>
                  </a:lnTo>
                  <a:cubicBezTo>
                    <a:pt x="3106" y="22870"/>
                    <a:pt x="3091" y="22855"/>
                    <a:pt x="3076" y="22855"/>
                  </a:cubicBezTo>
                  <a:close/>
                  <a:moveTo>
                    <a:pt x="3106" y="22870"/>
                  </a:moveTo>
                  <a:close/>
                  <a:moveTo>
                    <a:pt x="31803" y="17837"/>
                  </a:moveTo>
                  <a:cubicBezTo>
                    <a:pt x="31818" y="17852"/>
                    <a:pt x="31818" y="17881"/>
                    <a:pt x="31803" y="17896"/>
                  </a:cubicBezTo>
                  <a:cubicBezTo>
                    <a:pt x="31773" y="17867"/>
                    <a:pt x="31773" y="17852"/>
                    <a:pt x="31773" y="17822"/>
                  </a:cubicBezTo>
                  <a:close/>
                  <a:moveTo>
                    <a:pt x="27579" y="6932"/>
                  </a:moveTo>
                  <a:lnTo>
                    <a:pt x="27579" y="6932"/>
                  </a:lnTo>
                  <a:lnTo>
                    <a:pt x="27579" y="6932"/>
                  </a:lnTo>
                  <a:close/>
                  <a:moveTo>
                    <a:pt x="17234" y="1340"/>
                  </a:moveTo>
                  <a:lnTo>
                    <a:pt x="17234" y="1340"/>
                  </a:lnTo>
                  <a:lnTo>
                    <a:pt x="17234" y="1340"/>
                  </a:lnTo>
                  <a:close/>
                  <a:moveTo>
                    <a:pt x="14202" y="1443"/>
                  </a:moveTo>
                  <a:close/>
                  <a:moveTo>
                    <a:pt x="2914" y="8360"/>
                  </a:moveTo>
                  <a:close/>
                  <a:moveTo>
                    <a:pt x="2311" y="9537"/>
                  </a:moveTo>
                  <a:lnTo>
                    <a:pt x="2311" y="9537"/>
                  </a:lnTo>
                  <a:lnTo>
                    <a:pt x="2296" y="9552"/>
                  </a:lnTo>
                  <a:lnTo>
                    <a:pt x="2296" y="9552"/>
                  </a:lnTo>
                  <a:lnTo>
                    <a:pt x="2311" y="9537"/>
                  </a:lnTo>
                  <a:close/>
                  <a:moveTo>
                    <a:pt x="1148" y="19338"/>
                  </a:moveTo>
                  <a:lnTo>
                    <a:pt x="1163" y="19338"/>
                  </a:lnTo>
                  <a:cubicBezTo>
                    <a:pt x="1163" y="19338"/>
                    <a:pt x="1148" y="19353"/>
                    <a:pt x="1148" y="19353"/>
                  </a:cubicBezTo>
                  <a:cubicBezTo>
                    <a:pt x="1148" y="19353"/>
                    <a:pt x="1148" y="19338"/>
                    <a:pt x="1148" y="19338"/>
                  </a:cubicBezTo>
                  <a:close/>
                  <a:moveTo>
                    <a:pt x="29257" y="25887"/>
                  </a:moveTo>
                  <a:cubicBezTo>
                    <a:pt x="29257" y="25887"/>
                    <a:pt x="29257" y="25902"/>
                    <a:pt x="29257" y="25902"/>
                  </a:cubicBezTo>
                  <a:lnTo>
                    <a:pt x="29242" y="25887"/>
                  </a:lnTo>
                  <a:close/>
                  <a:moveTo>
                    <a:pt x="31361" y="23238"/>
                  </a:moveTo>
                  <a:cubicBezTo>
                    <a:pt x="31376" y="23223"/>
                    <a:pt x="31391" y="23209"/>
                    <a:pt x="31420" y="23209"/>
                  </a:cubicBezTo>
                  <a:cubicBezTo>
                    <a:pt x="31450" y="23223"/>
                    <a:pt x="31464" y="23238"/>
                    <a:pt x="31494" y="23267"/>
                  </a:cubicBezTo>
                  <a:cubicBezTo>
                    <a:pt x="31494" y="23282"/>
                    <a:pt x="31509" y="23297"/>
                    <a:pt x="31509" y="23326"/>
                  </a:cubicBezTo>
                  <a:cubicBezTo>
                    <a:pt x="31464" y="23297"/>
                    <a:pt x="31420" y="23267"/>
                    <a:pt x="31361" y="23238"/>
                  </a:cubicBezTo>
                  <a:close/>
                  <a:moveTo>
                    <a:pt x="28977" y="8433"/>
                  </a:moveTo>
                  <a:lnTo>
                    <a:pt x="28977" y="8433"/>
                  </a:lnTo>
                  <a:close/>
                  <a:moveTo>
                    <a:pt x="23385" y="1811"/>
                  </a:moveTo>
                  <a:close/>
                  <a:moveTo>
                    <a:pt x="8212" y="4077"/>
                  </a:moveTo>
                  <a:lnTo>
                    <a:pt x="8212" y="4077"/>
                  </a:lnTo>
                  <a:close/>
                  <a:moveTo>
                    <a:pt x="4592" y="7388"/>
                  </a:moveTo>
                  <a:cubicBezTo>
                    <a:pt x="4577" y="7388"/>
                    <a:pt x="4577" y="7403"/>
                    <a:pt x="4577" y="7403"/>
                  </a:cubicBezTo>
                  <a:close/>
                  <a:moveTo>
                    <a:pt x="2797" y="8154"/>
                  </a:moveTo>
                  <a:close/>
                  <a:moveTo>
                    <a:pt x="6402" y="27211"/>
                  </a:moveTo>
                  <a:lnTo>
                    <a:pt x="6402" y="27211"/>
                  </a:lnTo>
                  <a:close/>
                  <a:moveTo>
                    <a:pt x="12568" y="28448"/>
                  </a:moveTo>
                  <a:lnTo>
                    <a:pt x="12568" y="28448"/>
                  </a:lnTo>
                  <a:lnTo>
                    <a:pt x="12554" y="28448"/>
                  </a:lnTo>
                  <a:close/>
                  <a:moveTo>
                    <a:pt x="26711" y="28448"/>
                  </a:moveTo>
                  <a:lnTo>
                    <a:pt x="26696" y="28448"/>
                  </a:lnTo>
                  <a:lnTo>
                    <a:pt x="26696" y="28448"/>
                  </a:lnTo>
                  <a:cubicBezTo>
                    <a:pt x="26696" y="28462"/>
                    <a:pt x="26682" y="28462"/>
                    <a:pt x="26682" y="28477"/>
                  </a:cubicBezTo>
                  <a:cubicBezTo>
                    <a:pt x="26682" y="28462"/>
                    <a:pt x="26682" y="28448"/>
                    <a:pt x="26682" y="28433"/>
                  </a:cubicBezTo>
                  <a:lnTo>
                    <a:pt x="26696" y="28433"/>
                  </a:lnTo>
                  <a:lnTo>
                    <a:pt x="26696" y="28418"/>
                  </a:lnTo>
                  <a:cubicBezTo>
                    <a:pt x="26711" y="28418"/>
                    <a:pt x="26711" y="28433"/>
                    <a:pt x="26696" y="28448"/>
                  </a:cubicBezTo>
                  <a:close/>
                  <a:moveTo>
                    <a:pt x="15968" y="928"/>
                  </a:moveTo>
                  <a:lnTo>
                    <a:pt x="16027" y="884"/>
                  </a:lnTo>
                  <a:cubicBezTo>
                    <a:pt x="16012" y="913"/>
                    <a:pt x="15997" y="913"/>
                    <a:pt x="15968" y="928"/>
                  </a:cubicBezTo>
                  <a:close/>
                  <a:moveTo>
                    <a:pt x="5254" y="27815"/>
                  </a:moveTo>
                  <a:lnTo>
                    <a:pt x="5196" y="27785"/>
                  </a:lnTo>
                  <a:lnTo>
                    <a:pt x="5196" y="27785"/>
                  </a:lnTo>
                  <a:cubicBezTo>
                    <a:pt x="5210" y="27800"/>
                    <a:pt x="5240" y="27800"/>
                    <a:pt x="5254" y="27815"/>
                  </a:cubicBezTo>
                  <a:close/>
                  <a:moveTo>
                    <a:pt x="32289" y="15070"/>
                  </a:moveTo>
                  <a:close/>
                  <a:moveTo>
                    <a:pt x="30155" y="9243"/>
                  </a:moveTo>
                  <a:lnTo>
                    <a:pt x="30228" y="9228"/>
                  </a:lnTo>
                  <a:cubicBezTo>
                    <a:pt x="30228" y="9243"/>
                    <a:pt x="30228" y="9257"/>
                    <a:pt x="30228" y="9257"/>
                  </a:cubicBezTo>
                  <a:close/>
                  <a:moveTo>
                    <a:pt x="26122" y="2473"/>
                  </a:moveTo>
                  <a:cubicBezTo>
                    <a:pt x="26181" y="2753"/>
                    <a:pt x="25916" y="2650"/>
                    <a:pt x="25784" y="2694"/>
                  </a:cubicBezTo>
                  <a:lnTo>
                    <a:pt x="25784" y="2694"/>
                  </a:lnTo>
                  <a:cubicBezTo>
                    <a:pt x="25931" y="2650"/>
                    <a:pt x="26093" y="2635"/>
                    <a:pt x="26122" y="2458"/>
                  </a:cubicBezTo>
                  <a:close/>
                  <a:moveTo>
                    <a:pt x="3636" y="25593"/>
                  </a:moveTo>
                  <a:lnTo>
                    <a:pt x="3650" y="25593"/>
                  </a:lnTo>
                  <a:lnTo>
                    <a:pt x="3650" y="25593"/>
                  </a:lnTo>
                  <a:lnTo>
                    <a:pt x="3680" y="25593"/>
                  </a:lnTo>
                  <a:lnTo>
                    <a:pt x="3680" y="25607"/>
                  </a:lnTo>
                  <a:lnTo>
                    <a:pt x="3665" y="25607"/>
                  </a:lnTo>
                  <a:lnTo>
                    <a:pt x="3665" y="25607"/>
                  </a:lnTo>
                  <a:cubicBezTo>
                    <a:pt x="3665" y="25607"/>
                    <a:pt x="3650" y="25622"/>
                    <a:pt x="3650" y="25622"/>
                  </a:cubicBezTo>
                  <a:cubicBezTo>
                    <a:pt x="3650" y="25622"/>
                    <a:pt x="3636" y="25607"/>
                    <a:pt x="3636" y="25593"/>
                  </a:cubicBezTo>
                  <a:close/>
                  <a:moveTo>
                    <a:pt x="30581" y="25887"/>
                  </a:moveTo>
                  <a:lnTo>
                    <a:pt x="30596" y="25872"/>
                  </a:lnTo>
                  <a:lnTo>
                    <a:pt x="30596" y="25828"/>
                  </a:lnTo>
                  <a:lnTo>
                    <a:pt x="30611" y="25813"/>
                  </a:lnTo>
                  <a:cubicBezTo>
                    <a:pt x="30640" y="25799"/>
                    <a:pt x="30640" y="25769"/>
                    <a:pt x="30640" y="25740"/>
                  </a:cubicBezTo>
                  <a:lnTo>
                    <a:pt x="30670" y="25710"/>
                  </a:lnTo>
                  <a:lnTo>
                    <a:pt x="30670" y="25710"/>
                  </a:lnTo>
                  <a:cubicBezTo>
                    <a:pt x="30640" y="25740"/>
                    <a:pt x="30626" y="25799"/>
                    <a:pt x="30655" y="25843"/>
                  </a:cubicBezTo>
                  <a:lnTo>
                    <a:pt x="30655" y="25843"/>
                  </a:lnTo>
                  <a:cubicBezTo>
                    <a:pt x="30611" y="25828"/>
                    <a:pt x="30611" y="25887"/>
                    <a:pt x="30581" y="25887"/>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2"/>
            <p:cNvSpPr/>
            <p:nvPr/>
          </p:nvSpPr>
          <p:spPr>
            <a:xfrm>
              <a:off x="14188951" y="3972528"/>
              <a:ext cx="52" cy="52"/>
            </a:xfrm>
            <a:custGeom>
              <a:rect b="b" l="l" r="r" t="t"/>
              <a:pathLst>
                <a:path extrusionOk="0" h="1" w="1">
                  <a:moveTo>
                    <a:pt x="0" y="1"/>
                  </a:moveTo>
                  <a:lnTo>
                    <a:pt x="0" y="1"/>
                  </a:ln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4" name="Google Shape;684;p42"/>
            <p:cNvPicPr preferRelativeResize="0"/>
            <p:nvPr/>
          </p:nvPicPr>
          <p:blipFill>
            <a:blip r:embed="rId4">
              <a:alphaModFix/>
            </a:blip>
            <a:stretch>
              <a:fillRect/>
            </a:stretch>
          </p:blipFill>
          <p:spPr>
            <a:xfrm>
              <a:off x="13328746" y="3069829"/>
              <a:ext cx="1704975" cy="1676400"/>
            </a:xfrm>
            <a:prstGeom prst="rect">
              <a:avLst/>
            </a:prstGeom>
            <a:noFill/>
            <a:ln>
              <a:noFill/>
            </a:ln>
          </p:spPr>
        </p:pic>
      </p:grpSp>
      <p:sp>
        <p:nvSpPr>
          <p:cNvPr id="685" name="Google Shape;685;p42"/>
          <p:cNvSpPr txBox="1"/>
          <p:nvPr/>
        </p:nvSpPr>
        <p:spPr>
          <a:xfrm>
            <a:off x="1215099" y="3566999"/>
            <a:ext cx="7032900" cy="1354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n">
                <a:latin typeface="Gantari"/>
                <a:ea typeface="Gantari"/>
                <a:cs typeface="Gantari"/>
                <a:sym typeface="Gantari"/>
              </a:rPr>
              <a:t>A word gets a </a:t>
            </a:r>
            <a:r>
              <a:rPr b="1" lang="en">
                <a:latin typeface="Gantari"/>
                <a:ea typeface="Gantari"/>
                <a:cs typeface="Gantari"/>
                <a:sym typeface="Gantari"/>
              </a:rPr>
              <a:t>high TF-IDF score</a:t>
            </a:r>
            <a:r>
              <a:rPr lang="en">
                <a:latin typeface="Gantari"/>
                <a:ea typeface="Gantari"/>
                <a:cs typeface="Gantari"/>
                <a:sym typeface="Gantari"/>
              </a:rPr>
              <a:t> when:</a:t>
            </a:r>
            <a:endParaRPr>
              <a:latin typeface="Gantari"/>
              <a:ea typeface="Gantari"/>
              <a:cs typeface="Gantari"/>
              <a:sym typeface="Gantari"/>
            </a:endParaRPr>
          </a:p>
          <a:p>
            <a:pPr indent="-317500" lvl="0" marL="457200" rtl="0" algn="l">
              <a:lnSpc>
                <a:spcPct val="100000"/>
              </a:lnSpc>
              <a:spcBef>
                <a:spcPts val="1200"/>
              </a:spcBef>
              <a:spcAft>
                <a:spcPts val="0"/>
              </a:spcAft>
              <a:buSzPts val="1400"/>
              <a:buChar char="➢"/>
            </a:pPr>
            <a:r>
              <a:rPr lang="en">
                <a:latin typeface="Gantari"/>
                <a:ea typeface="Gantari"/>
                <a:cs typeface="Gantari"/>
                <a:sym typeface="Gantari"/>
              </a:rPr>
              <a:t>It appears </a:t>
            </a:r>
            <a:r>
              <a:rPr b="1" lang="en">
                <a:latin typeface="Gantari"/>
                <a:ea typeface="Gantari"/>
                <a:cs typeface="Gantari"/>
                <a:sym typeface="Gantari"/>
              </a:rPr>
              <a:t>frequently</a:t>
            </a:r>
            <a:r>
              <a:rPr lang="en">
                <a:latin typeface="Gantari"/>
                <a:ea typeface="Gantari"/>
                <a:cs typeface="Gantari"/>
                <a:sym typeface="Gantari"/>
              </a:rPr>
              <a:t> in a particular document (high TF), and</a:t>
            </a:r>
            <a:endParaRPr>
              <a:latin typeface="Gantari"/>
              <a:ea typeface="Gantari"/>
              <a:cs typeface="Gantari"/>
              <a:sym typeface="Gantari"/>
            </a:endParaRPr>
          </a:p>
          <a:p>
            <a:pPr indent="-317500" lvl="0" marL="457200" rtl="0" algn="l">
              <a:lnSpc>
                <a:spcPct val="100000"/>
              </a:lnSpc>
              <a:spcBef>
                <a:spcPts val="0"/>
              </a:spcBef>
              <a:spcAft>
                <a:spcPts val="0"/>
              </a:spcAft>
              <a:buSzPts val="1400"/>
              <a:buChar char="➢"/>
            </a:pPr>
            <a:r>
              <a:rPr lang="en">
                <a:latin typeface="Gantari"/>
                <a:ea typeface="Gantari"/>
                <a:cs typeface="Gantari"/>
                <a:sym typeface="Gantari"/>
              </a:rPr>
              <a:t>It appears </a:t>
            </a:r>
            <a:r>
              <a:rPr b="1" lang="en">
                <a:latin typeface="Gantari"/>
                <a:ea typeface="Gantari"/>
                <a:cs typeface="Gantari"/>
                <a:sym typeface="Gantari"/>
              </a:rPr>
              <a:t>rarely</a:t>
            </a:r>
            <a:r>
              <a:rPr lang="en">
                <a:latin typeface="Gantari"/>
                <a:ea typeface="Gantari"/>
                <a:cs typeface="Gantari"/>
                <a:sym typeface="Gantari"/>
              </a:rPr>
              <a:t> across all other documents (high IDF).</a:t>
            </a:r>
            <a:endParaRPr>
              <a:latin typeface="Gantari"/>
              <a:ea typeface="Gantari"/>
              <a:cs typeface="Gantari"/>
              <a:sym typeface="Gantari"/>
            </a:endParaRPr>
          </a:p>
          <a:p>
            <a:pPr indent="0" lvl="0" marL="0" rtl="0" algn="l">
              <a:lnSpc>
                <a:spcPct val="100000"/>
              </a:lnSpc>
              <a:spcBef>
                <a:spcPts val="1200"/>
              </a:spcBef>
              <a:spcAft>
                <a:spcPts val="1200"/>
              </a:spcAft>
              <a:buNone/>
            </a:pPr>
            <a:r>
              <a:rPr lang="en">
                <a:latin typeface="Gantari"/>
                <a:ea typeface="Gantari"/>
                <a:cs typeface="Gantari"/>
                <a:sym typeface="Gantari"/>
              </a:rPr>
              <a:t>This means such a word is </a:t>
            </a:r>
            <a:r>
              <a:rPr b="1" lang="en">
                <a:latin typeface="Gantari"/>
                <a:ea typeface="Gantari"/>
                <a:cs typeface="Gantari"/>
                <a:sym typeface="Gantari"/>
              </a:rPr>
              <a:t>unique and characteristic</a:t>
            </a:r>
            <a:r>
              <a:rPr lang="en">
                <a:latin typeface="Gantari"/>
                <a:ea typeface="Gantari"/>
                <a:cs typeface="Gantari"/>
                <a:sym typeface="Gantari"/>
              </a:rPr>
              <a:t> of that specific review.</a:t>
            </a:r>
            <a:endParaRPr>
              <a:latin typeface="Gantari"/>
              <a:ea typeface="Gantari"/>
              <a:cs typeface="Gantari"/>
              <a:sym typeface="Ganta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43"/>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TF-IDF Feature Extraction</a:t>
            </a:r>
            <a:endParaRPr/>
          </a:p>
        </p:txBody>
      </p:sp>
      <p:pic>
        <p:nvPicPr>
          <p:cNvPr id="691" name="Google Shape;691;p43" title="arya-tf-idf-defined-0.png"/>
          <p:cNvPicPr preferRelativeResize="0"/>
          <p:nvPr/>
        </p:nvPicPr>
        <p:blipFill>
          <a:blip r:embed="rId3">
            <a:alphaModFix/>
          </a:blip>
          <a:stretch>
            <a:fillRect/>
          </a:stretch>
        </p:blipFill>
        <p:spPr>
          <a:xfrm>
            <a:off x="1045059" y="1674519"/>
            <a:ext cx="3446178" cy="1929476"/>
          </a:xfrm>
          <a:prstGeom prst="rect">
            <a:avLst/>
          </a:prstGeom>
          <a:noFill/>
          <a:ln>
            <a:noFill/>
          </a:ln>
        </p:spPr>
      </p:pic>
      <p:sp>
        <p:nvSpPr>
          <p:cNvPr id="692" name="Google Shape;692;p43"/>
          <p:cNvSpPr txBox="1"/>
          <p:nvPr/>
        </p:nvSpPr>
        <p:spPr>
          <a:xfrm>
            <a:off x="1541531" y="1043275"/>
            <a:ext cx="5729100" cy="615600"/>
          </a:xfrm>
          <a:prstGeom prst="rect">
            <a:avLst/>
          </a:prstGeom>
          <a:noFill/>
          <a:ln>
            <a:noFill/>
          </a:ln>
        </p:spPr>
        <p:txBody>
          <a:bodyPr anchorCtr="0" anchor="t" bIns="91425" lIns="91425" spcFirstLastPara="1" rIns="91425" wrap="square" tIns="91425">
            <a:spAutoFit/>
          </a:bodyPr>
          <a:lstStyle/>
          <a:p>
            <a:pPr indent="-317500" lvl="0" marL="457200" rtl="0" algn="ctr">
              <a:spcBef>
                <a:spcPts val="0"/>
              </a:spcBef>
              <a:spcAft>
                <a:spcPts val="0"/>
              </a:spcAft>
              <a:buSzPts val="1400"/>
              <a:buChar char="★"/>
            </a:pPr>
            <a:r>
              <a:rPr b="1" lang="en">
                <a:latin typeface="Gantari"/>
                <a:ea typeface="Gantari"/>
                <a:cs typeface="Gantari"/>
                <a:sym typeface="Gantari"/>
              </a:rPr>
              <a:t>Goal</a:t>
            </a:r>
            <a:r>
              <a:rPr lang="en">
                <a:latin typeface="Gantari"/>
                <a:ea typeface="Gantari"/>
                <a:cs typeface="Gantari"/>
                <a:sym typeface="Gantari"/>
              </a:rPr>
              <a:t>: Convert text reviews into numerical vectors representing the importance of words.</a:t>
            </a:r>
            <a:endParaRPr>
              <a:latin typeface="Gantari"/>
              <a:ea typeface="Gantari"/>
              <a:cs typeface="Gantari"/>
              <a:sym typeface="Gantari"/>
            </a:endParaRPr>
          </a:p>
        </p:txBody>
      </p:sp>
      <p:sp>
        <p:nvSpPr>
          <p:cNvPr id="693" name="Google Shape;693;p43"/>
          <p:cNvSpPr txBox="1"/>
          <p:nvPr/>
        </p:nvSpPr>
        <p:spPr>
          <a:xfrm>
            <a:off x="4647525" y="1674525"/>
            <a:ext cx="3863400" cy="1949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Gantari"/>
              <a:buChar char="-"/>
            </a:pPr>
            <a:r>
              <a:rPr lang="en">
                <a:latin typeface="Gantari"/>
                <a:ea typeface="Gantari"/>
                <a:cs typeface="Gantari"/>
                <a:sym typeface="Gantari"/>
              </a:rPr>
              <a:t>Common words </a:t>
            </a:r>
            <a:r>
              <a:rPr i="1" lang="en">
                <a:latin typeface="Gantari"/>
                <a:ea typeface="Gantari"/>
                <a:cs typeface="Gantari"/>
                <a:sym typeface="Gantari"/>
              </a:rPr>
              <a:t>“good”</a:t>
            </a:r>
            <a:r>
              <a:rPr lang="en">
                <a:latin typeface="Gantari"/>
                <a:ea typeface="Gantari"/>
                <a:cs typeface="Gantari"/>
                <a:sym typeface="Gantari"/>
              </a:rPr>
              <a:t> or </a:t>
            </a:r>
            <a:r>
              <a:rPr i="1" lang="en">
                <a:latin typeface="Gantari"/>
                <a:ea typeface="Gantari"/>
                <a:cs typeface="Gantari"/>
                <a:sym typeface="Gantari"/>
              </a:rPr>
              <a:t>“food”</a:t>
            </a:r>
            <a:r>
              <a:rPr lang="en">
                <a:latin typeface="Gantari"/>
                <a:ea typeface="Gantari"/>
                <a:cs typeface="Gantari"/>
                <a:sym typeface="Gantari"/>
              </a:rPr>
              <a:t> get lower weights</a:t>
            </a:r>
            <a:endParaRPr>
              <a:latin typeface="Gantari"/>
              <a:ea typeface="Gantari"/>
              <a:cs typeface="Gantari"/>
              <a:sym typeface="Gantari"/>
            </a:endParaRPr>
          </a:p>
          <a:p>
            <a:pPr indent="-317500" lvl="0" marL="457200" rtl="0" algn="l">
              <a:spcBef>
                <a:spcPts val="1000"/>
              </a:spcBef>
              <a:spcAft>
                <a:spcPts val="0"/>
              </a:spcAft>
              <a:buSzPts val="1400"/>
              <a:buFont typeface="Gantari"/>
              <a:buChar char="-"/>
            </a:pPr>
            <a:r>
              <a:rPr lang="en">
                <a:latin typeface="Gantari"/>
                <a:ea typeface="Gantari"/>
                <a:cs typeface="Gantari"/>
                <a:sym typeface="Gantari"/>
              </a:rPr>
              <a:t>Distinctive words “</a:t>
            </a:r>
            <a:r>
              <a:rPr i="1" lang="en">
                <a:latin typeface="Gantari"/>
                <a:ea typeface="Gantari"/>
                <a:cs typeface="Gantari"/>
                <a:sym typeface="Gantari"/>
              </a:rPr>
              <a:t>overpriced”</a:t>
            </a:r>
            <a:r>
              <a:rPr lang="en">
                <a:latin typeface="Gantari"/>
                <a:ea typeface="Gantari"/>
                <a:cs typeface="Gantari"/>
                <a:sym typeface="Gantari"/>
              </a:rPr>
              <a:t> or </a:t>
            </a:r>
            <a:r>
              <a:rPr i="1" lang="en">
                <a:latin typeface="Gantari"/>
                <a:ea typeface="Gantari"/>
                <a:cs typeface="Gantari"/>
                <a:sym typeface="Gantari"/>
              </a:rPr>
              <a:t>“excellent”</a:t>
            </a:r>
            <a:r>
              <a:rPr lang="en">
                <a:latin typeface="Gantari"/>
                <a:ea typeface="Gantari"/>
                <a:cs typeface="Gantari"/>
                <a:sym typeface="Gantari"/>
              </a:rPr>
              <a:t> get higher scores.</a:t>
            </a:r>
            <a:endParaRPr>
              <a:latin typeface="Gantari"/>
              <a:ea typeface="Gantari"/>
              <a:cs typeface="Gantari"/>
              <a:sym typeface="Gantari"/>
            </a:endParaRPr>
          </a:p>
          <a:p>
            <a:pPr indent="-317500" lvl="0" marL="457200" rtl="0" algn="l">
              <a:spcBef>
                <a:spcPts val="1000"/>
              </a:spcBef>
              <a:spcAft>
                <a:spcPts val="1000"/>
              </a:spcAft>
              <a:buSzPts val="1400"/>
              <a:buChar char="-"/>
            </a:pPr>
            <a:r>
              <a:rPr lang="en">
                <a:latin typeface="Gantari"/>
                <a:ea typeface="Gantari"/>
                <a:cs typeface="Gantari"/>
                <a:sym typeface="Gantari"/>
              </a:rPr>
              <a:t>Helps classifier focus on </a:t>
            </a:r>
            <a:r>
              <a:rPr b="1" lang="en">
                <a:latin typeface="Gantari"/>
                <a:ea typeface="Gantari"/>
                <a:cs typeface="Gantari"/>
                <a:sym typeface="Gantari"/>
              </a:rPr>
              <a:t>informative words </a:t>
            </a:r>
            <a:r>
              <a:rPr lang="en">
                <a:latin typeface="Gantari"/>
                <a:ea typeface="Gantari"/>
                <a:cs typeface="Gantari"/>
                <a:sym typeface="Gantari"/>
              </a:rPr>
              <a:t>to separate sentiment categories (positive, neutral, negative)</a:t>
            </a:r>
            <a:endParaRPr>
              <a:latin typeface="Gantari"/>
              <a:ea typeface="Gantari"/>
              <a:cs typeface="Gantari"/>
              <a:sym typeface="Gantari"/>
            </a:endParaRPr>
          </a:p>
        </p:txBody>
      </p:sp>
      <p:sp>
        <p:nvSpPr>
          <p:cNvPr id="694" name="Google Shape;694;p43"/>
          <p:cNvSpPr txBox="1"/>
          <p:nvPr/>
        </p:nvSpPr>
        <p:spPr>
          <a:xfrm>
            <a:off x="1045050" y="3746200"/>
            <a:ext cx="7377300" cy="1024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
                <a:latin typeface="Gantari"/>
                <a:ea typeface="Gantari"/>
                <a:cs typeface="Gantari"/>
                <a:sym typeface="Gantari"/>
              </a:rPr>
              <a:t>Produces </a:t>
            </a:r>
            <a:r>
              <a:rPr b="1" lang="en">
                <a:latin typeface="Gantari"/>
                <a:ea typeface="Gantari"/>
                <a:cs typeface="Gantari"/>
                <a:sym typeface="Gantari"/>
              </a:rPr>
              <a:t>sparse vector</a:t>
            </a:r>
            <a:r>
              <a:rPr lang="en">
                <a:latin typeface="Gantari"/>
                <a:ea typeface="Gantari"/>
                <a:cs typeface="Gantari"/>
                <a:sym typeface="Gantari"/>
              </a:rPr>
              <a:t>, linearly separable feature space</a:t>
            </a:r>
            <a:endParaRPr>
              <a:latin typeface="Gantari"/>
              <a:ea typeface="Gantari"/>
              <a:cs typeface="Gantari"/>
              <a:sym typeface="Gantari"/>
            </a:endParaRPr>
          </a:p>
          <a:p>
            <a:pPr indent="-317500" lvl="0" marL="457200" rtl="0" algn="l">
              <a:lnSpc>
                <a:spcPct val="115000"/>
              </a:lnSpc>
              <a:spcBef>
                <a:spcPts val="1000"/>
              </a:spcBef>
              <a:spcAft>
                <a:spcPts val="1000"/>
              </a:spcAft>
              <a:buSzPts val="1400"/>
              <a:buChar char="-"/>
            </a:pPr>
            <a:r>
              <a:rPr lang="en">
                <a:latin typeface="Gantari"/>
                <a:ea typeface="Gantari"/>
                <a:cs typeface="Gantari"/>
                <a:sym typeface="Gantari"/>
              </a:rPr>
              <a:t>Ideal for </a:t>
            </a:r>
            <a:r>
              <a:rPr b="1" lang="en">
                <a:latin typeface="Gantari"/>
                <a:ea typeface="Gantari"/>
                <a:cs typeface="Gantari"/>
                <a:sym typeface="Gantari"/>
              </a:rPr>
              <a:t>Multinomial Naïve Bayes, Logistic Regression, and SVM</a:t>
            </a:r>
            <a:r>
              <a:rPr lang="en">
                <a:latin typeface="Gantari"/>
                <a:ea typeface="Gantari"/>
                <a:cs typeface="Gantari"/>
                <a:sym typeface="Gantari"/>
              </a:rPr>
              <a:t>, which rely on linear decision boundaries to classify sentiment efficiently.</a:t>
            </a:r>
            <a:endParaRPr>
              <a:latin typeface="Gantari"/>
              <a:ea typeface="Gantari"/>
              <a:cs typeface="Gantari"/>
              <a:sym typeface="Ganta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44"/>
          <p:cNvSpPr txBox="1"/>
          <p:nvPr>
            <p:ph type="title"/>
          </p:nvPr>
        </p:nvSpPr>
        <p:spPr>
          <a:xfrm>
            <a:off x="804900" y="265614"/>
            <a:ext cx="758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Wordcloud before preprocessing</a:t>
            </a:r>
            <a:endParaRPr sz="2800"/>
          </a:p>
        </p:txBody>
      </p:sp>
      <p:pic>
        <p:nvPicPr>
          <p:cNvPr id="700" name="Google Shape;700;p44"/>
          <p:cNvPicPr preferRelativeResize="0"/>
          <p:nvPr/>
        </p:nvPicPr>
        <p:blipFill>
          <a:blip r:embed="rId3">
            <a:alphaModFix/>
          </a:blip>
          <a:stretch>
            <a:fillRect/>
          </a:stretch>
        </p:blipFill>
        <p:spPr>
          <a:xfrm flipH="1">
            <a:off x="7665225" y="662951"/>
            <a:ext cx="342900" cy="371475"/>
          </a:xfrm>
          <a:prstGeom prst="rect">
            <a:avLst/>
          </a:prstGeom>
          <a:noFill/>
          <a:ln>
            <a:noFill/>
          </a:ln>
        </p:spPr>
      </p:pic>
      <p:sp>
        <p:nvSpPr>
          <p:cNvPr id="701" name="Google Shape;701;p44"/>
          <p:cNvSpPr txBox="1"/>
          <p:nvPr>
            <p:ph idx="4294967295" type="title"/>
          </p:nvPr>
        </p:nvSpPr>
        <p:spPr>
          <a:xfrm>
            <a:off x="3975591" y="838314"/>
            <a:ext cx="12483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4A86E8"/>
                </a:solidFill>
                <a:latin typeface="Gantari"/>
                <a:ea typeface="Gantari"/>
                <a:cs typeface="Gantari"/>
                <a:sym typeface="Gantari"/>
              </a:rPr>
              <a:t>BEFORE</a:t>
            </a:r>
            <a:endParaRPr b="1" sz="2000">
              <a:solidFill>
                <a:srgbClr val="4A86E8"/>
              </a:solidFill>
              <a:latin typeface="Gantari"/>
              <a:ea typeface="Gantari"/>
              <a:cs typeface="Gantari"/>
              <a:sym typeface="Gantari"/>
            </a:endParaRPr>
          </a:p>
        </p:txBody>
      </p:sp>
      <p:pic>
        <p:nvPicPr>
          <p:cNvPr id="702" name="Google Shape;702;p44" title="download (6).png"/>
          <p:cNvPicPr preferRelativeResize="0"/>
          <p:nvPr/>
        </p:nvPicPr>
        <p:blipFill>
          <a:blip r:embed="rId4">
            <a:alphaModFix/>
          </a:blip>
          <a:stretch>
            <a:fillRect/>
          </a:stretch>
        </p:blipFill>
        <p:spPr>
          <a:xfrm>
            <a:off x="3095200" y="3381255"/>
            <a:ext cx="3009099" cy="1605911"/>
          </a:xfrm>
          <a:prstGeom prst="rect">
            <a:avLst/>
          </a:prstGeom>
          <a:noFill/>
          <a:ln>
            <a:noFill/>
          </a:ln>
        </p:spPr>
      </p:pic>
      <p:pic>
        <p:nvPicPr>
          <p:cNvPr id="703" name="Google Shape;703;p44" title="download (5).png"/>
          <p:cNvPicPr preferRelativeResize="0"/>
          <p:nvPr/>
        </p:nvPicPr>
        <p:blipFill>
          <a:blip r:embed="rId5">
            <a:alphaModFix/>
          </a:blip>
          <a:stretch>
            <a:fillRect/>
          </a:stretch>
        </p:blipFill>
        <p:spPr>
          <a:xfrm>
            <a:off x="476200" y="1330926"/>
            <a:ext cx="3009099" cy="1605925"/>
          </a:xfrm>
          <a:prstGeom prst="rect">
            <a:avLst/>
          </a:prstGeom>
          <a:noFill/>
          <a:ln>
            <a:noFill/>
          </a:ln>
        </p:spPr>
      </p:pic>
      <p:pic>
        <p:nvPicPr>
          <p:cNvPr id="704" name="Google Shape;704;p44" title="download (4).png"/>
          <p:cNvPicPr preferRelativeResize="0"/>
          <p:nvPr/>
        </p:nvPicPr>
        <p:blipFill>
          <a:blip r:embed="rId6">
            <a:alphaModFix/>
          </a:blip>
          <a:stretch>
            <a:fillRect/>
          </a:stretch>
        </p:blipFill>
        <p:spPr>
          <a:xfrm>
            <a:off x="5714200" y="1326357"/>
            <a:ext cx="3009099" cy="1605915"/>
          </a:xfrm>
          <a:prstGeom prst="rect">
            <a:avLst/>
          </a:prstGeom>
          <a:noFill/>
          <a:ln>
            <a:noFill/>
          </a:ln>
        </p:spPr>
      </p:pic>
      <p:sp>
        <p:nvSpPr>
          <p:cNvPr id="705" name="Google Shape;705;p44"/>
          <p:cNvSpPr txBox="1"/>
          <p:nvPr>
            <p:ph idx="4294967295" type="title"/>
          </p:nvPr>
        </p:nvSpPr>
        <p:spPr>
          <a:xfrm>
            <a:off x="6698500" y="2879027"/>
            <a:ext cx="12483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Gantari"/>
                <a:ea typeface="Gantari"/>
                <a:cs typeface="Gantari"/>
                <a:sym typeface="Gantari"/>
              </a:rPr>
              <a:t>Negative</a:t>
            </a:r>
            <a:endParaRPr sz="2000">
              <a:latin typeface="Gantari"/>
              <a:ea typeface="Gantari"/>
              <a:cs typeface="Gantari"/>
              <a:sym typeface="Gantari"/>
            </a:endParaRPr>
          </a:p>
        </p:txBody>
      </p:sp>
      <p:sp>
        <p:nvSpPr>
          <p:cNvPr id="706" name="Google Shape;706;p44"/>
          <p:cNvSpPr txBox="1"/>
          <p:nvPr>
            <p:ph idx="4294967295" type="title"/>
          </p:nvPr>
        </p:nvSpPr>
        <p:spPr>
          <a:xfrm>
            <a:off x="1227566" y="2845673"/>
            <a:ext cx="12483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Gantari"/>
                <a:ea typeface="Gantari"/>
                <a:cs typeface="Gantari"/>
                <a:sym typeface="Gantari"/>
              </a:rPr>
              <a:t>Positive</a:t>
            </a:r>
            <a:endParaRPr sz="2000">
              <a:latin typeface="Gantari"/>
              <a:ea typeface="Gantari"/>
              <a:cs typeface="Gantari"/>
              <a:sym typeface="Gantari"/>
            </a:endParaRPr>
          </a:p>
        </p:txBody>
      </p:sp>
      <p:sp>
        <p:nvSpPr>
          <p:cNvPr id="707" name="Google Shape;707;p44"/>
          <p:cNvSpPr txBox="1"/>
          <p:nvPr>
            <p:ph idx="4294967295" type="title"/>
          </p:nvPr>
        </p:nvSpPr>
        <p:spPr>
          <a:xfrm>
            <a:off x="4077966" y="2888655"/>
            <a:ext cx="12483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Gantari"/>
                <a:ea typeface="Gantari"/>
                <a:cs typeface="Gantari"/>
                <a:sym typeface="Gantari"/>
              </a:rPr>
              <a:t>Neutral</a:t>
            </a:r>
            <a:endParaRPr sz="2000">
              <a:latin typeface="Gantari"/>
              <a:ea typeface="Gantari"/>
              <a:cs typeface="Gantari"/>
              <a:sym typeface="Gantari"/>
            </a:endParaRPr>
          </a:p>
        </p:txBody>
      </p:sp>
      <p:sp>
        <p:nvSpPr>
          <p:cNvPr id="708" name="Google Shape;708;p44"/>
          <p:cNvSpPr txBox="1"/>
          <p:nvPr>
            <p:ph idx="4294967295" type="title"/>
          </p:nvPr>
        </p:nvSpPr>
        <p:spPr>
          <a:xfrm>
            <a:off x="4172925" y="1284864"/>
            <a:ext cx="1058400" cy="1293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A86E8"/>
                </a:solidFill>
                <a:latin typeface="Gantari"/>
                <a:ea typeface="Gantari"/>
                <a:cs typeface="Gantari"/>
                <a:sym typeface="Gantari"/>
              </a:rPr>
              <a:t>“Food”  “Good”</a:t>
            </a:r>
            <a:endParaRPr b="1" sz="1800">
              <a:solidFill>
                <a:srgbClr val="4A86E8"/>
              </a:solidFill>
              <a:latin typeface="Gantari"/>
              <a:ea typeface="Gantari"/>
              <a:cs typeface="Gantari"/>
              <a:sym typeface="Gantari"/>
            </a:endParaRPr>
          </a:p>
          <a:p>
            <a:pPr indent="0" lvl="0" marL="0" rtl="0" algn="l">
              <a:spcBef>
                <a:spcPts val="0"/>
              </a:spcBef>
              <a:spcAft>
                <a:spcPts val="0"/>
              </a:spcAft>
              <a:buNone/>
            </a:pPr>
            <a:r>
              <a:rPr b="1" lang="en" sz="1800">
                <a:solidFill>
                  <a:srgbClr val="4A86E8"/>
                </a:solidFill>
                <a:latin typeface="Gantari"/>
                <a:ea typeface="Gantari"/>
                <a:cs typeface="Gantari"/>
                <a:sym typeface="Gantari"/>
              </a:rPr>
              <a:t>“Place” “Price”</a:t>
            </a:r>
            <a:endParaRPr b="1" sz="1800">
              <a:solidFill>
                <a:srgbClr val="4A86E8"/>
              </a:solidFill>
              <a:latin typeface="Gantari"/>
              <a:ea typeface="Gantari"/>
              <a:cs typeface="Gantari"/>
              <a:sym typeface="Gantari"/>
            </a:endParaRPr>
          </a:p>
        </p:txBody>
      </p:sp>
      <p:cxnSp>
        <p:nvCxnSpPr>
          <p:cNvPr id="709" name="Google Shape;709;p44"/>
          <p:cNvCxnSpPr>
            <a:stCxn id="703" idx="3"/>
            <a:endCxn id="708" idx="1"/>
          </p:cNvCxnSpPr>
          <p:nvPr/>
        </p:nvCxnSpPr>
        <p:spPr>
          <a:xfrm flipH="1" rot="10800000">
            <a:off x="3485299" y="1931388"/>
            <a:ext cx="687600" cy="202500"/>
          </a:xfrm>
          <a:prstGeom prst="straightConnector1">
            <a:avLst/>
          </a:prstGeom>
          <a:noFill/>
          <a:ln cap="flat" cmpd="sng" w="28575">
            <a:solidFill>
              <a:srgbClr val="4A86E8"/>
            </a:solidFill>
            <a:prstDash val="solid"/>
            <a:round/>
            <a:headEnd len="med" w="med" type="none"/>
            <a:tailEnd len="med" w="med" type="triangle"/>
          </a:ln>
        </p:spPr>
      </p:cxnSp>
      <p:cxnSp>
        <p:nvCxnSpPr>
          <p:cNvPr id="710" name="Google Shape;710;p44"/>
          <p:cNvCxnSpPr>
            <a:stCxn id="707" idx="0"/>
            <a:endCxn id="708" idx="2"/>
          </p:cNvCxnSpPr>
          <p:nvPr/>
        </p:nvCxnSpPr>
        <p:spPr>
          <a:xfrm rot="10800000">
            <a:off x="4702116" y="2577855"/>
            <a:ext cx="0" cy="310800"/>
          </a:xfrm>
          <a:prstGeom prst="straightConnector1">
            <a:avLst/>
          </a:prstGeom>
          <a:noFill/>
          <a:ln cap="flat" cmpd="sng" w="28575">
            <a:solidFill>
              <a:srgbClr val="4A86E8"/>
            </a:solidFill>
            <a:prstDash val="solid"/>
            <a:round/>
            <a:headEnd len="med" w="med" type="none"/>
            <a:tailEnd len="med" w="med" type="triangle"/>
          </a:ln>
        </p:spPr>
      </p:cxnSp>
      <p:cxnSp>
        <p:nvCxnSpPr>
          <p:cNvPr id="711" name="Google Shape;711;p44"/>
          <p:cNvCxnSpPr>
            <a:stCxn id="704" idx="1"/>
            <a:endCxn id="708" idx="3"/>
          </p:cNvCxnSpPr>
          <p:nvPr/>
        </p:nvCxnSpPr>
        <p:spPr>
          <a:xfrm rot="10800000">
            <a:off x="5231200" y="1931314"/>
            <a:ext cx="483000" cy="198000"/>
          </a:xfrm>
          <a:prstGeom prst="straightConnector1">
            <a:avLst/>
          </a:prstGeom>
          <a:noFill/>
          <a:ln cap="flat" cmpd="sng" w="28575">
            <a:solidFill>
              <a:srgbClr val="4A86E8"/>
            </a:solidFill>
            <a:prstDash val="solid"/>
            <a:round/>
            <a:headEnd len="med" w="med" type="none"/>
            <a:tailEnd len="med" w="med" type="triangle"/>
          </a:ln>
        </p:spPr>
      </p:cxnSp>
      <p:sp>
        <p:nvSpPr>
          <p:cNvPr id="712" name="Google Shape;712;p44"/>
          <p:cNvSpPr/>
          <p:nvPr/>
        </p:nvSpPr>
        <p:spPr>
          <a:xfrm>
            <a:off x="65225" y="3698883"/>
            <a:ext cx="2915400" cy="10803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Gantari"/>
                <a:ea typeface="Gantari"/>
                <a:cs typeface="Gantari"/>
                <a:sym typeface="Gantari"/>
              </a:rPr>
              <a:t>WordCloud is cluttered with </a:t>
            </a:r>
            <a:r>
              <a:rPr b="1" lang="en" sz="1300">
                <a:latin typeface="Gantari"/>
                <a:ea typeface="Gantari"/>
                <a:cs typeface="Gantari"/>
                <a:sym typeface="Gantari"/>
              </a:rPr>
              <a:t>irrelevant</a:t>
            </a:r>
            <a:r>
              <a:rPr lang="en" sz="1300">
                <a:latin typeface="Gantari"/>
                <a:ea typeface="Gantari"/>
                <a:cs typeface="Gantari"/>
                <a:sym typeface="Gantari"/>
              </a:rPr>
              <a:t> or </a:t>
            </a:r>
            <a:r>
              <a:rPr b="1" lang="en" sz="1300">
                <a:latin typeface="Gantari"/>
                <a:ea typeface="Gantari"/>
                <a:cs typeface="Gantari"/>
                <a:sym typeface="Gantari"/>
              </a:rPr>
              <a:t>non-sentiment </a:t>
            </a:r>
            <a:r>
              <a:rPr b="1" lang="en" sz="1300">
                <a:latin typeface="Gantari"/>
                <a:ea typeface="Gantari"/>
                <a:cs typeface="Gantari"/>
                <a:sym typeface="Gantari"/>
              </a:rPr>
              <a:t>words.</a:t>
            </a:r>
            <a:endParaRPr b="1" sz="1300">
              <a:latin typeface="Gantari"/>
              <a:ea typeface="Gantari"/>
              <a:cs typeface="Gantari"/>
              <a:sym typeface="Ganta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5"/>
          <p:cNvSpPr txBox="1"/>
          <p:nvPr>
            <p:ph type="title"/>
          </p:nvPr>
        </p:nvSpPr>
        <p:spPr>
          <a:xfrm>
            <a:off x="804900" y="265614"/>
            <a:ext cx="758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Wordcloud after preprocessing</a:t>
            </a:r>
            <a:endParaRPr sz="2800"/>
          </a:p>
        </p:txBody>
      </p:sp>
      <p:pic>
        <p:nvPicPr>
          <p:cNvPr id="718" name="Google Shape;718;p45"/>
          <p:cNvPicPr preferRelativeResize="0"/>
          <p:nvPr/>
        </p:nvPicPr>
        <p:blipFill>
          <a:blip r:embed="rId3">
            <a:alphaModFix/>
          </a:blip>
          <a:stretch>
            <a:fillRect/>
          </a:stretch>
        </p:blipFill>
        <p:spPr>
          <a:xfrm flipH="1">
            <a:off x="7665225" y="662951"/>
            <a:ext cx="342900" cy="371475"/>
          </a:xfrm>
          <a:prstGeom prst="rect">
            <a:avLst/>
          </a:prstGeom>
          <a:noFill/>
          <a:ln>
            <a:noFill/>
          </a:ln>
        </p:spPr>
      </p:pic>
      <p:sp>
        <p:nvSpPr>
          <p:cNvPr id="719" name="Google Shape;719;p45"/>
          <p:cNvSpPr txBox="1"/>
          <p:nvPr>
            <p:ph idx="4294967295" type="title"/>
          </p:nvPr>
        </p:nvSpPr>
        <p:spPr>
          <a:xfrm>
            <a:off x="4107748" y="838325"/>
            <a:ext cx="9840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EAE2E"/>
                </a:solidFill>
                <a:latin typeface="Gantari"/>
                <a:ea typeface="Gantari"/>
                <a:cs typeface="Gantari"/>
                <a:sym typeface="Gantari"/>
              </a:rPr>
              <a:t>AFTER</a:t>
            </a:r>
            <a:endParaRPr b="1" sz="2000">
              <a:solidFill>
                <a:srgbClr val="FEAE2E"/>
              </a:solidFill>
              <a:latin typeface="Gantari"/>
              <a:ea typeface="Gantari"/>
              <a:cs typeface="Gantari"/>
              <a:sym typeface="Gantari"/>
            </a:endParaRPr>
          </a:p>
        </p:txBody>
      </p:sp>
      <p:sp>
        <p:nvSpPr>
          <p:cNvPr id="720" name="Google Shape;720;p45"/>
          <p:cNvSpPr txBox="1"/>
          <p:nvPr>
            <p:ph idx="4294967295" type="title"/>
          </p:nvPr>
        </p:nvSpPr>
        <p:spPr>
          <a:xfrm>
            <a:off x="6871682" y="2809755"/>
            <a:ext cx="12483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Gantari"/>
                <a:ea typeface="Gantari"/>
                <a:cs typeface="Gantari"/>
                <a:sym typeface="Gantari"/>
              </a:rPr>
              <a:t>Negative</a:t>
            </a:r>
            <a:endParaRPr sz="2000">
              <a:latin typeface="Gantari"/>
              <a:ea typeface="Gantari"/>
              <a:cs typeface="Gantari"/>
              <a:sym typeface="Gantari"/>
            </a:endParaRPr>
          </a:p>
        </p:txBody>
      </p:sp>
      <p:sp>
        <p:nvSpPr>
          <p:cNvPr id="721" name="Google Shape;721;p45"/>
          <p:cNvSpPr txBox="1"/>
          <p:nvPr>
            <p:ph idx="4294967295" type="title"/>
          </p:nvPr>
        </p:nvSpPr>
        <p:spPr>
          <a:xfrm>
            <a:off x="1106339" y="2776400"/>
            <a:ext cx="12483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Gantari"/>
                <a:ea typeface="Gantari"/>
                <a:cs typeface="Gantari"/>
                <a:sym typeface="Gantari"/>
              </a:rPr>
              <a:t>Positive</a:t>
            </a:r>
            <a:endParaRPr sz="2000">
              <a:latin typeface="Gantari"/>
              <a:ea typeface="Gantari"/>
              <a:cs typeface="Gantari"/>
              <a:sym typeface="Gantari"/>
            </a:endParaRPr>
          </a:p>
        </p:txBody>
      </p:sp>
      <p:sp>
        <p:nvSpPr>
          <p:cNvPr id="722" name="Google Shape;722;p45"/>
          <p:cNvSpPr txBox="1"/>
          <p:nvPr>
            <p:ph idx="4294967295" type="title"/>
          </p:nvPr>
        </p:nvSpPr>
        <p:spPr>
          <a:xfrm>
            <a:off x="4077966" y="2888655"/>
            <a:ext cx="12483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Gantari"/>
                <a:ea typeface="Gantari"/>
                <a:cs typeface="Gantari"/>
                <a:sym typeface="Gantari"/>
              </a:rPr>
              <a:t>Neutral</a:t>
            </a:r>
            <a:endParaRPr sz="2000">
              <a:latin typeface="Gantari"/>
              <a:ea typeface="Gantari"/>
              <a:cs typeface="Gantari"/>
              <a:sym typeface="Gantari"/>
            </a:endParaRPr>
          </a:p>
        </p:txBody>
      </p:sp>
      <p:sp>
        <p:nvSpPr>
          <p:cNvPr id="723" name="Google Shape;723;p45"/>
          <p:cNvSpPr txBox="1"/>
          <p:nvPr>
            <p:ph idx="4294967295" type="title"/>
          </p:nvPr>
        </p:nvSpPr>
        <p:spPr>
          <a:xfrm>
            <a:off x="6776132" y="3571750"/>
            <a:ext cx="1472400" cy="1015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CC0000"/>
                </a:solidFill>
                <a:latin typeface="Gantari"/>
                <a:ea typeface="Gantari"/>
                <a:cs typeface="Gantari"/>
                <a:sym typeface="Gantari"/>
              </a:rPr>
              <a:t>“Bad”  “Poor”</a:t>
            </a:r>
            <a:endParaRPr b="1" sz="1800">
              <a:solidFill>
                <a:srgbClr val="CC0000"/>
              </a:solidFill>
              <a:latin typeface="Gantari"/>
              <a:ea typeface="Gantari"/>
              <a:cs typeface="Gantari"/>
              <a:sym typeface="Gantari"/>
            </a:endParaRPr>
          </a:p>
          <a:p>
            <a:pPr indent="0" lvl="0" marL="0" rtl="0" algn="ctr">
              <a:spcBef>
                <a:spcPts val="0"/>
              </a:spcBef>
              <a:spcAft>
                <a:spcPts val="0"/>
              </a:spcAft>
              <a:buNone/>
            </a:pPr>
            <a:r>
              <a:rPr b="1" lang="en" sz="1800">
                <a:solidFill>
                  <a:srgbClr val="CC0000"/>
                </a:solidFill>
                <a:latin typeface="Gantari"/>
                <a:ea typeface="Gantari"/>
                <a:cs typeface="Gantari"/>
                <a:sym typeface="Gantari"/>
              </a:rPr>
              <a:t>“Slow”</a:t>
            </a:r>
            <a:endParaRPr b="1" sz="1800">
              <a:solidFill>
                <a:srgbClr val="CC0000"/>
              </a:solidFill>
              <a:highlight>
                <a:srgbClr val="FFFF00"/>
              </a:highlight>
              <a:latin typeface="Gantari"/>
              <a:ea typeface="Gantari"/>
              <a:cs typeface="Gantari"/>
              <a:sym typeface="Gantari"/>
            </a:endParaRPr>
          </a:p>
        </p:txBody>
      </p:sp>
      <p:pic>
        <p:nvPicPr>
          <p:cNvPr id="724" name="Google Shape;724;p45" title="download (3).png"/>
          <p:cNvPicPr preferRelativeResize="0"/>
          <p:nvPr/>
        </p:nvPicPr>
        <p:blipFill>
          <a:blip r:embed="rId4">
            <a:alphaModFix/>
          </a:blip>
          <a:stretch>
            <a:fillRect/>
          </a:stretch>
        </p:blipFill>
        <p:spPr>
          <a:xfrm>
            <a:off x="3102773" y="3381249"/>
            <a:ext cx="2938476" cy="1568250"/>
          </a:xfrm>
          <a:prstGeom prst="rect">
            <a:avLst/>
          </a:prstGeom>
          <a:noFill/>
          <a:ln>
            <a:noFill/>
          </a:ln>
        </p:spPr>
      </p:pic>
      <p:pic>
        <p:nvPicPr>
          <p:cNvPr id="725" name="Google Shape;725;p45" title="download (2).png"/>
          <p:cNvPicPr preferRelativeResize="0"/>
          <p:nvPr/>
        </p:nvPicPr>
        <p:blipFill>
          <a:blip r:embed="rId5">
            <a:alphaModFix/>
          </a:blip>
          <a:stretch>
            <a:fillRect/>
          </a:stretch>
        </p:blipFill>
        <p:spPr>
          <a:xfrm>
            <a:off x="238125" y="1072167"/>
            <a:ext cx="3403624" cy="1816475"/>
          </a:xfrm>
          <a:prstGeom prst="rect">
            <a:avLst/>
          </a:prstGeom>
          <a:noFill/>
          <a:ln>
            <a:noFill/>
          </a:ln>
        </p:spPr>
      </p:pic>
      <p:pic>
        <p:nvPicPr>
          <p:cNvPr id="726" name="Google Shape;726;p45" title="download (1).png"/>
          <p:cNvPicPr preferRelativeResize="0"/>
          <p:nvPr/>
        </p:nvPicPr>
        <p:blipFill>
          <a:blip r:embed="rId6">
            <a:alphaModFix/>
          </a:blip>
          <a:stretch>
            <a:fillRect/>
          </a:stretch>
        </p:blipFill>
        <p:spPr>
          <a:xfrm>
            <a:off x="5557756" y="1072175"/>
            <a:ext cx="3403643" cy="1816475"/>
          </a:xfrm>
          <a:prstGeom prst="rect">
            <a:avLst/>
          </a:prstGeom>
          <a:noFill/>
          <a:ln>
            <a:noFill/>
          </a:ln>
        </p:spPr>
      </p:pic>
      <p:sp>
        <p:nvSpPr>
          <p:cNvPr id="727" name="Google Shape;727;p45"/>
          <p:cNvSpPr txBox="1"/>
          <p:nvPr>
            <p:ph idx="4294967295" type="title"/>
          </p:nvPr>
        </p:nvSpPr>
        <p:spPr>
          <a:xfrm>
            <a:off x="899975" y="3553511"/>
            <a:ext cx="1575900" cy="12930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2EB27D"/>
                </a:solidFill>
                <a:latin typeface="Gantari"/>
                <a:ea typeface="Gantari"/>
                <a:cs typeface="Gantari"/>
                <a:sym typeface="Gantari"/>
              </a:rPr>
              <a:t>“Delicious”  “Good”</a:t>
            </a:r>
            <a:endParaRPr b="1" sz="1800">
              <a:solidFill>
                <a:srgbClr val="2EB27D"/>
              </a:solidFill>
              <a:latin typeface="Gantari"/>
              <a:ea typeface="Gantari"/>
              <a:cs typeface="Gantari"/>
              <a:sym typeface="Gantari"/>
            </a:endParaRPr>
          </a:p>
          <a:p>
            <a:pPr indent="0" lvl="0" marL="0" rtl="0" algn="ctr">
              <a:spcBef>
                <a:spcPts val="0"/>
              </a:spcBef>
              <a:spcAft>
                <a:spcPts val="0"/>
              </a:spcAft>
              <a:buNone/>
            </a:pPr>
            <a:r>
              <a:rPr b="1" lang="en" sz="1800">
                <a:solidFill>
                  <a:srgbClr val="2EB27D"/>
                </a:solidFill>
                <a:latin typeface="Gantari"/>
                <a:ea typeface="Gantari"/>
                <a:cs typeface="Gantari"/>
                <a:sym typeface="Gantari"/>
              </a:rPr>
              <a:t>“Great” “Tasty”</a:t>
            </a:r>
            <a:endParaRPr b="1" sz="1800">
              <a:solidFill>
                <a:srgbClr val="2EB27D"/>
              </a:solidFill>
              <a:latin typeface="Gantari"/>
              <a:ea typeface="Gantari"/>
              <a:cs typeface="Gantari"/>
              <a:sym typeface="Gantari"/>
            </a:endParaRPr>
          </a:p>
        </p:txBody>
      </p:sp>
      <p:sp>
        <p:nvSpPr>
          <p:cNvPr id="728" name="Google Shape;728;p45"/>
          <p:cNvSpPr txBox="1"/>
          <p:nvPr>
            <p:ph idx="4294967295" type="title"/>
          </p:nvPr>
        </p:nvSpPr>
        <p:spPr>
          <a:xfrm>
            <a:off x="3863557" y="1376699"/>
            <a:ext cx="1472400" cy="1015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FEAE2E"/>
                </a:solidFill>
                <a:latin typeface="Gantari"/>
                <a:ea typeface="Gantari"/>
                <a:cs typeface="Gantari"/>
                <a:sym typeface="Gantari"/>
              </a:rPr>
              <a:t>“Nice”  “Ok”</a:t>
            </a:r>
            <a:endParaRPr b="1" sz="1800">
              <a:solidFill>
                <a:srgbClr val="FEAE2E"/>
              </a:solidFill>
              <a:latin typeface="Gantari"/>
              <a:ea typeface="Gantari"/>
              <a:cs typeface="Gantari"/>
              <a:sym typeface="Gantari"/>
            </a:endParaRPr>
          </a:p>
          <a:p>
            <a:pPr indent="0" lvl="0" marL="0" rtl="0" algn="ctr">
              <a:spcBef>
                <a:spcPts val="0"/>
              </a:spcBef>
              <a:spcAft>
                <a:spcPts val="0"/>
              </a:spcAft>
              <a:buNone/>
            </a:pPr>
            <a:r>
              <a:rPr b="1" lang="en" sz="1800">
                <a:solidFill>
                  <a:srgbClr val="FEAE2E"/>
                </a:solidFill>
                <a:latin typeface="Gantari"/>
                <a:ea typeface="Gantari"/>
                <a:cs typeface="Gantari"/>
                <a:sym typeface="Gantari"/>
              </a:rPr>
              <a:t>“Average”</a:t>
            </a:r>
            <a:endParaRPr b="1" sz="1800">
              <a:solidFill>
                <a:srgbClr val="FEAE2E"/>
              </a:solidFill>
              <a:highlight>
                <a:srgbClr val="FFFF00"/>
              </a:highlight>
              <a:latin typeface="Gantari"/>
              <a:ea typeface="Gantari"/>
              <a:cs typeface="Gantari"/>
              <a:sym typeface="Gantari"/>
            </a:endParaRPr>
          </a:p>
        </p:txBody>
      </p:sp>
      <p:cxnSp>
        <p:nvCxnSpPr>
          <p:cNvPr id="729" name="Google Shape;729;p45"/>
          <p:cNvCxnSpPr>
            <a:stCxn id="721" idx="2"/>
            <a:endCxn id="727" idx="0"/>
          </p:cNvCxnSpPr>
          <p:nvPr/>
        </p:nvCxnSpPr>
        <p:spPr>
          <a:xfrm flipH="1">
            <a:off x="1687889" y="3269000"/>
            <a:ext cx="42600" cy="284400"/>
          </a:xfrm>
          <a:prstGeom prst="straightConnector1">
            <a:avLst/>
          </a:prstGeom>
          <a:noFill/>
          <a:ln cap="flat" cmpd="sng" w="28575">
            <a:solidFill>
              <a:srgbClr val="2EB5A6"/>
            </a:solidFill>
            <a:prstDash val="solid"/>
            <a:round/>
            <a:headEnd len="med" w="med" type="none"/>
            <a:tailEnd len="med" w="med" type="triangle"/>
          </a:ln>
        </p:spPr>
      </p:cxnSp>
      <p:cxnSp>
        <p:nvCxnSpPr>
          <p:cNvPr id="730" name="Google Shape;730;p45"/>
          <p:cNvCxnSpPr>
            <a:endCxn id="723" idx="0"/>
          </p:cNvCxnSpPr>
          <p:nvPr/>
        </p:nvCxnSpPr>
        <p:spPr>
          <a:xfrm>
            <a:off x="7495832" y="3302350"/>
            <a:ext cx="16500" cy="269400"/>
          </a:xfrm>
          <a:prstGeom prst="straightConnector1">
            <a:avLst/>
          </a:prstGeom>
          <a:noFill/>
          <a:ln cap="flat" cmpd="sng" w="28575">
            <a:solidFill>
              <a:srgbClr val="CC0000"/>
            </a:solidFill>
            <a:prstDash val="solid"/>
            <a:round/>
            <a:headEnd len="med" w="med" type="none"/>
            <a:tailEnd len="med" w="med" type="triangle"/>
          </a:ln>
        </p:spPr>
      </p:cxnSp>
      <p:cxnSp>
        <p:nvCxnSpPr>
          <p:cNvPr id="731" name="Google Shape;731;p45"/>
          <p:cNvCxnSpPr>
            <a:stCxn id="722" idx="0"/>
            <a:endCxn id="728" idx="2"/>
          </p:cNvCxnSpPr>
          <p:nvPr/>
        </p:nvCxnSpPr>
        <p:spPr>
          <a:xfrm rot="10800000">
            <a:off x="4599816" y="2392455"/>
            <a:ext cx="102300" cy="496200"/>
          </a:xfrm>
          <a:prstGeom prst="straightConnector1">
            <a:avLst/>
          </a:prstGeom>
          <a:noFill/>
          <a:ln cap="flat" cmpd="sng" w="28575">
            <a:solidFill>
              <a:srgbClr val="FEAE2E"/>
            </a:solidFill>
            <a:prstDash val="solid"/>
            <a:round/>
            <a:headEnd len="med" w="med" type="none"/>
            <a:tailEnd len="med" w="med" type="triangle"/>
          </a:ln>
        </p:spPr>
      </p:cxnSp>
      <p:sp>
        <p:nvSpPr>
          <p:cNvPr id="732" name="Google Shape;732;p45"/>
          <p:cNvSpPr/>
          <p:nvPr/>
        </p:nvSpPr>
        <p:spPr>
          <a:xfrm>
            <a:off x="6690962" y="34894"/>
            <a:ext cx="2415900" cy="10344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WordCloud highlights </a:t>
            </a:r>
            <a:endParaRPr/>
          </a:p>
          <a:p>
            <a:pPr indent="0" lvl="0" marL="0" rtl="0" algn="ctr">
              <a:spcBef>
                <a:spcPts val="0"/>
              </a:spcBef>
              <a:spcAft>
                <a:spcPts val="0"/>
              </a:spcAft>
              <a:buNone/>
            </a:pPr>
            <a:r>
              <a:rPr b="1" lang="en"/>
              <a:t>meaningful words.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46"/>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Implementation of Classifiers</a:t>
            </a:r>
            <a:endParaRPr/>
          </a:p>
        </p:txBody>
      </p:sp>
      <p:pic>
        <p:nvPicPr>
          <p:cNvPr id="738" name="Google Shape;738;p46"/>
          <p:cNvPicPr preferRelativeResize="0"/>
          <p:nvPr/>
        </p:nvPicPr>
        <p:blipFill>
          <a:blip r:embed="rId3">
            <a:alphaModFix/>
          </a:blip>
          <a:stretch>
            <a:fillRect/>
          </a:stretch>
        </p:blipFill>
        <p:spPr>
          <a:xfrm flipH="1">
            <a:off x="884675" y="811888"/>
            <a:ext cx="342900" cy="371475"/>
          </a:xfrm>
          <a:prstGeom prst="rect">
            <a:avLst/>
          </a:prstGeom>
          <a:noFill/>
          <a:ln>
            <a:noFill/>
          </a:ln>
        </p:spPr>
      </p:pic>
      <p:pic>
        <p:nvPicPr>
          <p:cNvPr id="739" name="Google Shape;739;p46"/>
          <p:cNvPicPr preferRelativeResize="0"/>
          <p:nvPr/>
        </p:nvPicPr>
        <p:blipFill>
          <a:blip r:embed="rId4">
            <a:alphaModFix/>
          </a:blip>
          <a:stretch>
            <a:fillRect/>
          </a:stretch>
        </p:blipFill>
        <p:spPr>
          <a:xfrm flipH="1">
            <a:off x="7665225" y="888088"/>
            <a:ext cx="342900" cy="371475"/>
          </a:xfrm>
          <a:prstGeom prst="rect">
            <a:avLst/>
          </a:prstGeom>
          <a:noFill/>
          <a:ln>
            <a:noFill/>
          </a:ln>
        </p:spPr>
      </p:pic>
      <p:sp>
        <p:nvSpPr>
          <p:cNvPr id="740" name="Google Shape;740;p46"/>
          <p:cNvSpPr txBox="1"/>
          <p:nvPr>
            <p:ph idx="4294967295" type="title"/>
          </p:nvPr>
        </p:nvSpPr>
        <p:spPr>
          <a:xfrm>
            <a:off x="687525" y="1028331"/>
            <a:ext cx="8168700" cy="400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400">
                <a:latin typeface="Gantari"/>
                <a:ea typeface="Gantari"/>
                <a:cs typeface="Gantari"/>
                <a:sym typeface="Gantari"/>
              </a:rPr>
              <a:t>The classifiers are trained using unigrams and bigrams from N-Grams. </a:t>
            </a:r>
            <a:endParaRPr sz="1400">
              <a:latin typeface="Gantari"/>
              <a:ea typeface="Gantari"/>
              <a:cs typeface="Gantari"/>
              <a:sym typeface="Gantari"/>
            </a:endParaRPr>
          </a:p>
        </p:txBody>
      </p:sp>
      <p:pic>
        <p:nvPicPr>
          <p:cNvPr id="741" name="Google Shape;741;p46"/>
          <p:cNvPicPr preferRelativeResize="0"/>
          <p:nvPr/>
        </p:nvPicPr>
        <p:blipFill rotWithShape="1">
          <a:blip r:embed="rId5">
            <a:alphaModFix/>
          </a:blip>
          <a:srcRect b="64601" l="0" r="0" t="0"/>
          <a:stretch/>
        </p:blipFill>
        <p:spPr>
          <a:xfrm>
            <a:off x="477301" y="1443825"/>
            <a:ext cx="3730307" cy="546895"/>
          </a:xfrm>
          <a:prstGeom prst="rect">
            <a:avLst/>
          </a:prstGeom>
          <a:noFill/>
          <a:ln>
            <a:noFill/>
          </a:ln>
        </p:spPr>
      </p:pic>
      <p:pic>
        <p:nvPicPr>
          <p:cNvPr id="742" name="Google Shape;742;p46"/>
          <p:cNvPicPr preferRelativeResize="0"/>
          <p:nvPr/>
        </p:nvPicPr>
        <p:blipFill rotWithShape="1">
          <a:blip r:embed="rId5">
            <a:alphaModFix/>
          </a:blip>
          <a:srcRect b="32301" l="0" r="0" t="34492"/>
          <a:stretch/>
        </p:blipFill>
        <p:spPr>
          <a:xfrm>
            <a:off x="4316695" y="1443349"/>
            <a:ext cx="3728549" cy="550116"/>
          </a:xfrm>
          <a:prstGeom prst="rect">
            <a:avLst/>
          </a:prstGeom>
          <a:noFill/>
          <a:ln>
            <a:noFill/>
          </a:ln>
        </p:spPr>
      </p:pic>
      <p:sp>
        <p:nvSpPr>
          <p:cNvPr id="743" name="Google Shape;743;p46"/>
          <p:cNvSpPr txBox="1"/>
          <p:nvPr>
            <p:ph idx="4294967295" type="title"/>
          </p:nvPr>
        </p:nvSpPr>
        <p:spPr>
          <a:xfrm>
            <a:off x="368263" y="2067206"/>
            <a:ext cx="4124400" cy="2339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400">
                <a:latin typeface="Gantari"/>
                <a:ea typeface="Gantari"/>
                <a:cs typeface="Gantari"/>
                <a:sym typeface="Gantari"/>
              </a:rPr>
              <a:t>N-grams capture contextual information and semantics within a sequence of words</a:t>
            </a:r>
            <a:endParaRPr sz="1400">
              <a:latin typeface="Gantari"/>
              <a:ea typeface="Gantari"/>
              <a:cs typeface="Gantari"/>
              <a:sym typeface="Gantari"/>
            </a:endParaRPr>
          </a:p>
          <a:p>
            <a:pPr indent="0" lvl="0" marL="0" rtl="0" algn="l">
              <a:spcBef>
                <a:spcPts val="0"/>
              </a:spcBef>
              <a:spcAft>
                <a:spcPts val="0"/>
              </a:spcAft>
              <a:buNone/>
            </a:pPr>
            <a:r>
              <a:t/>
            </a:r>
            <a:endParaRPr sz="1400">
              <a:latin typeface="Gantari"/>
              <a:ea typeface="Gantari"/>
              <a:cs typeface="Gantari"/>
              <a:sym typeface="Gantari"/>
            </a:endParaRPr>
          </a:p>
          <a:p>
            <a:pPr indent="0" lvl="0" marL="0" rtl="0" algn="l">
              <a:spcBef>
                <a:spcPts val="0"/>
              </a:spcBef>
              <a:spcAft>
                <a:spcPts val="0"/>
              </a:spcAft>
              <a:buNone/>
            </a:pPr>
            <a:r>
              <a:rPr lang="en" sz="1400">
                <a:latin typeface="Gantari"/>
                <a:ea typeface="Gantari"/>
                <a:cs typeface="Gantari"/>
                <a:sym typeface="Gantari"/>
              </a:rPr>
              <a:t>Offers nuanced understanding of language essential for sentiment analysis. </a:t>
            </a:r>
            <a:endParaRPr sz="1400">
              <a:latin typeface="Gantari"/>
              <a:ea typeface="Gantari"/>
              <a:cs typeface="Gantari"/>
              <a:sym typeface="Gantari"/>
            </a:endParaRPr>
          </a:p>
          <a:p>
            <a:pPr indent="0" lvl="0" marL="0" rtl="0" algn="l">
              <a:spcBef>
                <a:spcPts val="0"/>
              </a:spcBef>
              <a:spcAft>
                <a:spcPts val="0"/>
              </a:spcAft>
              <a:buNone/>
            </a:pPr>
            <a:r>
              <a:t/>
            </a:r>
            <a:endParaRPr sz="1400">
              <a:latin typeface="Gantari"/>
              <a:ea typeface="Gantari"/>
              <a:cs typeface="Gantari"/>
              <a:sym typeface="Gantari"/>
            </a:endParaRPr>
          </a:p>
          <a:p>
            <a:pPr indent="0" lvl="0" marL="0" rtl="0" algn="l">
              <a:spcBef>
                <a:spcPts val="0"/>
              </a:spcBef>
              <a:spcAft>
                <a:spcPts val="0"/>
              </a:spcAft>
              <a:buNone/>
            </a:pPr>
            <a:r>
              <a:rPr lang="en" sz="1400">
                <a:latin typeface="Gantari"/>
                <a:ea typeface="Gantari"/>
                <a:cs typeface="Gantari"/>
                <a:sym typeface="Gantari"/>
              </a:rPr>
              <a:t>For example, classifier trained on individual words, might misinterpret "not good" as positive based on the word "good." </a:t>
            </a:r>
            <a:endParaRPr sz="1400">
              <a:latin typeface="Gantari"/>
              <a:ea typeface="Gantari"/>
              <a:cs typeface="Gantari"/>
              <a:sym typeface="Gantari"/>
            </a:endParaRPr>
          </a:p>
          <a:p>
            <a:pPr indent="0" lvl="0" marL="0" rtl="0" algn="l">
              <a:spcBef>
                <a:spcPts val="0"/>
              </a:spcBef>
              <a:spcAft>
                <a:spcPts val="0"/>
              </a:spcAft>
              <a:buNone/>
            </a:pPr>
            <a:r>
              <a:rPr lang="en" sz="1400">
                <a:latin typeface="Gantari"/>
                <a:ea typeface="Gantari"/>
                <a:cs typeface="Gantari"/>
                <a:sym typeface="Gantari"/>
              </a:rPr>
              <a:t>Leads to inaccurate sentiment analysis. </a:t>
            </a:r>
            <a:endParaRPr sz="1400">
              <a:latin typeface="Gantari"/>
              <a:ea typeface="Gantari"/>
              <a:cs typeface="Gantari"/>
              <a:sym typeface="Gantari"/>
            </a:endParaRPr>
          </a:p>
        </p:txBody>
      </p:sp>
      <p:pic>
        <p:nvPicPr>
          <p:cNvPr descr="For instance, a model trained on individual words might misinterpret &quot;not good&quot; as positive based on the word &quot;good.&quot; Using N-grams allows the model to consider combinations like &quot;not good,&quot; resulting in more reliable sentiment analysis." id="744" name="Google Shape;744;p46"/>
          <p:cNvPicPr preferRelativeResize="0"/>
          <p:nvPr/>
        </p:nvPicPr>
        <p:blipFill rotWithShape="1">
          <a:blip r:embed="rId6">
            <a:alphaModFix/>
          </a:blip>
          <a:srcRect b="9971" l="0" r="0" t="12738"/>
          <a:stretch/>
        </p:blipFill>
        <p:spPr>
          <a:xfrm>
            <a:off x="5293075" y="2173475"/>
            <a:ext cx="2752175" cy="2127150"/>
          </a:xfrm>
          <a:prstGeom prst="rect">
            <a:avLst/>
          </a:prstGeom>
          <a:noFill/>
          <a:ln>
            <a:noFill/>
          </a:ln>
        </p:spPr>
      </p:pic>
      <p:sp>
        <p:nvSpPr>
          <p:cNvPr id="745" name="Google Shape;745;p46"/>
          <p:cNvSpPr/>
          <p:nvPr/>
        </p:nvSpPr>
        <p:spPr>
          <a:xfrm>
            <a:off x="202050" y="4447850"/>
            <a:ext cx="8795400" cy="61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746" name="Google Shape;746;p46"/>
          <p:cNvSpPr txBox="1"/>
          <p:nvPr/>
        </p:nvSpPr>
        <p:spPr>
          <a:xfrm>
            <a:off x="368275" y="4447850"/>
            <a:ext cx="8487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Gantari"/>
                <a:ea typeface="Gantari"/>
                <a:cs typeface="Gantari"/>
                <a:sym typeface="Gantari"/>
              </a:rPr>
              <a:t>Hence, by using N-grams, it allows our classifiers to consider combinations like "not good", </a:t>
            </a:r>
            <a:endParaRPr b="1">
              <a:solidFill>
                <a:schemeClr val="dk1"/>
              </a:solidFill>
              <a:latin typeface="Gantari"/>
              <a:ea typeface="Gantari"/>
              <a:cs typeface="Gantari"/>
              <a:sym typeface="Gantari"/>
            </a:endParaRPr>
          </a:p>
          <a:p>
            <a:pPr indent="0" lvl="0" marL="0" rtl="0" algn="ctr">
              <a:spcBef>
                <a:spcPts val="0"/>
              </a:spcBef>
              <a:spcAft>
                <a:spcPts val="0"/>
              </a:spcAft>
              <a:buNone/>
            </a:pPr>
            <a:r>
              <a:rPr b="1" lang="en">
                <a:solidFill>
                  <a:schemeClr val="dk1"/>
                </a:solidFill>
                <a:latin typeface="Gantari"/>
                <a:ea typeface="Gantari"/>
                <a:cs typeface="Gantari"/>
                <a:sym typeface="Gantari"/>
              </a:rPr>
              <a:t>resulting in more reliable sentiment analysis.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p47"/>
          <p:cNvPicPr preferRelativeResize="0"/>
          <p:nvPr/>
        </p:nvPicPr>
        <p:blipFill>
          <a:blip r:embed="rId3">
            <a:alphaModFix/>
          </a:blip>
          <a:stretch>
            <a:fillRect/>
          </a:stretch>
        </p:blipFill>
        <p:spPr>
          <a:xfrm>
            <a:off x="7150150" y="1143363"/>
            <a:ext cx="342900" cy="371475"/>
          </a:xfrm>
          <a:prstGeom prst="rect">
            <a:avLst/>
          </a:prstGeom>
          <a:noFill/>
          <a:ln>
            <a:noFill/>
          </a:ln>
        </p:spPr>
      </p:pic>
      <p:sp>
        <p:nvSpPr>
          <p:cNvPr id="752" name="Google Shape;752;p47"/>
          <p:cNvSpPr txBox="1"/>
          <p:nvPr>
            <p:ph type="title"/>
          </p:nvPr>
        </p:nvSpPr>
        <p:spPr>
          <a:xfrm>
            <a:off x="3588275" y="2667088"/>
            <a:ext cx="6383100" cy="68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and </a:t>
            </a:r>
            <a:br>
              <a:rPr lang="en"/>
            </a:br>
            <a:r>
              <a:rPr lang="en"/>
              <a:t>Discussion</a:t>
            </a:r>
            <a:endParaRPr/>
          </a:p>
          <a:p>
            <a:pPr indent="0" lvl="0" marL="0" rtl="0" algn="l">
              <a:spcBef>
                <a:spcPts val="0"/>
              </a:spcBef>
              <a:spcAft>
                <a:spcPts val="0"/>
              </a:spcAft>
              <a:buNone/>
            </a:pPr>
            <a:r>
              <a:t/>
            </a:r>
            <a:endParaRPr/>
          </a:p>
        </p:txBody>
      </p:sp>
      <p:sp>
        <p:nvSpPr>
          <p:cNvPr id="753" name="Google Shape;753;p47"/>
          <p:cNvSpPr txBox="1"/>
          <p:nvPr>
            <p:ph idx="2" type="title"/>
          </p:nvPr>
        </p:nvSpPr>
        <p:spPr>
          <a:xfrm>
            <a:off x="1704125" y="2060550"/>
            <a:ext cx="1375500" cy="1112700"/>
          </a:xfrm>
          <a:prstGeom prst="rect">
            <a:avLst/>
          </a:prstGeom>
          <a:solidFill>
            <a:schemeClr val="accent4"/>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id="754" name="Google Shape;754;p47"/>
          <p:cNvPicPr preferRelativeResize="0"/>
          <p:nvPr/>
        </p:nvPicPr>
        <p:blipFill>
          <a:blip r:embed="rId4">
            <a:alphaModFix/>
          </a:blip>
          <a:stretch>
            <a:fillRect/>
          </a:stretch>
        </p:blipFill>
        <p:spPr>
          <a:xfrm>
            <a:off x="3125038" y="695475"/>
            <a:ext cx="342900" cy="371475"/>
          </a:xfrm>
          <a:prstGeom prst="rect">
            <a:avLst/>
          </a:prstGeom>
          <a:noFill/>
          <a:ln>
            <a:noFill/>
          </a:ln>
        </p:spPr>
      </p:pic>
      <p:grpSp>
        <p:nvGrpSpPr>
          <p:cNvPr id="755" name="Google Shape;755;p47"/>
          <p:cNvGrpSpPr/>
          <p:nvPr/>
        </p:nvGrpSpPr>
        <p:grpSpPr>
          <a:xfrm rot="1511165">
            <a:off x="7534874" y="365793"/>
            <a:ext cx="1102593" cy="1030845"/>
            <a:chOff x="10415772" y="-60500"/>
            <a:chExt cx="1156567" cy="1081307"/>
          </a:xfrm>
        </p:grpSpPr>
        <p:sp>
          <p:nvSpPr>
            <p:cNvPr id="756" name="Google Shape;756;p47"/>
            <p:cNvSpPr/>
            <p:nvPr/>
          </p:nvSpPr>
          <p:spPr>
            <a:xfrm>
              <a:off x="10418403" y="-53382"/>
              <a:ext cx="1153935" cy="1074189"/>
            </a:xfrm>
            <a:custGeom>
              <a:rect b="b" l="l" r="r" t="t"/>
              <a:pathLst>
                <a:path extrusionOk="0" h="30981" w="33281">
                  <a:moveTo>
                    <a:pt x="33125" y="16172"/>
                  </a:moveTo>
                  <a:cubicBezTo>
                    <a:pt x="33096" y="16158"/>
                    <a:pt x="33068" y="16144"/>
                    <a:pt x="33040" y="16144"/>
                  </a:cubicBezTo>
                  <a:cubicBezTo>
                    <a:pt x="33054" y="16115"/>
                    <a:pt x="33082" y="16087"/>
                    <a:pt x="33125" y="16073"/>
                  </a:cubicBezTo>
                  <a:cubicBezTo>
                    <a:pt x="33111" y="16030"/>
                    <a:pt x="33111" y="15959"/>
                    <a:pt x="33082" y="15945"/>
                  </a:cubicBezTo>
                  <a:cubicBezTo>
                    <a:pt x="32898" y="15846"/>
                    <a:pt x="32798" y="15633"/>
                    <a:pt x="32855" y="15434"/>
                  </a:cubicBezTo>
                  <a:cubicBezTo>
                    <a:pt x="32869" y="15264"/>
                    <a:pt x="32855" y="15093"/>
                    <a:pt x="32784" y="14937"/>
                  </a:cubicBezTo>
                  <a:cubicBezTo>
                    <a:pt x="32741" y="14838"/>
                    <a:pt x="32727" y="14738"/>
                    <a:pt x="32741" y="14625"/>
                  </a:cubicBezTo>
                  <a:cubicBezTo>
                    <a:pt x="32741" y="14525"/>
                    <a:pt x="32812" y="14454"/>
                    <a:pt x="32912" y="14454"/>
                  </a:cubicBezTo>
                  <a:cubicBezTo>
                    <a:pt x="32912" y="14426"/>
                    <a:pt x="32912" y="14397"/>
                    <a:pt x="32912" y="14383"/>
                  </a:cubicBezTo>
                  <a:lnTo>
                    <a:pt x="32812" y="14284"/>
                  </a:lnTo>
                  <a:cubicBezTo>
                    <a:pt x="32727" y="14213"/>
                    <a:pt x="32727" y="14142"/>
                    <a:pt x="32827" y="14085"/>
                  </a:cubicBezTo>
                  <a:cubicBezTo>
                    <a:pt x="32784" y="13972"/>
                    <a:pt x="32756" y="13858"/>
                    <a:pt x="32642" y="13801"/>
                  </a:cubicBezTo>
                  <a:lnTo>
                    <a:pt x="32557" y="13318"/>
                  </a:lnTo>
                  <a:lnTo>
                    <a:pt x="32642" y="13318"/>
                  </a:lnTo>
                  <a:lnTo>
                    <a:pt x="32741" y="13219"/>
                  </a:lnTo>
                  <a:lnTo>
                    <a:pt x="32741" y="13134"/>
                  </a:lnTo>
                  <a:cubicBezTo>
                    <a:pt x="32628" y="13134"/>
                    <a:pt x="32543" y="13049"/>
                    <a:pt x="32543" y="12935"/>
                  </a:cubicBezTo>
                  <a:lnTo>
                    <a:pt x="32244" y="12949"/>
                  </a:lnTo>
                  <a:lnTo>
                    <a:pt x="32173" y="12850"/>
                  </a:lnTo>
                  <a:cubicBezTo>
                    <a:pt x="32287" y="12751"/>
                    <a:pt x="32372" y="12651"/>
                    <a:pt x="32259" y="12495"/>
                  </a:cubicBezTo>
                  <a:cubicBezTo>
                    <a:pt x="32202" y="12438"/>
                    <a:pt x="32173" y="12353"/>
                    <a:pt x="32173" y="12282"/>
                  </a:cubicBezTo>
                  <a:cubicBezTo>
                    <a:pt x="32230" y="12097"/>
                    <a:pt x="32088" y="11970"/>
                    <a:pt x="32060" y="11799"/>
                  </a:cubicBezTo>
                  <a:cubicBezTo>
                    <a:pt x="31946" y="11799"/>
                    <a:pt x="31918" y="11700"/>
                    <a:pt x="31889" y="11615"/>
                  </a:cubicBezTo>
                  <a:cubicBezTo>
                    <a:pt x="31847" y="11544"/>
                    <a:pt x="31776" y="11529"/>
                    <a:pt x="31691" y="11586"/>
                  </a:cubicBezTo>
                  <a:cubicBezTo>
                    <a:pt x="31648" y="11629"/>
                    <a:pt x="31606" y="11700"/>
                    <a:pt x="31549" y="11629"/>
                  </a:cubicBezTo>
                  <a:cubicBezTo>
                    <a:pt x="31520" y="11600"/>
                    <a:pt x="31535" y="11544"/>
                    <a:pt x="31549" y="11501"/>
                  </a:cubicBezTo>
                  <a:cubicBezTo>
                    <a:pt x="31634" y="11359"/>
                    <a:pt x="31549" y="11302"/>
                    <a:pt x="31421" y="11288"/>
                  </a:cubicBezTo>
                  <a:lnTo>
                    <a:pt x="31421" y="11288"/>
                  </a:lnTo>
                  <a:cubicBezTo>
                    <a:pt x="31364" y="11118"/>
                    <a:pt x="31478" y="10990"/>
                    <a:pt x="31563" y="10862"/>
                  </a:cubicBezTo>
                  <a:lnTo>
                    <a:pt x="31307" y="10749"/>
                  </a:lnTo>
                  <a:cubicBezTo>
                    <a:pt x="31307" y="10678"/>
                    <a:pt x="31307" y="10621"/>
                    <a:pt x="31279" y="10564"/>
                  </a:cubicBezTo>
                  <a:cubicBezTo>
                    <a:pt x="31180" y="10337"/>
                    <a:pt x="31066" y="10110"/>
                    <a:pt x="30754" y="10181"/>
                  </a:cubicBezTo>
                  <a:cubicBezTo>
                    <a:pt x="30754" y="10081"/>
                    <a:pt x="30725" y="9982"/>
                    <a:pt x="30810" y="9911"/>
                  </a:cubicBezTo>
                  <a:cubicBezTo>
                    <a:pt x="30853" y="9882"/>
                    <a:pt x="30881" y="9868"/>
                    <a:pt x="30924" y="9840"/>
                  </a:cubicBezTo>
                  <a:cubicBezTo>
                    <a:pt x="31023" y="9726"/>
                    <a:pt x="31009" y="9655"/>
                    <a:pt x="30867" y="9584"/>
                  </a:cubicBezTo>
                  <a:cubicBezTo>
                    <a:pt x="30810" y="9556"/>
                    <a:pt x="30754" y="9528"/>
                    <a:pt x="30697" y="9513"/>
                  </a:cubicBezTo>
                  <a:cubicBezTo>
                    <a:pt x="30782" y="9471"/>
                    <a:pt x="30867" y="9400"/>
                    <a:pt x="30938" y="9315"/>
                  </a:cubicBezTo>
                  <a:lnTo>
                    <a:pt x="30938" y="9315"/>
                  </a:lnTo>
                  <a:cubicBezTo>
                    <a:pt x="30967" y="9286"/>
                    <a:pt x="30995" y="9258"/>
                    <a:pt x="31038" y="9229"/>
                  </a:cubicBezTo>
                  <a:lnTo>
                    <a:pt x="31038" y="9229"/>
                  </a:lnTo>
                  <a:cubicBezTo>
                    <a:pt x="31066" y="9187"/>
                    <a:pt x="31094" y="9158"/>
                    <a:pt x="31123" y="9116"/>
                  </a:cubicBezTo>
                  <a:cubicBezTo>
                    <a:pt x="31123" y="9087"/>
                    <a:pt x="31123" y="9073"/>
                    <a:pt x="31123" y="9045"/>
                  </a:cubicBezTo>
                  <a:cubicBezTo>
                    <a:pt x="31094" y="9002"/>
                    <a:pt x="31066" y="8974"/>
                    <a:pt x="31038" y="8945"/>
                  </a:cubicBezTo>
                  <a:lnTo>
                    <a:pt x="31038" y="8945"/>
                  </a:lnTo>
                  <a:cubicBezTo>
                    <a:pt x="30938" y="8874"/>
                    <a:pt x="30796" y="8874"/>
                    <a:pt x="30739" y="8747"/>
                  </a:cubicBezTo>
                  <a:lnTo>
                    <a:pt x="30739" y="8747"/>
                  </a:lnTo>
                  <a:cubicBezTo>
                    <a:pt x="30725" y="8718"/>
                    <a:pt x="30683" y="8718"/>
                    <a:pt x="30654" y="8747"/>
                  </a:cubicBezTo>
                  <a:cubicBezTo>
                    <a:pt x="30626" y="8747"/>
                    <a:pt x="30597" y="8747"/>
                    <a:pt x="30555" y="8747"/>
                  </a:cubicBezTo>
                  <a:cubicBezTo>
                    <a:pt x="30384" y="8860"/>
                    <a:pt x="30186" y="8661"/>
                    <a:pt x="30015" y="8789"/>
                  </a:cubicBezTo>
                  <a:cubicBezTo>
                    <a:pt x="30001" y="8803"/>
                    <a:pt x="30001" y="8832"/>
                    <a:pt x="29987" y="8846"/>
                  </a:cubicBezTo>
                  <a:lnTo>
                    <a:pt x="29987" y="8846"/>
                  </a:lnTo>
                  <a:lnTo>
                    <a:pt x="29902" y="8761"/>
                  </a:lnTo>
                  <a:cubicBezTo>
                    <a:pt x="30044" y="8633"/>
                    <a:pt x="30058" y="8619"/>
                    <a:pt x="29973" y="8406"/>
                  </a:cubicBezTo>
                  <a:lnTo>
                    <a:pt x="30015" y="8363"/>
                  </a:lnTo>
                  <a:cubicBezTo>
                    <a:pt x="30001" y="8335"/>
                    <a:pt x="29987" y="8307"/>
                    <a:pt x="29973" y="8278"/>
                  </a:cubicBezTo>
                  <a:cubicBezTo>
                    <a:pt x="29916" y="8023"/>
                    <a:pt x="30214" y="8108"/>
                    <a:pt x="30271" y="7966"/>
                  </a:cubicBezTo>
                  <a:cubicBezTo>
                    <a:pt x="30271" y="7937"/>
                    <a:pt x="30271" y="7909"/>
                    <a:pt x="30271" y="7895"/>
                  </a:cubicBezTo>
                  <a:cubicBezTo>
                    <a:pt x="30214" y="7838"/>
                    <a:pt x="30228" y="7753"/>
                    <a:pt x="30172" y="7696"/>
                  </a:cubicBezTo>
                  <a:lnTo>
                    <a:pt x="30172" y="7696"/>
                  </a:lnTo>
                  <a:cubicBezTo>
                    <a:pt x="29973" y="7497"/>
                    <a:pt x="29746" y="7895"/>
                    <a:pt x="29561" y="7653"/>
                  </a:cubicBezTo>
                  <a:cubicBezTo>
                    <a:pt x="29547" y="7611"/>
                    <a:pt x="29518" y="7554"/>
                    <a:pt x="29504" y="7511"/>
                  </a:cubicBezTo>
                  <a:lnTo>
                    <a:pt x="29504" y="7412"/>
                  </a:lnTo>
                  <a:lnTo>
                    <a:pt x="29447" y="7412"/>
                  </a:lnTo>
                  <a:cubicBezTo>
                    <a:pt x="29433" y="7384"/>
                    <a:pt x="29419" y="7355"/>
                    <a:pt x="29391" y="7327"/>
                  </a:cubicBezTo>
                  <a:cubicBezTo>
                    <a:pt x="29362" y="7298"/>
                    <a:pt x="29334" y="7270"/>
                    <a:pt x="29291" y="7256"/>
                  </a:cubicBezTo>
                  <a:cubicBezTo>
                    <a:pt x="29249" y="7242"/>
                    <a:pt x="29206" y="7227"/>
                    <a:pt x="29163" y="7227"/>
                  </a:cubicBezTo>
                  <a:lnTo>
                    <a:pt x="29149" y="7227"/>
                  </a:lnTo>
                  <a:cubicBezTo>
                    <a:pt x="29107" y="7213"/>
                    <a:pt x="29078" y="7213"/>
                    <a:pt x="29036" y="7213"/>
                  </a:cubicBezTo>
                  <a:cubicBezTo>
                    <a:pt x="29092" y="7142"/>
                    <a:pt x="29163" y="7085"/>
                    <a:pt x="29220" y="7014"/>
                  </a:cubicBezTo>
                  <a:lnTo>
                    <a:pt x="29220" y="7014"/>
                  </a:lnTo>
                  <a:cubicBezTo>
                    <a:pt x="29249" y="6986"/>
                    <a:pt x="29277" y="6943"/>
                    <a:pt x="29305" y="6915"/>
                  </a:cubicBezTo>
                  <a:cubicBezTo>
                    <a:pt x="29305" y="6887"/>
                    <a:pt x="29305" y="6858"/>
                    <a:pt x="29305" y="6830"/>
                  </a:cubicBezTo>
                  <a:cubicBezTo>
                    <a:pt x="29277" y="6802"/>
                    <a:pt x="29249" y="6759"/>
                    <a:pt x="29220" y="6731"/>
                  </a:cubicBezTo>
                  <a:lnTo>
                    <a:pt x="29220" y="6731"/>
                  </a:lnTo>
                  <a:cubicBezTo>
                    <a:pt x="29206" y="6716"/>
                    <a:pt x="29178" y="6688"/>
                    <a:pt x="29149" y="6688"/>
                  </a:cubicBezTo>
                  <a:cubicBezTo>
                    <a:pt x="29163" y="6660"/>
                    <a:pt x="29163" y="6631"/>
                    <a:pt x="29163" y="6603"/>
                  </a:cubicBezTo>
                  <a:cubicBezTo>
                    <a:pt x="29149" y="6589"/>
                    <a:pt x="29135" y="6560"/>
                    <a:pt x="29121" y="6546"/>
                  </a:cubicBezTo>
                  <a:cubicBezTo>
                    <a:pt x="29092" y="6546"/>
                    <a:pt x="29064" y="6546"/>
                    <a:pt x="29036" y="6546"/>
                  </a:cubicBezTo>
                  <a:cubicBezTo>
                    <a:pt x="28965" y="6617"/>
                    <a:pt x="28865" y="6574"/>
                    <a:pt x="28794" y="6603"/>
                  </a:cubicBezTo>
                  <a:cubicBezTo>
                    <a:pt x="28794" y="6546"/>
                    <a:pt x="28780" y="6489"/>
                    <a:pt x="28752" y="6447"/>
                  </a:cubicBezTo>
                  <a:lnTo>
                    <a:pt x="28752" y="6262"/>
                  </a:lnTo>
                  <a:cubicBezTo>
                    <a:pt x="28723" y="6219"/>
                    <a:pt x="28667" y="6205"/>
                    <a:pt x="28638" y="6234"/>
                  </a:cubicBezTo>
                  <a:lnTo>
                    <a:pt x="28624" y="6248"/>
                  </a:lnTo>
                  <a:cubicBezTo>
                    <a:pt x="28525" y="6177"/>
                    <a:pt x="28411" y="6148"/>
                    <a:pt x="28283" y="6163"/>
                  </a:cubicBezTo>
                  <a:lnTo>
                    <a:pt x="28269" y="6134"/>
                  </a:lnTo>
                  <a:cubicBezTo>
                    <a:pt x="28212" y="6106"/>
                    <a:pt x="28127" y="6092"/>
                    <a:pt x="28084" y="6035"/>
                  </a:cubicBezTo>
                  <a:cubicBezTo>
                    <a:pt x="28113" y="6021"/>
                    <a:pt x="28155" y="5992"/>
                    <a:pt x="28184" y="5978"/>
                  </a:cubicBezTo>
                  <a:lnTo>
                    <a:pt x="28184" y="5978"/>
                  </a:lnTo>
                  <a:cubicBezTo>
                    <a:pt x="28212" y="5935"/>
                    <a:pt x="28241" y="5907"/>
                    <a:pt x="28269" y="5879"/>
                  </a:cubicBezTo>
                  <a:lnTo>
                    <a:pt x="28269" y="5879"/>
                  </a:lnTo>
                  <a:cubicBezTo>
                    <a:pt x="28297" y="5850"/>
                    <a:pt x="28297" y="5808"/>
                    <a:pt x="28269" y="5779"/>
                  </a:cubicBezTo>
                  <a:lnTo>
                    <a:pt x="28269" y="5779"/>
                  </a:lnTo>
                  <a:cubicBezTo>
                    <a:pt x="28226" y="5722"/>
                    <a:pt x="28141" y="5722"/>
                    <a:pt x="28084" y="5779"/>
                  </a:cubicBezTo>
                  <a:lnTo>
                    <a:pt x="27999" y="5779"/>
                  </a:lnTo>
                  <a:cubicBezTo>
                    <a:pt x="27871" y="5850"/>
                    <a:pt x="27786" y="5779"/>
                    <a:pt x="27715" y="5708"/>
                  </a:cubicBezTo>
                  <a:cubicBezTo>
                    <a:pt x="27658" y="5623"/>
                    <a:pt x="27786" y="5637"/>
                    <a:pt x="27800" y="5580"/>
                  </a:cubicBezTo>
                  <a:lnTo>
                    <a:pt x="27800" y="5580"/>
                  </a:lnTo>
                  <a:cubicBezTo>
                    <a:pt x="27857" y="5538"/>
                    <a:pt x="27857" y="5453"/>
                    <a:pt x="27800" y="5396"/>
                  </a:cubicBezTo>
                  <a:lnTo>
                    <a:pt x="27800" y="5396"/>
                  </a:lnTo>
                  <a:cubicBezTo>
                    <a:pt x="27744" y="5339"/>
                    <a:pt x="27758" y="5254"/>
                    <a:pt x="27701" y="5211"/>
                  </a:cubicBezTo>
                  <a:lnTo>
                    <a:pt x="27701" y="5211"/>
                  </a:lnTo>
                  <a:cubicBezTo>
                    <a:pt x="27587" y="5098"/>
                    <a:pt x="27488" y="4998"/>
                    <a:pt x="27318" y="5112"/>
                  </a:cubicBezTo>
                  <a:lnTo>
                    <a:pt x="27318" y="5112"/>
                  </a:lnTo>
                  <a:cubicBezTo>
                    <a:pt x="27119" y="5183"/>
                    <a:pt x="27218" y="4970"/>
                    <a:pt x="27133" y="4913"/>
                  </a:cubicBezTo>
                  <a:lnTo>
                    <a:pt x="27133" y="4913"/>
                  </a:lnTo>
                  <a:cubicBezTo>
                    <a:pt x="27091" y="4856"/>
                    <a:pt x="27034" y="4814"/>
                    <a:pt x="26977" y="4785"/>
                  </a:cubicBezTo>
                  <a:cubicBezTo>
                    <a:pt x="26977" y="4771"/>
                    <a:pt x="26977" y="4743"/>
                    <a:pt x="26949" y="4729"/>
                  </a:cubicBezTo>
                  <a:lnTo>
                    <a:pt x="26949" y="4729"/>
                  </a:lnTo>
                  <a:cubicBezTo>
                    <a:pt x="26906" y="4700"/>
                    <a:pt x="26878" y="4672"/>
                    <a:pt x="26849" y="4629"/>
                  </a:cubicBezTo>
                  <a:lnTo>
                    <a:pt x="26750" y="4530"/>
                  </a:lnTo>
                  <a:cubicBezTo>
                    <a:pt x="26807" y="4359"/>
                    <a:pt x="26878" y="4175"/>
                    <a:pt x="26565" y="4246"/>
                  </a:cubicBezTo>
                  <a:lnTo>
                    <a:pt x="26466" y="4246"/>
                  </a:lnTo>
                  <a:cubicBezTo>
                    <a:pt x="26437" y="4288"/>
                    <a:pt x="26395" y="4317"/>
                    <a:pt x="26366" y="4345"/>
                  </a:cubicBezTo>
                  <a:lnTo>
                    <a:pt x="26366" y="4345"/>
                  </a:lnTo>
                  <a:cubicBezTo>
                    <a:pt x="26338" y="4374"/>
                    <a:pt x="26310" y="4402"/>
                    <a:pt x="26295" y="4445"/>
                  </a:cubicBezTo>
                  <a:lnTo>
                    <a:pt x="26210" y="4430"/>
                  </a:lnTo>
                  <a:cubicBezTo>
                    <a:pt x="26210" y="4430"/>
                    <a:pt x="26210" y="4416"/>
                    <a:pt x="26210" y="4402"/>
                  </a:cubicBezTo>
                  <a:cubicBezTo>
                    <a:pt x="26182" y="4274"/>
                    <a:pt x="25997" y="4288"/>
                    <a:pt x="25983" y="4146"/>
                  </a:cubicBezTo>
                  <a:cubicBezTo>
                    <a:pt x="25955" y="4161"/>
                    <a:pt x="25926" y="4161"/>
                    <a:pt x="25898" y="4146"/>
                  </a:cubicBezTo>
                  <a:lnTo>
                    <a:pt x="25855" y="4132"/>
                  </a:lnTo>
                  <a:lnTo>
                    <a:pt x="25827" y="4090"/>
                  </a:lnTo>
                  <a:lnTo>
                    <a:pt x="25841" y="4047"/>
                  </a:lnTo>
                  <a:cubicBezTo>
                    <a:pt x="25841" y="4019"/>
                    <a:pt x="25827" y="3990"/>
                    <a:pt x="25799" y="3962"/>
                  </a:cubicBezTo>
                  <a:lnTo>
                    <a:pt x="25799" y="3877"/>
                  </a:lnTo>
                  <a:cubicBezTo>
                    <a:pt x="25770" y="3834"/>
                    <a:pt x="25742" y="3806"/>
                    <a:pt x="25699" y="3777"/>
                  </a:cubicBezTo>
                  <a:cubicBezTo>
                    <a:pt x="25614" y="3692"/>
                    <a:pt x="25699" y="3564"/>
                    <a:pt x="25614" y="3493"/>
                  </a:cubicBezTo>
                  <a:cubicBezTo>
                    <a:pt x="25571" y="3422"/>
                    <a:pt x="25500" y="3380"/>
                    <a:pt x="25415" y="3394"/>
                  </a:cubicBezTo>
                  <a:cubicBezTo>
                    <a:pt x="25373" y="3337"/>
                    <a:pt x="25344" y="3238"/>
                    <a:pt x="25231" y="3295"/>
                  </a:cubicBezTo>
                  <a:lnTo>
                    <a:pt x="25046" y="3295"/>
                  </a:lnTo>
                  <a:cubicBezTo>
                    <a:pt x="25018" y="3266"/>
                    <a:pt x="25003" y="3266"/>
                    <a:pt x="24975" y="3266"/>
                  </a:cubicBezTo>
                  <a:lnTo>
                    <a:pt x="24975" y="3252"/>
                  </a:lnTo>
                  <a:lnTo>
                    <a:pt x="24932" y="3195"/>
                  </a:lnTo>
                  <a:lnTo>
                    <a:pt x="24932" y="3195"/>
                  </a:lnTo>
                  <a:cubicBezTo>
                    <a:pt x="24876" y="3153"/>
                    <a:pt x="24904" y="3067"/>
                    <a:pt x="24847" y="3011"/>
                  </a:cubicBezTo>
                  <a:lnTo>
                    <a:pt x="24847" y="2911"/>
                  </a:lnTo>
                  <a:lnTo>
                    <a:pt x="24748" y="2826"/>
                  </a:lnTo>
                  <a:cubicBezTo>
                    <a:pt x="24407" y="2982"/>
                    <a:pt x="24407" y="2982"/>
                    <a:pt x="24180" y="2727"/>
                  </a:cubicBezTo>
                  <a:cubicBezTo>
                    <a:pt x="24081" y="2812"/>
                    <a:pt x="23981" y="2741"/>
                    <a:pt x="23896" y="2727"/>
                  </a:cubicBezTo>
                  <a:lnTo>
                    <a:pt x="23797" y="2727"/>
                  </a:lnTo>
                  <a:cubicBezTo>
                    <a:pt x="23740" y="2684"/>
                    <a:pt x="23740" y="2599"/>
                    <a:pt x="23797" y="2542"/>
                  </a:cubicBezTo>
                  <a:lnTo>
                    <a:pt x="23797" y="2542"/>
                  </a:lnTo>
                  <a:cubicBezTo>
                    <a:pt x="23797" y="2542"/>
                    <a:pt x="23811" y="2542"/>
                    <a:pt x="23825" y="2514"/>
                  </a:cubicBezTo>
                  <a:cubicBezTo>
                    <a:pt x="23825" y="2500"/>
                    <a:pt x="23825" y="2471"/>
                    <a:pt x="23797" y="2457"/>
                  </a:cubicBezTo>
                  <a:lnTo>
                    <a:pt x="23782" y="2457"/>
                  </a:lnTo>
                  <a:cubicBezTo>
                    <a:pt x="23797" y="2443"/>
                    <a:pt x="23811" y="2429"/>
                    <a:pt x="23825" y="2429"/>
                  </a:cubicBezTo>
                  <a:cubicBezTo>
                    <a:pt x="23768" y="2216"/>
                    <a:pt x="23669" y="2074"/>
                    <a:pt x="23413" y="2173"/>
                  </a:cubicBezTo>
                  <a:lnTo>
                    <a:pt x="23413" y="2173"/>
                  </a:lnTo>
                  <a:cubicBezTo>
                    <a:pt x="23300" y="2230"/>
                    <a:pt x="23271" y="2130"/>
                    <a:pt x="23229" y="2074"/>
                  </a:cubicBezTo>
                  <a:lnTo>
                    <a:pt x="23229" y="2074"/>
                  </a:lnTo>
                  <a:cubicBezTo>
                    <a:pt x="23129" y="2003"/>
                    <a:pt x="23229" y="1861"/>
                    <a:pt x="23129" y="1790"/>
                  </a:cubicBezTo>
                  <a:lnTo>
                    <a:pt x="23129" y="1790"/>
                  </a:lnTo>
                  <a:cubicBezTo>
                    <a:pt x="23058" y="1747"/>
                    <a:pt x="23058" y="1662"/>
                    <a:pt x="23030" y="1591"/>
                  </a:cubicBezTo>
                  <a:cubicBezTo>
                    <a:pt x="22973" y="1548"/>
                    <a:pt x="22902" y="1548"/>
                    <a:pt x="22845" y="1591"/>
                  </a:cubicBezTo>
                  <a:cubicBezTo>
                    <a:pt x="22817" y="1605"/>
                    <a:pt x="22789" y="1605"/>
                    <a:pt x="22760" y="1591"/>
                  </a:cubicBezTo>
                  <a:cubicBezTo>
                    <a:pt x="22561" y="1690"/>
                    <a:pt x="22334" y="1662"/>
                    <a:pt x="22178" y="1506"/>
                  </a:cubicBezTo>
                  <a:cubicBezTo>
                    <a:pt x="22022" y="1520"/>
                    <a:pt x="21851" y="1477"/>
                    <a:pt x="21780" y="1676"/>
                  </a:cubicBezTo>
                  <a:lnTo>
                    <a:pt x="21709" y="1676"/>
                  </a:lnTo>
                  <a:cubicBezTo>
                    <a:pt x="21596" y="1591"/>
                    <a:pt x="21482" y="1491"/>
                    <a:pt x="21525" y="1307"/>
                  </a:cubicBezTo>
                  <a:lnTo>
                    <a:pt x="21525" y="1307"/>
                  </a:lnTo>
                  <a:lnTo>
                    <a:pt x="21695" y="1278"/>
                  </a:lnTo>
                  <a:lnTo>
                    <a:pt x="21695" y="1321"/>
                  </a:lnTo>
                  <a:lnTo>
                    <a:pt x="21795" y="1207"/>
                  </a:lnTo>
                  <a:cubicBezTo>
                    <a:pt x="21823" y="1179"/>
                    <a:pt x="21851" y="1179"/>
                    <a:pt x="21880" y="1207"/>
                  </a:cubicBezTo>
                  <a:lnTo>
                    <a:pt x="21880" y="1207"/>
                  </a:lnTo>
                  <a:cubicBezTo>
                    <a:pt x="21965" y="1278"/>
                    <a:pt x="22079" y="1264"/>
                    <a:pt x="22164" y="1207"/>
                  </a:cubicBezTo>
                  <a:cubicBezTo>
                    <a:pt x="22164" y="1179"/>
                    <a:pt x="22164" y="1151"/>
                    <a:pt x="22164" y="1122"/>
                  </a:cubicBezTo>
                  <a:cubicBezTo>
                    <a:pt x="22079" y="753"/>
                    <a:pt x="21809" y="909"/>
                    <a:pt x="21596" y="924"/>
                  </a:cubicBezTo>
                  <a:cubicBezTo>
                    <a:pt x="21568" y="924"/>
                    <a:pt x="21539" y="924"/>
                    <a:pt x="21511" y="924"/>
                  </a:cubicBezTo>
                  <a:cubicBezTo>
                    <a:pt x="21482" y="938"/>
                    <a:pt x="21468" y="980"/>
                    <a:pt x="21468" y="1009"/>
                  </a:cubicBezTo>
                  <a:cubicBezTo>
                    <a:pt x="21454" y="1009"/>
                    <a:pt x="21426" y="1009"/>
                    <a:pt x="21411" y="1009"/>
                  </a:cubicBezTo>
                  <a:lnTo>
                    <a:pt x="21411" y="1009"/>
                  </a:lnTo>
                  <a:cubicBezTo>
                    <a:pt x="21312" y="980"/>
                    <a:pt x="21298" y="909"/>
                    <a:pt x="21312" y="810"/>
                  </a:cubicBezTo>
                  <a:cubicBezTo>
                    <a:pt x="21284" y="810"/>
                    <a:pt x="21241" y="810"/>
                    <a:pt x="21213" y="810"/>
                  </a:cubicBezTo>
                  <a:cubicBezTo>
                    <a:pt x="21170" y="767"/>
                    <a:pt x="21085" y="767"/>
                    <a:pt x="21028" y="810"/>
                  </a:cubicBezTo>
                  <a:lnTo>
                    <a:pt x="21028" y="810"/>
                  </a:lnTo>
                  <a:cubicBezTo>
                    <a:pt x="21000" y="838"/>
                    <a:pt x="20957" y="838"/>
                    <a:pt x="20929" y="810"/>
                  </a:cubicBezTo>
                  <a:cubicBezTo>
                    <a:pt x="20900" y="810"/>
                    <a:pt x="20872" y="810"/>
                    <a:pt x="20843" y="810"/>
                  </a:cubicBezTo>
                  <a:cubicBezTo>
                    <a:pt x="20843" y="810"/>
                    <a:pt x="20829" y="796"/>
                    <a:pt x="20815" y="782"/>
                  </a:cubicBezTo>
                  <a:cubicBezTo>
                    <a:pt x="20815" y="767"/>
                    <a:pt x="20815" y="739"/>
                    <a:pt x="20843" y="725"/>
                  </a:cubicBezTo>
                  <a:lnTo>
                    <a:pt x="20843" y="725"/>
                  </a:lnTo>
                  <a:cubicBezTo>
                    <a:pt x="20943" y="554"/>
                    <a:pt x="20801" y="455"/>
                    <a:pt x="20744" y="341"/>
                  </a:cubicBezTo>
                  <a:lnTo>
                    <a:pt x="20645" y="341"/>
                  </a:lnTo>
                  <a:cubicBezTo>
                    <a:pt x="20616" y="370"/>
                    <a:pt x="20588" y="398"/>
                    <a:pt x="20559" y="427"/>
                  </a:cubicBezTo>
                  <a:lnTo>
                    <a:pt x="20446" y="540"/>
                  </a:lnTo>
                  <a:cubicBezTo>
                    <a:pt x="20417" y="569"/>
                    <a:pt x="20389" y="597"/>
                    <a:pt x="20361" y="625"/>
                  </a:cubicBezTo>
                  <a:lnTo>
                    <a:pt x="20261" y="640"/>
                  </a:lnTo>
                  <a:lnTo>
                    <a:pt x="20261" y="640"/>
                  </a:lnTo>
                  <a:lnTo>
                    <a:pt x="20176" y="640"/>
                  </a:lnTo>
                  <a:lnTo>
                    <a:pt x="20176" y="640"/>
                  </a:lnTo>
                  <a:lnTo>
                    <a:pt x="20077" y="625"/>
                  </a:lnTo>
                  <a:cubicBezTo>
                    <a:pt x="20077" y="640"/>
                    <a:pt x="20077" y="654"/>
                    <a:pt x="20077" y="668"/>
                  </a:cubicBezTo>
                  <a:lnTo>
                    <a:pt x="19992" y="668"/>
                  </a:lnTo>
                  <a:cubicBezTo>
                    <a:pt x="19821" y="597"/>
                    <a:pt x="19665" y="498"/>
                    <a:pt x="19523" y="384"/>
                  </a:cubicBezTo>
                  <a:cubicBezTo>
                    <a:pt x="19367" y="270"/>
                    <a:pt x="19253" y="114"/>
                    <a:pt x="19026" y="242"/>
                  </a:cubicBezTo>
                  <a:lnTo>
                    <a:pt x="19026" y="242"/>
                  </a:lnTo>
                  <a:cubicBezTo>
                    <a:pt x="18770" y="114"/>
                    <a:pt x="18472" y="72"/>
                    <a:pt x="18188" y="114"/>
                  </a:cubicBezTo>
                  <a:lnTo>
                    <a:pt x="18160" y="114"/>
                  </a:lnTo>
                  <a:cubicBezTo>
                    <a:pt x="18146" y="86"/>
                    <a:pt x="18103" y="72"/>
                    <a:pt x="18075" y="57"/>
                  </a:cubicBezTo>
                  <a:lnTo>
                    <a:pt x="17975" y="57"/>
                  </a:lnTo>
                  <a:cubicBezTo>
                    <a:pt x="17933" y="1"/>
                    <a:pt x="17848" y="1"/>
                    <a:pt x="17791" y="57"/>
                  </a:cubicBezTo>
                  <a:lnTo>
                    <a:pt x="17791" y="57"/>
                  </a:lnTo>
                  <a:cubicBezTo>
                    <a:pt x="17748" y="114"/>
                    <a:pt x="17649" y="114"/>
                    <a:pt x="17606" y="57"/>
                  </a:cubicBezTo>
                  <a:cubicBezTo>
                    <a:pt x="17578" y="57"/>
                    <a:pt x="17549" y="57"/>
                    <a:pt x="17507" y="57"/>
                  </a:cubicBezTo>
                  <a:cubicBezTo>
                    <a:pt x="17493" y="15"/>
                    <a:pt x="17450" y="15"/>
                    <a:pt x="17422" y="57"/>
                  </a:cubicBezTo>
                  <a:lnTo>
                    <a:pt x="17308" y="157"/>
                  </a:lnTo>
                  <a:cubicBezTo>
                    <a:pt x="17294" y="270"/>
                    <a:pt x="17223" y="370"/>
                    <a:pt x="17138" y="441"/>
                  </a:cubicBezTo>
                  <a:lnTo>
                    <a:pt x="17138" y="441"/>
                  </a:lnTo>
                  <a:cubicBezTo>
                    <a:pt x="17010" y="412"/>
                    <a:pt x="16939" y="228"/>
                    <a:pt x="16783" y="270"/>
                  </a:cubicBezTo>
                  <a:lnTo>
                    <a:pt x="16769" y="341"/>
                  </a:lnTo>
                  <a:cubicBezTo>
                    <a:pt x="16740" y="341"/>
                    <a:pt x="16726" y="341"/>
                    <a:pt x="16712" y="341"/>
                  </a:cubicBezTo>
                  <a:cubicBezTo>
                    <a:pt x="16698" y="341"/>
                    <a:pt x="16683" y="327"/>
                    <a:pt x="16669" y="327"/>
                  </a:cubicBezTo>
                  <a:cubicBezTo>
                    <a:pt x="16641" y="313"/>
                    <a:pt x="16598" y="327"/>
                    <a:pt x="16570" y="356"/>
                  </a:cubicBezTo>
                  <a:lnTo>
                    <a:pt x="16570" y="356"/>
                  </a:lnTo>
                  <a:cubicBezTo>
                    <a:pt x="16541" y="384"/>
                    <a:pt x="16513" y="412"/>
                    <a:pt x="16485" y="441"/>
                  </a:cubicBezTo>
                  <a:lnTo>
                    <a:pt x="16286" y="441"/>
                  </a:lnTo>
                  <a:cubicBezTo>
                    <a:pt x="16286" y="441"/>
                    <a:pt x="16272" y="427"/>
                    <a:pt x="16272" y="398"/>
                  </a:cubicBezTo>
                  <a:cubicBezTo>
                    <a:pt x="16257" y="384"/>
                    <a:pt x="16272" y="370"/>
                    <a:pt x="16286" y="341"/>
                  </a:cubicBezTo>
                  <a:lnTo>
                    <a:pt x="16286" y="341"/>
                  </a:lnTo>
                  <a:cubicBezTo>
                    <a:pt x="16286" y="341"/>
                    <a:pt x="16300" y="327"/>
                    <a:pt x="16300" y="313"/>
                  </a:cubicBezTo>
                  <a:cubicBezTo>
                    <a:pt x="16314" y="285"/>
                    <a:pt x="16300" y="270"/>
                    <a:pt x="16286" y="256"/>
                  </a:cubicBezTo>
                  <a:lnTo>
                    <a:pt x="16286" y="256"/>
                  </a:lnTo>
                  <a:cubicBezTo>
                    <a:pt x="16257" y="214"/>
                    <a:pt x="16215" y="185"/>
                    <a:pt x="16172" y="157"/>
                  </a:cubicBezTo>
                  <a:lnTo>
                    <a:pt x="16002" y="157"/>
                  </a:lnTo>
                  <a:cubicBezTo>
                    <a:pt x="15917" y="199"/>
                    <a:pt x="15874" y="398"/>
                    <a:pt x="15718" y="256"/>
                  </a:cubicBezTo>
                  <a:cubicBezTo>
                    <a:pt x="15690" y="256"/>
                    <a:pt x="15661" y="256"/>
                    <a:pt x="15633" y="256"/>
                  </a:cubicBezTo>
                  <a:cubicBezTo>
                    <a:pt x="15590" y="270"/>
                    <a:pt x="15576" y="313"/>
                    <a:pt x="15562" y="341"/>
                  </a:cubicBezTo>
                  <a:lnTo>
                    <a:pt x="15249" y="356"/>
                  </a:lnTo>
                  <a:cubicBezTo>
                    <a:pt x="15207" y="412"/>
                    <a:pt x="15136" y="441"/>
                    <a:pt x="15079" y="441"/>
                  </a:cubicBezTo>
                  <a:cubicBezTo>
                    <a:pt x="15107" y="412"/>
                    <a:pt x="15122" y="384"/>
                    <a:pt x="15150" y="341"/>
                  </a:cubicBezTo>
                  <a:lnTo>
                    <a:pt x="15150" y="256"/>
                  </a:lnTo>
                  <a:cubicBezTo>
                    <a:pt x="15093" y="199"/>
                    <a:pt x="15008" y="214"/>
                    <a:pt x="14965" y="157"/>
                  </a:cubicBezTo>
                  <a:lnTo>
                    <a:pt x="14866" y="157"/>
                  </a:lnTo>
                  <a:cubicBezTo>
                    <a:pt x="14809" y="185"/>
                    <a:pt x="14752" y="214"/>
                    <a:pt x="14696" y="199"/>
                  </a:cubicBezTo>
                  <a:cubicBezTo>
                    <a:pt x="14681" y="242"/>
                    <a:pt x="14653" y="256"/>
                    <a:pt x="14625" y="270"/>
                  </a:cubicBezTo>
                  <a:lnTo>
                    <a:pt x="14582" y="242"/>
                  </a:lnTo>
                  <a:lnTo>
                    <a:pt x="14483" y="341"/>
                  </a:lnTo>
                  <a:cubicBezTo>
                    <a:pt x="14341" y="455"/>
                    <a:pt x="14142" y="327"/>
                    <a:pt x="14000" y="441"/>
                  </a:cubicBezTo>
                  <a:lnTo>
                    <a:pt x="14000" y="540"/>
                  </a:lnTo>
                  <a:cubicBezTo>
                    <a:pt x="13929" y="625"/>
                    <a:pt x="13801" y="540"/>
                    <a:pt x="13730" y="625"/>
                  </a:cubicBezTo>
                  <a:lnTo>
                    <a:pt x="13730" y="625"/>
                  </a:lnTo>
                  <a:cubicBezTo>
                    <a:pt x="13702" y="654"/>
                    <a:pt x="13688" y="668"/>
                    <a:pt x="13688" y="696"/>
                  </a:cubicBezTo>
                  <a:cubicBezTo>
                    <a:pt x="13645" y="668"/>
                    <a:pt x="13574" y="682"/>
                    <a:pt x="13531" y="725"/>
                  </a:cubicBezTo>
                  <a:lnTo>
                    <a:pt x="13446" y="725"/>
                  </a:lnTo>
                  <a:cubicBezTo>
                    <a:pt x="13418" y="753"/>
                    <a:pt x="13375" y="782"/>
                    <a:pt x="13347" y="810"/>
                  </a:cubicBezTo>
                  <a:lnTo>
                    <a:pt x="13247" y="909"/>
                  </a:lnTo>
                  <a:cubicBezTo>
                    <a:pt x="13205" y="980"/>
                    <a:pt x="13134" y="995"/>
                    <a:pt x="13063" y="1009"/>
                  </a:cubicBezTo>
                  <a:lnTo>
                    <a:pt x="12396" y="1094"/>
                  </a:lnTo>
                  <a:lnTo>
                    <a:pt x="12396" y="1094"/>
                  </a:lnTo>
                  <a:lnTo>
                    <a:pt x="12396" y="1094"/>
                  </a:lnTo>
                  <a:lnTo>
                    <a:pt x="12396" y="1094"/>
                  </a:lnTo>
                  <a:lnTo>
                    <a:pt x="12424" y="1066"/>
                  </a:lnTo>
                  <a:cubicBezTo>
                    <a:pt x="12438" y="1023"/>
                    <a:pt x="12495" y="980"/>
                    <a:pt x="12495" y="952"/>
                  </a:cubicBezTo>
                  <a:cubicBezTo>
                    <a:pt x="12481" y="924"/>
                    <a:pt x="12424" y="909"/>
                    <a:pt x="12381" y="909"/>
                  </a:cubicBezTo>
                  <a:cubicBezTo>
                    <a:pt x="12254" y="895"/>
                    <a:pt x="12126" y="924"/>
                    <a:pt x="12026" y="1009"/>
                  </a:cubicBezTo>
                  <a:cubicBezTo>
                    <a:pt x="11941" y="1066"/>
                    <a:pt x="11870" y="1151"/>
                    <a:pt x="11728" y="1122"/>
                  </a:cubicBezTo>
                  <a:cubicBezTo>
                    <a:pt x="11671" y="1108"/>
                    <a:pt x="11686" y="1179"/>
                    <a:pt x="11714" y="1222"/>
                  </a:cubicBezTo>
                  <a:cubicBezTo>
                    <a:pt x="11742" y="1264"/>
                    <a:pt x="11771" y="1293"/>
                    <a:pt x="11742" y="1349"/>
                  </a:cubicBezTo>
                  <a:cubicBezTo>
                    <a:pt x="11402" y="1278"/>
                    <a:pt x="11416" y="1278"/>
                    <a:pt x="11089" y="1463"/>
                  </a:cubicBezTo>
                  <a:cubicBezTo>
                    <a:pt x="10990" y="1506"/>
                    <a:pt x="10876" y="1548"/>
                    <a:pt x="10777" y="1577"/>
                  </a:cubicBezTo>
                  <a:lnTo>
                    <a:pt x="10493" y="1577"/>
                  </a:lnTo>
                  <a:cubicBezTo>
                    <a:pt x="10408" y="1648"/>
                    <a:pt x="10294" y="1690"/>
                    <a:pt x="10209" y="1761"/>
                  </a:cubicBezTo>
                  <a:lnTo>
                    <a:pt x="9925" y="1761"/>
                  </a:lnTo>
                  <a:cubicBezTo>
                    <a:pt x="9868" y="1818"/>
                    <a:pt x="9854" y="1889"/>
                    <a:pt x="9897" y="1946"/>
                  </a:cubicBezTo>
                  <a:lnTo>
                    <a:pt x="9897" y="1946"/>
                  </a:lnTo>
                  <a:lnTo>
                    <a:pt x="9499" y="2074"/>
                  </a:lnTo>
                  <a:cubicBezTo>
                    <a:pt x="9457" y="2145"/>
                    <a:pt x="9386" y="2173"/>
                    <a:pt x="9300" y="2173"/>
                  </a:cubicBezTo>
                  <a:lnTo>
                    <a:pt x="9300" y="2343"/>
                  </a:lnTo>
                  <a:cubicBezTo>
                    <a:pt x="9315" y="2443"/>
                    <a:pt x="9244" y="2542"/>
                    <a:pt x="9144" y="2556"/>
                  </a:cubicBezTo>
                  <a:lnTo>
                    <a:pt x="9144" y="2556"/>
                  </a:lnTo>
                  <a:cubicBezTo>
                    <a:pt x="9116" y="2514"/>
                    <a:pt x="9059" y="2528"/>
                    <a:pt x="9031" y="2556"/>
                  </a:cubicBezTo>
                  <a:lnTo>
                    <a:pt x="9031" y="2556"/>
                  </a:lnTo>
                  <a:cubicBezTo>
                    <a:pt x="9002" y="2599"/>
                    <a:pt x="8960" y="2613"/>
                    <a:pt x="8931" y="2656"/>
                  </a:cubicBezTo>
                  <a:cubicBezTo>
                    <a:pt x="8903" y="2656"/>
                    <a:pt x="8874" y="2656"/>
                    <a:pt x="8832" y="2656"/>
                  </a:cubicBezTo>
                  <a:cubicBezTo>
                    <a:pt x="8803" y="2684"/>
                    <a:pt x="8775" y="2712"/>
                    <a:pt x="8747" y="2741"/>
                  </a:cubicBezTo>
                  <a:lnTo>
                    <a:pt x="8747" y="2741"/>
                  </a:lnTo>
                  <a:cubicBezTo>
                    <a:pt x="8676" y="2812"/>
                    <a:pt x="8661" y="2925"/>
                    <a:pt x="8718" y="3011"/>
                  </a:cubicBezTo>
                  <a:cubicBezTo>
                    <a:pt x="8718" y="3011"/>
                    <a:pt x="8732" y="3025"/>
                    <a:pt x="8747" y="3025"/>
                  </a:cubicBezTo>
                  <a:lnTo>
                    <a:pt x="8747" y="3025"/>
                  </a:lnTo>
                  <a:lnTo>
                    <a:pt x="8747" y="3025"/>
                  </a:lnTo>
                  <a:lnTo>
                    <a:pt x="8647" y="3110"/>
                  </a:lnTo>
                  <a:lnTo>
                    <a:pt x="8647" y="3110"/>
                  </a:lnTo>
                  <a:lnTo>
                    <a:pt x="8590" y="3110"/>
                  </a:lnTo>
                  <a:cubicBezTo>
                    <a:pt x="8576" y="2982"/>
                    <a:pt x="8576" y="2826"/>
                    <a:pt x="8378" y="2826"/>
                  </a:cubicBezTo>
                  <a:cubicBezTo>
                    <a:pt x="8264" y="3025"/>
                    <a:pt x="8065" y="3039"/>
                    <a:pt x="7895" y="3110"/>
                  </a:cubicBezTo>
                  <a:lnTo>
                    <a:pt x="7895" y="3110"/>
                  </a:lnTo>
                  <a:cubicBezTo>
                    <a:pt x="7866" y="3153"/>
                    <a:pt x="7838" y="3181"/>
                    <a:pt x="7795" y="3209"/>
                  </a:cubicBezTo>
                  <a:lnTo>
                    <a:pt x="7795" y="3295"/>
                  </a:lnTo>
                  <a:lnTo>
                    <a:pt x="7795" y="3295"/>
                  </a:lnTo>
                  <a:cubicBezTo>
                    <a:pt x="7739" y="3323"/>
                    <a:pt x="7668" y="3366"/>
                    <a:pt x="7625" y="3351"/>
                  </a:cubicBezTo>
                  <a:cubicBezTo>
                    <a:pt x="7497" y="3295"/>
                    <a:pt x="7412" y="3366"/>
                    <a:pt x="7313" y="3408"/>
                  </a:cubicBezTo>
                  <a:cubicBezTo>
                    <a:pt x="7298" y="3422"/>
                    <a:pt x="7284" y="3451"/>
                    <a:pt x="7298" y="3479"/>
                  </a:cubicBezTo>
                  <a:lnTo>
                    <a:pt x="7270" y="3465"/>
                  </a:lnTo>
                  <a:lnTo>
                    <a:pt x="7227" y="3493"/>
                  </a:lnTo>
                  <a:lnTo>
                    <a:pt x="7128" y="3493"/>
                  </a:lnTo>
                  <a:lnTo>
                    <a:pt x="7128" y="3593"/>
                  </a:lnTo>
                  <a:cubicBezTo>
                    <a:pt x="7029" y="3650"/>
                    <a:pt x="6901" y="3678"/>
                    <a:pt x="6844" y="3777"/>
                  </a:cubicBezTo>
                  <a:cubicBezTo>
                    <a:pt x="6702" y="3863"/>
                    <a:pt x="6532" y="3891"/>
                    <a:pt x="6461" y="4047"/>
                  </a:cubicBezTo>
                  <a:cubicBezTo>
                    <a:pt x="6376" y="4061"/>
                    <a:pt x="6319" y="4104"/>
                    <a:pt x="6276" y="4161"/>
                  </a:cubicBezTo>
                  <a:lnTo>
                    <a:pt x="6276" y="4161"/>
                  </a:lnTo>
                  <a:cubicBezTo>
                    <a:pt x="6063" y="4175"/>
                    <a:pt x="5964" y="4359"/>
                    <a:pt x="5808" y="4445"/>
                  </a:cubicBezTo>
                  <a:lnTo>
                    <a:pt x="5722" y="4516"/>
                  </a:lnTo>
                  <a:lnTo>
                    <a:pt x="5722" y="4516"/>
                  </a:lnTo>
                  <a:cubicBezTo>
                    <a:pt x="5651" y="4487"/>
                    <a:pt x="5580" y="4501"/>
                    <a:pt x="5524" y="4558"/>
                  </a:cubicBezTo>
                  <a:lnTo>
                    <a:pt x="5524" y="4558"/>
                  </a:lnTo>
                  <a:cubicBezTo>
                    <a:pt x="5495" y="4587"/>
                    <a:pt x="5453" y="4615"/>
                    <a:pt x="5424" y="4643"/>
                  </a:cubicBezTo>
                  <a:cubicBezTo>
                    <a:pt x="5396" y="4643"/>
                    <a:pt x="5368" y="4643"/>
                    <a:pt x="5339" y="4643"/>
                  </a:cubicBezTo>
                  <a:cubicBezTo>
                    <a:pt x="5240" y="4700"/>
                    <a:pt x="5140" y="4757"/>
                    <a:pt x="5041" y="4828"/>
                  </a:cubicBezTo>
                  <a:lnTo>
                    <a:pt x="5041" y="4828"/>
                  </a:lnTo>
                  <a:cubicBezTo>
                    <a:pt x="5013" y="4856"/>
                    <a:pt x="4984" y="4899"/>
                    <a:pt x="4942" y="4927"/>
                  </a:cubicBezTo>
                  <a:lnTo>
                    <a:pt x="4942" y="4927"/>
                  </a:lnTo>
                  <a:cubicBezTo>
                    <a:pt x="4899" y="5069"/>
                    <a:pt x="4785" y="5197"/>
                    <a:pt x="4629" y="5240"/>
                  </a:cubicBezTo>
                  <a:cubicBezTo>
                    <a:pt x="4516" y="5254"/>
                    <a:pt x="4487" y="5382"/>
                    <a:pt x="4473" y="5495"/>
                  </a:cubicBezTo>
                  <a:lnTo>
                    <a:pt x="4374" y="5595"/>
                  </a:lnTo>
                  <a:cubicBezTo>
                    <a:pt x="4217" y="5708"/>
                    <a:pt x="4076" y="5864"/>
                    <a:pt x="3976" y="6049"/>
                  </a:cubicBezTo>
                  <a:cubicBezTo>
                    <a:pt x="3863" y="6077"/>
                    <a:pt x="3763" y="6106"/>
                    <a:pt x="3749" y="6248"/>
                  </a:cubicBezTo>
                  <a:cubicBezTo>
                    <a:pt x="3749" y="6376"/>
                    <a:pt x="3664" y="6347"/>
                    <a:pt x="3579" y="6347"/>
                  </a:cubicBezTo>
                  <a:cubicBezTo>
                    <a:pt x="3508" y="6333"/>
                    <a:pt x="3465" y="6305"/>
                    <a:pt x="3408" y="6305"/>
                  </a:cubicBezTo>
                  <a:cubicBezTo>
                    <a:pt x="3408" y="6305"/>
                    <a:pt x="3380" y="6347"/>
                    <a:pt x="3380" y="6376"/>
                  </a:cubicBezTo>
                  <a:cubicBezTo>
                    <a:pt x="3394" y="6404"/>
                    <a:pt x="3408" y="6418"/>
                    <a:pt x="3437" y="6432"/>
                  </a:cubicBezTo>
                  <a:cubicBezTo>
                    <a:pt x="3522" y="6461"/>
                    <a:pt x="3607" y="6489"/>
                    <a:pt x="3607" y="6574"/>
                  </a:cubicBezTo>
                  <a:cubicBezTo>
                    <a:pt x="3607" y="6674"/>
                    <a:pt x="3536" y="6716"/>
                    <a:pt x="3465" y="6759"/>
                  </a:cubicBezTo>
                  <a:cubicBezTo>
                    <a:pt x="3394" y="6802"/>
                    <a:pt x="3309" y="6873"/>
                    <a:pt x="3238" y="6929"/>
                  </a:cubicBezTo>
                  <a:cubicBezTo>
                    <a:pt x="3167" y="6901"/>
                    <a:pt x="3096" y="6887"/>
                    <a:pt x="3025" y="6901"/>
                  </a:cubicBezTo>
                  <a:cubicBezTo>
                    <a:pt x="2897" y="6915"/>
                    <a:pt x="2783" y="6929"/>
                    <a:pt x="2670" y="6929"/>
                  </a:cubicBezTo>
                  <a:lnTo>
                    <a:pt x="2670" y="6929"/>
                  </a:lnTo>
                  <a:cubicBezTo>
                    <a:pt x="2642" y="6972"/>
                    <a:pt x="2599" y="7000"/>
                    <a:pt x="2571" y="7029"/>
                  </a:cubicBezTo>
                  <a:cubicBezTo>
                    <a:pt x="2542" y="7114"/>
                    <a:pt x="2471" y="7185"/>
                    <a:pt x="2386" y="7213"/>
                  </a:cubicBezTo>
                  <a:cubicBezTo>
                    <a:pt x="2358" y="7171"/>
                    <a:pt x="2315" y="7171"/>
                    <a:pt x="2287" y="7213"/>
                  </a:cubicBezTo>
                  <a:lnTo>
                    <a:pt x="2187" y="7298"/>
                  </a:lnTo>
                  <a:cubicBezTo>
                    <a:pt x="2187" y="7298"/>
                    <a:pt x="2173" y="7313"/>
                    <a:pt x="2173" y="7341"/>
                  </a:cubicBezTo>
                  <a:cubicBezTo>
                    <a:pt x="2159" y="7355"/>
                    <a:pt x="2173" y="7384"/>
                    <a:pt x="2187" y="7398"/>
                  </a:cubicBezTo>
                  <a:cubicBezTo>
                    <a:pt x="2315" y="7398"/>
                    <a:pt x="2400" y="7469"/>
                    <a:pt x="2372" y="7597"/>
                  </a:cubicBezTo>
                  <a:cubicBezTo>
                    <a:pt x="2343" y="7739"/>
                    <a:pt x="2358" y="7781"/>
                    <a:pt x="2485" y="7781"/>
                  </a:cubicBezTo>
                  <a:cubicBezTo>
                    <a:pt x="2542" y="7810"/>
                    <a:pt x="2613" y="7781"/>
                    <a:pt x="2670" y="7810"/>
                  </a:cubicBezTo>
                  <a:cubicBezTo>
                    <a:pt x="2656" y="7866"/>
                    <a:pt x="2642" y="7937"/>
                    <a:pt x="2556" y="7952"/>
                  </a:cubicBezTo>
                  <a:cubicBezTo>
                    <a:pt x="2471" y="7966"/>
                    <a:pt x="2400" y="7980"/>
                    <a:pt x="2329" y="8008"/>
                  </a:cubicBezTo>
                  <a:cubicBezTo>
                    <a:pt x="2272" y="8023"/>
                    <a:pt x="2244" y="8065"/>
                    <a:pt x="2272" y="8122"/>
                  </a:cubicBezTo>
                  <a:cubicBezTo>
                    <a:pt x="2187" y="8136"/>
                    <a:pt x="2102" y="8221"/>
                    <a:pt x="2003" y="8150"/>
                  </a:cubicBezTo>
                  <a:lnTo>
                    <a:pt x="1917" y="8150"/>
                  </a:lnTo>
                  <a:cubicBezTo>
                    <a:pt x="1861" y="8108"/>
                    <a:pt x="1775" y="8108"/>
                    <a:pt x="1719" y="8150"/>
                  </a:cubicBezTo>
                  <a:lnTo>
                    <a:pt x="1719" y="8150"/>
                  </a:lnTo>
                  <a:cubicBezTo>
                    <a:pt x="1690" y="8193"/>
                    <a:pt x="1662" y="8221"/>
                    <a:pt x="1633" y="8250"/>
                  </a:cubicBezTo>
                  <a:lnTo>
                    <a:pt x="1633" y="8349"/>
                  </a:lnTo>
                  <a:cubicBezTo>
                    <a:pt x="1633" y="8349"/>
                    <a:pt x="1619" y="8363"/>
                    <a:pt x="1605" y="8378"/>
                  </a:cubicBezTo>
                  <a:cubicBezTo>
                    <a:pt x="1605" y="8406"/>
                    <a:pt x="1605" y="8434"/>
                    <a:pt x="1633" y="8448"/>
                  </a:cubicBezTo>
                  <a:lnTo>
                    <a:pt x="1633" y="8448"/>
                  </a:lnTo>
                  <a:cubicBezTo>
                    <a:pt x="1861" y="8505"/>
                    <a:pt x="1690" y="8562"/>
                    <a:pt x="1633" y="8633"/>
                  </a:cubicBezTo>
                  <a:lnTo>
                    <a:pt x="1534" y="8732"/>
                  </a:lnTo>
                  <a:cubicBezTo>
                    <a:pt x="1534" y="8732"/>
                    <a:pt x="1520" y="8747"/>
                    <a:pt x="1506" y="8761"/>
                  </a:cubicBezTo>
                  <a:cubicBezTo>
                    <a:pt x="1506" y="8789"/>
                    <a:pt x="1506" y="8803"/>
                    <a:pt x="1534" y="8818"/>
                  </a:cubicBezTo>
                  <a:lnTo>
                    <a:pt x="1633" y="8917"/>
                  </a:lnTo>
                  <a:cubicBezTo>
                    <a:pt x="1591" y="8945"/>
                    <a:pt x="1562" y="8988"/>
                    <a:pt x="1534" y="9016"/>
                  </a:cubicBezTo>
                  <a:lnTo>
                    <a:pt x="1435" y="9016"/>
                  </a:lnTo>
                  <a:cubicBezTo>
                    <a:pt x="1420" y="9031"/>
                    <a:pt x="1406" y="9073"/>
                    <a:pt x="1406" y="9102"/>
                  </a:cubicBezTo>
                  <a:cubicBezTo>
                    <a:pt x="1420" y="9116"/>
                    <a:pt x="1420" y="9130"/>
                    <a:pt x="1435" y="9144"/>
                  </a:cubicBezTo>
                  <a:lnTo>
                    <a:pt x="1435" y="9201"/>
                  </a:lnTo>
                  <a:lnTo>
                    <a:pt x="1477" y="9201"/>
                  </a:lnTo>
                  <a:lnTo>
                    <a:pt x="1491" y="9229"/>
                  </a:lnTo>
                  <a:cubicBezTo>
                    <a:pt x="1477" y="9244"/>
                    <a:pt x="1449" y="9272"/>
                    <a:pt x="1435" y="9300"/>
                  </a:cubicBezTo>
                  <a:lnTo>
                    <a:pt x="1435" y="9386"/>
                  </a:lnTo>
                  <a:cubicBezTo>
                    <a:pt x="1349" y="9329"/>
                    <a:pt x="1236" y="9329"/>
                    <a:pt x="1151" y="9386"/>
                  </a:cubicBezTo>
                  <a:cubicBezTo>
                    <a:pt x="1293" y="9499"/>
                    <a:pt x="1293" y="9499"/>
                    <a:pt x="1435" y="9386"/>
                  </a:cubicBezTo>
                  <a:lnTo>
                    <a:pt x="1506" y="9386"/>
                  </a:lnTo>
                  <a:lnTo>
                    <a:pt x="1506" y="9386"/>
                  </a:lnTo>
                  <a:cubicBezTo>
                    <a:pt x="1491" y="9400"/>
                    <a:pt x="1491" y="9428"/>
                    <a:pt x="1506" y="9442"/>
                  </a:cubicBezTo>
                  <a:cubicBezTo>
                    <a:pt x="1392" y="9627"/>
                    <a:pt x="1307" y="9826"/>
                    <a:pt x="1051" y="9868"/>
                  </a:cubicBezTo>
                  <a:lnTo>
                    <a:pt x="1051" y="9868"/>
                  </a:lnTo>
                  <a:cubicBezTo>
                    <a:pt x="1023" y="9897"/>
                    <a:pt x="995" y="9925"/>
                    <a:pt x="966" y="9968"/>
                  </a:cubicBezTo>
                  <a:cubicBezTo>
                    <a:pt x="966" y="9996"/>
                    <a:pt x="966" y="10024"/>
                    <a:pt x="966" y="10053"/>
                  </a:cubicBezTo>
                  <a:cubicBezTo>
                    <a:pt x="966" y="10053"/>
                    <a:pt x="952" y="10067"/>
                    <a:pt x="938" y="10081"/>
                  </a:cubicBezTo>
                  <a:cubicBezTo>
                    <a:pt x="938" y="10110"/>
                    <a:pt x="938" y="10138"/>
                    <a:pt x="966" y="10152"/>
                  </a:cubicBezTo>
                  <a:cubicBezTo>
                    <a:pt x="966" y="10152"/>
                    <a:pt x="980" y="10152"/>
                    <a:pt x="980" y="10181"/>
                  </a:cubicBezTo>
                  <a:cubicBezTo>
                    <a:pt x="995" y="10209"/>
                    <a:pt x="980" y="10223"/>
                    <a:pt x="966" y="10237"/>
                  </a:cubicBezTo>
                  <a:lnTo>
                    <a:pt x="966" y="10237"/>
                  </a:lnTo>
                  <a:cubicBezTo>
                    <a:pt x="853" y="10308"/>
                    <a:pt x="924" y="10450"/>
                    <a:pt x="867" y="10536"/>
                  </a:cubicBezTo>
                  <a:lnTo>
                    <a:pt x="867" y="10536"/>
                  </a:lnTo>
                  <a:lnTo>
                    <a:pt x="782" y="10621"/>
                  </a:lnTo>
                  <a:lnTo>
                    <a:pt x="682" y="10720"/>
                  </a:lnTo>
                  <a:cubicBezTo>
                    <a:pt x="682" y="10720"/>
                    <a:pt x="668" y="10734"/>
                    <a:pt x="654" y="10749"/>
                  </a:cubicBezTo>
                  <a:cubicBezTo>
                    <a:pt x="654" y="10777"/>
                    <a:pt x="654" y="10805"/>
                    <a:pt x="682" y="10820"/>
                  </a:cubicBezTo>
                  <a:lnTo>
                    <a:pt x="867" y="10820"/>
                  </a:lnTo>
                  <a:cubicBezTo>
                    <a:pt x="980" y="10763"/>
                    <a:pt x="1108" y="10749"/>
                    <a:pt x="1222" y="10734"/>
                  </a:cubicBezTo>
                  <a:cubicBezTo>
                    <a:pt x="1207" y="10749"/>
                    <a:pt x="1193" y="10749"/>
                    <a:pt x="1193" y="10763"/>
                  </a:cubicBezTo>
                  <a:lnTo>
                    <a:pt x="1151" y="10763"/>
                  </a:lnTo>
                  <a:cubicBezTo>
                    <a:pt x="1066" y="10763"/>
                    <a:pt x="995" y="10834"/>
                    <a:pt x="966" y="10905"/>
                  </a:cubicBezTo>
                  <a:lnTo>
                    <a:pt x="966" y="11004"/>
                  </a:lnTo>
                  <a:cubicBezTo>
                    <a:pt x="924" y="11018"/>
                    <a:pt x="881" y="11061"/>
                    <a:pt x="838" y="11047"/>
                  </a:cubicBezTo>
                  <a:cubicBezTo>
                    <a:pt x="611" y="10976"/>
                    <a:pt x="498" y="11118"/>
                    <a:pt x="398" y="11288"/>
                  </a:cubicBezTo>
                  <a:cubicBezTo>
                    <a:pt x="498" y="11345"/>
                    <a:pt x="611" y="11373"/>
                    <a:pt x="725" y="11373"/>
                  </a:cubicBezTo>
                  <a:cubicBezTo>
                    <a:pt x="696" y="11473"/>
                    <a:pt x="782" y="11586"/>
                    <a:pt x="696" y="11671"/>
                  </a:cubicBezTo>
                  <a:lnTo>
                    <a:pt x="696" y="11671"/>
                  </a:lnTo>
                  <a:cubicBezTo>
                    <a:pt x="654" y="11700"/>
                    <a:pt x="625" y="11742"/>
                    <a:pt x="597" y="11771"/>
                  </a:cubicBezTo>
                  <a:lnTo>
                    <a:pt x="597" y="11771"/>
                  </a:lnTo>
                  <a:cubicBezTo>
                    <a:pt x="512" y="11856"/>
                    <a:pt x="384" y="11771"/>
                    <a:pt x="313" y="11856"/>
                  </a:cubicBezTo>
                  <a:cubicBezTo>
                    <a:pt x="299" y="11998"/>
                    <a:pt x="327" y="12126"/>
                    <a:pt x="412" y="12239"/>
                  </a:cubicBezTo>
                  <a:lnTo>
                    <a:pt x="412" y="12239"/>
                  </a:lnTo>
                  <a:cubicBezTo>
                    <a:pt x="455" y="12296"/>
                    <a:pt x="512" y="12353"/>
                    <a:pt x="583" y="12381"/>
                  </a:cubicBezTo>
                  <a:cubicBezTo>
                    <a:pt x="554" y="12452"/>
                    <a:pt x="540" y="12523"/>
                    <a:pt x="668" y="12538"/>
                  </a:cubicBezTo>
                  <a:cubicBezTo>
                    <a:pt x="711" y="12538"/>
                    <a:pt x="739" y="12594"/>
                    <a:pt x="782" y="12623"/>
                  </a:cubicBezTo>
                  <a:lnTo>
                    <a:pt x="725" y="12623"/>
                  </a:lnTo>
                  <a:cubicBezTo>
                    <a:pt x="540" y="12609"/>
                    <a:pt x="398" y="12637"/>
                    <a:pt x="398" y="12878"/>
                  </a:cubicBezTo>
                  <a:cubicBezTo>
                    <a:pt x="398" y="12963"/>
                    <a:pt x="313" y="12992"/>
                    <a:pt x="228" y="13020"/>
                  </a:cubicBezTo>
                  <a:cubicBezTo>
                    <a:pt x="228" y="13034"/>
                    <a:pt x="228" y="13063"/>
                    <a:pt x="228" y="13091"/>
                  </a:cubicBezTo>
                  <a:cubicBezTo>
                    <a:pt x="469" y="13034"/>
                    <a:pt x="526" y="13290"/>
                    <a:pt x="668" y="13389"/>
                  </a:cubicBezTo>
                  <a:cubicBezTo>
                    <a:pt x="682" y="13389"/>
                    <a:pt x="696" y="13432"/>
                    <a:pt x="696" y="13446"/>
                  </a:cubicBezTo>
                  <a:cubicBezTo>
                    <a:pt x="611" y="13517"/>
                    <a:pt x="483" y="13432"/>
                    <a:pt x="398" y="13531"/>
                  </a:cubicBezTo>
                  <a:cubicBezTo>
                    <a:pt x="455" y="13617"/>
                    <a:pt x="640" y="13531"/>
                    <a:pt x="625" y="13659"/>
                  </a:cubicBezTo>
                  <a:cubicBezTo>
                    <a:pt x="583" y="13801"/>
                    <a:pt x="583" y="13943"/>
                    <a:pt x="625" y="14085"/>
                  </a:cubicBezTo>
                  <a:cubicBezTo>
                    <a:pt x="625" y="14128"/>
                    <a:pt x="597" y="14170"/>
                    <a:pt x="569" y="14213"/>
                  </a:cubicBezTo>
                  <a:cubicBezTo>
                    <a:pt x="526" y="14241"/>
                    <a:pt x="483" y="14199"/>
                    <a:pt x="455" y="14170"/>
                  </a:cubicBezTo>
                  <a:cubicBezTo>
                    <a:pt x="313" y="14099"/>
                    <a:pt x="270" y="14114"/>
                    <a:pt x="285" y="14241"/>
                  </a:cubicBezTo>
                  <a:cubicBezTo>
                    <a:pt x="327" y="14497"/>
                    <a:pt x="214" y="14752"/>
                    <a:pt x="228" y="15022"/>
                  </a:cubicBezTo>
                  <a:lnTo>
                    <a:pt x="228" y="15022"/>
                  </a:lnTo>
                  <a:cubicBezTo>
                    <a:pt x="171" y="15079"/>
                    <a:pt x="143" y="15178"/>
                    <a:pt x="157" y="15278"/>
                  </a:cubicBezTo>
                  <a:lnTo>
                    <a:pt x="157" y="15604"/>
                  </a:lnTo>
                  <a:lnTo>
                    <a:pt x="242" y="15604"/>
                  </a:lnTo>
                  <a:lnTo>
                    <a:pt x="270" y="15576"/>
                  </a:lnTo>
                  <a:lnTo>
                    <a:pt x="270" y="15576"/>
                  </a:lnTo>
                  <a:lnTo>
                    <a:pt x="242" y="15590"/>
                  </a:lnTo>
                  <a:lnTo>
                    <a:pt x="157" y="15689"/>
                  </a:lnTo>
                  <a:lnTo>
                    <a:pt x="157" y="15775"/>
                  </a:lnTo>
                  <a:cubicBezTo>
                    <a:pt x="128" y="15789"/>
                    <a:pt x="100" y="15789"/>
                    <a:pt x="86" y="15789"/>
                  </a:cubicBezTo>
                  <a:cubicBezTo>
                    <a:pt x="57" y="16030"/>
                    <a:pt x="57" y="16030"/>
                    <a:pt x="256" y="15973"/>
                  </a:cubicBezTo>
                  <a:cubicBezTo>
                    <a:pt x="285" y="16002"/>
                    <a:pt x="327" y="16059"/>
                    <a:pt x="327" y="16073"/>
                  </a:cubicBezTo>
                  <a:cubicBezTo>
                    <a:pt x="270" y="16229"/>
                    <a:pt x="270" y="16428"/>
                    <a:pt x="72" y="16499"/>
                  </a:cubicBezTo>
                  <a:cubicBezTo>
                    <a:pt x="43" y="16513"/>
                    <a:pt x="29" y="16541"/>
                    <a:pt x="15" y="16570"/>
                  </a:cubicBezTo>
                  <a:cubicBezTo>
                    <a:pt x="1" y="16598"/>
                    <a:pt x="1" y="16627"/>
                    <a:pt x="15" y="16655"/>
                  </a:cubicBezTo>
                  <a:cubicBezTo>
                    <a:pt x="43" y="16698"/>
                    <a:pt x="100" y="16712"/>
                    <a:pt x="143" y="16683"/>
                  </a:cubicBezTo>
                  <a:cubicBezTo>
                    <a:pt x="185" y="16655"/>
                    <a:pt x="214" y="16627"/>
                    <a:pt x="242" y="16598"/>
                  </a:cubicBezTo>
                  <a:cubicBezTo>
                    <a:pt x="341" y="16470"/>
                    <a:pt x="455" y="16485"/>
                    <a:pt x="569" y="16556"/>
                  </a:cubicBezTo>
                  <a:cubicBezTo>
                    <a:pt x="625" y="16584"/>
                    <a:pt x="682" y="16598"/>
                    <a:pt x="739" y="16627"/>
                  </a:cubicBezTo>
                  <a:lnTo>
                    <a:pt x="739" y="16627"/>
                  </a:lnTo>
                  <a:lnTo>
                    <a:pt x="824" y="16698"/>
                  </a:lnTo>
                  <a:lnTo>
                    <a:pt x="838" y="16698"/>
                  </a:lnTo>
                  <a:lnTo>
                    <a:pt x="838" y="16698"/>
                  </a:lnTo>
                  <a:cubicBezTo>
                    <a:pt x="824" y="16769"/>
                    <a:pt x="753" y="16797"/>
                    <a:pt x="696" y="16783"/>
                  </a:cubicBezTo>
                  <a:cubicBezTo>
                    <a:pt x="597" y="16769"/>
                    <a:pt x="512" y="16740"/>
                    <a:pt x="427" y="16726"/>
                  </a:cubicBezTo>
                  <a:cubicBezTo>
                    <a:pt x="370" y="16726"/>
                    <a:pt x="327" y="16754"/>
                    <a:pt x="299" y="16783"/>
                  </a:cubicBezTo>
                  <a:cubicBezTo>
                    <a:pt x="299" y="16825"/>
                    <a:pt x="299" y="16882"/>
                    <a:pt x="313" y="16925"/>
                  </a:cubicBezTo>
                  <a:cubicBezTo>
                    <a:pt x="356" y="17053"/>
                    <a:pt x="512" y="17109"/>
                    <a:pt x="540" y="17280"/>
                  </a:cubicBezTo>
                  <a:cubicBezTo>
                    <a:pt x="583" y="17450"/>
                    <a:pt x="341" y="17507"/>
                    <a:pt x="370" y="17677"/>
                  </a:cubicBezTo>
                  <a:cubicBezTo>
                    <a:pt x="540" y="17805"/>
                    <a:pt x="554" y="17833"/>
                    <a:pt x="469" y="17975"/>
                  </a:cubicBezTo>
                  <a:cubicBezTo>
                    <a:pt x="512" y="18259"/>
                    <a:pt x="654" y="18529"/>
                    <a:pt x="867" y="18728"/>
                  </a:cubicBezTo>
                  <a:cubicBezTo>
                    <a:pt x="980" y="18841"/>
                    <a:pt x="895" y="18813"/>
                    <a:pt x="838" y="18841"/>
                  </a:cubicBezTo>
                  <a:cubicBezTo>
                    <a:pt x="782" y="18870"/>
                    <a:pt x="696" y="18983"/>
                    <a:pt x="782" y="19026"/>
                  </a:cubicBezTo>
                  <a:cubicBezTo>
                    <a:pt x="909" y="19097"/>
                    <a:pt x="952" y="19168"/>
                    <a:pt x="881" y="19310"/>
                  </a:cubicBezTo>
                  <a:cubicBezTo>
                    <a:pt x="853" y="19367"/>
                    <a:pt x="796" y="19452"/>
                    <a:pt x="810" y="19523"/>
                  </a:cubicBezTo>
                  <a:cubicBezTo>
                    <a:pt x="824" y="19580"/>
                    <a:pt x="938" y="19566"/>
                    <a:pt x="1009" y="19594"/>
                  </a:cubicBezTo>
                  <a:cubicBezTo>
                    <a:pt x="1080" y="19608"/>
                    <a:pt x="1066" y="19693"/>
                    <a:pt x="1066" y="19750"/>
                  </a:cubicBezTo>
                  <a:cubicBezTo>
                    <a:pt x="1066" y="19892"/>
                    <a:pt x="1108" y="19992"/>
                    <a:pt x="1264" y="20006"/>
                  </a:cubicBezTo>
                  <a:cubicBezTo>
                    <a:pt x="1293" y="20006"/>
                    <a:pt x="1307" y="20048"/>
                    <a:pt x="1321" y="20062"/>
                  </a:cubicBezTo>
                  <a:cubicBezTo>
                    <a:pt x="1307" y="20105"/>
                    <a:pt x="1278" y="20148"/>
                    <a:pt x="1264" y="20190"/>
                  </a:cubicBezTo>
                  <a:cubicBezTo>
                    <a:pt x="1236" y="20304"/>
                    <a:pt x="1264" y="20346"/>
                    <a:pt x="1378" y="20332"/>
                  </a:cubicBezTo>
                  <a:cubicBezTo>
                    <a:pt x="1420" y="20332"/>
                    <a:pt x="1477" y="20247"/>
                    <a:pt x="1534" y="20346"/>
                  </a:cubicBezTo>
                  <a:cubicBezTo>
                    <a:pt x="1378" y="20517"/>
                    <a:pt x="1236" y="20687"/>
                    <a:pt x="1406" y="20929"/>
                  </a:cubicBezTo>
                  <a:cubicBezTo>
                    <a:pt x="1463" y="21000"/>
                    <a:pt x="1307" y="21099"/>
                    <a:pt x="1420" y="21170"/>
                  </a:cubicBezTo>
                  <a:cubicBezTo>
                    <a:pt x="1534" y="21170"/>
                    <a:pt x="1591" y="21028"/>
                    <a:pt x="1719" y="21056"/>
                  </a:cubicBezTo>
                  <a:cubicBezTo>
                    <a:pt x="1818" y="21198"/>
                    <a:pt x="1861" y="21383"/>
                    <a:pt x="1832" y="21567"/>
                  </a:cubicBezTo>
                  <a:cubicBezTo>
                    <a:pt x="1832" y="21624"/>
                    <a:pt x="1875" y="21638"/>
                    <a:pt x="1889" y="21681"/>
                  </a:cubicBezTo>
                  <a:cubicBezTo>
                    <a:pt x="1946" y="21795"/>
                    <a:pt x="1988" y="21908"/>
                    <a:pt x="2017" y="22036"/>
                  </a:cubicBezTo>
                  <a:cubicBezTo>
                    <a:pt x="2045" y="22079"/>
                    <a:pt x="1974" y="22164"/>
                    <a:pt x="2059" y="22192"/>
                  </a:cubicBezTo>
                  <a:cubicBezTo>
                    <a:pt x="2130" y="22192"/>
                    <a:pt x="2187" y="22178"/>
                    <a:pt x="2244" y="22164"/>
                  </a:cubicBezTo>
                  <a:cubicBezTo>
                    <a:pt x="2201" y="22490"/>
                    <a:pt x="2201" y="22490"/>
                    <a:pt x="2429" y="22746"/>
                  </a:cubicBezTo>
                  <a:cubicBezTo>
                    <a:pt x="2514" y="22860"/>
                    <a:pt x="2627" y="22973"/>
                    <a:pt x="2755" y="23044"/>
                  </a:cubicBezTo>
                  <a:cubicBezTo>
                    <a:pt x="2911" y="23129"/>
                    <a:pt x="3011" y="23285"/>
                    <a:pt x="3011" y="23456"/>
                  </a:cubicBezTo>
                  <a:cubicBezTo>
                    <a:pt x="3011" y="23697"/>
                    <a:pt x="3124" y="23924"/>
                    <a:pt x="3309" y="24081"/>
                  </a:cubicBezTo>
                  <a:cubicBezTo>
                    <a:pt x="3493" y="24223"/>
                    <a:pt x="3635" y="24407"/>
                    <a:pt x="3749" y="24620"/>
                  </a:cubicBezTo>
                  <a:cubicBezTo>
                    <a:pt x="3806" y="24734"/>
                    <a:pt x="3820" y="24833"/>
                    <a:pt x="3962" y="24876"/>
                  </a:cubicBezTo>
                  <a:cubicBezTo>
                    <a:pt x="4047" y="24890"/>
                    <a:pt x="4104" y="24975"/>
                    <a:pt x="4189" y="25032"/>
                  </a:cubicBezTo>
                  <a:cubicBezTo>
                    <a:pt x="4345" y="25145"/>
                    <a:pt x="4161" y="25358"/>
                    <a:pt x="4260" y="25401"/>
                  </a:cubicBezTo>
                  <a:cubicBezTo>
                    <a:pt x="4345" y="25444"/>
                    <a:pt x="4530" y="25373"/>
                    <a:pt x="4558" y="25571"/>
                  </a:cubicBezTo>
                  <a:cubicBezTo>
                    <a:pt x="4587" y="25671"/>
                    <a:pt x="4643" y="25756"/>
                    <a:pt x="4743" y="25784"/>
                  </a:cubicBezTo>
                  <a:cubicBezTo>
                    <a:pt x="4743" y="25898"/>
                    <a:pt x="4842" y="25983"/>
                    <a:pt x="4814" y="26097"/>
                  </a:cubicBezTo>
                  <a:cubicBezTo>
                    <a:pt x="4814" y="26139"/>
                    <a:pt x="4856" y="26210"/>
                    <a:pt x="4871" y="26210"/>
                  </a:cubicBezTo>
                  <a:cubicBezTo>
                    <a:pt x="5084" y="26196"/>
                    <a:pt x="5055" y="26437"/>
                    <a:pt x="5169" y="26494"/>
                  </a:cubicBezTo>
                  <a:cubicBezTo>
                    <a:pt x="5311" y="26565"/>
                    <a:pt x="5410" y="26693"/>
                    <a:pt x="5481" y="26821"/>
                  </a:cubicBezTo>
                  <a:cubicBezTo>
                    <a:pt x="5552" y="26934"/>
                    <a:pt x="5623" y="27020"/>
                    <a:pt x="5708" y="27119"/>
                  </a:cubicBezTo>
                  <a:cubicBezTo>
                    <a:pt x="5737" y="27204"/>
                    <a:pt x="5808" y="27275"/>
                    <a:pt x="5907" y="27289"/>
                  </a:cubicBezTo>
                  <a:lnTo>
                    <a:pt x="5907" y="27488"/>
                  </a:lnTo>
                  <a:cubicBezTo>
                    <a:pt x="5964" y="27531"/>
                    <a:pt x="5992" y="27602"/>
                    <a:pt x="5978" y="27687"/>
                  </a:cubicBezTo>
                  <a:cubicBezTo>
                    <a:pt x="5978" y="27758"/>
                    <a:pt x="6021" y="27829"/>
                    <a:pt x="6092" y="27871"/>
                  </a:cubicBezTo>
                  <a:cubicBezTo>
                    <a:pt x="6120" y="27815"/>
                    <a:pt x="6148" y="27729"/>
                    <a:pt x="6234" y="27758"/>
                  </a:cubicBezTo>
                  <a:cubicBezTo>
                    <a:pt x="6262" y="27758"/>
                    <a:pt x="6262" y="27829"/>
                    <a:pt x="6276" y="27871"/>
                  </a:cubicBezTo>
                  <a:cubicBezTo>
                    <a:pt x="6305" y="27871"/>
                    <a:pt x="6319" y="27871"/>
                    <a:pt x="6347" y="27871"/>
                  </a:cubicBezTo>
                  <a:lnTo>
                    <a:pt x="6347" y="27871"/>
                  </a:lnTo>
                  <a:cubicBezTo>
                    <a:pt x="6361" y="27999"/>
                    <a:pt x="6234" y="28113"/>
                    <a:pt x="6276" y="28255"/>
                  </a:cubicBezTo>
                  <a:lnTo>
                    <a:pt x="6276" y="28255"/>
                  </a:lnTo>
                  <a:cubicBezTo>
                    <a:pt x="6333" y="28312"/>
                    <a:pt x="6418" y="28283"/>
                    <a:pt x="6475" y="28340"/>
                  </a:cubicBezTo>
                  <a:lnTo>
                    <a:pt x="6475" y="28340"/>
                  </a:lnTo>
                  <a:cubicBezTo>
                    <a:pt x="6546" y="28468"/>
                    <a:pt x="6702" y="28510"/>
                    <a:pt x="6759" y="28624"/>
                  </a:cubicBezTo>
                  <a:cubicBezTo>
                    <a:pt x="6787" y="28624"/>
                    <a:pt x="6830" y="28624"/>
                    <a:pt x="6858" y="28624"/>
                  </a:cubicBezTo>
                  <a:cubicBezTo>
                    <a:pt x="6929" y="28681"/>
                    <a:pt x="7029" y="28681"/>
                    <a:pt x="7114" y="28652"/>
                  </a:cubicBezTo>
                  <a:cubicBezTo>
                    <a:pt x="7114" y="28638"/>
                    <a:pt x="7114" y="28624"/>
                    <a:pt x="7114" y="28610"/>
                  </a:cubicBezTo>
                  <a:lnTo>
                    <a:pt x="7142" y="28624"/>
                  </a:lnTo>
                  <a:lnTo>
                    <a:pt x="7142" y="28624"/>
                  </a:lnTo>
                  <a:lnTo>
                    <a:pt x="7142" y="28723"/>
                  </a:lnTo>
                  <a:lnTo>
                    <a:pt x="7227" y="28723"/>
                  </a:lnTo>
                  <a:lnTo>
                    <a:pt x="7227" y="28723"/>
                  </a:lnTo>
                  <a:cubicBezTo>
                    <a:pt x="7242" y="28723"/>
                    <a:pt x="7242" y="28723"/>
                    <a:pt x="7256" y="28738"/>
                  </a:cubicBezTo>
                  <a:lnTo>
                    <a:pt x="7227" y="28738"/>
                  </a:lnTo>
                  <a:cubicBezTo>
                    <a:pt x="7171" y="28823"/>
                    <a:pt x="7171" y="28922"/>
                    <a:pt x="7227" y="29007"/>
                  </a:cubicBezTo>
                  <a:lnTo>
                    <a:pt x="7327" y="29021"/>
                  </a:lnTo>
                  <a:lnTo>
                    <a:pt x="7426" y="28993"/>
                  </a:lnTo>
                  <a:cubicBezTo>
                    <a:pt x="7469" y="29021"/>
                    <a:pt x="7540" y="29036"/>
                    <a:pt x="7540" y="29050"/>
                  </a:cubicBezTo>
                  <a:cubicBezTo>
                    <a:pt x="7568" y="29206"/>
                    <a:pt x="7682" y="29192"/>
                    <a:pt x="7781" y="29206"/>
                  </a:cubicBezTo>
                  <a:lnTo>
                    <a:pt x="7781" y="29206"/>
                  </a:lnTo>
                  <a:cubicBezTo>
                    <a:pt x="7881" y="29462"/>
                    <a:pt x="8179" y="29447"/>
                    <a:pt x="8335" y="29618"/>
                  </a:cubicBezTo>
                  <a:cubicBezTo>
                    <a:pt x="8420" y="29703"/>
                    <a:pt x="8534" y="29675"/>
                    <a:pt x="8647" y="29646"/>
                  </a:cubicBezTo>
                  <a:cubicBezTo>
                    <a:pt x="8747" y="29632"/>
                    <a:pt x="8732" y="29717"/>
                    <a:pt x="8761" y="29760"/>
                  </a:cubicBezTo>
                  <a:cubicBezTo>
                    <a:pt x="8846" y="29902"/>
                    <a:pt x="9002" y="29902"/>
                    <a:pt x="9130" y="29916"/>
                  </a:cubicBezTo>
                  <a:cubicBezTo>
                    <a:pt x="9187" y="29930"/>
                    <a:pt x="9244" y="29831"/>
                    <a:pt x="9315" y="29774"/>
                  </a:cubicBezTo>
                  <a:cubicBezTo>
                    <a:pt x="9315" y="29774"/>
                    <a:pt x="9329" y="29760"/>
                    <a:pt x="9329" y="29760"/>
                  </a:cubicBezTo>
                  <a:lnTo>
                    <a:pt x="9329" y="29760"/>
                  </a:lnTo>
                  <a:lnTo>
                    <a:pt x="9315" y="29774"/>
                  </a:lnTo>
                  <a:cubicBezTo>
                    <a:pt x="9329" y="29873"/>
                    <a:pt x="9315" y="29987"/>
                    <a:pt x="9414" y="30058"/>
                  </a:cubicBezTo>
                  <a:lnTo>
                    <a:pt x="9428" y="30030"/>
                  </a:lnTo>
                  <a:lnTo>
                    <a:pt x="9428" y="30030"/>
                  </a:lnTo>
                  <a:lnTo>
                    <a:pt x="9414" y="30058"/>
                  </a:lnTo>
                  <a:cubicBezTo>
                    <a:pt x="9485" y="30172"/>
                    <a:pt x="9655" y="30186"/>
                    <a:pt x="9712" y="30313"/>
                  </a:cubicBezTo>
                  <a:cubicBezTo>
                    <a:pt x="9741" y="30313"/>
                    <a:pt x="9755" y="30328"/>
                    <a:pt x="9783" y="30328"/>
                  </a:cubicBezTo>
                  <a:cubicBezTo>
                    <a:pt x="9854" y="30285"/>
                    <a:pt x="9939" y="30285"/>
                    <a:pt x="10010" y="30328"/>
                  </a:cubicBezTo>
                  <a:cubicBezTo>
                    <a:pt x="10039" y="30328"/>
                    <a:pt x="10067" y="30342"/>
                    <a:pt x="10081" y="30342"/>
                  </a:cubicBezTo>
                  <a:cubicBezTo>
                    <a:pt x="10592" y="30541"/>
                    <a:pt x="11132" y="30626"/>
                    <a:pt x="11686" y="30569"/>
                  </a:cubicBezTo>
                  <a:cubicBezTo>
                    <a:pt x="11700" y="30569"/>
                    <a:pt x="11714" y="30555"/>
                    <a:pt x="11728" y="30541"/>
                  </a:cubicBezTo>
                  <a:lnTo>
                    <a:pt x="11757" y="30541"/>
                  </a:lnTo>
                  <a:lnTo>
                    <a:pt x="11799" y="30541"/>
                  </a:lnTo>
                  <a:lnTo>
                    <a:pt x="11799" y="30612"/>
                  </a:lnTo>
                  <a:cubicBezTo>
                    <a:pt x="11884" y="30626"/>
                    <a:pt x="11955" y="30612"/>
                    <a:pt x="12026" y="30597"/>
                  </a:cubicBezTo>
                  <a:cubicBezTo>
                    <a:pt x="12140" y="30526"/>
                    <a:pt x="12225" y="30526"/>
                    <a:pt x="12310" y="30640"/>
                  </a:cubicBezTo>
                  <a:cubicBezTo>
                    <a:pt x="12339" y="30683"/>
                    <a:pt x="12410" y="30697"/>
                    <a:pt x="12467" y="30725"/>
                  </a:cubicBezTo>
                  <a:lnTo>
                    <a:pt x="12467" y="30810"/>
                  </a:lnTo>
                  <a:lnTo>
                    <a:pt x="12566" y="30810"/>
                  </a:lnTo>
                  <a:cubicBezTo>
                    <a:pt x="12637" y="30896"/>
                    <a:pt x="12708" y="30981"/>
                    <a:pt x="12850" y="30910"/>
                  </a:cubicBezTo>
                  <a:cubicBezTo>
                    <a:pt x="12949" y="30896"/>
                    <a:pt x="13063" y="30910"/>
                    <a:pt x="13134" y="30810"/>
                  </a:cubicBezTo>
                  <a:cubicBezTo>
                    <a:pt x="13162" y="30796"/>
                    <a:pt x="13191" y="30796"/>
                    <a:pt x="13219" y="30796"/>
                  </a:cubicBezTo>
                  <a:cubicBezTo>
                    <a:pt x="13318" y="30825"/>
                    <a:pt x="13418" y="30910"/>
                    <a:pt x="13517" y="30796"/>
                  </a:cubicBezTo>
                  <a:cubicBezTo>
                    <a:pt x="13560" y="30683"/>
                    <a:pt x="13673" y="30612"/>
                    <a:pt x="13801" y="30626"/>
                  </a:cubicBezTo>
                  <a:cubicBezTo>
                    <a:pt x="13830" y="30683"/>
                    <a:pt x="13886" y="30711"/>
                    <a:pt x="13957" y="30711"/>
                  </a:cubicBezTo>
                  <a:cubicBezTo>
                    <a:pt x="14142" y="30711"/>
                    <a:pt x="14312" y="30825"/>
                    <a:pt x="14511" y="30768"/>
                  </a:cubicBezTo>
                  <a:cubicBezTo>
                    <a:pt x="14625" y="30924"/>
                    <a:pt x="14738" y="30839"/>
                    <a:pt x="14866" y="30768"/>
                  </a:cubicBezTo>
                  <a:cubicBezTo>
                    <a:pt x="15008" y="30711"/>
                    <a:pt x="15164" y="30597"/>
                    <a:pt x="15349" y="30739"/>
                  </a:cubicBezTo>
                  <a:cubicBezTo>
                    <a:pt x="15406" y="30796"/>
                    <a:pt x="15491" y="30697"/>
                    <a:pt x="15519" y="30640"/>
                  </a:cubicBezTo>
                  <a:lnTo>
                    <a:pt x="15519" y="30640"/>
                  </a:lnTo>
                  <a:cubicBezTo>
                    <a:pt x="15548" y="30626"/>
                    <a:pt x="15576" y="30626"/>
                    <a:pt x="15604" y="30597"/>
                  </a:cubicBezTo>
                  <a:cubicBezTo>
                    <a:pt x="15690" y="30583"/>
                    <a:pt x="15775" y="30526"/>
                    <a:pt x="15846" y="30640"/>
                  </a:cubicBezTo>
                  <a:cubicBezTo>
                    <a:pt x="15917" y="30754"/>
                    <a:pt x="16044" y="30825"/>
                    <a:pt x="16186" y="30796"/>
                  </a:cubicBezTo>
                  <a:cubicBezTo>
                    <a:pt x="16243" y="30796"/>
                    <a:pt x="16314" y="30796"/>
                    <a:pt x="16371" y="30810"/>
                  </a:cubicBezTo>
                  <a:cubicBezTo>
                    <a:pt x="16385" y="30796"/>
                    <a:pt x="16414" y="30796"/>
                    <a:pt x="16442" y="30796"/>
                  </a:cubicBezTo>
                  <a:cubicBezTo>
                    <a:pt x="16485" y="30782"/>
                    <a:pt x="16499" y="30739"/>
                    <a:pt x="16485" y="30697"/>
                  </a:cubicBezTo>
                  <a:lnTo>
                    <a:pt x="16598" y="30640"/>
                  </a:lnTo>
                  <a:cubicBezTo>
                    <a:pt x="16598" y="30725"/>
                    <a:pt x="16570" y="30825"/>
                    <a:pt x="16655" y="30896"/>
                  </a:cubicBezTo>
                  <a:lnTo>
                    <a:pt x="16840" y="30896"/>
                  </a:lnTo>
                  <a:cubicBezTo>
                    <a:pt x="16953" y="30810"/>
                    <a:pt x="17109" y="30896"/>
                    <a:pt x="17223" y="30825"/>
                  </a:cubicBezTo>
                  <a:lnTo>
                    <a:pt x="17322" y="30711"/>
                  </a:lnTo>
                  <a:cubicBezTo>
                    <a:pt x="17379" y="30654"/>
                    <a:pt x="17478" y="30683"/>
                    <a:pt x="17521" y="30626"/>
                  </a:cubicBezTo>
                  <a:lnTo>
                    <a:pt x="17706" y="30626"/>
                  </a:lnTo>
                  <a:cubicBezTo>
                    <a:pt x="17805" y="30484"/>
                    <a:pt x="17961" y="30541"/>
                    <a:pt x="18089" y="30512"/>
                  </a:cubicBezTo>
                  <a:cubicBezTo>
                    <a:pt x="18203" y="30484"/>
                    <a:pt x="18274" y="30384"/>
                    <a:pt x="18359" y="30342"/>
                  </a:cubicBezTo>
                  <a:cubicBezTo>
                    <a:pt x="18274" y="30441"/>
                    <a:pt x="18160" y="30541"/>
                    <a:pt x="18288" y="30711"/>
                  </a:cubicBezTo>
                  <a:lnTo>
                    <a:pt x="18316" y="30711"/>
                  </a:lnTo>
                  <a:lnTo>
                    <a:pt x="18359" y="30711"/>
                  </a:lnTo>
                  <a:cubicBezTo>
                    <a:pt x="18416" y="30654"/>
                    <a:pt x="18501" y="30683"/>
                    <a:pt x="18558" y="30612"/>
                  </a:cubicBezTo>
                  <a:lnTo>
                    <a:pt x="18558" y="30612"/>
                  </a:lnTo>
                  <a:cubicBezTo>
                    <a:pt x="18629" y="30512"/>
                    <a:pt x="18770" y="30597"/>
                    <a:pt x="18841" y="30526"/>
                  </a:cubicBezTo>
                  <a:lnTo>
                    <a:pt x="18841" y="30526"/>
                  </a:lnTo>
                  <a:cubicBezTo>
                    <a:pt x="18870" y="30498"/>
                    <a:pt x="18898" y="30470"/>
                    <a:pt x="18941" y="30441"/>
                  </a:cubicBezTo>
                  <a:lnTo>
                    <a:pt x="19211" y="30427"/>
                  </a:lnTo>
                  <a:cubicBezTo>
                    <a:pt x="19253" y="30399"/>
                    <a:pt x="19296" y="30370"/>
                    <a:pt x="19324" y="30328"/>
                  </a:cubicBezTo>
                  <a:lnTo>
                    <a:pt x="19324" y="30328"/>
                  </a:lnTo>
                  <a:cubicBezTo>
                    <a:pt x="19551" y="30228"/>
                    <a:pt x="19892" y="30328"/>
                    <a:pt x="20006" y="30001"/>
                  </a:cubicBezTo>
                  <a:cubicBezTo>
                    <a:pt x="19906" y="30328"/>
                    <a:pt x="19921" y="30328"/>
                    <a:pt x="20176" y="30328"/>
                  </a:cubicBezTo>
                  <a:lnTo>
                    <a:pt x="20176" y="30328"/>
                  </a:lnTo>
                  <a:cubicBezTo>
                    <a:pt x="20204" y="30299"/>
                    <a:pt x="20247" y="30271"/>
                    <a:pt x="20275" y="30243"/>
                  </a:cubicBezTo>
                  <a:lnTo>
                    <a:pt x="20275" y="30243"/>
                  </a:lnTo>
                  <a:cubicBezTo>
                    <a:pt x="20290" y="30200"/>
                    <a:pt x="20346" y="30200"/>
                    <a:pt x="20375" y="30243"/>
                  </a:cubicBezTo>
                  <a:lnTo>
                    <a:pt x="20460" y="30243"/>
                  </a:lnTo>
                  <a:cubicBezTo>
                    <a:pt x="20488" y="30200"/>
                    <a:pt x="20531" y="30172"/>
                    <a:pt x="20559" y="30143"/>
                  </a:cubicBezTo>
                  <a:lnTo>
                    <a:pt x="20559" y="30143"/>
                  </a:lnTo>
                  <a:cubicBezTo>
                    <a:pt x="20630" y="30058"/>
                    <a:pt x="20758" y="30129"/>
                    <a:pt x="20843" y="30044"/>
                  </a:cubicBezTo>
                  <a:cubicBezTo>
                    <a:pt x="20872" y="30015"/>
                    <a:pt x="20900" y="29987"/>
                    <a:pt x="20929" y="29959"/>
                  </a:cubicBezTo>
                  <a:cubicBezTo>
                    <a:pt x="20971" y="29959"/>
                    <a:pt x="21000" y="29959"/>
                    <a:pt x="21028" y="29959"/>
                  </a:cubicBezTo>
                  <a:cubicBezTo>
                    <a:pt x="21056" y="29916"/>
                    <a:pt x="21099" y="29916"/>
                    <a:pt x="21127" y="29959"/>
                  </a:cubicBezTo>
                  <a:lnTo>
                    <a:pt x="21213" y="29959"/>
                  </a:lnTo>
                  <a:cubicBezTo>
                    <a:pt x="21284" y="29902"/>
                    <a:pt x="21213" y="29788"/>
                    <a:pt x="21312" y="29760"/>
                  </a:cubicBezTo>
                  <a:lnTo>
                    <a:pt x="21411" y="29760"/>
                  </a:lnTo>
                  <a:cubicBezTo>
                    <a:pt x="21468" y="29817"/>
                    <a:pt x="21553" y="29817"/>
                    <a:pt x="21596" y="29760"/>
                  </a:cubicBezTo>
                  <a:lnTo>
                    <a:pt x="21596" y="29760"/>
                  </a:lnTo>
                  <a:cubicBezTo>
                    <a:pt x="21624" y="29731"/>
                    <a:pt x="21624" y="29689"/>
                    <a:pt x="21596" y="29675"/>
                  </a:cubicBezTo>
                  <a:lnTo>
                    <a:pt x="21596" y="29575"/>
                  </a:lnTo>
                  <a:cubicBezTo>
                    <a:pt x="21596" y="29575"/>
                    <a:pt x="21582" y="29561"/>
                    <a:pt x="21582" y="29547"/>
                  </a:cubicBezTo>
                  <a:cubicBezTo>
                    <a:pt x="21568" y="29518"/>
                    <a:pt x="21582" y="29504"/>
                    <a:pt x="21596" y="29476"/>
                  </a:cubicBezTo>
                  <a:lnTo>
                    <a:pt x="21695" y="29476"/>
                  </a:lnTo>
                  <a:cubicBezTo>
                    <a:pt x="21752" y="29533"/>
                    <a:pt x="21837" y="29533"/>
                    <a:pt x="21880" y="29476"/>
                  </a:cubicBezTo>
                  <a:cubicBezTo>
                    <a:pt x="21922" y="29447"/>
                    <a:pt x="21951" y="29419"/>
                    <a:pt x="21979" y="29376"/>
                  </a:cubicBezTo>
                  <a:cubicBezTo>
                    <a:pt x="22022" y="29348"/>
                    <a:pt x="22050" y="29320"/>
                    <a:pt x="22079" y="29277"/>
                  </a:cubicBezTo>
                  <a:cubicBezTo>
                    <a:pt x="22121" y="29249"/>
                    <a:pt x="22135" y="29192"/>
                    <a:pt x="22121" y="29135"/>
                  </a:cubicBezTo>
                  <a:cubicBezTo>
                    <a:pt x="22164" y="29149"/>
                    <a:pt x="22235" y="29149"/>
                    <a:pt x="22277" y="29192"/>
                  </a:cubicBezTo>
                  <a:cubicBezTo>
                    <a:pt x="22306" y="29192"/>
                    <a:pt x="22334" y="29192"/>
                    <a:pt x="22363" y="29192"/>
                  </a:cubicBezTo>
                  <a:cubicBezTo>
                    <a:pt x="22391" y="29149"/>
                    <a:pt x="22434" y="29121"/>
                    <a:pt x="22462" y="29092"/>
                  </a:cubicBezTo>
                  <a:cubicBezTo>
                    <a:pt x="22462" y="29064"/>
                    <a:pt x="22462" y="29021"/>
                    <a:pt x="22462" y="28993"/>
                  </a:cubicBezTo>
                  <a:lnTo>
                    <a:pt x="22462" y="28894"/>
                  </a:lnTo>
                  <a:cubicBezTo>
                    <a:pt x="22618" y="28766"/>
                    <a:pt x="22831" y="28709"/>
                    <a:pt x="23030" y="28709"/>
                  </a:cubicBezTo>
                  <a:cubicBezTo>
                    <a:pt x="23243" y="28695"/>
                    <a:pt x="23456" y="28652"/>
                    <a:pt x="23655" y="28553"/>
                  </a:cubicBezTo>
                  <a:cubicBezTo>
                    <a:pt x="23811" y="28312"/>
                    <a:pt x="24109" y="28411"/>
                    <a:pt x="24294" y="28255"/>
                  </a:cubicBezTo>
                  <a:cubicBezTo>
                    <a:pt x="24577" y="28312"/>
                    <a:pt x="24776" y="28127"/>
                    <a:pt x="24961" y="27971"/>
                  </a:cubicBezTo>
                  <a:cubicBezTo>
                    <a:pt x="25344" y="27673"/>
                    <a:pt x="25699" y="27360"/>
                    <a:pt x="26111" y="27105"/>
                  </a:cubicBezTo>
                  <a:lnTo>
                    <a:pt x="26267" y="26977"/>
                  </a:lnTo>
                  <a:cubicBezTo>
                    <a:pt x="26295" y="26892"/>
                    <a:pt x="26338" y="26807"/>
                    <a:pt x="26381" y="26721"/>
                  </a:cubicBezTo>
                  <a:lnTo>
                    <a:pt x="27034" y="26693"/>
                  </a:lnTo>
                  <a:cubicBezTo>
                    <a:pt x="27133" y="26508"/>
                    <a:pt x="27332" y="26537"/>
                    <a:pt x="27502" y="26508"/>
                  </a:cubicBezTo>
                  <a:cubicBezTo>
                    <a:pt x="27516" y="26409"/>
                    <a:pt x="27559" y="26324"/>
                    <a:pt x="27644" y="26267"/>
                  </a:cubicBezTo>
                  <a:cubicBezTo>
                    <a:pt x="27900" y="26139"/>
                    <a:pt x="28099" y="25926"/>
                    <a:pt x="28198" y="25671"/>
                  </a:cubicBezTo>
                  <a:cubicBezTo>
                    <a:pt x="28226" y="25628"/>
                    <a:pt x="28255" y="25600"/>
                    <a:pt x="28297" y="25586"/>
                  </a:cubicBezTo>
                  <a:cubicBezTo>
                    <a:pt x="28525" y="25543"/>
                    <a:pt x="28581" y="25358"/>
                    <a:pt x="28667" y="25188"/>
                  </a:cubicBezTo>
                  <a:cubicBezTo>
                    <a:pt x="28766" y="25103"/>
                    <a:pt x="28837" y="25003"/>
                    <a:pt x="28936" y="24918"/>
                  </a:cubicBezTo>
                  <a:cubicBezTo>
                    <a:pt x="29121" y="24776"/>
                    <a:pt x="29263" y="24592"/>
                    <a:pt x="29376" y="24379"/>
                  </a:cubicBezTo>
                  <a:cubicBezTo>
                    <a:pt x="29504" y="24166"/>
                    <a:pt x="29675" y="23981"/>
                    <a:pt x="29888" y="23853"/>
                  </a:cubicBezTo>
                  <a:cubicBezTo>
                    <a:pt x="29888" y="23711"/>
                    <a:pt x="29888" y="23569"/>
                    <a:pt x="29902" y="23427"/>
                  </a:cubicBezTo>
                  <a:cubicBezTo>
                    <a:pt x="29930" y="23271"/>
                    <a:pt x="29973" y="23115"/>
                    <a:pt x="30172" y="23072"/>
                  </a:cubicBezTo>
                  <a:cubicBezTo>
                    <a:pt x="30172" y="22973"/>
                    <a:pt x="30257" y="22888"/>
                    <a:pt x="30370" y="22888"/>
                  </a:cubicBezTo>
                  <a:cubicBezTo>
                    <a:pt x="30384" y="22789"/>
                    <a:pt x="30370" y="22661"/>
                    <a:pt x="30498" y="22618"/>
                  </a:cubicBezTo>
                  <a:cubicBezTo>
                    <a:pt x="30626" y="22590"/>
                    <a:pt x="30697" y="22448"/>
                    <a:pt x="30754" y="22334"/>
                  </a:cubicBezTo>
                  <a:lnTo>
                    <a:pt x="30739" y="22306"/>
                  </a:lnTo>
                  <a:lnTo>
                    <a:pt x="30739" y="22306"/>
                  </a:lnTo>
                  <a:lnTo>
                    <a:pt x="30754" y="22334"/>
                  </a:lnTo>
                  <a:lnTo>
                    <a:pt x="30952" y="22050"/>
                  </a:lnTo>
                  <a:lnTo>
                    <a:pt x="30952" y="22050"/>
                  </a:lnTo>
                  <a:lnTo>
                    <a:pt x="31123" y="21937"/>
                  </a:lnTo>
                  <a:lnTo>
                    <a:pt x="31208" y="21837"/>
                  </a:lnTo>
                  <a:cubicBezTo>
                    <a:pt x="31222" y="21752"/>
                    <a:pt x="31251" y="21681"/>
                    <a:pt x="31322" y="21638"/>
                  </a:cubicBezTo>
                  <a:lnTo>
                    <a:pt x="31364" y="21638"/>
                  </a:lnTo>
                  <a:lnTo>
                    <a:pt x="31407" y="21638"/>
                  </a:lnTo>
                  <a:cubicBezTo>
                    <a:pt x="31407" y="21567"/>
                    <a:pt x="31449" y="21497"/>
                    <a:pt x="31506" y="21454"/>
                  </a:cubicBezTo>
                  <a:cubicBezTo>
                    <a:pt x="31563" y="21340"/>
                    <a:pt x="31563" y="21213"/>
                    <a:pt x="31520" y="21085"/>
                  </a:cubicBezTo>
                  <a:cubicBezTo>
                    <a:pt x="31520" y="21014"/>
                    <a:pt x="31535" y="20929"/>
                    <a:pt x="31535" y="20858"/>
                  </a:cubicBezTo>
                  <a:cubicBezTo>
                    <a:pt x="31535" y="20716"/>
                    <a:pt x="31606" y="20588"/>
                    <a:pt x="31733" y="20531"/>
                  </a:cubicBezTo>
                  <a:cubicBezTo>
                    <a:pt x="31790" y="20503"/>
                    <a:pt x="31833" y="20460"/>
                    <a:pt x="31875" y="20403"/>
                  </a:cubicBezTo>
                  <a:cubicBezTo>
                    <a:pt x="31889" y="20219"/>
                    <a:pt x="32003" y="20034"/>
                    <a:pt x="32173" y="19935"/>
                  </a:cubicBezTo>
                  <a:lnTo>
                    <a:pt x="32173" y="19850"/>
                  </a:lnTo>
                  <a:lnTo>
                    <a:pt x="32259" y="19850"/>
                  </a:lnTo>
                  <a:cubicBezTo>
                    <a:pt x="32259" y="19665"/>
                    <a:pt x="32358" y="19495"/>
                    <a:pt x="32202" y="19310"/>
                  </a:cubicBezTo>
                  <a:cubicBezTo>
                    <a:pt x="32145" y="19253"/>
                    <a:pt x="32188" y="19140"/>
                    <a:pt x="32259" y="19069"/>
                  </a:cubicBezTo>
                  <a:cubicBezTo>
                    <a:pt x="32330" y="18998"/>
                    <a:pt x="32401" y="18941"/>
                    <a:pt x="32472" y="18884"/>
                  </a:cubicBezTo>
                  <a:cubicBezTo>
                    <a:pt x="32543" y="18841"/>
                    <a:pt x="32571" y="18756"/>
                    <a:pt x="32543" y="18685"/>
                  </a:cubicBezTo>
                  <a:cubicBezTo>
                    <a:pt x="32514" y="18600"/>
                    <a:pt x="32486" y="18501"/>
                    <a:pt x="32457" y="18416"/>
                  </a:cubicBezTo>
                  <a:lnTo>
                    <a:pt x="32557" y="18430"/>
                  </a:lnTo>
                  <a:lnTo>
                    <a:pt x="32557" y="18430"/>
                  </a:lnTo>
                  <a:lnTo>
                    <a:pt x="32557" y="18430"/>
                  </a:lnTo>
                  <a:lnTo>
                    <a:pt x="32557" y="18430"/>
                  </a:lnTo>
                  <a:cubicBezTo>
                    <a:pt x="32599" y="18501"/>
                    <a:pt x="32670" y="18529"/>
                    <a:pt x="32741" y="18501"/>
                  </a:cubicBezTo>
                  <a:cubicBezTo>
                    <a:pt x="32741" y="18430"/>
                    <a:pt x="32770" y="18359"/>
                    <a:pt x="32855" y="18330"/>
                  </a:cubicBezTo>
                  <a:cubicBezTo>
                    <a:pt x="32855" y="18217"/>
                    <a:pt x="32784" y="18103"/>
                    <a:pt x="32883" y="17975"/>
                  </a:cubicBezTo>
                  <a:cubicBezTo>
                    <a:pt x="32983" y="17862"/>
                    <a:pt x="32713" y="17805"/>
                    <a:pt x="32798" y="17663"/>
                  </a:cubicBezTo>
                  <a:cubicBezTo>
                    <a:pt x="32855" y="17592"/>
                    <a:pt x="32841" y="17507"/>
                    <a:pt x="32770" y="17450"/>
                  </a:cubicBezTo>
                  <a:lnTo>
                    <a:pt x="32770" y="17450"/>
                  </a:lnTo>
                  <a:cubicBezTo>
                    <a:pt x="32756" y="17336"/>
                    <a:pt x="32855" y="17209"/>
                    <a:pt x="32756" y="17095"/>
                  </a:cubicBezTo>
                  <a:lnTo>
                    <a:pt x="32756" y="17095"/>
                  </a:lnTo>
                  <a:cubicBezTo>
                    <a:pt x="32756" y="16911"/>
                    <a:pt x="32898" y="16911"/>
                    <a:pt x="33040" y="16896"/>
                  </a:cubicBezTo>
                  <a:lnTo>
                    <a:pt x="33040" y="16811"/>
                  </a:lnTo>
                  <a:cubicBezTo>
                    <a:pt x="33040" y="16740"/>
                    <a:pt x="33111" y="16740"/>
                    <a:pt x="33139" y="16712"/>
                  </a:cubicBezTo>
                  <a:lnTo>
                    <a:pt x="33139" y="16712"/>
                  </a:lnTo>
                  <a:cubicBezTo>
                    <a:pt x="33139" y="16712"/>
                    <a:pt x="33153" y="16712"/>
                    <a:pt x="33167" y="16683"/>
                  </a:cubicBezTo>
                  <a:cubicBezTo>
                    <a:pt x="33182" y="16655"/>
                    <a:pt x="33167" y="16641"/>
                    <a:pt x="33139" y="16612"/>
                  </a:cubicBezTo>
                  <a:lnTo>
                    <a:pt x="33139" y="16527"/>
                  </a:lnTo>
                  <a:cubicBezTo>
                    <a:pt x="33167" y="16499"/>
                    <a:pt x="33196" y="16456"/>
                    <a:pt x="33238" y="16428"/>
                  </a:cubicBezTo>
                  <a:cubicBezTo>
                    <a:pt x="33281" y="16328"/>
                    <a:pt x="33167" y="16272"/>
                    <a:pt x="33125" y="16172"/>
                  </a:cubicBezTo>
                  <a:close/>
                  <a:moveTo>
                    <a:pt x="16158" y="30285"/>
                  </a:moveTo>
                  <a:close/>
                  <a:moveTo>
                    <a:pt x="17876" y="739"/>
                  </a:moveTo>
                  <a:lnTo>
                    <a:pt x="17876" y="725"/>
                  </a:lnTo>
                  <a:lnTo>
                    <a:pt x="17890" y="739"/>
                  </a:lnTo>
                  <a:lnTo>
                    <a:pt x="17876" y="739"/>
                  </a:lnTo>
                  <a:lnTo>
                    <a:pt x="17876" y="753"/>
                  </a:lnTo>
                  <a:lnTo>
                    <a:pt x="17876" y="753"/>
                  </a:lnTo>
                  <a:close/>
                  <a:moveTo>
                    <a:pt x="19125" y="1406"/>
                  </a:moveTo>
                  <a:lnTo>
                    <a:pt x="19125" y="1406"/>
                  </a:lnTo>
                  <a:lnTo>
                    <a:pt x="19111" y="1406"/>
                  </a:lnTo>
                  <a:lnTo>
                    <a:pt x="19111" y="1406"/>
                  </a:lnTo>
                  <a:close/>
                  <a:moveTo>
                    <a:pt x="21312" y="4090"/>
                  </a:moveTo>
                  <a:cubicBezTo>
                    <a:pt x="21312" y="4090"/>
                    <a:pt x="21298" y="4104"/>
                    <a:pt x="21298" y="4104"/>
                  </a:cubicBezTo>
                  <a:lnTo>
                    <a:pt x="21298" y="4090"/>
                  </a:lnTo>
                  <a:close/>
                  <a:moveTo>
                    <a:pt x="31677" y="13617"/>
                  </a:moveTo>
                  <a:cubicBezTo>
                    <a:pt x="31691" y="13602"/>
                    <a:pt x="31691" y="13602"/>
                    <a:pt x="31705" y="13602"/>
                  </a:cubicBezTo>
                  <a:lnTo>
                    <a:pt x="31705" y="13602"/>
                  </a:lnTo>
                  <a:close/>
                  <a:moveTo>
                    <a:pt x="4345" y="7980"/>
                  </a:moveTo>
                  <a:cubicBezTo>
                    <a:pt x="4345" y="7980"/>
                    <a:pt x="4345" y="7994"/>
                    <a:pt x="4345" y="7994"/>
                  </a:cubicBezTo>
                  <a:close/>
                  <a:moveTo>
                    <a:pt x="16371" y="6063"/>
                  </a:moveTo>
                  <a:lnTo>
                    <a:pt x="16371" y="6077"/>
                  </a:lnTo>
                  <a:lnTo>
                    <a:pt x="16357" y="6077"/>
                  </a:lnTo>
                  <a:close/>
                  <a:moveTo>
                    <a:pt x="20460" y="27020"/>
                  </a:moveTo>
                  <a:lnTo>
                    <a:pt x="20460" y="27034"/>
                  </a:lnTo>
                  <a:lnTo>
                    <a:pt x="20446" y="27034"/>
                  </a:lnTo>
                  <a:close/>
                  <a:moveTo>
                    <a:pt x="20446" y="27048"/>
                  </a:moveTo>
                  <a:lnTo>
                    <a:pt x="20446" y="27034"/>
                  </a:lnTo>
                  <a:lnTo>
                    <a:pt x="20446" y="27048"/>
                  </a:lnTo>
                  <a:close/>
                  <a:moveTo>
                    <a:pt x="20275" y="27048"/>
                  </a:moveTo>
                  <a:lnTo>
                    <a:pt x="20261" y="27048"/>
                  </a:lnTo>
                  <a:lnTo>
                    <a:pt x="20261" y="27048"/>
                  </a:lnTo>
                  <a:cubicBezTo>
                    <a:pt x="20261" y="27048"/>
                    <a:pt x="20261" y="27034"/>
                    <a:pt x="20275" y="27048"/>
                  </a:cubicBezTo>
                  <a:close/>
                  <a:moveTo>
                    <a:pt x="6745" y="7966"/>
                  </a:moveTo>
                  <a:lnTo>
                    <a:pt x="6745" y="7994"/>
                  </a:lnTo>
                  <a:lnTo>
                    <a:pt x="6731" y="7994"/>
                  </a:lnTo>
                  <a:lnTo>
                    <a:pt x="6731" y="7994"/>
                  </a:lnTo>
                  <a:close/>
                  <a:moveTo>
                    <a:pt x="26182" y="19523"/>
                  </a:moveTo>
                  <a:lnTo>
                    <a:pt x="26168" y="19509"/>
                  </a:lnTo>
                  <a:lnTo>
                    <a:pt x="26182" y="19509"/>
                  </a:lnTo>
                  <a:cubicBezTo>
                    <a:pt x="26182" y="19523"/>
                    <a:pt x="26168" y="19523"/>
                    <a:pt x="26182" y="19523"/>
                  </a:cubicBezTo>
                  <a:close/>
                  <a:moveTo>
                    <a:pt x="12580" y="23995"/>
                  </a:moveTo>
                  <a:lnTo>
                    <a:pt x="12651" y="23995"/>
                  </a:lnTo>
                  <a:cubicBezTo>
                    <a:pt x="12651" y="23995"/>
                    <a:pt x="12651" y="24010"/>
                    <a:pt x="12651" y="24024"/>
                  </a:cubicBezTo>
                  <a:close/>
                  <a:moveTo>
                    <a:pt x="11246" y="24024"/>
                  </a:moveTo>
                  <a:lnTo>
                    <a:pt x="11217" y="23995"/>
                  </a:lnTo>
                  <a:lnTo>
                    <a:pt x="11246" y="24024"/>
                  </a:lnTo>
                  <a:cubicBezTo>
                    <a:pt x="11260" y="24024"/>
                    <a:pt x="11260" y="24038"/>
                    <a:pt x="11274" y="24052"/>
                  </a:cubicBezTo>
                  <a:lnTo>
                    <a:pt x="11274" y="24052"/>
                  </a:lnTo>
                  <a:cubicBezTo>
                    <a:pt x="11274" y="24038"/>
                    <a:pt x="11274" y="24038"/>
                    <a:pt x="11246" y="24024"/>
                  </a:cubicBezTo>
                  <a:close/>
                  <a:moveTo>
                    <a:pt x="9102" y="7114"/>
                  </a:moveTo>
                  <a:cubicBezTo>
                    <a:pt x="9116" y="7114"/>
                    <a:pt x="9130" y="7100"/>
                    <a:pt x="9144" y="7085"/>
                  </a:cubicBezTo>
                  <a:lnTo>
                    <a:pt x="9173" y="7057"/>
                  </a:lnTo>
                  <a:lnTo>
                    <a:pt x="9187" y="7057"/>
                  </a:lnTo>
                  <a:lnTo>
                    <a:pt x="9158" y="7085"/>
                  </a:lnTo>
                  <a:lnTo>
                    <a:pt x="9144" y="7100"/>
                  </a:lnTo>
                  <a:lnTo>
                    <a:pt x="9116" y="7128"/>
                  </a:lnTo>
                  <a:cubicBezTo>
                    <a:pt x="9116" y="7128"/>
                    <a:pt x="9116" y="7114"/>
                    <a:pt x="9102" y="7114"/>
                  </a:cubicBezTo>
                  <a:close/>
                  <a:moveTo>
                    <a:pt x="17195" y="5495"/>
                  </a:moveTo>
                  <a:cubicBezTo>
                    <a:pt x="17180" y="5467"/>
                    <a:pt x="17180" y="5439"/>
                    <a:pt x="17195" y="5410"/>
                  </a:cubicBezTo>
                  <a:cubicBezTo>
                    <a:pt x="17195" y="5396"/>
                    <a:pt x="17251" y="5368"/>
                    <a:pt x="17265" y="5382"/>
                  </a:cubicBezTo>
                  <a:lnTo>
                    <a:pt x="17280" y="5396"/>
                  </a:lnTo>
                  <a:cubicBezTo>
                    <a:pt x="17251" y="5424"/>
                    <a:pt x="17209" y="5467"/>
                    <a:pt x="17180" y="5509"/>
                  </a:cubicBezTo>
                  <a:close/>
                  <a:moveTo>
                    <a:pt x="4729" y="10933"/>
                  </a:moveTo>
                  <a:lnTo>
                    <a:pt x="4729" y="10933"/>
                  </a:lnTo>
                  <a:lnTo>
                    <a:pt x="4729" y="10933"/>
                  </a:lnTo>
                  <a:lnTo>
                    <a:pt x="4714" y="10933"/>
                  </a:lnTo>
                  <a:close/>
                  <a:moveTo>
                    <a:pt x="29021" y="17038"/>
                  </a:moveTo>
                  <a:lnTo>
                    <a:pt x="29021" y="17038"/>
                  </a:lnTo>
                  <a:close/>
                  <a:moveTo>
                    <a:pt x="9684" y="21426"/>
                  </a:moveTo>
                  <a:lnTo>
                    <a:pt x="9684" y="21426"/>
                  </a:lnTo>
                  <a:close/>
                  <a:moveTo>
                    <a:pt x="15533" y="5694"/>
                  </a:moveTo>
                  <a:lnTo>
                    <a:pt x="15533" y="5694"/>
                  </a:lnTo>
                  <a:lnTo>
                    <a:pt x="15533" y="5708"/>
                  </a:lnTo>
                  <a:close/>
                  <a:moveTo>
                    <a:pt x="28950" y="14071"/>
                  </a:moveTo>
                  <a:lnTo>
                    <a:pt x="28950" y="14071"/>
                  </a:lnTo>
                  <a:cubicBezTo>
                    <a:pt x="28979" y="14071"/>
                    <a:pt x="28993" y="14071"/>
                    <a:pt x="29007" y="14057"/>
                  </a:cubicBezTo>
                  <a:cubicBezTo>
                    <a:pt x="28993" y="14071"/>
                    <a:pt x="28965" y="14071"/>
                    <a:pt x="28950" y="14071"/>
                  </a:cubicBezTo>
                  <a:close/>
                  <a:moveTo>
                    <a:pt x="29220" y="13404"/>
                  </a:moveTo>
                  <a:close/>
                  <a:moveTo>
                    <a:pt x="28269" y="14738"/>
                  </a:moveTo>
                  <a:lnTo>
                    <a:pt x="28269" y="14738"/>
                  </a:lnTo>
                  <a:lnTo>
                    <a:pt x="28269" y="14696"/>
                  </a:lnTo>
                  <a:cubicBezTo>
                    <a:pt x="28269" y="14710"/>
                    <a:pt x="28283" y="14738"/>
                    <a:pt x="28283" y="14752"/>
                  </a:cubicBezTo>
                  <a:close/>
                  <a:moveTo>
                    <a:pt x="26551" y="15391"/>
                  </a:moveTo>
                  <a:lnTo>
                    <a:pt x="26551" y="15406"/>
                  </a:lnTo>
                  <a:lnTo>
                    <a:pt x="26537" y="15391"/>
                  </a:lnTo>
                  <a:close/>
                  <a:moveTo>
                    <a:pt x="17152" y="23853"/>
                  </a:moveTo>
                  <a:cubicBezTo>
                    <a:pt x="17152" y="23839"/>
                    <a:pt x="17152" y="23839"/>
                    <a:pt x="17152" y="23839"/>
                  </a:cubicBezTo>
                  <a:lnTo>
                    <a:pt x="17152" y="23839"/>
                  </a:lnTo>
                  <a:lnTo>
                    <a:pt x="17152" y="23839"/>
                  </a:lnTo>
                  <a:close/>
                  <a:moveTo>
                    <a:pt x="17024" y="23498"/>
                  </a:moveTo>
                  <a:lnTo>
                    <a:pt x="17024" y="23513"/>
                  </a:lnTo>
                  <a:lnTo>
                    <a:pt x="17024" y="23513"/>
                  </a:lnTo>
                  <a:lnTo>
                    <a:pt x="17024" y="23513"/>
                  </a:lnTo>
                  <a:lnTo>
                    <a:pt x="17024" y="23513"/>
                  </a:lnTo>
                  <a:close/>
                  <a:moveTo>
                    <a:pt x="12566" y="8832"/>
                  </a:moveTo>
                  <a:cubicBezTo>
                    <a:pt x="12566" y="8832"/>
                    <a:pt x="12566" y="8832"/>
                    <a:pt x="12566" y="8818"/>
                  </a:cubicBezTo>
                  <a:close/>
                  <a:moveTo>
                    <a:pt x="11714" y="18671"/>
                  </a:moveTo>
                  <a:lnTo>
                    <a:pt x="11714" y="18671"/>
                  </a:lnTo>
                  <a:close/>
                  <a:moveTo>
                    <a:pt x="9116" y="15533"/>
                  </a:moveTo>
                  <a:lnTo>
                    <a:pt x="9102" y="15533"/>
                  </a:lnTo>
                  <a:lnTo>
                    <a:pt x="9116" y="15519"/>
                  </a:lnTo>
                  <a:cubicBezTo>
                    <a:pt x="9116" y="15519"/>
                    <a:pt x="9116" y="15533"/>
                    <a:pt x="9116" y="15533"/>
                  </a:cubicBezTo>
                  <a:close/>
                  <a:moveTo>
                    <a:pt x="8449" y="17351"/>
                  </a:moveTo>
                  <a:cubicBezTo>
                    <a:pt x="8491" y="17308"/>
                    <a:pt x="8449" y="17422"/>
                    <a:pt x="8420" y="17365"/>
                  </a:cubicBezTo>
                  <a:cubicBezTo>
                    <a:pt x="8420" y="17336"/>
                    <a:pt x="8434" y="17322"/>
                    <a:pt x="8434" y="17308"/>
                  </a:cubicBezTo>
                  <a:cubicBezTo>
                    <a:pt x="8434" y="17322"/>
                    <a:pt x="8434" y="17336"/>
                    <a:pt x="8449" y="17351"/>
                  </a:cubicBezTo>
                  <a:close/>
                  <a:moveTo>
                    <a:pt x="6447" y="19211"/>
                  </a:moveTo>
                  <a:close/>
                  <a:moveTo>
                    <a:pt x="10152" y="21497"/>
                  </a:moveTo>
                  <a:close/>
                  <a:moveTo>
                    <a:pt x="12452" y="21894"/>
                  </a:moveTo>
                  <a:lnTo>
                    <a:pt x="12452" y="21894"/>
                  </a:lnTo>
                  <a:lnTo>
                    <a:pt x="12452" y="21894"/>
                  </a:lnTo>
                  <a:lnTo>
                    <a:pt x="12438" y="21880"/>
                  </a:lnTo>
                  <a:close/>
                  <a:moveTo>
                    <a:pt x="12736" y="8747"/>
                  </a:moveTo>
                  <a:lnTo>
                    <a:pt x="12736" y="8747"/>
                  </a:lnTo>
                  <a:lnTo>
                    <a:pt x="12736" y="8732"/>
                  </a:lnTo>
                  <a:lnTo>
                    <a:pt x="12736" y="8732"/>
                  </a:lnTo>
                  <a:lnTo>
                    <a:pt x="12736" y="8732"/>
                  </a:lnTo>
                  <a:lnTo>
                    <a:pt x="12736" y="8732"/>
                  </a:lnTo>
                  <a:lnTo>
                    <a:pt x="12736" y="8732"/>
                  </a:lnTo>
                  <a:close/>
                  <a:moveTo>
                    <a:pt x="12637" y="8463"/>
                  </a:moveTo>
                  <a:lnTo>
                    <a:pt x="12637" y="8463"/>
                  </a:lnTo>
                  <a:cubicBezTo>
                    <a:pt x="12637" y="8448"/>
                    <a:pt x="12637" y="8448"/>
                    <a:pt x="12623" y="8448"/>
                  </a:cubicBezTo>
                  <a:lnTo>
                    <a:pt x="12637" y="8448"/>
                  </a:lnTo>
                  <a:close/>
                  <a:moveTo>
                    <a:pt x="4658" y="14795"/>
                  </a:moveTo>
                  <a:cubicBezTo>
                    <a:pt x="4615" y="14795"/>
                    <a:pt x="4587" y="14809"/>
                    <a:pt x="4544" y="14809"/>
                  </a:cubicBezTo>
                  <a:cubicBezTo>
                    <a:pt x="4572" y="14752"/>
                    <a:pt x="4615" y="14710"/>
                    <a:pt x="4672" y="14681"/>
                  </a:cubicBezTo>
                  <a:cubicBezTo>
                    <a:pt x="4672" y="14724"/>
                    <a:pt x="4672" y="14752"/>
                    <a:pt x="4658" y="14795"/>
                  </a:cubicBezTo>
                  <a:close/>
                  <a:moveTo>
                    <a:pt x="23456" y="14114"/>
                  </a:moveTo>
                  <a:cubicBezTo>
                    <a:pt x="23456" y="14114"/>
                    <a:pt x="23470" y="14128"/>
                    <a:pt x="23470" y="14142"/>
                  </a:cubicBezTo>
                  <a:cubicBezTo>
                    <a:pt x="23470" y="14128"/>
                    <a:pt x="23456" y="14114"/>
                    <a:pt x="23456" y="14099"/>
                  </a:cubicBezTo>
                  <a:close/>
                  <a:moveTo>
                    <a:pt x="23612" y="13077"/>
                  </a:moveTo>
                  <a:cubicBezTo>
                    <a:pt x="23669" y="13049"/>
                    <a:pt x="23711" y="13049"/>
                    <a:pt x="23768" y="13049"/>
                  </a:cubicBezTo>
                  <a:lnTo>
                    <a:pt x="23768" y="13049"/>
                  </a:lnTo>
                  <a:cubicBezTo>
                    <a:pt x="23726" y="13077"/>
                    <a:pt x="23669" y="13077"/>
                    <a:pt x="23626" y="13077"/>
                  </a:cubicBezTo>
                  <a:close/>
                  <a:moveTo>
                    <a:pt x="6617" y="10422"/>
                  </a:moveTo>
                  <a:lnTo>
                    <a:pt x="6617" y="10422"/>
                  </a:lnTo>
                  <a:lnTo>
                    <a:pt x="6617" y="10422"/>
                  </a:lnTo>
                  <a:close/>
                  <a:moveTo>
                    <a:pt x="5311" y="15789"/>
                  </a:moveTo>
                  <a:lnTo>
                    <a:pt x="5282" y="15817"/>
                  </a:lnTo>
                  <a:cubicBezTo>
                    <a:pt x="5282" y="15803"/>
                    <a:pt x="5282" y="15803"/>
                    <a:pt x="5282" y="15789"/>
                  </a:cubicBezTo>
                  <a:close/>
                  <a:moveTo>
                    <a:pt x="21482" y="18586"/>
                  </a:moveTo>
                  <a:lnTo>
                    <a:pt x="21482" y="18572"/>
                  </a:lnTo>
                  <a:lnTo>
                    <a:pt x="21482" y="18572"/>
                  </a:lnTo>
                  <a:close/>
                  <a:moveTo>
                    <a:pt x="21227" y="16243"/>
                  </a:moveTo>
                  <a:close/>
                  <a:moveTo>
                    <a:pt x="23498" y="14142"/>
                  </a:moveTo>
                  <a:close/>
                  <a:moveTo>
                    <a:pt x="10678" y="9428"/>
                  </a:moveTo>
                  <a:cubicBezTo>
                    <a:pt x="10635" y="9457"/>
                    <a:pt x="10592" y="9457"/>
                    <a:pt x="10550" y="9428"/>
                  </a:cubicBezTo>
                  <a:cubicBezTo>
                    <a:pt x="10621" y="9428"/>
                    <a:pt x="10692" y="9414"/>
                    <a:pt x="10749" y="9400"/>
                  </a:cubicBezTo>
                  <a:close/>
                  <a:moveTo>
                    <a:pt x="5978" y="10450"/>
                  </a:moveTo>
                  <a:close/>
                  <a:moveTo>
                    <a:pt x="5211" y="9130"/>
                  </a:moveTo>
                  <a:close/>
                  <a:moveTo>
                    <a:pt x="3976" y="14838"/>
                  </a:moveTo>
                  <a:lnTo>
                    <a:pt x="3976" y="14838"/>
                  </a:lnTo>
                  <a:close/>
                  <a:moveTo>
                    <a:pt x="9769" y="21426"/>
                  </a:moveTo>
                  <a:lnTo>
                    <a:pt x="9755" y="21426"/>
                  </a:lnTo>
                  <a:cubicBezTo>
                    <a:pt x="9755" y="21426"/>
                    <a:pt x="9769" y="21411"/>
                    <a:pt x="9769" y="21426"/>
                  </a:cubicBezTo>
                  <a:close/>
                  <a:moveTo>
                    <a:pt x="14923" y="25330"/>
                  </a:moveTo>
                  <a:close/>
                  <a:moveTo>
                    <a:pt x="24549" y="17819"/>
                  </a:moveTo>
                  <a:lnTo>
                    <a:pt x="24549" y="17791"/>
                  </a:lnTo>
                  <a:lnTo>
                    <a:pt x="24549" y="17791"/>
                  </a:lnTo>
                  <a:lnTo>
                    <a:pt x="24549" y="17805"/>
                  </a:lnTo>
                  <a:close/>
                  <a:moveTo>
                    <a:pt x="25642" y="12097"/>
                  </a:moveTo>
                  <a:lnTo>
                    <a:pt x="25657" y="12126"/>
                  </a:lnTo>
                  <a:cubicBezTo>
                    <a:pt x="25657" y="12126"/>
                    <a:pt x="25642" y="12112"/>
                    <a:pt x="25642" y="12097"/>
                  </a:cubicBezTo>
                  <a:close/>
                  <a:moveTo>
                    <a:pt x="24663" y="7526"/>
                  </a:moveTo>
                  <a:close/>
                  <a:moveTo>
                    <a:pt x="14355" y="5595"/>
                  </a:moveTo>
                  <a:close/>
                  <a:moveTo>
                    <a:pt x="7682" y="7298"/>
                  </a:moveTo>
                  <a:cubicBezTo>
                    <a:pt x="7682" y="7298"/>
                    <a:pt x="7682" y="7298"/>
                    <a:pt x="7668" y="7298"/>
                  </a:cubicBezTo>
                  <a:lnTo>
                    <a:pt x="7682" y="7298"/>
                  </a:lnTo>
                  <a:close/>
                  <a:moveTo>
                    <a:pt x="4842" y="10962"/>
                  </a:moveTo>
                  <a:close/>
                  <a:moveTo>
                    <a:pt x="7937" y="23910"/>
                  </a:moveTo>
                  <a:cubicBezTo>
                    <a:pt x="7909" y="23896"/>
                    <a:pt x="7895" y="23882"/>
                    <a:pt x="7881" y="23853"/>
                  </a:cubicBezTo>
                  <a:lnTo>
                    <a:pt x="7881" y="23782"/>
                  </a:lnTo>
                  <a:cubicBezTo>
                    <a:pt x="7937" y="23811"/>
                    <a:pt x="7980" y="23825"/>
                    <a:pt x="8037" y="23853"/>
                  </a:cubicBezTo>
                  <a:cubicBezTo>
                    <a:pt x="8037" y="23853"/>
                    <a:pt x="8037" y="23853"/>
                    <a:pt x="8037" y="23868"/>
                  </a:cubicBezTo>
                  <a:cubicBezTo>
                    <a:pt x="8008" y="23896"/>
                    <a:pt x="7980" y="23910"/>
                    <a:pt x="7937" y="23910"/>
                  </a:cubicBezTo>
                  <a:close/>
                  <a:moveTo>
                    <a:pt x="28922" y="17975"/>
                  </a:moveTo>
                  <a:close/>
                  <a:moveTo>
                    <a:pt x="22050" y="7653"/>
                  </a:moveTo>
                  <a:lnTo>
                    <a:pt x="22064" y="7653"/>
                  </a:lnTo>
                  <a:close/>
                  <a:moveTo>
                    <a:pt x="12552" y="5311"/>
                  </a:moveTo>
                  <a:cubicBezTo>
                    <a:pt x="12566" y="5325"/>
                    <a:pt x="12566" y="5339"/>
                    <a:pt x="12580" y="5353"/>
                  </a:cubicBezTo>
                  <a:lnTo>
                    <a:pt x="12623" y="5382"/>
                  </a:lnTo>
                  <a:cubicBezTo>
                    <a:pt x="12623" y="5396"/>
                    <a:pt x="12637" y="5396"/>
                    <a:pt x="12651" y="5410"/>
                  </a:cubicBezTo>
                  <a:lnTo>
                    <a:pt x="12651" y="5410"/>
                  </a:lnTo>
                  <a:cubicBezTo>
                    <a:pt x="12637" y="5396"/>
                    <a:pt x="12637" y="5396"/>
                    <a:pt x="12637" y="5382"/>
                  </a:cubicBezTo>
                  <a:lnTo>
                    <a:pt x="12637" y="5382"/>
                  </a:lnTo>
                  <a:lnTo>
                    <a:pt x="12637" y="5382"/>
                  </a:lnTo>
                  <a:lnTo>
                    <a:pt x="12594" y="5339"/>
                  </a:lnTo>
                  <a:lnTo>
                    <a:pt x="12566" y="5311"/>
                  </a:lnTo>
                  <a:close/>
                  <a:moveTo>
                    <a:pt x="13503" y="24180"/>
                  </a:moveTo>
                  <a:close/>
                  <a:moveTo>
                    <a:pt x="24648" y="23243"/>
                  </a:moveTo>
                  <a:lnTo>
                    <a:pt x="24648" y="23229"/>
                  </a:lnTo>
                  <a:cubicBezTo>
                    <a:pt x="24648" y="23214"/>
                    <a:pt x="24648" y="23229"/>
                    <a:pt x="24634" y="23214"/>
                  </a:cubicBezTo>
                  <a:lnTo>
                    <a:pt x="24648" y="23229"/>
                  </a:lnTo>
                  <a:lnTo>
                    <a:pt x="24648" y="23229"/>
                  </a:lnTo>
                  <a:lnTo>
                    <a:pt x="24648" y="23229"/>
                  </a:lnTo>
                  <a:cubicBezTo>
                    <a:pt x="24648" y="23229"/>
                    <a:pt x="24648" y="23229"/>
                    <a:pt x="24648" y="23243"/>
                  </a:cubicBezTo>
                  <a:close/>
                  <a:moveTo>
                    <a:pt x="30455" y="16754"/>
                  </a:moveTo>
                  <a:lnTo>
                    <a:pt x="30455" y="16754"/>
                  </a:lnTo>
                  <a:lnTo>
                    <a:pt x="30470" y="16754"/>
                  </a:lnTo>
                  <a:close/>
                  <a:moveTo>
                    <a:pt x="16783" y="4189"/>
                  </a:moveTo>
                  <a:close/>
                  <a:moveTo>
                    <a:pt x="5992" y="8818"/>
                  </a:moveTo>
                  <a:lnTo>
                    <a:pt x="5992" y="8846"/>
                  </a:lnTo>
                  <a:lnTo>
                    <a:pt x="5992" y="8846"/>
                  </a:lnTo>
                  <a:cubicBezTo>
                    <a:pt x="5992" y="8832"/>
                    <a:pt x="5992" y="8818"/>
                    <a:pt x="5992" y="8818"/>
                  </a:cubicBezTo>
                  <a:close/>
                  <a:moveTo>
                    <a:pt x="11884" y="26395"/>
                  </a:moveTo>
                  <a:close/>
                  <a:moveTo>
                    <a:pt x="20446" y="25969"/>
                  </a:moveTo>
                  <a:lnTo>
                    <a:pt x="20432" y="25969"/>
                  </a:lnTo>
                  <a:lnTo>
                    <a:pt x="20432" y="25969"/>
                  </a:lnTo>
                  <a:close/>
                  <a:moveTo>
                    <a:pt x="27786" y="21894"/>
                  </a:moveTo>
                  <a:close/>
                  <a:moveTo>
                    <a:pt x="29348" y="11089"/>
                  </a:moveTo>
                  <a:close/>
                  <a:moveTo>
                    <a:pt x="24052" y="5268"/>
                  </a:moveTo>
                  <a:lnTo>
                    <a:pt x="24052" y="5254"/>
                  </a:lnTo>
                  <a:close/>
                  <a:moveTo>
                    <a:pt x="20602" y="5623"/>
                  </a:moveTo>
                  <a:lnTo>
                    <a:pt x="20602" y="5609"/>
                  </a:lnTo>
                  <a:lnTo>
                    <a:pt x="20616" y="5609"/>
                  </a:lnTo>
                  <a:close/>
                  <a:moveTo>
                    <a:pt x="8079" y="27304"/>
                  </a:moveTo>
                  <a:lnTo>
                    <a:pt x="8079" y="27304"/>
                  </a:lnTo>
                  <a:lnTo>
                    <a:pt x="8065" y="27318"/>
                  </a:lnTo>
                  <a:lnTo>
                    <a:pt x="8065" y="27318"/>
                  </a:lnTo>
                  <a:close/>
                  <a:moveTo>
                    <a:pt x="15888" y="28283"/>
                  </a:moveTo>
                  <a:lnTo>
                    <a:pt x="15888" y="28269"/>
                  </a:lnTo>
                  <a:lnTo>
                    <a:pt x="15888" y="28269"/>
                  </a:lnTo>
                  <a:lnTo>
                    <a:pt x="15888" y="28269"/>
                  </a:lnTo>
                  <a:close/>
                  <a:moveTo>
                    <a:pt x="19693" y="27886"/>
                  </a:moveTo>
                  <a:lnTo>
                    <a:pt x="19693" y="27886"/>
                  </a:lnTo>
                  <a:lnTo>
                    <a:pt x="19693" y="27886"/>
                  </a:lnTo>
                  <a:close/>
                  <a:moveTo>
                    <a:pt x="29405" y="19977"/>
                  </a:moveTo>
                  <a:lnTo>
                    <a:pt x="29405" y="19977"/>
                  </a:lnTo>
                  <a:lnTo>
                    <a:pt x="29433" y="20006"/>
                  </a:lnTo>
                  <a:lnTo>
                    <a:pt x="29433" y="20006"/>
                  </a:lnTo>
                  <a:cubicBezTo>
                    <a:pt x="29419" y="19992"/>
                    <a:pt x="29419" y="19992"/>
                    <a:pt x="29405" y="19977"/>
                  </a:cubicBezTo>
                  <a:close/>
                  <a:moveTo>
                    <a:pt x="31719" y="13617"/>
                  </a:moveTo>
                  <a:lnTo>
                    <a:pt x="31719" y="13631"/>
                  </a:lnTo>
                  <a:lnTo>
                    <a:pt x="31677" y="13617"/>
                  </a:lnTo>
                  <a:lnTo>
                    <a:pt x="31691" y="13602"/>
                  </a:lnTo>
                  <a:close/>
                  <a:moveTo>
                    <a:pt x="30257" y="11217"/>
                  </a:moveTo>
                  <a:close/>
                  <a:moveTo>
                    <a:pt x="22774" y="5765"/>
                  </a:moveTo>
                  <a:cubicBezTo>
                    <a:pt x="22746" y="5765"/>
                    <a:pt x="22718" y="5765"/>
                    <a:pt x="22703" y="5779"/>
                  </a:cubicBezTo>
                  <a:lnTo>
                    <a:pt x="22845" y="5708"/>
                  </a:lnTo>
                  <a:cubicBezTo>
                    <a:pt x="22831" y="5722"/>
                    <a:pt x="22803" y="5751"/>
                    <a:pt x="22774" y="5765"/>
                  </a:cubicBezTo>
                  <a:close/>
                  <a:moveTo>
                    <a:pt x="12963" y="4175"/>
                  </a:moveTo>
                  <a:cubicBezTo>
                    <a:pt x="13006" y="4217"/>
                    <a:pt x="13034" y="4246"/>
                    <a:pt x="13063" y="4274"/>
                  </a:cubicBezTo>
                  <a:cubicBezTo>
                    <a:pt x="13020" y="4274"/>
                    <a:pt x="12978" y="4232"/>
                    <a:pt x="12978" y="4175"/>
                  </a:cubicBezTo>
                  <a:close/>
                  <a:moveTo>
                    <a:pt x="19509" y="28269"/>
                  </a:moveTo>
                  <a:lnTo>
                    <a:pt x="19509" y="28269"/>
                  </a:lnTo>
                  <a:lnTo>
                    <a:pt x="19509" y="28269"/>
                  </a:lnTo>
                  <a:cubicBezTo>
                    <a:pt x="19523" y="28269"/>
                    <a:pt x="19523" y="28269"/>
                    <a:pt x="19509" y="28269"/>
                  </a:cubicBezTo>
                  <a:close/>
                  <a:moveTo>
                    <a:pt x="27502" y="23612"/>
                  </a:moveTo>
                  <a:close/>
                  <a:moveTo>
                    <a:pt x="22916" y="3976"/>
                  </a:moveTo>
                  <a:close/>
                  <a:moveTo>
                    <a:pt x="19793" y="1690"/>
                  </a:moveTo>
                  <a:lnTo>
                    <a:pt x="19793" y="1690"/>
                  </a:lnTo>
                  <a:cubicBezTo>
                    <a:pt x="19793" y="1690"/>
                    <a:pt x="19793" y="1690"/>
                    <a:pt x="19793" y="1690"/>
                  </a:cubicBezTo>
                  <a:close/>
                  <a:moveTo>
                    <a:pt x="5495" y="7227"/>
                  </a:moveTo>
                  <a:close/>
                  <a:moveTo>
                    <a:pt x="12822" y="27815"/>
                  </a:moveTo>
                  <a:lnTo>
                    <a:pt x="12822" y="27800"/>
                  </a:lnTo>
                  <a:lnTo>
                    <a:pt x="12822" y="27800"/>
                  </a:lnTo>
                  <a:lnTo>
                    <a:pt x="12822" y="27800"/>
                  </a:lnTo>
                  <a:lnTo>
                    <a:pt x="12807" y="27800"/>
                  </a:lnTo>
                  <a:lnTo>
                    <a:pt x="12807" y="27786"/>
                  </a:lnTo>
                  <a:close/>
                  <a:moveTo>
                    <a:pt x="16840" y="29334"/>
                  </a:moveTo>
                  <a:close/>
                  <a:moveTo>
                    <a:pt x="23484" y="25742"/>
                  </a:moveTo>
                  <a:lnTo>
                    <a:pt x="23484" y="25742"/>
                  </a:lnTo>
                  <a:cubicBezTo>
                    <a:pt x="23456" y="25685"/>
                    <a:pt x="23555" y="25657"/>
                    <a:pt x="23612" y="25699"/>
                  </a:cubicBezTo>
                  <a:lnTo>
                    <a:pt x="23640" y="25713"/>
                  </a:lnTo>
                  <a:cubicBezTo>
                    <a:pt x="23584" y="25713"/>
                    <a:pt x="23527" y="25728"/>
                    <a:pt x="23484" y="25742"/>
                  </a:cubicBezTo>
                  <a:close/>
                  <a:moveTo>
                    <a:pt x="26352" y="5382"/>
                  </a:moveTo>
                  <a:cubicBezTo>
                    <a:pt x="26338" y="5368"/>
                    <a:pt x="26324" y="5339"/>
                    <a:pt x="26324" y="5325"/>
                  </a:cubicBezTo>
                  <a:cubicBezTo>
                    <a:pt x="26352" y="5325"/>
                    <a:pt x="26366" y="5339"/>
                    <a:pt x="26366" y="5353"/>
                  </a:cubicBezTo>
                  <a:cubicBezTo>
                    <a:pt x="26352" y="5368"/>
                    <a:pt x="26366" y="5368"/>
                    <a:pt x="26352" y="5382"/>
                  </a:cubicBezTo>
                  <a:close/>
                  <a:moveTo>
                    <a:pt x="1974" y="9130"/>
                  </a:moveTo>
                  <a:close/>
                  <a:moveTo>
                    <a:pt x="7866" y="27687"/>
                  </a:moveTo>
                  <a:cubicBezTo>
                    <a:pt x="7866" y="27687"/>
                    <a:pt x="7881" y="27701"/>
                    <a:pt x="7881" y="27701"/>
                  </a:cubicBezTo>
                  <a:lnTo>
                    <a:pt x="7881" y="27701"/>
                  </a:lnTo>
                  <a:close/>
                  <a:moveTo>
                    <a:pt x="18330" y="29036"/>
                  </a:moveTo>
                  <a:lnTo>
                    <a:pt x="18359" y="29036"/>
                  </a:lnTo>
                  <a:cubicBezTo>
                    <a:pt x="18345" y="29050"/>
                    <a:pt x="18345" y="29064"/>
                    <a:pt x="18330" y="29078"/>
                  </a:cubicBezTo>
                  <a:close/>
                  <a:moveTo>
                    <a:pt x="26466" y="25018"/>
                  </a:moveTo>
                  <a:lnTo>
                    <a:pt x="26551" y="24932"/>
                  </a:lnTo>
                  <a:lnTo>
                    <a:pt x="26551" y="24932"/>
                  </a:lnTo>
                  <a:cubicBezTo>
                    <a:pt x="26523" y="24961"/>
                    <a:pt x="26494" y="24989"/>
                    <a:pt x="26466" y="25018"/>
                  </a:cubicBezTo>
                  <a:close/>
                  <a:moveTo>
                    <a:pt x="20275" y="1804"/>
                  </a:moveTo>
                  <a:cubicBezTo>
                    <a:pt x="20304" y="1804"/>
                    <a:pt x="20332" y="1790"/>
                    <a:pt x="20375" y="1790"/>
                  </a:cubicBezTo>
                  <a:cubicBezTo>
                    <a:pt x="20417" y="1790"/>
                    <a:pt x="20460" y="1818"/>
                    <a:pt x="20474" y="1861"/>
                  </a:cubicBezTo>
                  <a:cubicBezTo>
                    <a:pt x="20417" y="1846"/>
                    <a:pt x="20346" y="1818"/>
                    <a:pt x="20275" y="1804"/>
                  </a:cubicBezTo>
                  <a:close/>
                  <a:moveTo>
                    <a:pt x="20460" y="924"/>
                  </a:moveTo>
                  <a:lnTo>
                    <a:pt x="20432" y="938"/>
                  </a:lnTo>
                  <a:lnTo>
                    <a:pt x="20432" y="938"/>
                  </a:lnTo>
                  <a:lnTo>
                    <a:pt x="20460" y="924"/>
                  </a:lnTo>
                  <a:close/>
                  <a:moveTo>
                    <a:pt x="4260" y="6262"/>
                  </a:moveTo>
                  <a:close/>
                  <a:moveTo>
                    <a:pt x="1207" y="18841"/>
                  </a:moveTo>
                  <a:lnTo>
                    <a:pt x="1222" y="18841"/>
                  </a:lnTo>
                  <a:close/>
                  <a:moveTo>
                    <a:pt x="3465" y="22959"/>
                  </a:moveTo>
                  <a:cubicBezTo>
                    <a:pt x="3493" y="22931"/>
                    <a:pt x="3536" y="22916"/>
                    <a:pt x="3579" y="22902"/>
                  </a:cubicBezTo>
                  <a:cubicBezTo>
                    <a:pt x="3579" y="22916"/>
                    <a:pt x="3579" y="22931"/>
                    <a:pt x="3564" y="22931"/>
                  </a:cubicBezTo>
                  <a:cubicBezTo>
                    <a:pt x="3522" y="22973"/>
                    <a:pt x="3493" y="22973"/>
                    <a:pt x="3465" y="22959"/>
                  </a:cubicBezTo>
                  <a:close/>
                  <a:moveTo>
                    <a:pt x="5410" y="25231"/>
                  </a:moveTo>
                  <a:lnTo>
                    <a:pt x="5410" y="25231"/>
                  </a:lnTo>
                  <a:lnTo>
                    <a:pt x="5410" y="25231"/>
                  </a:lnTo>
                  <a:lnTo>
                    <a:pt x="5410" y="25231"/>
                  </a:lnTo>
                  <a:lnTo>
                    <a:pt x="5410" y="25231"/>
                  </a:lnTo>
                  <a:lnTo>
                    <a:pt x="5410" y="25259"/>
                  </a:lnTo>
                  <a:lnTo>
                    <a:pt x="5410" y="25259"/>
                  </a:lnTo>
                  <a:cubicBezTo>
                    <a:pt x="5410" y="25245"/>
                    <a:pt x="5396" y="25245"/>
                    <a:pt x="5396" y="25231"/>
                  </a:cubicBezTo>
                  <a:close/>
                  <a:moveTo>
                    <a:pt x="5992" y="25543"/>
                  </a:moveTo>
                  <a:cubicBezTo>
                    <a:pt x="5992" y="25500"/>
                    <a:pt x="6021" y="25458"/>
                    <a:pt x="6077" y="25458"/>
                  </a:cubicBezTo>
                  <a:cubicBezTo>
                    <a:pt x="6077" y="25458"/>
                    <a:pt x="6092" y="25472"/>
                    <a:pt x="6092" y="25472"/>
                  </a:cubicBezTo>
                  <a:cubicBezTo>
                    <a:pt x="6063" y="25486"/>
                    <a:pt x="6021" y="25515"/>
                    <a:pt x="5992" y="25543"/>
                  </a:cubicBezTo>
                  <a:close/>
                  <a:moveTo>
                    <a:pt x="15690" y="30172"/>
                  </a:moveTo>
                  <a:cubicBezTo>
                    <a:pt x="15690" y="30172"/>
                    <a:pt x="15675" y="30172"/>
                    <a:pt x="15675" y="30157"/>
                  </a:cubicBezTo>
                  <a:close/>
                  <a:moveTo>
                    <a:pt x="27375" y="25571"/>
                  </a:moveTo>
                  <a:cubicBezTo>
                    <a:pt x="27389" y="25571"/>
                    <a:pt x="27431" y="25600"/>
                    <a:pt x="27431" y="25628"/>
                  </a:cubicBezTo>
                  <a:cubicBezTo>
                    <a:pt x="27445" y="25628"/>
                    <a:pt x="27445" y="25628"/>
                    <a:pt x="27431" y="25628"/>
                  </a:cubicBezTo>
                  <a:lnTo>
                    <a:pt x="27375" y="25571"/>
                  </a:lnTo>
                  <a:close/>
                  <a:moveTo>
                    <a:pt x="29107" y="23243"/>
                  </a:moveTo>
                  <a:close/>
                  <a:moveTo>
                    <a:pt x="31776" y="17620"/>
                  </a:moveTo>
                  <a:lnTo>
                    <a:pt x="31776" y="17606"/>
                  </a:lnTo>
                  <a:lnTo>
                    <a:pt x="31790" y="17635"/>
                  </a:lnTo>
                  <a:close/>
                  <a:moveTo>
                    <a:pt x="32557" y="16641"/>
                  </a:moveTo>
                  <a:lnTo>
                    <a:pt x="32557" y="16641"/>
                  </a:lnTo>
                  <a:close/>
                  <a:moveTo>
                    <a:pt x="16769" y="554"/>
                  </a:moveTo>
                  <a:lnTo>
                    <a:pt x="16797" y="554"/>
                  </a:lnTo>
                  <a:lnTo>
                    <a:pt x="16797" y="554"/>
                  </a:lnTo>
                  <a:cubicBezTo>
                    <a:pt x="16783" y="569"/>
                    <a:pt x="16769" y="569"/>
                    <a:pt x="16754" y="583"/>
                  </a:cubicBezTo>
                  <a:cubicBezTo>
                    <a:pt x="16754" y="569"/>
                    <a:pt x="16769" y="569"/>
                    <a:pt x="16769" y="554"/>
                  </a:cubicBezTo>
                  <a:close/>
                  <a:moveTo>
                    <a:pt x="4544" y="24180"/>
                  </a:moveTo>
                  <a:close/>
                  <a:moveTo>
                    <a:pt x="6816" y="26239"/>
                  </a:moveTo>
                  <a:cubicBezTo>
                    <a:pt x="6802" y="26239"/>
                    <a:pt x="6773" y="26239"/>
                    <a:pt x="6759" y="26239"/>
                  </a:cubicBezTo>
                  <a:lnTo>
                    <a:pt x="6759" y="26210"/>
                  </a:lnTo>
                  <a:close/>
                  <a:moveTo>
                    <a:pt x="18359" y="30086"/>
                  </a:moveTo>
                  <a:close/>
                  <a:moveTo>
                    <a:pt x="22292" y="28865"/>
                  </a:moveTo>
                  <a:close/>
                  <a:moveTo>
                    <a:pt x="21681" y="1293"/>
                  </a:moveTo>
                  <a:close/>
                  <a:moveTo>
                    <a:pt x="16442" y="938"/>
                  </a:moveTo>
                  <a:lnTo>
                    <a:pt x="16442" y="938"/>
                  </a:lnTo>
                  <a:cubicBezTo>
                    <a:pt x="16470" y="938"/>
                    <a:pt x="16485" y="938"/>
                    <a:pt x="16499" y="952"/>
                  </a:cubicBezTo>
                  <a:cubicBezTo>
                    <a:pt x="16485" y="952"/>
                    <a:pt x="16470" y="938"/>
                    <a:pt x="16456" y="938"/>
                  </a:cubicBezTo>
                  <a:close/>
                  <a:moveTo>
                    <a:pt x="228" y="15022"/>
                  </a:moveTo>
                  <a:cubicBezTo>
                    <a:pt x="242" y="15022"/>
                    <a:pt x="256" y="15022"/>
                    <a:pt x="270" y="15036"/>
                  </a:cubicBezTo>
                  <a:lnTo>
                    <a:pt x="270" y="15036"/>
                  </a:lnTo>
                  <a:close/>
                  <a:moveTo>
                    <a:pt x="867" y="16712"/>
                  </a:moveTo>
                  <a:cubicBezTo>
                    <a:pt x="853" y="16655"/>
                    <a:pt x="895" y="16669"/>
                    <a:pt x="895" y="16726"/>
                  </a:cubicBezTo>
                  <a:lnTo>
                    <a:pt x="867" y="16726"/>
                  </a:lnTo>
                  <a:close/>
                  <a:moveTo>
                    <a:pt x="2443" y="22079"/>
                  </a:moveTo>
                  <a:lnTo>
                    <a:pt x="2443" y="22079"/>
                  </a:lnTo>
                  <a:lnTo>
                    <a:pt x="2443" y="22079"/>
                  </a:lnTo>
                  <a:lnTo>
                    <a:pt x="2443" y="22079"/>
                  </a:lnTo>
                  <a:cubicBezTo>
                    <a:pt x="2457" y="22036"/>
                    <a:pt x="2500" y="22022"/>
                    <a:pt x="2528" y="22008"/>
                  </a:cubicBezTo>
                  <a:cubicBezTo>
                    <a:pt x="2500" y="22036"/>
                    <a:pt x="2471" y="22050"/>
                    <a:pt x="2443" y="22079"/>
                  </a:cubicBezTo>
                  <a:close/>
                  <a:moveTo>
                    <a:pt x="19977" y="29987"/>
                  </a:moveTo>
                  <a:lnTo>
                    <a:pt x="19992" y="29987"/>
                  </a:lnTo>
                  <a:lnTo>
                    <a:pt x="19992" y="29987"/>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7" name="Google Shape;757;p47"/>
            <p:cNvPicPr preferRelativeResize="0"/>
            <p:nvPr/>
          </p:nvPicPr>
          <p:blipFill>
            <a:blip r:embed="rId5">
              <a:alphaModFix/>
            </a:blip>
            <a:stretch>
              <a:fillRect/>
            </a:stretch>
          </p:blipFill>
          <p:spPr>
            <a:xfrm>
              <a:off x="10415772" y="-60500"/>
              <a:ext cx="1155836" cy="1075904"/>
            </a:xfrm>
            <a:prstGeom prst="rect">
              <a:avLst/>
            </a:prstGeom>
            <a:noFill/>
            <a:ln>
              <a:noFill/>
            </a:ln>
          </p:spPr>
        </p:pic>
      </p:grpSp>
      <p:pic>
        <p:nvPicPr>
          <p:cNvPr id="758" name="Google Shape;758;p47"/>
          <p:cNvPicPr preferRelativeResize="0"/>
          <p:nvPr/>
        </p:nvPicPr>
        <p:blipFill>
          <a:blip r:embed="rId4">
            <a:alphaModFix/>
          </a:blip>
          <a:stretch>
            <a:fillRect/>
          </a:stretch>
        </p:blipFill>
        <p:spPr>
          <a:xfrm>
            <a:off x="3931688" y="4498838"/>
            <a:ext cx="342900" cy="371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48"/>
          <p:cNvSpPr/>
          <p:nvPr/>
        </p:nvSpPr>
        <p:spPr>
          <a:xfrm>
            <a:off x="199488" y="2008475"/>
            <a:ext cx="8739600" cy="28056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764" name="Google Shape;764;p48"/>
          <p:cNvSpPr txBox="1"/>
          <p:nvPr>
            <p:ph idx="1" type="body"/>
          </p:nvPr>
        </p:nvSpPr>
        <p:spPr>
          <a:xfrm>
            <a:off x="490350" y="3570475"/>
            <a:ext cx="8083500" cy="124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Possible reasons:</a:t>
            </a:r>
            <a:endParaRPr b="1"/>
          </a:p>
          <a:p>
            <a:pPr indent="-298450" lvl="0" marL="457200" rtl="0" algn="l">
              <a:spcBef>
                <a:spcPts val="0"/>
              </a:spcBef>
              <a:spcAft>
                <a:spcPts val="0"/>
              </a:spcAft>
              <a:buClr>
                <a:schemeClr val="dk1"/>
              </a:buClr>
              <a:buSzPts val="1100"/>
              <a:buChar char="-"/>
            </a:pPr>
            <a:r>
              <a:rPr lang="en" sz="1400"/>
              <a:t>V</a:t>
            </a:r>
            <a:r>
              <a:rPr lang="en" sz="1400"/>
              <a:t>ocabulary-frequency driven → multiplies token probabilities per class</a:t>
            </a:r>
            <a:endParaRPr sz="1400"/>
          </a:p>
          <a:p>
            <a:pPr indent="-298450" lvl="0" marL="457200" rtl="0" algn="l">
              <a:spcBef>
                <a:spcPts val="0"/>
              </a:spcBef>
              <a:spcAft>
                <a:spcPts val="0"/>
              </a:spcAft>
              <a:buClr>
                <a:schemeClr val="dk1"/>
              </a:buClr>
              <a:buSzPts val="1100"/>
              <a:buChar char="-"/>
            </a:pPr>
            <a:r>
              <a:rPr lang="en" sz="1400"/>
              <a:t>Positive words (“good”, “nice”, “ok la”, “normal”) appear widely across reviews</a:t>
            </a:r>
            <a:endParaRPr sz="1400"/>
          </a:p>
          <a:p>
            <a:pPr indent="-298450" lvl="0" marL="457200" rtl="0" algn="l">
              <a:spcBef>
                <a:spcPts val="0"/>
              </a:spcBef>
              <a:spcAft>
                <a:spcPts val="0"/>
              </a:spcAft>
              <a:buClr>
                <a:schemeClr val="dk1"/>
              </a:buClr>
              <a:buSzPts val="1100"/>
              <a:buChar char="-"/>
            </a:pPr>
            <a:r>
              <a:rPr lang="en" sz="1400"/>
              <a:t>Slightly bias toward positive predictions, but less severely than in smaller datasets</a:t>
            </a:r>
            <a:endParaRPr sz="1400"/>
          </a:p>
        </p:txBody>
      </p:sp>
      <p:sp>
        <p:nvSpPr>
          <p:cNvPr id="765" name="Google Shape;765;p48"/>
          <p:cNvSpPr txBox="1"/>
          <p:nvPr>
            <p:ph type="title"/>
          </p:nvPr>
        </p:nvSpPr>
        <p:spPr>
          <a:xfrm>
            <a:off x="490351" y="229107"/>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Results - Naive Bayes</a:t>
            </a:r>
            <a:endParaRPr sz="3200"/>
          </a:p>
          <a:p>
            <a:pPr indent="0" lvl="0" marL="0" rtl="0" algn="ctr">
              <a:spcBef>
                <a:spcPts val="0"/>
              </a:spcBef>
              <a:spcAft>
                <a:spcPts val="0"/>
              </a:spcAft>
              <a:buNone/>
            </a:pPr>
            <a:r>
              <a:t/>
            </a:r>
            <a:endParaRPr/>
          </a:p>
        </p:txBody>
      </p:sp>
      <p:sp>
        <p:nvSpPr>
          <p:cNvPr id="766" name="Google Shape;766;p48"/>
          <p:cNvSpPr txBox="1"/>
          <p:nvPr/>
        </p:nvSpPr>
        <p:spPr>
          <a:xfrm>
            <a:off x="7369213" y="623950"/>
            <a:ext cx="1535700" cy="7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Gantari"/>
              <a:ea typeface="Gantari"/>
              <a:cs typeface="Gantari"/>
              <a:sym typeface="Gantari"/>
            </a:endParaRPr>
          </a:p>
        </p:txBody>
      </p:sp>
      <p:sp>
        <p:nvSpPr>
          <p:cNvPr id="767" name="Google Shape;767;p48"/>
          <p:cNvSpPr/>
          <p:nvPr/>
        </p:nvSpPr>
        <p:spPr>
          <a:xfrm>
            <a:off x="204913" y="978775"/>
            <a:ext cx="8739600" cy="2508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cxnSp>
        <p:nvCxnSpPr>
          <p:cNvPr id="768" name="Google Shape;768;p48"/>
          <p:cNvCxnSpPr/>
          <p:nvPr/>
        </p:nvCxnSpPr>
        <p:spPr>
          <a:xfrm>
            <a:off x="5805588" y="972000"/>
            <a:ext cx="0" cy="2531700"/>
          </a:xfrm>
          <a:prstGeom prst="straightConnector1">
            <a:avLst/>
          </a:prstGeom>
          <a:noFill/>
          <a:ln cap="flat" cmpd="sng" w="38100">
            <a:solidFill>
              <a:srgbClr val="CEDDFD"/>
            </a:solidFill>
            <a:prstDash val="solid"/>
            <a:round/>
            <a:headEnd len="med" w="med" type="none"/>
            <a:tailEnd len="med" w="med" type="none"/>
          </a:ln>
        </p:spPr>
      </p:cxnSp>
      <p:sp>
        <p:nvSpPr>
          <p:cNvPr id="769" name="Google Shape;769;p48"/>
          <p:cNvSpPr txBox="1"/>
          <p:nvPr>
            <p:ph idx="1" type="body"/>
          </p:nvPr>
        </p:nvSpPr>
        <p:spPr>
          <a:xfrm>
            <a:off x="5905875" y="1172525"/>
            <a:ext cx="3033300" cy="214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Overall behaviour</a:t>
            </a:r>
            <a:r>
              <a:rPr b="1" lang="en"/>
              <a:t>:</a:t>
            </a:r>
            <a:endParaRPr b="1"/>
          </a:p>
          <a:p>
            <a:pPr indent="-311150" lvl="0" marL="342900" rtl="0" algn="l">
              <a:spcBef>
                <a:spcPts val="1200"/>
              </a:spcBef>
              <a:spcAft>
                <a:spcPts val="0"/>
              </a:spcAft>
              <a:buClr>
                <a:schemeClr val="dk1"/>
              </a:buClr>
              <a:buSzPts val="1300"/>
              <a:buChar char="-"/>
            </a:pPr>
            <a:r>
              <a:rPr lang="en" sz="1300"/>
              <a:t>High overall accuracy, strong consistent class performance</a:t>
            </a:r>
            <a:endParaRPr sz="1300"/>
          </a:p>
          <a:p>
            <a:pPr indent="-311150" lvl="0" marL="342900" rtl="0" algn="l">
              <a:spcBef>
                <a:spcPts val="1000"/>
              </a:spcBef>
              <a:spcAft>
                <a:spcPts val="0"/>
              </a:spcAft>
              <a:buClr>
                <a:schemeClr val="dk1"/>
              </a:buClr>
              <a:buSzPts val="1300"/>
              <a:buChar char="-"/>
            </a:pPr>
            <a:r>
              <a:rPr lang="en" sz="1300"/>
              <a:t>Negative and positive handled well, high precision and recall</a:t>
            </a:r>
            <a:endParaRPr sz="1300"/>
          </a:p>
          <a:p>
            <a:pPr indent="-311150" lvl="0" marL="342900" rtl="0" algn="l">
              <a:spcBef>
                <a:spcPts val="1000"/>
              </a:spcBef>
              <a:spcAft>
                <a:spcPts val="1000"/>
              </a:spcAft>
              <a:buClr>
                <a:schemeClr val="dk1"/>
              </a:buClr>
              <a:buSzPts val="1300"/>
              <a:buChar char="-"/>
            </a:pPr>
            <a:r>
              <a:rPr lang="en" sz="1300"/>
              <a:t>N</a:t>
            </a:r>
            <a:r>
              <a:rPr lang="en" sz="1300"/>
              <a:t>eutral reviews s</a:t>
            </a:r>
            <a:r>
              <a:rPr lang="en" sz="1300"/>
              <a:t>lightly weaker, suggests confusion between neutral and nearby sentiments</a:t>
            </a:r>
            <a:endParaRPr sz="1300"/>
          </a:p>
        </p:txBody>
      </p:sp>
      <p:pic>
        <p:nvPicPr>
          <p:cNvPr id="770" name="Google Shape;770;p48" title="Screenshot 2025-11-09 at 15-34-20 Fixed-Cleanded-Group-A2-Sentiment Analysis.ipynb - Colab.png"/>
          <p:cNvPicPr preferRelativeResize="0"/>
          <p:nvPr/>
        </p:nvPicPr>
        <p:blipFill rotWithShape="1">
          <a:blip r:embed="rId3">
            <a:alphaModFix/>
          </a:blip>
          <a:srcRect b="74991" l="-663" r="36908" t="-760"/>
          <a:stretch/>
        </p:blipFill>
        <p:spPr>
          <a:xfrm>
            <a:off x="438075" y="1193650"/>
            <a:ext cx="5242448" cy="21471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49"/>
          <p:cNvSpPr/>
          <p:nvPr/>
        </p:nvSpPr>
        <p:spPr>
          <a:xfrm>
            <a:off x="199500" y="990296"/>
            <a:ext cx="8739600" cy="41640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776" name="Google Shape;776;p49"/>
          <p:cNvSpPr txBox="1"/>
          <p:nvPr>
            <p:ph type="title"/>
          </p:nvPr>
        </p:nvSpPr>
        <p:spPr>
          <a:xfrm>
            <a:off x="603700" y="340250"/>
            <a:ext cx="793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Confusion Matrix Comparison </a:t>
            </a:r>
            <a:endParaRPr i="1" sz="2400"/>
          </a:p>
          <a:p>
            <a:pPr indent="0" lvl="0" marL="0" rtl="0" algn="l">
              <a:spcBef>
                <a:spcPts val="0"/>
              </a:spcBef>
              <a:spcAft>
                <a:spcPts val="0"/>
              </a:spcAft>
              <a:buNone/>
            </a:pPr>
            <a:r>
              <a:t/>
            </a:r>
            <a:endParaRPr/>
          </a:p>
        </p:txBody>
      </p:sp>
      <p:sp>
        <p:nvSpPr>
          <p:cNvPr id="777" name="Google Shape;777;p49"/>
          <p:cNvSpPr txBox="1"/>
          <p:nvPr/>
        </p:nvSpPr>
        <p:spPr>
          <a:xfrm>
            <a:off x="4902875" y="1130425"/>
            <a:ext cx="3903900" cy="306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antari"/>
                <a:ea typeface="Gantari"/>
                <a:cs typeface="Gantari"/>
                <a:sym typeface="Gantari"/>
              </a:rPr>
              <a:t>Multinomial Naive Bayes</a:t>
            </a:r>
            <a:endParaRPr b="1">
              <a:latin typeface="Gantari"/>
              <a:ea typeface="Gantari"/>
              <a:cs typeface="Gantari"/>
              <a:sym typeface="Gantari"/>
            </a:endParaRPr>
          </a:p>
          <a:p>
            <a:pPr indent="-317500" lvl="0" marL="400050" rtl="0" algn="l">
              <a:spcBef>
                <a:spcPts val="1000"/>
              </a:spcBef>
              <a:spcAft>
                <a:spcPts val="0"/>
              </a:spcAft>
              <a:buSzPts val="1400"/>
              <a:buFont typeface="Gantari"/>
              <a:buChar char="-"/>
            </a:pPr>
            <a:r>
              <a:rPr lang="en">
                <a:latin typeface="Gantari"/>
                <a:ea typeface="Gantari"/>
                <a:cs typeface="Gantari"/>
                <a:sym typeface="Gantari"/>
              </a:rPr>
              <a:t>Moderate bias to positive class</a:t>
            </a:r>
            <a:endParaRPr>
              <a:latin typeface="Gantari"/>
              <a:ea typeface="Gantari"/>
              <a:cs typeface="Gantari"/>
              <a:sym typeface="Gantari"/>
            </a:endParaRPr>
          </a:p>
          <a:p>
            <a:pPr indent="-317500" lvl="0" marL="400050" rtl="0" algn="l">
              <a:spcBef>
                <a:spcPts val="1000"/>
              </a:spcBef>
              <a:spcAft>
                <a:spcPts val="0"/>
              </a:spcAft>
              <a:buSzPts val="1400"/>
              <a:buFont typeface="Gantari"/>
              <a:buChar char="-"/>
            </a:pPr>
            <a:r>
              <a:rPr lang="en">
                <a:latin typeface="Gantari"/>
                <a:ea typeface="Gantari"/>
                <a:cs typeface="Gantari"/>
                <a:sym typeface="Gantari"/>
              </a:rPr>
              <a:t>C</a:t>
            </a:r>
            <a:r>
              <a:rPr lang="en">
                <a:latin typeface="Gantari"/>
                <a:ea typeface="Gantari"/>
                <a:cs typeface="Gantari"/>
                <a:sym typeface="Gantari"/>
              </a:rPr>
              <a:t>orrectly predicted </a:t>
            </a:r>
            <a:r>
              <a:rPr lang="en">
                <a:latin typeface="Gantari"/>
                <a:ea typeface="Gantari"/>
                <a:cs typeface="Gantari"/>
                <a:sym typeface="Gantari"/>
              </a:rPr>
              <a:t>30,756</a:t>
            </a:r>
            <a:r>
              <a:rPr lang="en">
                <a:latin typeface="Gantari"/>
                <a:ea typeface="Gantari"/>
                <a:cs typeface="Gantari"/>
                <a:sym typeface="Gantari"/>
              </a:rPr>
              <a:t> positive, </a:t>
            </a:r>
            <a:r>
              <a:rPr lang="en">
                <a:latin typeface="Gantari"/>
                <a:ea typeface="Gantari"/>
                <a:cs typeface="Gantari"/>
                <a:sym typeface="Gantari"/>
              </a:rPr>
              <a:t>28,822</a:t>
            </a:r>
            <a:r>
              <a:rPr lang="en">
                <a:latin typeface="Gantari"/>
                <a:ea typeface="Gantari"/>
                <a:cs typeface="Gantari"/>
                <a:sym typeface="Gantari"/>
              </a:rPr>
              <a:t> neutral and </a:t>
            </a:r>
            <a:r>
              <a:rPr lang="en">
                <a:latin typeface="Gantari"/>
                <a:ea typeface="Gantari"/>
                <a:cs typeface="Gantari"/>
                <a:sym typeface="Gantari"/>
              </a:rPr>
              <a:t>31,986</a:t>
            </a:r>
            <a:r>
              <a:rPr lang="en">
                <a:latin typeface="Gantari"/>
                <a:ea typeface="Gantari"/>
                <a:cs typeface="Gantari"/>
                <a:sym typeface="Gantari"/>
              </a:rPr>
              <a:t> negative instances</a:t>
            </a:r>
            <a:endParaRPr>
              <a:latin typeface="Gantari"/>
              <a:ea typeface="Gantari"/>
              <a:cs typeface="Gantari"/>
              <a:sym typeface="Gantari"/>
            </a:endParaRPr>
          </a:p>
          <a:p>
            <a:pPr indent="-317500" lvl="0" marL="400050" rtl="0" algn="l">
              <a:spcBef>
                <a:spcPts val="1000"/>
              </a:spcBef>
              <a:spcAft>
                <a:spcPts val="0"/>
              </a:spcAft>
              <a:buSzPts val="1400"/>
              <a:buFont typeface="Gantari"/>
              <a:buChar char="-"/>
            </a:pPr>
            <a:r>
              <a:rPr lang="en">
                <a:latin typeface="Gantari"/>
                <a:ea typeface="Gantari"/>
                <a:cs typeface="Gantari"/>
                <a:sym typeface="Gantari"/>
              </a:rPr>
              <a:t>Bias further indicated by high number of misclassifications as positive:</a:t>
            </a:r>
            <a:endParaRPr>
              <a:latin typeface="Gantari"/>
              <a:ea typeface="Gantari"/>
              <a:cs typeface="Gantari"/>
              <a:sym typeface="Gantari"/>
            </a:endParaRPr>
          </a:p>
          <a:p>
            <a:pPr indent="-317500" lvl="1" marL="742950" rtl="0" algn="l">
              <a:spcBef>
                <a:spcPts val="1000"/>
              </a:spcBef>
              <a:spcAft>
                <a:spcPts val="0"/>
              </a:spcAft>
              <a:buSzPts val="1400"/>
              <a:buFont typeface="Gantari"/>
              <a:buChar char="○"/>
            </a:pPr>
            <a:r>
              <a:rPr lang="en">
                <a:latin typeface="Gantari"/>
                <a:ea typeface="Gantari"/>
                <a:cs typeface="Gantari"/>
                <a:sym typeface="Gantari"/>
              </a:rPr>
              <a:t>Neutral misclassified as positive </a:t>
            </a:r>
            <a:r>
              <a:rPr lang="en">
                <a:latin typeface="Gantari"/>
                <a:ea typeface="Gantari"/>
                <a:cs typeface="Gantari"/>
                <a:sym typeface="Gantari"/>
              </a:rPr>
              <a:t>4,700</a:t>
            </a:r>
            <a:r>
              <a:rPr lang="en">
                <a:latin typeface="Gantari"/>
                <a:ea typeface="Gantari"/>
                <a:cs typeface="Gantari"/>
                <a:sym typeface="Gantari"/>
              </a:rPr>
              <a:t> times</a:t>
            </a:r>
            <a:endParaRPr>
              <a:latin typeface="Gantari"/>
              <a:ea typeface="Gantari"/>
              <a:cs typeface="Gantari"/>
              <a:sym typeface="Gantari"/>
            </a:endParaRPr>
          </a:p>
          <a:p>
            <a:pPr indent="-317500" lvl="1" marL="742950" rtl="0" algn="l">
              <a:spcBef>
                <a:spcPts val="0"/>
              </a:spcBef>
              <a:spcAft>
                <a:spcPts val="0"/>
              </a:spcAft>
              <a:buSzPts val="1400"/>
              <a:buFont typeface="Gantari"/>
              <a:buChar char="○"/>
            </a:pPr>
            <a:r>
              <a:rPr lang="en">
                <a:latin typeface="Gantari"/>
                <a:ea typeface="Gantari"/>
                <a:cs typeface="Gantari"/>
                <a:sym typeface="Gantari"/>
              </a:rPr>
              <a:t>Negative misclassified as positive </a:t>
            </a:r>
            <a:r>
              <a:rPr lang="en">
                <a:latin typeface="Gantari"/>
                <a:ea typeface="Gantari"/>
                <a:cs typeface="Gantari"/>
                <a:sym typeface="Gantari"/>
              </a:rPr>
              <a:t>1,695</a:t>
            </a:r>
            <a:r>
              <a:rPr lang="en">
                <a:latin typeface="Gantari"/>
                <a:ea typeface="Gantari"/>
                <a:cs typeface="Gantari"/>
                <a:sym typeface="Gantari"/>
              </a:rPr>
              <a:t> times</a:t>
            </a:r>
            <a:endParaRPr>
              <a:latin typeface="Gantari"/>
              <a:ea typeface="Gantari"/>
              <a:cs typeface="Gantari"/>
              <a:sym typeface="Gantari"/>
            </a:endParaRPr>
          </a:p>
        </p:txBody>
      </p:sp>
      <p:sp>
        <p:nvSpPr>
          <p:cNvPr id="778" name="Google Shape;778;p49"/>
          <p:cNvSpPr txBox="1"/>
          <p:nvPr/>
        </p:nvSpPr>
        <p:spPr>
          <a:xfrm>
            <a:off x="808650" y="4549475"/>
            <a:ext cx="7521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antari"/>
                <a:ea typeface="Gantari"/>
                <a:cs typeface="Gantari"/>
                <a:sym typeface="Gantari"/>
              </a:rPr>
              <a:t>R</a:t>
            </a:r>
            <a:r>
              <a:rPr lang="en">
                <a:latin typeface="Gantari"/>
                <a:ea typeface="Gantari"/>
                <a:cs typeface="Gantari"/>
                <a:sym typeface="Gantari"/>
              </a:rPr>
              <a:t>esults suggest model struggles to differentiate subtle sentiments </a:t>
            </a:r>
            <a:endParaRPr>
              <a:latin typeface="Gantari"/>
              <a:ea typeface="Gantari"/>
              <a:cs typeface="Gantari"/>
              <a:sym typeface="Gantari"/>
            </a:endParaRPr>
          </a:p>
          <a:p>
            <a:pPr indent="0" lvl="0" marL="0" rtl="0" algn="ctr">
              <a:spcBef>
                <a:spcPts val="0"/>
              </a:spcBef>
              <a:spcAft>
                <a:spcPts val="0"/>
              </a:spcAft>
              <a:buNone/>
            </a:pPr>
            <a:r>
              <a:rPr lang="en">
                <a:latin typeface="Gantari"/>
                <a:ea typeface="Gantari"/>
                <a:cs typeface="Gantari"/>
                <a:sym typeface="Gantari"/>
              </a:rPr>
              <a:t>between neutral and negative classes</a:t>
            </a:r>
            <a:endParaRPr/>
          </a:p>
        </p:txBody>
      </p:sp>
      <p:pic>
        <p:nvPicPr>
          <p:cNvPr id="779" name="Google Shape;779;p49"/>
          <p:cNvPicPr preferRelativeResize="0"/>
          <p:nvPr/>
        </p:nvPicPr>
        <p:blipFill>
          <a:blip r:embed="rId3">
            <a:alphaModFix/>
          </a:blip>
          <a:stretch>
            <a:fillRect/>
          </a:stretch>
        </p:blipFill>
        <p:spPr>
          <a:xfrm>
            <a:off x="603704" y="1130425"/>
            <a:ext cx="4197096" cy="33375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50"/>
          <p:cNvSpPr/>
          <p:nvPr/>
        </p:nvSpPr>
        <p:spPr>
          <a:xfrm>
            <a:off x="199488" y="2008475"/>
            <a:ext cx="8739600" cy="28056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785" name="Google Shape;785;p50"/>
          <p:cNvSpPr txBox="1"/>
          <p:nvPr>
            <p:ph idx="1" type="body"/>
          </p:nvPr>
        </p:nvSpPr>
        <p:spPr>
          <a:xfrm>
            <a:off x="490350" y="3570475"/>
            <a:ext cx="8083500" cy="124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Possible reasons:</a:t>
            </a:r>
            <a:endParaRPr b="1"/>
          </a:p>
          <a:p>
            <a:pPr indent="-298450" lvl="0" marL="457200" rtl="0" algn="l">
              <a:spcBef>
                <a:spcPts val="0"/>
              </a:spcBef>
              <a:spcAft>
                <a:spcPts val="0"/>
              </a:spcAft>
              <a:buClr>
                <a:schemeClr val="dk1"/>
              </a:buClr>
              <a:buSzPts val="1100"/>
              <a:buChar char="-"/>
            </a:pPr>
            <a:r>
              <a:rPr lang="en" sz="1400"/>
              <a:t>Learns weighted decision boundaries in TF-IDF space</a:t>
            </a:r>
            <a:endParaRPr sz="1400"/>
          </a:p>
          <a:p>
            <a:pPr indent="-298450" lvl="0" marL="457200" rtl="0" algn="l">
              <a:spcBef>
                <a:spcPts val="0"/>
              </a:spcBef>
              <a:spcAft>
                <a:spcPts val="0"/>
              </a:spcAft>
              <a:buClr>
                <a:schemeClr val="dk1"/>
              </a:buClr>
              <a:buSzPts val="1100"/>
              <a:buChar char="-"/>
            </a:pPr>
            <a:r>
              <a:rPr lang="en" sz="1400"/>
              <a:t>Balance 3 classes instead of over-predicting one</a:t>
            </a:r>
            <a:endParaRPr sz="1400"/>
          </a:p>
          <a:p>
            <a:pPr indent="-298450" lvl="0" marL="457200" rtl="0" algn="l">
              <a:spcBef>
                <a:spcPts val="0"/>
              </a:spcBef>
              <a:spcAft>
                <a:spcPts val="0"/>
              </a:spcAft>
              <a:buClr>
                <a:schemeClr val="dk1"/>
              </a:buClr>
              <a:buSzPts val="1100"/>
              <a:buChar char="-"/>
            </a:pPr>
            <a:r>
              <a:rPr lang="en" sz="1400"/>
              <a:t>Improves Neutral and Negative detection while maintaining high overall accuracy</a:t>
            </a:r>
            <a:endParaRPr sz="1400"/>
          </a:p>
        </p:txBody>
      </p:sp>
      <p:sp>
        <p:nvSpPr>
          <p:cNvPr id="786" name="Google Shape;786;p50"/>
          <p:cNvSpPr txBox="1"/>
          <p:nvPr>
            <p:ph type="title"/>
          </p:nvPr>
        </p:nvSpPr>
        <p:spPr>
          <a:xfrm>
            <a:off x="490351" y="229107"/>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Results - Logistic Regression</a:t>
            </a:r>
            <a:endParaRPr sz="3200"/>
          </a:p>
          <a:p>
            <a:pPr indent="0" lvl="0" marL="0" rtl="0" algn="ctr">
              <a:spcBef>
                <a:spcPts val="0"/>
              </a:spcBef>
              <a:spcAft>
                <a:spcPts val="0"/>
              </a:spcAft>
              <a:buNone/>
            </a:pPr>
            <a:r>
              <a:t/>
            </a:r>
            <a:endParaRPr/>
          </a:p>
        </p:txBody>
      </p:sp>
      <p:sp>
        <p:nvSpPr>
          <p:cNvPr id="787" name="Google Shape;787;p50"/>
          <p:cNvSpPr txBox="1"/>
          <p:nvPr/>
        </p:nvSpPr>
        <p:spPr>
          <a:xfrm>
            <a:off x="7369213" y="623950"/>
            <a:ext cx="1535700" cy="7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Gantari"/>
              <a:ea typeface="Gantari"/>
              <a:cs typeface="Gantari"/>
              <a:sym typeface="Gantari"/>
            </a:endParaRPr>
          </a:p>
        </p:txBody>
      </p:sp>
      <p:sp>
        <p:nvSpPr>
          <p:cNvPr id="788" name="Google Shape;788;p50"/>
          <p:cNvSpPr/>
          <p:nvPr/>
        </p:nvSpPr>
        <p:spPr>
          <a:xfrm>
            <a:off x="204913" y="978775"/>
            <a:ext cx="8739600" cy="2508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cxnSp>
        <p:nvCxnSpPr>
          <p:cNvPr id="789" name="Google Shape;789;p50"/>
          <p:cNvCxnSpPr/>
          <p:nvPr/>
        </p:nvCxnSpPr>
        <p:spPr>
          <a:xfrm>
            <a:off x="5805588" y="972000"/>
            <a:ext cx="0" cy="2531700"/>
          </a:xfrm>
          <a:prstGeom prst="straightConnector1">
            <a:avLst/>
          </a:prstGeom>
          <a:noFill/>
          <a:ln cap="flat" cmpd="sng" w="38100">
            <a:solidFill>
              <a:srgbClr val="CEDDFD"/>
            </a:solidFill>
            <a:prstDash val="solid"/>
            <a:round/>
            <a:headEnd len="med" w="med" type="none"/>
            <a:tailEnd len="med" w="med" type="none"/>
          </a:ln>
        </p:spPr>
      </p:cxnSp>
      <p:sp>
        <p:nvSpPr>
          <p:cNvPr id="790" name="Google Shape;790;p50"/>
          <p:cNvSpPr txBox="1"/>
          <p:nvPr>
            <p:ph idx="1" type="body"/>
          </p:nvPr>
        </p:nvSpPr>
        <p:spPr>
          <a:xfrm>
            <a:off x="5905875" y="1172525"/>
            <a:ext cx="2885100" cy="214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Overall behaviour:</a:t>
            </a:r>
            <a:endParaRPr b="1"/>
          </a:p>
          <a:p>
            <a:pPr indent="-311150" lvl="0" marL="342900" rtl="0" algn="l">
              <a:spcBef>
                <a:spcPts val="1200"/>
              </a:spcBef>
              <a:spcAft>
                <a:spcPts val="0"/>
              </a:spcAft>
              <a:buClr>
                <a:schemeClr val="dk1"/>
              </a:buClr>
              <a:buSzPts val="1300"/>
              <a:buChar char="-"/>
            </a:pPr>
            <a:r>
              <a:rPr lang="en" sz="1300"/>
              <a:t>More balanced than            Naive Bayes</a:t>
            </a:r>
            <a:endParaRPr sz="1300"/>
          </a:p>
          <a:p>
            <a:pPr indent="-311150" lvl="0" marL="342900" rtl="0" algn="l">
              <a:spcBef>
                <a:spcPts val="1000"/>
              </a:spcBef>
              <a:spcAft>
                <a:spcPts val="0"/>
              </a:spcAft>
              <a:buClr>
                <a:schemeClr val="dk1"/>
              </a:buClr>
              <a:buSzPts val="1300"/>
              <a:buChar char="-"/>
            </a:pPr>
            <a:r>
              <a:rPr lang="en" sz="1300"/>
              <a:t>B</a:t>
            </a:r>
            <a:r>
              <a:rPr lang="en" sz="1300"/>
              <a:t>etter at catching negative and neutral reviews</a:t>
            </a:r>
            <a:endParaRPr sz="1300"/>
          </a:p>
          <a:p>
            <a:pPr indent="-311150" lvl="0" marL="342900" rtl="0" algn="l">
              <a:spcBef>
                <a:spcPts val="1000"/>
              </a:spcBef>
              <a:spcAft>
                <a:spcPts val="1000"/>
              </a:spcAft>
              <a:buClr>
                <a:schemeClr val="dk1"/>
              </a:buClr>
              <a:buSzPts val="1300"/>
              <a:buChar char="-"/>
            </a:pPr>
            <a:r>
              <a:rPr lang="en" sz="1300"/>
              <a:t>C</a:t>
            </a:r>
            <a:r>
              <a:rPr lang="en" sz="1300"/>
              <a:t>onsistently strong across all classes (high macro F1)</a:t>
            </a:r>
            <a:endParaRPr sz="1300"/>
          </a:p>
        </p:txBody>
      </p:sp>
      <p:pic>
        <p:nvPicPr>
          <p:cNvPr id="791" name="Google Shape;791;p50" title="Screenshot 2025-11-09 at 15-34-20 Fixed-Cleanded-Group-A2-Sentiment Analysis.ipynb - Colab.png"/>
          <p:cNvPicPr preferRelativeResize="0"/>
          <p:nvPr/>
        </p:nvPicPr>
        <p:blipFill rotWithShape="1">
          <a:blip r:embed="rId3">
            <a:alphaModFix/>
          </a:blip>
          <a:srcRect b="44958" l="0" r="40625" t="29019"/>
          <a:stretch/>
        </p:blipFill>
        <p:spPr>
          <a:xfrm>
            <a:off x="490350" y="1172525"/>
            <a:ext cx="5062675" cy="2248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51"/>
          <p:cNvSpPr/>
          <p:nvPr/>
        </p:nvSpPr>
        <p:spPr>
          <a:xfrm>
            <a:off x="199500" y="990296"/>
            <a:ext cx="8739600" cy="41640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797" name="Google Shape;797;p51"/>
          <p:cNvSpPr txBox="1"/>
          <p:nvPr>
            <p:ph type="title"/>
          </p:nvPr>
        </p:nvSpPr>
        <p:spPr>
          <a:xfrm>
            <a:off x="603700" y="340250"/>
            <a:ext cx="793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Confusion Matrix Comparison</a:t>
            </a:r>
            <a:endParaRPr/>
          </a:p>
        </p:txBody>
      </p:sp>
      <p:sp>
        <p:nvSpPr>
          <p:cNvPr id="798" name="Google Shape;798;p51"/>
          <p:cNvSpPr txBox="1"/>
          <p:nvPr/>
        </p:nvSpPr>
        <p:spPr>
          <a:xfrm>
            <a:off x="4878175" y="1143975"/>
            <a:ext cx="3829200" cy="30681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
                <a:latin typeface="Gantari"/>
                <a:ea typeface="Gantari"/>
                <a:cs typeface="Gantari"/>
                <a:sym typeface="Gantari"/>
              </a:rPr>
              <a:t>Logistic Regression</a:t>
            </a:r>
            <a:endParaRPr b="1">
              <a:latin typeface="Gantari"/>
              <a:ea typeface="Gantari"/>
              <a:cs typeface="Gantari"/>
              <a:sym typeface="Gantari"/>
            </a:endParaRPr>
          </a:p>
          <a:p>
            <a:pPr indent="-317500" lvl="0" marL="457200" rtl="0" algn="l">
              <a:spcBef>
                <a:spcPts val="1000"/>
              </a:spcBef>
              <a:spcAft>
                <a:spcPts val="0"/>
              </a:spcAft>
              <a:buSzPts val="1400"/>
              <a:buFont typeface="Gantari"/>
              <a:buChar char="-"/>
            </a:pPr>
            <a:r>
              <a:rPr lang="en">
                <a:latin typeface="Gantari"/>
                <a:ea typeface="Gantari"/>
                <a:cs typeface="Gantari"/>
                <a:sym typeface="Gantari"/>
              </a:rPr>
              <a:t>Improved overall performance and better class balance compared to Multinomial Naive Bayes</a:t>
            </a:r>
            <a:endParaRPr>
              <a:latin typeface="Gantari"/>
              <a:ea typeface="Gantari"/>
              <a:cs typeface="Gantari"/>
              <a:sym typeface="Gantari"/>
            </a:endParaRPr>
          </a:p>
          <a:p>
            <a:pPr indent="-317500" lvl="0" marL="457200" rtl="0" algn="l">
              <a:spcBef>
                <a:spcPts val="1000"/>
              </a:spcBef>
              <a:spcAft>
                <a:spcPts val="0"/>
              </a:spcAft>
              <a:buSzPts val="1400"/>
              <a:buFont typeface="Gantari"/>
              <a:buChar char="-"/>
            </a:pPr>
            <a:r>
              <a:rPr lang="en">
                <a:latin typeface="Gantari"/>
                <a:ea typeface="Gantari"/>
                <a:cs typeface="Gantari"/>
                <a:sym typeface="Gantari"/>
              </a:rPr>
              <a:t>Correctly predicted </a:t>
            </a:r>
            <a:r>
              <a:rPr lang="en">
                <a:latin typeface="Gantari"/>
                <a:ea typeface="Gantari"/>
                <a:cs typeface="Gantari"/>
                <a:sym typeface="Gantari"/>
              </a:rPr>
              <a:t>30,261</a:t>
            </a:r>
            <a:r>
              <a:rPr lang="en">
                <a:latin typeface="Gantari"/>
                <a:ea typeface="Gantari"/>
                <a:cs typeface="Gantari"/>
                <a:sym typeface="Gantari"/>
              </a:rPr>
              <a:t> positive, </a:t>
            </a:r>
            <a:r>
              <a:rPr lang="en">
                <a:latin typeface="Gantari"/>
                <a:ea typeface="Gantari"/>
                <a:cs typeface="Gantari"/>
                <a:sym typeface="Gantari"/>
              </a:rPr>
              <a:t>31,331</a:t>
            </a:r>
            <a:r>
              <a:rPr lang="en">
                <a:latin typeface="Gantari"/>
                <a:ea typeface="Gantari"/>
                <a:cs typeface="Gantari"/>
                <a:sym typeface="Gantari"/>
              </a:rPr>
              <a:t> neutral and </a:t>
            </a:r>
            <a:r>
              <a:rPr lang="en">
                <a:latin typeface="Gantari"/>
                <a:ea typeface="Gantari"/>
                <a:cs typeface="Gantari"/>
                <a:sym typeface="Gantari"/>
              </a:rPr>
              <a:t>33,120</a:t>
            </a:r>
            <a:r>
              <a:rPr lang="en">
                <a:latin typeface="Gantari"/>
                <a:ea typeface="Gantari"/>
                <a:cs typeface="Gantari"/>
                <a:sym typeface="Gantari"/>
              </a:rPr>
              <a:t> negative.</a:t>
            </a:r>
            <a:endParaRPr>
              <a:latin typeface="Gantari"/>
              <a:ea typeface="Gantari"/>
              <a:cs typeface="Gantari"/>
              <a:sym typeface="Gantari"/>
            </a:endParaRPr>
          </a:p>
          <a:p>
            <a:pPr indent="-317500" lvl="0" marL="457200" rtl="0" algn="l">
              <a:spcBef>
                <a:spcPts val="1000"/>
              </a:spcBef>
              <a:spcAft>
                <a:spcPts val="0"/>
              </a:spcAft>
              <a:buSzPts val="1400"/>
              <a:buFont typeface="Gantari"/>
              <a:buChar char="-"/>
            </a:pPr>
            <a:r>
              <a:rPr lang="en">
                <a:latin typeface="Gantari"/>
                <a:ea typeface="Gantari"/>
                <a:cs typeface="Gantari"/>
                <a:sym typeface="Gantari"/>
              </a:rPr>
              <a:t>Misclassifications are lower than NB:</a:t>
            </a:r>
            <a:r>
              <a:rPr lang="en">
                <a:latin typeface="Gantari"/>
                <a:ea typeface="Gantari"/>
                <a:cs typeface="Gantari"/>
                <a:sym typeface="Gantari"/>
              </a:rPr>
              <a:t> </a:t>
            </a:r>
            <a:endParaRPr>
              <a:latin typeface="Gantari"/>
              <a:ea typeface="Gantari"/>
              <a:cs typeface="Gantari"/>
              <a:sym typeface="Gantari"/>
            </a:endParaRPr>
          </a:p>
          <a:p>
            <a:pPr indent="-317500" lvl="1" marL="914400" rtl="0" algn="l">
              <a:spcBef>
                <a:spcPts val="1000"/>
              </a:spcBef>
              <a:spcAft>
                <a:spcPts val="0"/>
              </a:spcAft>
              <a:buSzPts val="1400"/>
              <a:buFont typeface="Gantari"/>
              <a:buChar char="○"/>
            </a:pPr>
            <a:r>
              <a:rPr lang="en">
                <a:latin typeface="Gantari"/>
                <a:ea typeface="Gantari"/>
                <a:cs typeface="Gantari"/>
                <a:sym typeface="Gantari"/>
              </a:rPr>
              <a:t>Neutral misclassified as positive </a:t>
            </a:r>
            <a:r>
              <a:rPr lang="en">
                <a:latin typeface="Gantari"/>
                <a:ea typeface="Gantari"/>
                <a:cs typeface="Gantari"/>
                <a:sym typeface="Gantari"/>
              </a:rPr>
              <a:t>2,955</a:t>
            </a:r>
            <a:r>
              <a:rPr lang="en">
                <a:latin typeface="Gantari"/>
                <a:ea typeface="Gantari"/>
                <a:cs typeface="Gantari"/>
                <a:sym typeface="Gantari"/>
              </a:rPr>
              <a:t> times</a:t>
            </a:r>
            <a:endParaRPr>
              <a:latin typeface="Gantari"/>
              <a:ea typeface="Gantari"/>
              <a:cs typeface="Gantari"/>
              <a:sym typeface="Gantari"/>
            </a:endParaRPr>
          </a:p>
          <a:p>
            <a:pPr indent="-317500" lvl="1" marL="914400" rtl="0" algn="l">
              <a:spcBef>
                <a:spcPts val="0"/>
              </a:spcBef>
              <a:spcAft>
                <a:spcPts val="0"/>
              </a:spcAft>
              <a:buSzPts val="1400"/>
              <a:buFont typeface="Gantari"/>
              <a:buChar char="○"/>
            </a:pPr>
            <a:r>
              <a:rPr lang="en">
                <a:latin typeface="Gantari"/>
                <a:ea typeface="Gantari"/>
                <a:cs typeface="Gantari"/>
                <a:sym typeface="Gantari"/>
              </a:rPr>
              <a:t>Negative misclassified as positive </a:t>
            </a:r>
            <a:r>
              <a:rPr lang="en">
                <a:latin typeface="Gantari"/>
                <a:ea typeface="Gantari"/>
                <a:cs typeface="Gantari"/>
                <a:sym typeface="Gantari"/>
              </a:rPr>
              <a:t>846</a:t>
            </a:r>
            <a:r>
              <a:rPr lang="en">
                <a:latin typeface="Gantari"/>
                <a:ea typeface="Gantari"/>
                <a:cs typeface="Gantari"/>
                <a:sym typeface="Gantari"/>
              </a:rPr>
              <a:t> times</a:t>
            </a:r>
            <a:endParaRPr>
              <a:latin typeface="Gantari"/>
              <a:ea typeface="Gantari"/>
              <a:cs typeface="Gantari"/>
              <a:sym typeface="Gantari"/>
            </a:endParaRPr>
          </a:p>
        </p:txBody>
      </p:sp>
      <p:sp>
        <p:nvSpPr>
          <p:cNvPr id="799" name="Google Shape;799;p51"/>
          <p:cNvSpPr txBox="1"/>
          <p:nvPr/>
        </p:nvSpPr>
        <p:spPr>
          <a:xfrm>
            <a:off x="830200" y="4436125"/>
            <a:ext cx="7521000" cy="6156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lang="en">
                <a:latin typeface="Gantari"/>
                <a:ea typeface="Gantari"/>
                <a:cs typeface="Gantari"/>
                <a:sym typeface="Gantari"/>
              </a:rPr>
              <a:t>R</a:t>
            </a:r>
            <a:r>
              <a:rPr lang="en">
                <a:latin typeface="Gantari"/>
                <a:ea typeface="Gantari"/>
                <a:cs typeface="Gantari"/>
                <a:sym typeface="Gantari"/>
              </a:rPr>
              <a:t>esults suggest Logistic Regression has stronger ability to distinguish between positive, negative, and neutral sentiments compared to the Multinomial Naive Bayes</a:t>
            </a:r>
            <a:endParaRPr/>
          </a:p>
        </p:txBody>
      </p:sp>
      <p:pic>
        <p:nvPicPr>
          <p:cNvPr id="800" name="Google Shape;800;p51"/>
          <p:cNvPicPr preferRelativeResize="0"/>
          <p:nvPr/>
        </p:nvPicPr>
        <p:blipFill>
          <a:blip r:embed="rId3">
            <a:alphaModFix/>
          </a:blip>
          <a:stretch>
            <a:fillRect/>
          </a:stretch>
        </p:blipFill>
        <p:spPr>
          <a:xfrm>
            <a:off x="544600" y="1207400"/>
            <a:ext cx="4211349" cy="32684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52"/>
          <p:cNvSpPr/>
          <p:nvPr/>
        </p:nvSpPr>
        <p:spPr>
          <a:xfrm>
            <a:off x="199488" y="2008475"/>
            <a:ext cx="8739600" cy="28056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Gantari"/>
              <a:ea typeface="Gantari"/>
              <a:cs typeface="Gantari"/>
              <a:sym typeface="Gantari"/>
            </a:endParaRPr>
          </a:p>
        </p:txBody>
      </p:sp>
      <p:sp>
        <p:nvSpPr>
          <p:cNvPr id="806" name="Google Shape;806;p52"/>
          <p:cNvSpPr txBox="1"/>
          <p:nvPr>
            <p:ph idx="1" type="body"/>
          </p:nvPr>
        </p:nvSpPr>
        <p:spPr>
          <a:xfrm>
            <a:off x="490350" y="3570475"/>
            <a:ext cx="8083500" cy="124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Possible reasons:</a:t>
            </a:r>
            <a:endParaRPr b="1"/>
          </a:p>
          <a:p>
            <a:pPr indent="-298450" lvl="0" marL="457200" rtl="0" algn="l">
              <a:spcBef>
                <a:spcPts val="0"/>
              </a:spcBef>
              <a:spcAft>
                <a:spcPts val="0"/>
              </a:spcAft>
              <a:buClr>
                <a:schemeClr val="dk1"/>
              </a:buClr>
              <a:buSzPts val="1100"/>
              <a:buChar char="-"/>
            </a:pPr>
            <a:r>
              <a:rPr lang="en" sz="1400"/>
              <a:t>Clearer decision boundaries in high-dimensional TF-IDF space</a:t>
            </a:r>
            <a:endParaRPr sz="1400"/>
          </a:p>
          <a:p>
            <a:pPr indent="-298450" lvl="0" marL="457200" rtl="0" algn="l">
              <a:spcBef>
                <a:spcPts val="0"/>
              </a:spcBef>
              <a:spcAft>
                <a:spcPts val="0"/>
              </a:spcAft>
              <a:buClr>
                <a:schemeClr val="dk1"/>
              </a:buClr>
              <a:buSzPts val="1100"/>
              <a:buChar char="-"/>
            </a:pPr>
            <a:r>
              <a:rPr lang="en" sz="1400"/>
              <a:t>M</a:t>
            </a:r>
            <a:r>
              <a:rPr lang="en" sz="1400"/>
              <a:t>aximise class separation, reduce bias toward positive class in Naive Bayes</a:t>
            </a:r>
            <a:endParaRPr sz="1400"/>
          </a:p>
          <a:p>
            <a:pPr indent="-298450" lvl="0" marL="457200" rtl="0" algn="l">
              <a:spcBef>
                <a:spcPts val="0"/>
              </a:spcBef>
              <a:spcAft>
                <a:spcPts val="0"/>
              </a:spcAft>
              <a:buClr>
                <a:schemeClr val="dk1"/>
              </a:buClr>
              <a:buSzPts val="1100"/>
              <a:buChar char="-"/>
            </a:pPr>
            <a:r>
              <a:rPr lang="en" sz="1400"/>
              <a:t>More robust against overlapping word usage across sentiments</a:t>
            </a:r>
            <a:endParaRPr sz="1400"/>
          </a:p>
        </p:txBody>
      </p:sp>
      <p:sp>
        <p:nvSpPr>
          <p:cNvPr id="807" name="Google Shape;807;p52"/>
          <p:cNvSpPr txBox="1"/>
          <p:nvPr>
            <p:ph type="title"/>
          </p:nvPr>
        </p:nvSpPr>
        <p:spPr>
          <a:xfrm>
            <a:off x="490351" y="229107"/>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Results - SVM</a:t>
            </a:r>
            <a:endParaRPr sz="3200"/>
          </a:p>
          <a:p>
            <a:pPr indent="0" lvl="0" marL="0" rtl="0" algn="ctr">
              <a:spcBef>
                <a:spcPts val="0"/>
              </a:spcBef>
              <a:spcAft>
                <a:spcPts val="0"/>
              </a:spcAft>
              <a:buNone/>
            </a:pPr>
            <a:r>
              <a:t/>
            </a:r>
            <a:endParaRPr/>
          </a:p>
        </p:txBody>
      </p:sp>
      <p:sp>
        <p:nvSpPr>
          <p:cNvPr id="808" name="Google Shape;808;p52"/>
          <p:cNvSpPr txBox="1"/>
          <p:nvPr/>
        </p:nvSpPr>
        <p:spPr>
          <a:xfrm>
            <a:off x="7369213" y="623950"/>
            <a:ext cx="1535700" cy="7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Gantari"/>
              <a:ea typeface="Gantari"/>
              <a:cs typeface="Gantari"/>
              <a:sym typeface="Gantari"/>
            </a:endParaRPr>
          </a:p>
        </p:txBody>
      </p:sp>
      <p:sp>
        <p:nvSpPr>
          <p:cNvPr id="809" name="Google Shape;809;p52"/>
          <p:cNvSpPr/>
          <p:nvPr/>
        </p:nvSpPr>
        <p:spPr>
          <a:xfrm>
            <a:off x="204913" y="978775"/>
            <a:ext cx="8739600" cy="2508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cxnSp>
        <p:nvCxnSpPr>
          <p:cNvPr id="810" name="Google Shape;810;p52"/>
          <p:cNvCxnSpPr/>
          <p:nvPr/>
        </p:nvCxnSpPr>
        <p:spPr>
          <a:xfrm>
            <a:off x="5805588" y="972000"/>
            <a:ext cx="0" cy="2531700"/>
          </a:xfrm>
          <a:prstGeom prst="straightConnector1">
            <a:avLst/>
          </a:prstGeom>
          <a:noFill/>
          <a:ln cap="flat" cmpd="sng" w="38100">
            <a:solidFill>
              <a:srgbClr val="CEDDFD"/>
            </a:solidFill>
            <a:prstDash val="solid"/>
            <a:round/>
            <a:headEnd len="med" w="med" type="none"/>
            <a:tailEnd len="med" w="med" type="none"/>
          </a:ln>
        </p:spPr>
      </p:cxnSp>
      <p:sp>
        <p:nvSpPr>
          <p:cNvPr id="811" name="Google Shape;811;p52"/>
          <p:cNvSpPr txBox="1"/>
          <p:nvPr>
            <p:ph idx="1" type="body"/>
          </p:nvPr>
        </p:nvSpPr>
        <p:spPr>
          <a:xfrm>
            <a:off x="5905863" y="1172525"/>
            <a:ext cx="2932800" cy="214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Overall behaviour:</a:t>
            </a:r>
            <a:endParaRPr b="1"/>
          </a:p>
          <a:p>
            <a:pPr indent="-311150" lvl="0" marL="342900" rtl="0" algn="l">
              <a:spcBef>
                <a:spcPts val="1200"/>
              </a:spcBef>
              <a:spcAft>
                <a:spcPts val="0"/>
              </a:spcAft>
              <a:buClr>
                <a:schemeClr val="dk1"/>
              </a:buClr>
              <a:buSzPts val="1300"/>
              <a:buChar char="-"/>
            </a:pPr>
            <a:r>
              <a:rPr lang="en" sz="1300"/>
              <a:t>Most balanced model overall</a:t>
            </a:r>
            <a:endParaRPr sz="1300"/>
          </a:p>
          <a:p>
            <a:pPr indent="-311150" lvl="0" marL="342900" rtl="0" algn="l">
              <a:spcBef>
                <a:spcPts val="1000"/>
              </a:spcBef>
              <a:spcAft>
                <a:spcPts val="0"/>
              </a:spcAft>
              <a:buClr>
                <a:schemeClr val="dk1"/>
              </a:buClr>
              <a:buSzPts val="1300"/>
              <a:buChar char="-"/>
            </a:pPr>
            <a:r>
              <a:rPr lang="en" sz="1300"/>
              <a:t>Handles all three sentiment classes better than Naive Bayes or Logistic Regression</a:t>
            </a:r>
            <a:endParaRPr sz="1300"/>
          </a:p>
          <a:p>
            <a:pPr indent="-311150" lvl="0" marL="342900" rtl="0" algn="l">
              <a:spcBef>
                <a:spcPts val="1000"/>
              </a:spcBef>
              <a:spcAft>
                <a:spcPts val="1000"/>
              </a:spcAft>
              <a:buClr>
                <a:schemeClr val="dk1"/>
              </a:buClr>
              <a:buSzPts val="1300"/>
              <a:buChar char="-"/>
            </a:pPr>
            <a:r>
              <a:rPr lang="en" sz="1300"/>
              <a:t>Displays strong and </a:t>
            </a:r>
            <a:r>
              <a:rPr lang="en" sz="1300"/>
              <a:t>high</a:t>
            </a:r>
            <a:r>
              <a:rPr lang="en" sz="1300"/>
              <a:t> consistency in identifying and predicting all three classes </a:t>
            </a:r>
            <a:endParaRPr sz="1300"/>
          </a:p>
        </p:txBody>
      </p:sp>
      <p:pic>
        <p:nvPicPr>
          <p:cNvPr id="812" name="Google Shape;812;p52" title="Screenshot 2025-11-09 at 15-34-20 Fixed-Cleanded-Group-A2-Sentiment Analysis.ipynb - Colab.png"/>
          <p:cNvPicPr preferRelativeResize="0"/>
          <p:nvPr/>
        </p:nvPicPr>
        <p:blipFill rotWithShape="1">
          <a:blip r:embed="rId3">
            <a:alphaModFix/>
          </a:blip>
          <a:srcRect b="15494" l="0" r="40625" t="58482"/>
          <a:stretch/>
        </p:blipFill>
        <p:spPr>
          <a:xfrm>
            <a:off x="490350" y="1172525"/>
            <a:ext cx="5062675" cy="2248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53"/>
          <p:cNvSpPr/>
          <p:nvPr/>
        </p:nvSpPr>
        <p:spPr>
          <a:xfrm>
            <a:off x="199500" y="990296"/>
            <a:ext cx="8739600" cy="41640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Gantari"/>
              <a:ea typeface="Gantari"/>
              <a:cs typeface="Gantari"/>
              <a:sym typeface="Gantari"/>
            </a:endParaRPr>
          </a:p>
        </p:txBody>
      </p:sp>
      <p:sp>
        <p:nvSpPr>
          <p:cNvPr id="818" name="Google Shape;818;p53"/>
          <p:cNvSpPr txBox="1"/>
          <p:nvPr>
            <p:ph type="title"/>
          </p:nvPr>
        </p:nvSpPr>
        <p:spPr>
          <a:xfrm>
            <a:off x="603700" y="340250"/>
            <a:ext cx="793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Confusion Matrix Comparison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19" name="Google Shape;819;p53"/>
          <p:cNvSpPr txBox="1"/>
          <p:nvPr/>
        </p:nvSpPr>
        <p:spPr>
          <a:xfrm>
            <a:off x="4911125" y="1139575"/>
            <a:ext cx="3798000" cy="306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antari"/>
                <a:ea typeface="Gantari"/>
                <a:cs typeface="Gantari"/>
                <a:sym typeface="Gantari"/>
              </a:rPr>
              <a:t>SVM (Linear SVC)</a:t>
            </a:r>
            <a:endParaRPr b="1">
              <a:latin typeface="Gantari"/>
              <a:ea typeface="Gantari"/>
              <a:cs typeface="Gantari"/>
              <a:sym typeface="Gantari"/>
            </a:endParaRPr>
          </a:p>
          <a:p>
            <a:pPr indent="-317500" lvl="0" marL="457200" rtl="0" algn="l">
              <a:spcBef>
                <a:spcPts val="1000"/>
              </a:spcBef>
              <a:spcAft>
                <a:spcPts val="0"/>
              </a:spcAft>
              <a:buSzPts val="1400"/>
              <a:buFont typeface="Gantari"/>
              <a:buChar char="-"/>
            </a:pPr>
            <a:r>
              <a:rPr lang="en">
                <a:latin typeface="Gantari"/>
                <a:ea typeface="Gantari"/>
                <a:cs typeface="Gantari"/>
                <a:sym typeface="Gantari"/>
              </a:rPr>
              <a:t>Strongest overall performance and class balance among all three models</a:t>
            </a:r>
            <a:endParaRPr>
              <a:latin typeface="Gantari"/>
              <a:ea typeface="Gantari"/>
              <a:cs typeface="Gantari"/>
              <a:sym typeface="Gantari"/>
            </a:endParaRPr>
          </a:p>
          <a:p>
            <a:pPr indent="-317500" lvl="0" marL="457200" rtl="0" algn="l">
              <a:spcBef>
                <a:spcPts val="1000"/>
              </a:spcBef>
              <a:spcAft>
                <a:spcPts val="0"/>
              </a:spcAft>
              <a:buSzPts val="1400"/>
              <a:buFont typeface="Gantari"/>
              <a:buChar char="-"/>
            </a:pPr>
            <a:r>
              <a:rPr lang="en">
                <a:latin typeface="Gantari"/>
                <a:ea typeface="Gantari"/>
                <a:cs typeface="Gantari"/>
                <a:sym typeface="Gantari"/>
              </a:rPr>
              <a:t>C</a:t>
            </a:r>
            <a:r>
              <a:rPr lang="en">
                <a:latin typeface="Gantari"/>
                <a:ea typeface="Gantari"/>
                <a:cs typeface="Gantari"/>
                <a:sym typeface="Gantari"/>
              </a:rPr>
              <a:t>orrectly predicted 31,399 Positive, 32,222 Neutral, and 33,534 Negative instances</a:t>
            </a:r>
            <a:endParaRPr>
              <a:latin typeface="Gantari"/>
              <a:ea typeface="Gantari"/>
              <a:cs typeface="Gantari"/>
              <a:sym typeface="Gantari"/>
            </a:endParaRPr>
          </a:p>
          <a:p>
            <a:pPr indent="-317500" lvl="0" marL="457200" rtl="0" algn="l">
              <a:spcBef>
                <a:spcPts val="1000"/>
              </a:spcBef>
              <a:spcAft>
                <a:spcPts val="0"/>
              </a:spcAft>
              <a:buSzPts val="1400"/>
              <a:buFont typeface="Gantari"/>
              <a:buChar char="-"/>
            </a:pPr>
            <a:r>
              <a:rPr lang="en">
                <a:latin typeface="Gantari"/>
                <a:ea typeface="Gantari"/>
                <a:cs typeface="Gantari"/>
                <a:sym typeface="Gantari"/>
              </a:rPr>
              <a:t>Misclassifications are minimal:</a:t>
            </a:r>
            <a:endParaRPr>
              <a:latin typeface="Gantari"/>
              <a:ea typeface="Gantari"/>
              <a:cs typeface="Gantari"/>
              <a:sym typeface="Gantari"/>
            </a:endParaRPr>
          </a:p>
          <a:p>
            <a:pPr indent="-317500" lvl="1" marL="914400" rtl="0" algn="l">
              <a:spcBef>
                <a:spcPts val="1000"/>
              </a:spcBef>
              <a:spcAft>
                <a:spcPts val="0"/>
              </a:spcAft>
              <a:buSzPts val="1400"/>
              <a:buFont typeface="Gantari"/>
              <a:buChar char="○"/>
            </a:pPr>
            <a:r>
              <a:rPr lang="en">
                <a:latin typeface="Gantari"/>
                <a:ea typeface="Gantari"/>
                <a:cs typeface="Gantari"/>
                <a:sym typeface="Gantari"/>
              </a:rPr>
              <a:t>Neutral misclassified as positive 2,357 times</a:t>
            </a:r>
            <a:endParaRPr>
              <a:latin typeface="Gantari"/>
              <a:ea typeface="Gantari"/>
              <a:cs typeface="Gantari"/>
              <a:sym typeface="Gantari"/>
            </a:endParaRPr>
          </a:p>
          <a:p>
            <a:pPr indent="-317500" lvl="1" marL="914400" rtl="0" algn="l">
              <a:spcBef>
                <a:spcPts val="0"/>
              </a:spcBef>
              <a:spcAft>
                <a:spcPts val="0"/>
              </a:spcAft>
              <a:buSzPts val="1400"/>
              <a:buFont typeface="Gantari"/>
              <a:buChar char="○"/>
            </a:pPr>
            <a:r>
              <a:rPr lang="en">
                <a:latin typeface="Gantari"/>
                <a:ea typeface="Gantari"/>
                <a:cs typeface="Gantari"/>
                <a:sym typeface="Gantari"/>
              </a:rPr>
              <a:t>Negative misclassified as positive 644 times</a:t>
            </a:r>
            <a:endParaRPr>
              <a:latin typeface="Gantari"/>
              <a:ea typeface="Gantari"/>
              <a:cs typeface="Gantari"/>
              <a:sym typeface="Gantari"/>
            </a:endParaRPr>
          </a:p>
        </p:txBody>
      </p:sp>
      <p:sp>
        <p:nvSpPr>
          <p:cNvPr id="820" name="Google Shape;820;p53"/>
          <p:cNvSpPr txBox="1"/>
          <p:nvPr/>
        </p:nvSpPr>
        <p:spPr>
          <a:xfrm>
            <a:off x="603700" y="4515000"/>
            <a:ext cx="8069700" cy="6156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000"/>
              </a:spcAft>
              <a:buNone/>
            </a:pPr>
            <a:r>
              <a:rPr lang="en">
                <a:latin typeface="Gantari"/>
                <a:ea typeface="Gantari"/>
                <a:cs typeface="Gantari"/>
                <a:sym typeface="Gantari"/>
              </a:rPr>
              <a:t>Effectively captures subtle linguistic patterns and maintains clear separation between Positive, Neutral, and Negative reviews, </a:t>
            </a:r>
            <a:r>
              <a:rPr lang="en">
                <a:latin typeface="Gantari"/>
                <a:ea typeface="Gantari"/>
                <a:cs typeface="Gantari"/>
                <a:sym typeface="Gantari"/>
              </a:rPr>
              <a:t>outperforming both Naive Bayes and Logistic Regression.</a:t>
            </a:r>
            <a:endParaRPr>
              <a:latin typeface="Gantari"/>
              <a:ea typeface="Gantari"/>
              <a:cs typeface="Gantari"/>
              <a:sym typeface="Gantari"/>
            </a:endParaRPr>
          </a:p>
        </p:txBody>
      </p:sp>
      <p:pic>
        <p:nvPicPr>
          <p:cNvPr id="821" name="Google Shape;821;p53"/>
          <p:cNvPicPr preferRelativeResize="0"/>
          <p:nvPr/>
        </p:nvPicPr>
        <p:blipFill>
          <a:blip r:embed="rId3">
            <a:alphaModFix/>
          </a:blip>
          <a:stretch>
            <a:fillRect/>
          </a:stretch>
        </p:blipFill>
        <p:spPr>
          <a:xfrm>
            <a:off x="603712" y="1173663"/>
            <a:ext cx="4197096" cy="332841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54"/>
          <p:cNvSpPr/>
          <p:nvPr/>
        </p:nvSpPr>
        <p:spPr>
          <a:xfrm>
            <a:off x="6116000" y="2575975"/>
            <a:ext cx="3050100" cy="2567700"/>
          </a:xfrm>
          <a:prstGeom prst="rect">
            <a:avLst/>
          </a:prstGeom>
          <a:solidFill>
            <a:srgbClr val="E8F4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827" name="Google Shape;827;p54"/>
          <p:cNvSpPr txBox="1"/>
          <p:nvPr>
            <p:ph type="title"/>
          </p:nvPr>
        </p:nvSpPr>
        <p:spPr>
          <a:xfrm>
            <a:off x="1692450" y="114496"/>
            <a:ext cx="5759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Top 10 Positive Words</a:t>
            </a:r>
            <a:endParaRPr/>
          </a:p>
        </p:txBody>
      </p:sp>
      <p:sp>
        <p:nvSpPr>
          <p:cNvPr id="828" name="Google Shape;828;p54"/>
          <p:cNvSpPr/>
          <p:nvPr/>
        </p:nvSpPr>
        <p:spPr>
          <a:xfrm>
            <a:off x="1400" y="2575925"/>
            <a:ext cx="6114600" cy="2567700"/>
          </a:xfrm>
          <a:prstGeom prst="rect">
            <a:avLst/>
          </a:prstGeom>
          <a:solidFill>
            <a:srgbClr val="DFF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829" name="Google Shape;829;p54"/>
          <p:cNvSpPr/>
          <p:nvPr/>
        </p:nvSpPr>
        <p:spPr>
          <a:xfrm>
            <a:off x="1400" y="2575975"/>
            <a:ext cx="3085200" cy="2567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830" name="Google Shape;830;p54"/>
          <p:cNvSpPr txBox="1"/>
          <p:nvPr/>
        </p:nvSpPr>
        <p:spPr>
          <a:xfrm>
            <a:off x="94125" y="2626396"/>
            <a:ext cx="2955900" cy="16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latin typeface="Gantari"/>
                <a:ea typeface="Gantari"/>
                <a:cs typeface="Gantari"/>
                <a:sym typeface="Gantari"/>
              </a:rPr>
              <a:t>Naive Bayes </a:t>
            </a:r>
            <a:endParaRPr b="1" sz="1100">
              <a:latin typeface="Gantari"/>
              <a:ea typeface="Gantari"/>
              <a:cs typeface="Gantari"/>
              <a:sym typeface="Gantari"/>
            </a:endParaRPr>
          </a:p>
          <a:p>
            <a:pPr indent="-304800" lvl="0" marL="457200" rtl="0" algn="l">
              <a:spcBef>
                <a:spcPts val="500"/>
              </a:spcBef>
              <a:spcAft>
                <a:spcPts val="0"/>
              </a:spcAft>
              <a:buClr>
                <a:srgbClr val="2E2D2D"/>
              </a:buClr>
              <a:buSzPts val="1200"/>
              <a:buFont typeface="Gantari"/>
              <a:buChar char="-"/>
            </a:pPr>
            <a:r>
              <a:rPr lang="en" sz="1100">
                <a:latin typeface="Gantari"/>
                <a:ea typeface="Gantari"/>
                <a:cs typeface="Gantari"/>
                <a:sym typeface="Gantari"/>
              </a:rPr>
              <a:t>Probability frequency based, relies on frequent words/bigrams.</a:t>
            </a:r>
            <a:endParaRPr sz="1100">
              <a:latin typeface="Gantari"/>
              <a:ea typeface="Gantari"/>
              <a:cs typeface="Gantari"/>
              <a:sym typeface="Gantari"/>
            </a:endParaRPr>
          </a:p>
          <a:p>
            <a:pPr indent="-304800" lvl="0" marL="457200" rtl="0" algn="l">
              <a:spcBef>
                <a:spcPts val="500"/>
              </a:spcBef>
              <a:spcAft>
                <a:spcPts val="0"/>
              </a:spcAft>
              <a:buClr>
                <a:srgbClr val="2E2D2D"/>
              </a:buClr>
              <a:buSzPts val="1200"/>
              <a:buFont typeface="Gantari"/>
              <a:buChar char="-"/>
            </a:pPr>
            <a:r>
              <a:rPr lang="en" sz="1100">
                <a:latin typeface="Gantari"/>
                <a:ea typeface="Gantari"/>
                <a:cs typeface="Gantari"/>
                <a:sym typeface="Gantari"/>
              </a:rPr>
              <a:t>Context specific restaurant phrases not universal phrases 		</a:t>
            </a:r>
            <a:r>
              <a:rPr lang="en" sz="1100">
                <a:latin typeface="Gantari"/>
                <a:ea typeface="Gantari"/>
                <a:cs typeface="Gantari"/>
                <a:sym typeface="Gantari"/>
              </a:rPr>
              <a:t>(e.g. “lovely ambience”)</a:t>
            </a:r>
            <a:endParaRPr sz="1100">
              <a:latin typeface="Gantari"/>
              <a:ea typeface="Gantari"/>
              <a:cs typeface="Gantari"/>
              <a:sym typeface="Gantari"/>
            </a:endParaRPr>
          </a:p>
          <a:p>
            <a:pPr indent="-304800" lvl="0" marL="457200" rtl="0" algn="l">
              <a:spcBef>
                <a:spcPts val="500"/>
              </a:spcBef>
              <a:spcAft>
                <a:spcPts val="0"/>
              </a:spcAft>
              <a:buClr>
                <a:srgbClr val="2E2D2D"/>
              </a:buClr>
              <a:buSzPts val="1200"/>
              <a:buFont typeface="Gantari"/>
              <a:buChar char="-"/>
            </a:pPr>
            <a:r>
              <a:rPr lang="en" sz="1100">
                <a:latin typeface="Gantari"/>
                <a:ea typeface="Gantari"/>
                <a:cs typeface="Gantari"/>
                <a:sym typeface="Gantari"/>
              </a:rPr>
              <a:t>Quickly locks onto words linked to Positive sentiment</a:t>
            </a:r>
            <a:endParaRPr sz="1100">
              <a:latin typeface="Gantari"/>
              <a:ea typeface="Gantari"/>
              <a:cs typeface="Gantari"/>
              <a:sym typeface="Gantari"/>
            </a:endParaRPr>
          </a:p>
          <a:p>
            <a:pPr indent="-304800" lvl="0" marL="457200" rtl="0" algn="l">
              <a:spcBef>
                <a:spcPts val="500"/>
              </a:spcBef>
              <a:spcAft>
                <a:spcPts val="500"/>
              </a:spcAft>
              <a:buClr>
                <a:srgbClr val="2E2D2D"/>
              </a:buClr>
              <a:buSzPts val="1200"/>
              <a:buFont typeface="Gantari"/>
              <a:buChar char="-"/>
            </a:pPr>
            <a:r>
              <a:rPr lang="en" sz="1100">
                <a:latin typeface="Gantari"/>
                <a:ea typeface="Gantari"/>
                <a:cs typeface="Gantari"/>
                <a:sym typeface="Gantari"/>
              </a:rPr>
              <a:t>Performs well on clear polarity, but struggles with subtle tone</a:t>
            </a:r>
            <a:endParaRPr sz="1100">
              <a:latin typeface="Gantari"/>
              <a:ea typeface="Gantari"/>
              <a:cs typeface="Gantari"/>
              <a:sym typeface="Gantari"/>
            </a:endParaRPr>
          </a:p>
        </p:txBody>
      </p:sp>
      <p:pic>
        <p:nvPicPr>
          <p:cNvPr id="831" name="Google Shape;831;p54"/>
          <p:cNvPicPr preferRelativeResize="0"/>
          <p:nvPr/>
        </p:nvPicPr>
        <p:blipFill>
          <a:blip r:embed="rId3">
            <a:alphaModFix/>
          </a:blip>
          <a:stretch>
            <a:fillRect/>
          </a:stretch>
        </p:blipFill>
        <p:spPr>
          <a:xfrm>
            <a:off x="-14436" y="860421"/>
            <a:ext cx="3050032" cy="1716021"/>
          </a:xfrm>
          <a:prstGeom prst="rect">
            <a:avLst/>
          </a:prstGeom>
          <a:noFill/>
          <a:ln>
            <a:noFill/>
          </a:ln>
        </p:spPr>
      </p:pic>
      <p:pic>
        <p:nvPicPr>
          <p:cNvPr id="832" name="Google Shape;832;p54"/>
          <p:cNvPicPr preferRelativeResize="0"/>
          <p:nvPr/>
        </p:nvPicPr>
        <p:blipFill>
          <a:blip r:embed="rId4">
            <a:alphaModFix/>
          </a:blip>
          <a:stretch>
            <a:fillRect/>
          </a:stretch>
        </p:blipFill>
        <p:spPr>
          <a:xfrm>
            <a:off x="3030388" y="860425"/>
            <a:ext cx="3085125" cy="1716021"/>
          </a:xfrm>
          <a:prstGeom prst="rect">
            <a:avLst/>
          </a:prstGeom>
          <a:noFill/>
          <a:ln>
            <a:noFill/>
          </a:ln>
        </p:spPr>
      </p:pic>
      <p:pic>
        <p:nvPicPr>
          <p:cNvPr id="833" name="Google Shape;833;p54"/>
          <p:cNvPicPr preferRelativeResize="0"/>
          <p:nvPr/>
        </p:nvPicPr>
        <p:blipFill>
          <a:blip r:embed="rId5">
            <a:alphaModFix/>
          </a:blip>
          <a:stretch>
            <a:fillRect/>
          </a:stretch>
        </p:blipFill>
        <p:spPr>
          <a:xfrm>
            <a:off x="6108412" y="860919"/>
            <a:ext cx="3050032" cy="1715051"/>
          </a:xfrm>
          <a:prstGeom prst="rect">
            <a:avLst/>
          </a:prstGeom>
          <a:noFill/>
          <a:ln>
            <a:noFill/>
          </a:ln>
        </p:spPr>
      </p:pic>
      <p:sp>
        <p:nvSpPr>
          <p:cNvPr id="834" name="Google Shape;834;p54"/>
          <p:cNvSpPr txBox="1"/>
          <p:nvPr/>
        </p:nvSpPr>
        <p:spPr>
          <a:xfrm>
            <a:off x="6188200" y="2615871"/>
            <a:ext cx="2841000" cy="237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Gantari"/>
                <a:ea typeface="Gantari"/>
                <a:cs typeface="Gantari"/>
                <a:sym typeface="Gantari"/>
              </a:rPr>
              <a:t>SVM:</a:t>
            </a:r>
            <a:endParaRPr b="1" sz="1100">
              <a:latin typeface="Gantari"/>
              <a:ea typeface="Gantari"/>
              <a:cs typeface="Gantari"/>
              <a:sym typeface="Gantari"/>
            </a:endParaRPr>
          </a:p>
          <a:p>
            <a:pPr indent="-298450" lvl="0" marL="457200" rtl="0" algn="l">
              <a:lnSpc>
                <a:spcPct val="100000"/>
              </a:lnSpc>
              <a:spcBef>
                <a:spcPts val="500"/>
              </a:spcBef>
              <a:spcAft>
                <a:spcPts val="0"/>
              </a:spcAft>
              <a:buSzPts val="1100"/>
              <a:buChar char="-"/>
            </a:pPr>
            <a:r>
              <a:rPr lang="en" sz="1100">
                <a:latin typeface="Gantari"/>
                <a:ea typeface="Gantari"/>
                <a:cs typeface="Gantari"/>
                <a:sym typeface="Gantari"/>
              </a:rPr>
              <a:t>Pick similar universal positive words</a:t>
            </a:r>
            <a:endParaRPr sz="1100">
              <a:latin typeface="Gantari"/>
              <a:ea typeface="Gantari"/>
              <a:cs typeface="Gantari"/>
              <a:sym typeface="Gantari"/>
            </a:endParaRPr>
          </a:p>
          <a:p>
            <a:pPr indent="-298450" lvl="0" marL="457200" rtl="0" algn="l">
              <a:lnSpc>
                <a:spcPct val="100000"/>
              </a:lnSpc>
              <a:spcBef>
                <a:spcPts val="500"/>
              </a:spcBef>
              <a:spcAft>
                <a:spcPts val="0"/>
              </a:spcAft>
              <a:buSzPts val="1100"/>
              <a:buChar char="-"/>
            </a:pPr>
            <a:r>
              <a:rPr lang="en" sz="1100">
                <a:latin typeface="Gantari"/>
                <a:ea typeface="Gantari"/>
                <a:cs typeface="Gantari"/>
                <a:sym typeface="Gantari"/>
              </a:rPr>
              <a:t>Discriminative models, don't rely on raw frequency</a:t>
            </a:r>
            <a:endParaRPr sz="1100">
              <a:latin typeface="Gantari"/>
              <a:ea typeface="Gantari"/>
              <a:cs typeface="Gantari"/>
              <a:sym typeface="Gantari"/>
            </a:endParaRPr>
          </a:p>
          <a:p>
            <a:pPr indent="-298450" lvl="0" marL="457200" rtl="0" algn="l">
              <a:lnSpc>
                <a:spcPct val="100000"/>
              </a:lnSpc>
              <a:spcBef>
                <a:spcPts val="500"/>
              </a:spcBef>
              <a:spcAft>
                <a:spcPts val="0"/>
              </a:spcAft>
              <a:buSzPts val="1100"/>
              <a:buChar char="-"/>
            </a:pPr>
            <a:r>
              <a:rPr lang="en" sz="1100">
                <a:latin typeface="Gantari"/>
                <a:ea typeface="Gantari"/>
                <a:cs typeface="Gantari"/>
                <a:sym typeface="Gantari"/>
              </a:rPr>
              <a:t>Stronger emphasis on words that maximise margin separation</a:t>
            </a:r>
            <a:endParaRPr sz="1100">
              <a:latin typeface="Gantari"/>
              <a:ea typeface="Gantari"/>
              <a:cs typeface="Gantari"/>
              <a:sym typeface="Gantari"/>
            </a:endParaRPr>
          </a:p>
          <a:p>
            <a:pPr indent="-298450" lvl="0" marL="457200" rtl="0" algn="l">
              <a:lnSpc>
                <a:spcPct val="100000"/>
              </a:lnSpc>
              <a:spcBef>
                <a:spcPts val="500"/>
              </a:spcBef>
              <a:spcAft>
                <a:spcPts val="500"/>
              </a:spcAft>
              <a:buSzPts val="1100"/>
              <a:buChar char="-"/>
            </a:pPr>
            <a:r>
              <a:rPr lang="en" sz="1100">
                <a:latin typeface="Gantari"/>
                <a:ea typeface="Gantari"/>
                <a:cs typeface="Gantari"/>
                <a:sym typeface="Gantari"/>
              </a:rPr>
              <a:t>Performs better overall in subtle sentiment cases even if the top words look similar</a:t>
            </a:r>
            <a:endParaRPr sz="1100">
              <a:latin typeface="Gantari"/>
              <a:ea typeface="Gantari"/>
              <a:cs typeface="Gantari"/>
              <a:sym typeface="Gantari"/>
            </a:endParaRPr>
          </a:p>
        </p:txBody>
      </p:sp>
      <p:sp>
        <p:nvSpPr>
          <p:cNvPr id="835" name="Google Shape;835;p54"/>
          <p:cNvSpPr txBox="1"/>
          <p:nvPr/>
        </p:nvSpPr>
        <p:spPr>
          <a:xfrm>
            <a:off x="3160100" y="2615871"/>
            <a:ext cx="2955900" cy="237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Gantari"/>
                <a:ea typeface="Gantari"/>
                <a:cs typeface="Gantari"/>
                <a:sym typeface="Gantari"/>
              </a:rPr>
              <a:t>Logistic Regression</a:t>
            </a:r>
            <a:endParaRPr b="1" sz="1100">
              <a:latin typeface="Gantari"/>
              <a:ea typeface="Gantari"/>
              <a:cs typeface="Gantari"/>
              <a:sym typeface="Gantari"/>
            </a:endParaRPr>
          </a:p>
          <a:p>
            <a:pPr indent="-304800" lvl="0" marL="457200" marR="0" rtl="0" algn="l">
              <a:lnSpc>
                <a:spcPct val="100000"/>
              </a:lnSpc>
              <a:spcBef>
                <a:spcPts val="500"/>
              </a:spcBef>
              <a:spcAft>
                <a:spcPts val="0"/>
              </a:spcAft>
              <a:buClr>
                <a:srgbClr val="2E2D2D"/>
              </a:buClr>
              <a:buSzPts val="1200"/>
              <a:buFont typeface="Gantari"/>
              <a:buChar char="-"/>
            </a:pPr>
            <a:r>
              <a:rPr lang="en" sz="1100">
                <a:latin typeface="Gantari"/>
                <a:ea typeface="Gantari"/>
                <a:cs typeface="Gantari"/>
                <a:sym typeface="Gantari"/>
              </a:rPr>
              <a:t>Focuses more on universal sentiment power words 	(“excellent”, “love”)</a:t>
            </a:r>
            <a:endParaRPr sz="1100">
              <a:latin typeface="Gantari"/>
              <a:ea typeface="Gantari"/>
              <a:cs typeface="Gantari"/>
              <a:sym typeface="Gantari"/>
            </a:endParaRPr>
          </a:p>
          <a:p>
            <a:pPr indent="-304800" lvl="0" marL="457200" marR="0" rtl="0" algn="l">
              <a:lnSpc>
                <a:spcPct val="100000"/>
              </a:lnSpc>
              <a:spcBef>
                <a:spcPts val="500"/>
              </a:spcBef>
              <a:spcAft>
                <a:spcPts val="0"/>
              </a:spcAft>
              <a:buClr>
                <a:srgbClr val="2E2D2D"/>
              </a:buClr>
              <a:buSzPts val="1200"/>
              <a:buFont typeface="Gantari"/>
              <a:buChar char="-"/>
            </a:pPr>
            <a:r>
              <a:rPr lang="en" sz="1100">
                <a:latin typeface="Gantari"/>
                <a:ea typeface="Gantari"/>
                <a:cs typeface="Gantari"/>
                <a:sym typeface="Gantari"/>
              </a:rPr>
              <a:t>Strong universal polarity adjectives</a:t>
            </a:r>
            <a:endParaRPr sz="1100">
              <a:latin typeface="Gantari"/>
              <a:ea typeface="Gantari"/>
              <a:cs typeface="Gantari"/>
              <a:sym typeface="Gantari"/>
            </a:endParaRPr>
          </a:p>
          <a:p>
            <a:pPr indent="-304800" lvl="0" marL="457200" marR="0" rtl="0" algn="l">
              <a:lnSpc>
                <a:spcPct val="100000"/>
              </a:lnSpc>
              <a:spcBef>
                <a:spcPts val="500"/>
              </a:spcBef>
              <a:spcAft>
                <a:spcPts val="0"/>
              </a:spcAft>
              <a:buClr>
                <a:srgbClr val="2E2D2D"/>
              </a:buClr>
              <a:buSzPts val="1200"/>
              <a:buFont typeface="Gantari"/>
              <a:buChar char="-"/>
            </a:pPr>
            <a:r>
              <a:rPr lang="en" sz="1100">
                <a:latin typeface="Gantari"/>
                <a:ea typeface="Gantari"/>
                <a:cs typeface="Gantari"/>
                <a:sym typeface="Gantari"/>
              </a:rPr>
              <a:t>Discriminative, weights words consistently push decision boundary towards “Positive”</a:t>
            </a:r>
            <a:endParaRPr sz="1100">
              <a:latin typeface="Gantari"/>
              <a:ea typeface="Gantari"/>
              <a:cs typeface="Gantari"/>
              <a:sym typeface="Gantari"/>
            </a:endParaRPr>
          </a:p>
          <a:p>
            <a:pPr indent="-304800" lvl="0" marL="457200" marR="0" rtl="0" algn="l">
              <a:lnSpc>
                <a:spcPct val="100000"/>
              </a:lnSpc>
              <a:spcBef>
                <a:spcPts val="500"/>
              </a:spcBef>
              <a:spcAft>
                <a:spcPts val="500"/>
              </a:spcAft>
              <a:buClr>
                <a:srgbClr val="2E2D2D"/>
              </a:buClr>
              <a:buSzPts val="1200"/>
              <a:buFont typeface="Gantari"/>
              <a:buChar char="-"/>
            </a:pPr>
            <a:r>
              <a:rPr lang="en" sz="1100">
                <a:latin typeface="Gantari"/>
                <a:ea typeface="Gantari"/>
                <a:cs typeface="Gantari"/>
                <a:sym typeface="Gantari"/>
              </a:rPr>
              <a:t>Disregards domain context</a:t>
            </a:r>
            <a:endParaRPr sz="1100">
              <a:latin typeface="Gantari"/>
              <a:ea typeface="Gantari"/>
              <a:cs typeface="Gantari"/>
              <a:sym typeface="Ganta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55"/>
          <p:cNvSpPr txBox="1"/>
          <p:nvPr>
            <p:ph type="title"/>
          </p:nvPr>
        </p:nvSpPr>
        <p:spPr>
          <a:xfrm>
            <a:off x="603700" y="340250"/>
            <a:ext cx="793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r>
              <a:rPr i="1" lang="en" sz="2700"/>
              <a:t>Model Performance Comparison</a:t>
            </a:r>
            <a:endParaRPr i="1" sz="2700"/>
          </a:p>
          <a:p>
            <a:pPr indent="0" lvl="0" marL="0" rtl="0" algn="l">
              <a:spcBef>
                <a:spcPts val="0"/>
              </a:spcBef>
              <a:spcAft>
                <a:spcPts val="0"/>
              </a:spcAft>
              <a:buNone/>
            </a:pPr>
            <a:r>
              <a:t/>
            </a:r>
            <a:endParaRPr/>
          </a:p>
        </p:txBody>
      </p:sp>
      <p:graphicFrame>
        <p:nvGraphicFramePr>
          <p:cNvPr id="841" name="Google Shape;841;p55"/>
          <p:cNvGraphicFramePr/>
          <p:nvPr/>
        </p:nvGraphicFramePr>
        <p:xfrm>
          <a:off x="282040" y="1039275"/>
          <a:ext cx="3000000" cy="3000000"/>
        </p:xfrm>
        <a:graphic>
          <a:graphicData uri="http://schemas.openxmlformats.org/drawingml/2006/table">
            <a:tbl>
              <a:tblPr>
                <a:noFill/>
                <a:tableStyleId>{FB88F5EA-AF5F-45D1-B4E8-06C1573A6736}</a:tableStyleId>
              </a:tblPr>
              <a:tblGrid>
                <a:gridCol w="2113575"/>
                <a:gridCol w="1332500"/>
                <a:gridCol w="1321800"/>
                <a:gridCol w="1309450"/>
                <a:gridCol w="1272350"/>
                <a:gridCol w="1235225"/>
              </a:tblGrid>
              <a:tr h="381000">
                <a:tc>
                  <a:txBody>
                    <a:bodyPr/>
                    <a:lstStyle/>
                    <a:p>
                      <a:pPr indent="0" lvl="0" marL="0" rtl="0" algn="l">
                        <a:spcBef>
                          <a:spcPts val="0"/>
                        </a:spcBef>
                        <a:spcAft>
                          <a:spcPts val="0"/>
                        </a:spcAft>
                        <a:buNone/>
                      </a:pPr>
                      <a:r>
                        <a:rPr b="1" lang="en">
                          <a:latin typeface="Artifika"/>
                          <a:ea typeface="Artifika"/>
                          <a:cs typeface="Artifika"/>
                          <a:sym typeface="Artifika"/>
                        </a:rPr>
                        <a:t>Model + ngram (1,1)</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1C5C0"/>
                    </a:solidFill>
                  </a:tcPr>
                </a:tc>
                <a:tc>
                  <a:txBody>
                    <a:bodyPr/>
                    <a:lstStyle/>
                    <a:p>
                      <a:pPr indent="0" lvl="0" marL="0" rtl="0" algn="l">
                        <a:spcBef>
                          <a:spcPts val="0"/>
                        </a:spcBef>
                        <a:spcAft>
                          <a:spcPts val="0"/>
                        </a:spcAft>
                        <a:buNone/>
                      </a:pPr>
                      <a:r>
                        <a:rPr b="1" lang="en">
                          <a:latin typeface="Artifika"/>
                          <a:ea typeface="Artifika"/>
                          <a:cs typeface="Artifika"/>
                          <a:sym typeface="Artifika"/>
                        </a:rPr>
                        <a:t>Accuracy</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1C5C0"/>
                    </a:solidFill>
                  </a:tcPr>
                </a:tc>
                <a:tc>
                  <a:txBody>
                    <a:bodyPr/>
                    <a:lstStyle/>
                    <a:p>
                      <a:pPr indent="0" lvl="0" marL="0" rtl="0" algn="l">
                        <a:spcBef>
                          <a:spcPts val="0"/>
                        </a:spcBef>
                        <a:spcAft>
                          <a:spcPts val="0"/>
                        </a:spcAft>
                        <a:buNone/>
                      </a:pPr>
                      <a:r>
                        <a:rPr b="1" lang="en">
                          <a:latin typeface="Artifika"/>
                          <a:ea typeface="Artifika"/>
                          <a:cs typeface="Artifika"/>
                          <a:sym typeface="Artifika"/>
                        </a:rPr>
                        <a:t>Macro F1</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1C5C0"/>
                    </a:solidFill>
                  </a:tcPr>
                </a:tc>
                <a:tc>
                  <a:txBody>
                    <a:bodyPr/>
                    <a:lstStyle/>
                    <a:p>
                      <a:pPr indent="0" lvl="0" marL="0" rtl="0" algn="l">
                        <a:spcBef>
                          <a:spcPts val="0"/>
                        </a:spcBef>
                        <a:spcAft>
                          <a:spcPts val="0"/>
                        </a:spcAft>
                        <a:buNone/>
                      </a:pPr>
                      <a:r>
                        <a:rPr b="1" lang="en">
                          <a:latin typeface="Artifika"/>
                          <a:ea typeface="Artifika"/>
                          <a:cs typeface="Artifika"/>
                          <a:sym typeface="Artifika"/>
                        </a:rPr>
                        <a:t>Macro Precision</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1C5C0"/>
                    </a:solidFill>
                  </a:tcPr>
                </a:tc>
                <a:tc>
                  <a:txBody>
                    <a:bodyPr/>
                    <a:lstStyle/>
                    <a:p>
                      <a:pPr indent="0" lvl="0" marL="0" rtl="0" algn="l">
                        <a:spcBef>
                          <a:spcPts val="0"/>
                        </a:spcBef>
                        <a:spcAft>
                          <a:spcPts val="0"/>
                        </a:spcAft>
                        <a:buNone/>
                      </a:pPr>
                      <a:r>
                        <a:rPr b="1" lang="en">
                          <a:latin typeface="Artifika"/>
                          <a:ea typeface="Artifika"/>
                          <a:cs typeface="Artifika"/>
                          <a:sym typeface="Artifika"/>
                        </a:rPr>
                        <a:t>Macro Recall</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1C5C0"/>
                    </a:solidFill>
                  </a:tcPr>
                </a:tc>
                <a:tc>
                  <a:txBody>
                    <a:bodyPr/>
                    <a:lstStyle/>
                    <a:p>
                      <a:pPr indent="0" lvl="0" marL="0" rtl="0" algn="l">
                        <a:spcBef>
                          <a:spcPts val="0"/>
                        </a:spcBef>
                        <a:spcAft>
                          <a:spcPts val="0"/>
                        </a:spcAft>
                        <a:buNone/>
                      </a:pPr>
                      <a:r>
                        <a:rPr b="1" lang="en">
                          <a:latin typeface="Artifika"/>
                          <a:ea typeface="Artifika"/>
                          <a:cs typeface="Artifika"/>
                          <a:sym typeface="Artifika"/>
                        </a:rPr>
                        <a:t>Weighted F1</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1C5C0"/>
                    </a:solidFill>
                  </a:tcPr>
                </a:tc>
              </a:tr>
              <a:tr h="381000">
                <a:tc>
                  <a:txBody>
                    <a:bodyPr/>
                    <a:lstStyle/>
                    <a:p>
                      <a:pPr indent="0" lvl="0" marL="0" rtl="0" algn="l">
                        <a:spcBef>
                          <a:spcPts val="0"/>
                        </a:spcBef>
                        <a:spcAft>
                          <a:spcPts val="0"/>
                        </a:spcAft>
                        <a:buNone/>
                      </a:pPr>
                      <a:r>
                        <a:rPr lang="en">
                          <a:latin typeface="Gantari"/>
                          <a:ea typeface="Gantari"/>
                          <a:cs typeface="Gantari"/>
                          <a:sym typeface="Gantari"/>
                        </a:rPr>
                        <a:t>Naive Bayes (MNB)</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3E8B9"/>
                    </a:solidFill>
                  </a:tcPr>
                </a:tc>
                <a:tc>
                  <a:txBody>
                    <a:bodyPr/>
                    <a:lstStyle/>
                    <a:p>
                      <a:pPr indent="0" lvl="0" marL="0" rtl="0" algn="l">
                        <a:spcBef>
                          <a:spcPts val="0"/>
                        </a:spcBef>
                        <a:spcAft>
                          <a:spcPts val="0"/>
                        </a:spcAft>
                        <a:buNone/>
                      </a:pPr>
                      <a:r>
                        <a:rPr lang="en">
                          <a:latin typeface="Gantari"/>
                          <a:ea typeface="Gantari"/>
                          <a:cs typeface="Gantari"/>
                          <a:sym typeface="Gantari"/>
                        </a:rPr>
                        <a:t>0.720</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CE2ED"/>
                    </a:solidFill>
                  </a:tcPr>
                </a:tc>
                <a:tc>
                  <a:txBody>
                    <a:bodyPr/>
                    <a:lstStyle/>
                    <a:p>
                      <a:pPr indent="0" lvl="0" marL="0" rtl="0" algn="l">
                        <a:spcBef>
                          <a:spcPts val="0"/>
                        </a:spcBef>
                        <a:spcAft>
                          <a:spcPts val="0"/>
                        </a:spcAft>
                        <a:buNone/>
                      </a:pPr>
                      <a:r>
                        <a:rPr lang="en">
                          <a:latin typeface="Gantari"/>
                          <a:ea typeface="Gantari"/>
                          <a:cs typeface="Gantari"/>
                          <a:sym typeface="Gantari"/>
                        </a:rPr>
                        <a:t>0.719</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0.718</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0.720</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0.718</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r>
              <a:tr h="427950">
                <a:tc>
                  <a:txBody>
                    <a:bodyPr/>
                    <a:lstStyle/>
                    <a:p>
                      <a:pPr indent="0" lvl="0" marL="0" rtl="0" algn="l">
                        <a:spcBef>
                          <a:spcPts val="0"/>
                        </a:spcBef>
                        <a:spcAft>
                          <a:spcPts val="0"/>
                        </a:spcAft>
                        <a:buNone/>
                      </a:pPr>
                      <a:r>
                        <a:rPr lang="en">
                          <a:latin typeface="Gantari"/>
                          <a:ea typeface="Gantari"/>
                          <a:cs typeface="Gantari"/>
                          <a:sym typeface="Gantari"/>
                        </a:rPr>
                        <a:t>Logistics Regression</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3E8B9"/>
                    </a:solidFill>
                  </a:tcPr>
                </a:tc>
                <a:tc>
                  <a:txBody>
                    <a:bodyPr/>
                    <a:lstStyle/>
                    <a:p>
                      <a:pPr indent="0" lvl="0" marL="0" rtl="0" algn="l">
                        <a:spcBef>
                          <a:spcPts val="0"/>
                        </a:spcBef>
                        <a:spcAft>
                          <a:spcPts val="0"/>
                        </a:spcAft>
                        <a:buNone/>
                      </a:pPr>
                      <a:r>
                        <a:rPr lang="en">
                          <a:latin typeface="Gantari"/>
                          <a:ea typeface="Gantari"/>
                          <a:cs typeface="Gantari"/>
                          <a:sym typeface="Gantari"/>
                        </a:rPr>
                        <a:t>0.756</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CE2ED"/>
                    </a:solidFill>
                  </a:tcPr>
                </a:tc>
                <a:tc>
                  <a:txBody>
                    <a:bodyPr/>
                    <a:lstStyle/>
                    <a:p>
                      <a:pPr indent="0" lvl="0" marL="0" rtl="0" algn="l">
                        <a:spcBef>
                          <a:spcPts val="0"/>
                        </a:spcBef>
                        <a:spcAft>
                          <a:spcPts val="0"/>
                        </a:spcAft>
                        <a:buNone/>
                      </a:pPr>
                      <a:r>
                        <a:rPr lang="en">
                          <a:latin typeface="Gantari"/>
                          <a:ea typeface="Gantari"/>
                          <a:cs typeface="Gantari"/>
                          <a:sym typeface="Gantari"/>
                        </a:rPr>
                        <a:t>0.755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0.755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0.756</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0.755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r>
              <a:tr h="381000">
                <a:tc>
                  <a:txBody>
                    <a:bodyPr/>
                    <a:lstStyle/>
                    <a:p>
                      <a:pPr indent="0" lvl="0" marL="0" rtl="0" algn="l">
                        <a:spcBef>
                          <a:spcPts val="0"/>
                        </a:spcBef>
                        <a:spcAft>
                          <a:spcPts val="0"/>
                        </a:spcAft>
                        <a:buNone/>
                      </a:pPr>
                      <a:r>
                        <a:rPr lang="en">
                          <a:latin typeface="Gantari"/>
                          <a:ea typeface="Gantari"/>
                          <a:cs typeface="Gantari"/>
                          <a:sym typeface="Gantari"/>
                        </a:rPr>
                        <a:t>SVM (Linear SVC)</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3E8B9"/>
                    </a:solidFill>
                  </a:tcPr>
                </a:tc>
                <a:tc>
                  <a:txBody>
                    <a:bodyPr/>
                    <a:lstStyle/>
                    <a:p>
                      <a:pPr indent="0" lvl="0" marL="0" rtl="0" algn="l">
                        <a:spcBef>
                          <a:spcPts val="0"/>
                        </a:spcBef>
                        <a:spcAft>
                          <a:spcPts val="0"/>
                        </a:spcAft>
                        <a:buNone/>
                      </a:pPr>
                      <a:r>
                        <a:rPr lang="en">
                          <a:latin typeface="Gantari"/>
                          <a:ea typeface="Gantari"/>
                          <a:cs typeface="Gantari"/>
                          <a:sym typeface="Gantari"/>
                        </a:rPr>
                        <a:t>0.766</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CE2ED"/>
                    </a:solidFill>
                  </a:tcPr>
                </a:tc>
                <a:tc>
                  <a:txBody>
                    <a:bodyPr/>
                    <a:lstStyle/>
                    <a:p>
                      <a:pPr indent="0" lvl="0" marL="0" rtl="0" algn="l">
                        <a:spcBef>
                          <a:spcPts val="0"/>
                        </a:spcBef>
                        <a:spcAft>
                          <a:spcPts val="0"/>
                        </a:spcAft>
                        <a:buNone/>
                      </a:pPr>
                      <a:r>
                        <a:rPr lang="en">
                          <a:latin typeface="Gantari"/>
                          <a:ea typeface="Gantari"/>
                          <a:cs typeface="Gantari"/>
                          <a:sym typeface="Gantari"/>
                        </a:rPr>
                        <a:t>0.765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0.765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0.766</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c>
                  <a:txBody>
                    <a:bodyPr/>
                    <a:lstStyle/>
                    <a:p>
                      <a:pPr indent="0" lvl="0" marL="0" rtl="0" algn="l">
                        <a:spcBef>
                          <a:spcPts val="0"/>
                        </a:spcBef>
                        <a:spcAft>
                          <a:spcPts val="0"/>
                        </a:spcAft>
                        <a:buNone/>
                      </a:pPr>
                      <a:r>
                        <a:rPr lang="en">
                          <a:latin typeface="Gantari"/>
                          <a:ea typeface="Gantari"/>
                          <a:cs typeface="Gantari"/>
                          <a:sym typeface="Gantari"/>
                        </a:rPr>
                        <a:t>0.765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DFD7E8"/>
                    </a:solidFill>
                  </a:tcPr>
                </a:tc>
              </a:tr>
            </a:tbl>
          </a:graphicData>
        </a:graphic>
      </p:graphicFrame>
      <p:grpSp>
        <p:nvGrpSpPr>
          <p:cNvPr id="842" name="Google Shape;842;p55"/>
          <p:cNvGrpSpPr/>
          <p:nvPr/>
        </p:nvGrpSpPr>
        <p:grpSpPr>
          <a:xfrm rot="880358">
            <a:off x="8088359" y="4054349"/>
            <a:ext cx="592095" cy="592091"/>
            <a:chOff x="11769258" y="2900662"/>
            <a:chExt cx="1125095" cy="1125089"/>
          </a:xfrm>
        </p:grpSpPr>
        <p:sp>
          <p:nvSpPr>
            <p:cNvPr id="843" name="Google Shape;843;p55"/>
            <p:cNvSpPr/>
            <p:nvPr/>
          </p:nvSpPr>
          <p:spPr>
            <a:xfrm>
              <a:off x="11770352" y="2905062"/>
              <a:ext cx="1122904" cy="1116281"/>
            </a:xfrm>
            <a:custGeom>
              <a:rect b="b" l="l" r="r" t="t"/>
              <a:pathLst>
                <a:path extrusionOk="0" h="32195" w="32386">
                  <a:moveTo>
                    <a:pt x="13573" y="1044"/>
                  </a:moveTo>
                  <a:lnTo>
                    <a:pt x="13559" y="1058"/>
                  </a:lnTo>
                  <a:cubicBezTo>
                    <a:pt x="13559" y="1044"/>
                    <a:pt x="13559" y="1044"/>
                    <a:pt x="13573" y="1044"/>
                  </a:cubicBezTo>
                  <a:close/>
                  <a:moveTo>
                    <a:pt x="13573" y="1044"/>
                  </a:moveTo>
                  <a:cubicBezTo>
                    <a:pt x="13574" y="1044"/>
                    <a:pt x="13588" y="1044"/>
                    <a:pt x="13602" y="1058"/>
                  </a:cubicBezTo>
                  <a:lnTo>
                    <a:pt x="13588" y="1058"/>
                  </a:lnTo>
                  <a:lnTo>
                    <a:pt x="13573" y="1044"/>
                  </a:lnTo>
                  <a:close/>
                  <a:moveTo>
                    <a:pt x="13488" y="2038"/>
                  </a:moveTo>
                  <a:cubicBezTo>
                    <a:pt x="13531" y="2038"/>
                    <a:pt x="13559" y="2094"/>
                    <a:pt x="13531" y="2123"/>
                  </a:cubicBezTo>
                  <a:cubicBezTo>
                    <a:pt x="13517" y="2094"/>
                    <a:pt x="13502" y="2066"/>
                    <a:pt x="13488" y="2038"/>
                  </a:cubicBezTo>
                  <a:close/>
                  <a:moveTo>
                    <a:pt x="15774" y="2137"/>
                  </a:moveTo>
                  <a:lnTo>
                    <a:pt x="15746" y="2151"/>
                  </a:lnTo>
                  <a:lnTo>
                    <a:pt x="15760" y="2137"/>
                  </a:lnTo>
                  <a:close/>
                  <a:moveTo>
                    <a:pt x="24719" y="2847"/>
                  </a:moveTo>
                  <a:cubicBezTo>
                    <a:pt x="24719" y="2847"/>
                    <a:pt x="24719" y="2847"/>
                    <a:pt x="24719" y="2861"/>
                  </a:cubicBezTo>
                  <a:lnTo>
                    <a:pt x="24705" y="2861"/>
                  </a:lnTo>
                  <a:cubicBezTo>
                    <a:pt x="24705" y="2861"/>
                    <a:pt x="24719" y="2847"/>
                    <a:pt x="24719" y="2847"/>
                  </a:cubicBezTo>
                  <a:close/>
                  <a:moveTo>
                    <a:pt x="15377" y="3202"/>
                  </a:moveTo>
                  <a:lnTo>
                    <a:pt x="15391" y="3216"/>
                  </a:lnTo>
                  <a:lnTo>
                    <a:pt x="15405" y="3230"/>
                  </a:lnTo>
                  <a:cubicBezTo>
                    <a:pt x="15391" y="3230"/>
                    <a:pt x="15391" y="3216"/>
                    <a:pt x="15377" y="3202"/>
                  </a:cubicBezTo>
                  <a:close/>
                  <a:moveTo>
                    <a:pt x="26252" y="3642"/>
                  </a:moveTo>
                  <a:lnTo>
                    <a:pt x="26252" y="3642"/>
                  </a:lnTo>
                  <a:cubicBezTo>
                    <a:pt x="26267" y="3656"/>
                    <a:pt x="26281" y="3685"/>
                    <a:pt x="26295" y="3699"/>
                  </a:cubicBezTo>
                  <a:cubicBezTo>
                    <a:pt x="26281" y="3685"/>
                    <a:pt x="26267" y="3670"/>
                    <a:pt x="26252" y="3642"/>
                  </a:cubicBezTo>
                  <a:close/>
                  <a:moveTo>
                    <a:pt x="19593" y="6609"/>
                  </a:moveTo>
                  <a:lnTo>
                    <a:pt x="19593" y="6723"/>
                  </a:lnTo>
                  <a:lnTo>
                    <a:pt x="19508" y="6652"/>
                  </a:lnTo>
                  <a:lnTo>
                    <a:pt x="19593" y="6609"/>
                  </a:lnTo>
                  <a:close/>
                  <a:moveTo>
                    <a:pt x="7994" y="6865"/>
                  </a:moveTo>
                  <a:lnTo>
                    <a:pt x="7994" y="6879"/>
                  </a:lnTo>
                  <a:lnTo>
                    <a:pt x="7937" y="6865"/>
                  </a:lnTo>
                  <a:close/>
                  <a:moveTo>
                    <a:pt x="11557" y="7050"/>
                  </a:moveTo>
                  <a:lnTo>
                    <a:pt x="11557" y="7064"/>
                  </a:lnTo>
                  <a:lnTo>
                    <a:pt x="11543" y="7064"/>
                  </a:lnTo>
                  <a:cubicBezTo>
                    <a:pt x="11543" y="7050"/>
                    <a:pt x="11557" y="7050"/>
                    <a:pt x="11557" y="7050"/>
                  </a:cubicBezTo>
                  <a:close/>
                  <a:moveTo>
                    <a:pt x="14780" y="7163"/>
                  </a:moveTo>
                  <a:cubicBezTo>
                    <a:pt x="14795" y="7177"/>
                    <a:pt x="14809" y="7177"/>
                    <a:pt x="14823" y="7192"/>
                  </a:cubicBezTo>
                  <a:lnTo>
                    <a:pt x="14780" y="7192"/>
                  </a:lnTo>
                  <a:lnTo>
                    <a:pt x="14780" y="7163"/>
                  </a:lnTo>
                  <a:close/>
                  <a:moveTo>
                    <a:pt x="10436" y="7944"/>
                  </a:moveTo>
                  <a:lnTo>
                    <a:pt x="10422" y="8015"/>
                  </a:lnTo>
                  <a:cubicBezTo>
                    <a:pt x="10422" y="7987"/>
                    <a:pt x="10422" y="7972"/>
                    <a:pt x="10436" y="7944"/>
                  </a:cubicBezTo>
                  <a:close/>
                  <a:moveTo>
                    <a:pt x="21070" y="8185"/>
                  </a:moveTo>
                  <a:lnTo>
                    <a:pt x="21070" y="8214"/>
                  </a:lnTo>
                  <a:lnTo>
                    <a:pt x="21056" y="8214"/>
                  </a:lnTo>
                  <a:cubicBezTo>
                    <a:pt x="21056" y="8214"/>
                    <a:pt x="21056" y="8200"/>
                    <a:pt x="21070" y="8185"/>
                  </a:cubicBezTo>
                  <a:close/>
                  <a:moveTo>
                    <a:pt x="16300" y="8228"/>
                  </a:moveTo>
                  <a:lnTo>
                    <a:pt x="16300" y="8242"/>
                  </a:lnTo>
                  <a:lnTo>
                    <a:pt x="16285" y="8242"/>
                  </a:lnTo>
                  <a:cubicBezTo>
                    <a:pt x="16285" y="8242"/>
                    <a:pt x="16285" y="8228"/>
                    <a:pt x="16271" y="8228"/>
                  </a:cubicBezTo>
                  <a:close/>
                  <a:moveTo>
                    <a:pt x="17208" y="9279"/>
                  </a:moveTo>
                  <a:cubicBezTo>
                    <a:pt x="17208" y="9279"/>
                    <a:pt x="17208" y="9293"/>
                    <a:pt x="17208" y="9293"/>
                  </a:cubicBezTo>
                  <a:lnTo>
                    <a:pt x="17180" y="9279"/>
                  </a:lnTo>
                  <a:close/>
                  <a:moveTo>
                    <a:pt x="22163" y="9563"/>
                  </a:moveTo>
                  <a:lnTo>
                    <a:pt x="22163" y="9577"/>
                  </a:lnTo>
                  <a:lnTo>
                    <a:pt x="22036" y="9577"/>
                  </a:lnTo>
                  <a:cubicBezTo>
                    <a:pt x="22078" y="9563"/>
                    <a:pt x="22121" y="9563"/>
                    <a:pt x="22163" y="9563"/>
                  </a:cubicBezTo>
                  <a:close/>
                  <a:moveTo>
                    <a:pt x="15994" y="9914"/>
                  </a:moveTo>
                  <a:cubicBezTo>
                    <a:pt x="16020" y="9914"/>
                    <a:pt x="16038" y="9932"/>
                    <a:pt x="16043" y="9960"/>
                  </a:cubicBezTo>
                  <a:lnTo>
                    <a:pt x="16043" y="9960"/>
                  </a:lnTo>
                  <a:cubicBezTo>
                    <a:pt x="16015" y="9946"/>
                    <a:pt x="16001" y="9932"/>
                    <a:pt x="15973" y="9918"/>
                  </a:cubicBezTo>
                  <a:cubicBezTo>
                    <a:pt x="15980" y="9915"/>
                    <a:pt x="15988" y="9914"/>
                    <a:pt x="15994" y="9914"/>
                  </a:cubicBezTo>
                  <a:close/>
                  <a:moveTo>
                    <a:pt x="11756" y="10060"/>
                  </a:moveTo>
                  <a:cubicBezTo>
                    <a:pt x="11785" y="10074"/>
                    <a:pt x="11827" y="10088"/>
                    <a:pt x="11856" y="10116"/>
                  </a:cubicBezTo>
                  <a:cubicBezTo>
                    <a:pt x="11898" y="10130"/>
                    <a:pt x="11898" y="10187"/>
                    <a:pt x="11856" y="10216"/>
                  </a:cubicBezTo>
                  <a:lnTo>
                    <a:pt x="11870" y="10201"/>
                  </a:lnTo>
                  <a:cubicBezTo>
                    <a:pt x="11841" y="10145"/>
                    <a:pt x="11799" y="10102"/>
                    <a:pt x="11756" y="10060"/>
                  </a:cubicBezTo>
                  <a:close/>
                  <a:moveTo>
                    <a:pt x="26465" y="10443"/>
                  </a:moveTo>
                  <a:lnTo>
                    <a:pt x="26451" y="10457"/>
                  </a:lnTo>
                  <a:lnTo>
                    <a:pt x="26451" y="10443"/>
                  </a:lnTo>
                  <a:close/>
                  <a:moveTo>
                    <a:pt x="2385" y="10684"/>
                  </a:moveTo>
                  <a:cubicBezTo>
                    <a:pt x="2393" y="10684"/>
                    <a:pt x="2401" y="10689"/>
                    <a:pt x="2406" y="10695"/>
                  </a:cubicBezTo>
                  <a:lnTo>
                    <a:pt x="2406" y="10695"/>
                  </a:lnTo>
                  <a:lnTo>
                    <a:pt x="2385" y="10684"/>
                  </a:lnTo>
                  <a:close/>
                  <a:moveTo>
                    <a:pt x="2428" y="10713"/>
                  </a:moveTo>
                  <a:lnTo>
                    <a:pt x="2430" y="10715"/>
                  </a:lnTo>
                  <a:lnTo>
                    <a:pt x="2430" y="10715"/>
                  </a:lnTo>
                  <a:cubicBezTo>
                    <a:pt x="2430" y="10715"/>
                    <a:pt x="2429" y="10714"/>
                    <a:pt x="2428" y="10714"/>
                  </a:cubicBezTo>
                  <a:lnTo>
                    <a:pt x="2428" y="10714"/>
                  </a:lnTo>
                  <a:lnTo>
                    <a:pt x="2428" y="10727"/>
                  </a:lnTo>
                  <a:lnTo>
                    <a:pt x="2442" y="10727"/>
                  </a:lnTo>
                  <a:lnTo>
                    <a:pt x="2430" y="10715"/>
                  </a:lnTo>
                  <a:lnTo>
                    <a:pt x="2430" y="10715"/>
                  </a:lnTo>
                  <a:cubicBezTo>
                    <a:pt x="2442" y="10719"/>
                    <a:pt x="2442" y="10727"/>
                    <a:pt x="2442" y="10727"/>
                  </a:cubicBezTo>
                  <a:lnTo>
                    <a:pt x="2442" y="10741"/>
                  </a:lnTo>
                  <a:cubicBezTo>
                    <a:pt x="2442" y="10741"/>
                    <a:pt x="2428" y="10755"/>
                    <a:pt x="2428" y="10755"/>
                  </a:cubicBezTo>
                  <a:lnTo>
                    <a:pt x="2428" y="10727"/>
                  </a:lnTo>
                  <a:lnTo>
                    <a:pt x="2421" y="10713"/>
                  </a:lnTo>
                  <a:lnTo>
                    <a:pt x="2421" y="10713"/>
                  </a:lnTo>
                  <a:cubicBezTo>
                    <a:pt x="2424" y="10713"/>
                    <a:pt x="2426" y="10714"/>
                    <a:pt x="2428" y="10714"/>
                  </a:cubicBezTo>
                  <a:lnTo>
                    <a:pt x="2428" y="10714"/>
                  </a:lnTo>
                  <a:lnTo>
                    <a:pt x="2428" y="10713"/>
                  </a:lnTo>
                  <a:close/>
                  <a:moveTo>
                    <a:pt x="1737" y="11099"/>
                  </a:moveTo>
                  <a:cubicBezTo>
                    <a:pt x="1781" y="11099"/>
                    <a:pt x="1825" y="11125"/>
                    <a:pt x="1846" y="11167"/>
                  </a:cubicBezTo>
                  <a:lnTo>
                    <a:pt x="1832" y="11153"/>
                  </a:lnTo>
                  <a:cubicBezTo>
                    <a:pt x="1803" y="11139"/>
                    <a:pt x="1747" y="11124"/>
                    <a:pt x="1690" y="11110"/>
                  </a:cubicBezTo>
                  <a:cubicBezTo>
                    <a:pt x="1705" y="11103"/>
                    <a:pt x="1721" y="11099"/>
                    <a:pt x="1737" y="11099"/>
                  </a:cubicBezTo>
                  <a:close/>
                  <a:moveTo>
                    <a:pt x="23938" y="11465"/>
                  </a:moveTo>
                  <a:cubicBezTo>
                    <a:pt x="23938" y="11465"/>
                    <a:pt x="23938" y="11479"/>
                    <a:pt x="23938" y="11479"/>
                  </a:cubicBezTo>
                  <a:lnTo>
                    <a:pt x="23924" y="11479"/>
                  </a:lnTo>
                  <a:lnTo>
                    <a:pt x="23924" y="11465"/>
                  </a:lnTo>
                  <a:close/>
                  <a:moveTo>
                    <a:pt x="2925" y="11593"/>
                  </a:moveTo>
                  <a:lnTo>
                    <a:pt x="2911" y="11607"/>
                  </a:lnTo>
                  <a:lnTo>
                    <a:pt x="2911" y="11593"/>
                  </a:lnTo>
                  <a:close/>
                  <a:moveTo>
                    <a:pt x="27417" y="12317"/>
                  </a:moveTo>
                  <a:cubicBezTo>
                    <a:pt x="27417" y="12331"/>
                    <a:pt x="27402" y="12331"/>
                    <a:pt x="27388" y="12331"/>
                  </a:cubicBezTo>
                  <a:lnTo>
                    <a:pt x="27417" y="12317"/>
                  </a:lnTo>
                  <a:close/>
                  <a:moveTo>
                    <a:pt x="4316" y="12487"/>
                  </a:moveTo>
                  <a:lnTo>
                    <a:pt x="4345" y="12502"/>
                  </a:lnTo>
                  <a:lnTo>
                    <a:pt x="4316" y="12502"/>
                  </a:lnTo>
                  <a:lnTo>
                    <a:pt x="4316" y="12487"/>
                  </a:lnTo>
                  <a:close/>
                  <a:moveTo>
                    <a:pt x="10989" y="12729"/>
                  </a:moveTo>
                  <a:cubicBezTo>
                    <a:pt x="11032" y="12743"/>
                    <a:pt x="11089" y="12757"/>
                    <a:pt x="11131" y="12771"/>
                  </a:cubicBezTo>
                  <a:lnTo>
                    <a:pt x="11103" y="12786"/>
                  </a:lnTo>
                  <a:cubicBezTo>
                    <a:pt x="11060" y="12786"/>
                    <a:pt x="11018" y="12771"/>
                    <a:pt x="10989" y="12729"/>
                  </a:cubicBezTo>
                  <a:close/>
                  <a:moveTo>
                    <a:pt x="8121" y="13524"/>
                  </a:moveTo>
                  <a:cubicBezTo>
                    <a:pt x="8122" y="13538"/>
                    <a:pt x="8136" y="13538"/>
                    <a:pt x="8136" y="13552"/>
                  </a:cubicBezTo>
                  <a:cubicBezTo>
                    <a:pt x="8136" y="13552"/>
                    <a:pt x="8122" y="13538"/>
                    <a:pt x="8121" y="13524"/>
                  </a:cubicBezTo>
                  <a:close/>
                  <a:moveTo>
                    <a:pt x="4474" y="13958"/>
                  </a:moveTo>
                  <a:cubicBezTo>
                    <a:pt x="4477" y="13958"/>
                    <a:pt x="4468" y="13964"/>
                    <a:pt x="4458" y="13964"/>
                  </a:cubicBezTo>
                  <a:cubicBezTo>
                    <a:pt x="4468" y="13959"/>
                    <a:pt x="4473" y="13958"/>
                    <a:pt x="4474" y="13958"/>
                  </a:cubicBezTo>
                  <a:close/>
                  <a:moveTo>
                    <a:pt x="27956" y="14674"/>
                  </a:moveTo>
                  <a:cubicBezTo>
                    <a:pt x="27947" y="14702"/>
                    <a:pt x="27931" y="14730"/>
                    <a:pt x="27917" y="14759"/>
                  </a:cubicBezTo>
                  <a:lnTo>
                    <a:pt x="27917" y="14759"/>
                  </a:lnTo>
                  <a:cubicBezTo>
                    <a:pt x="27926" y="14726"/>
                    <a:pt x="27945" y="14696"/>
                    <a:pt x="27956" y="14674"/>
                  </a:cubicBezTo>
                  <a:close/>
                  <a:moveTo>
                    <a:pt x="19082" y="14802"/>
                  </a:moveTo>
                  <a:lnTo>
                    <a:pt x="19168" y="14816"/>
                  </a:lnTo>
                  <a:lnTo>
                    <a:pt x="19168" y="14844"/>
                  </a:lnTo>
                  <a:cubicBezTo>
                    <a:pt x="19125" y="14844"/>
                    <a:pt x="19097" y="14830"/>
                    <a:pt x="19082" y="14802"/>
                  </a:cubicBezTo>
                  <a:close/>
                  <a:moveTo>
                    <a:pt x="11117" y="15029"/>
                  </a:moveTo>
                  <a:lnTo>
                    <a:pt x="11146" y="15043"/>
                  </a:lnTo>
                  <a:lnTo>
                    <a:pt x="11117" y="15043"/>
                  </a:lnTo>
                  <a:lnTo>
                    <a:pt x="11117" y="15029"/>
                  </a:lnTo>
                  <a:close/>
                  <a:moveTo>
                    <a:pt x="29802" y="15398"/>
                  </a:moveTo>
                  <a:cubicBezTo>
                    <a:pt x="29802" y="15398"/>
                    <a:pt x="29816" y="15398"/>
                    <a:pt x="29830" y="15412"/>
                  </a:cubicBezTo>
                  <a:lnTo>
                    <a:pt x="29802" y="15412"/>
                  </a:lnTo>
                  <a:lnTo>
                    <a:pt x="29802" y="15398"/>
                  </a:lnTo>
                  <a:close/>
                  <a:moveTo>
                    <a:pt x="10706" y="15923"/>
                  </a:moveTo>
                  <a:cubicBezTo>
                    <a:pt x="10696" y="15934"/>
                    <a:pt x="10687" y="15947"/>
                    <a:pt x="10677" y="15966"/>
                  </a:cubicBezTo>
                  <a:lnTo>
                    <a:pt x="10677" y="15952"/>
                  </a:lnTo>
                  <a:lnTo>
                    <a:pt x="10691" y="15923"/>
                  </a:lnTo>
                  <a:lnTo>
                    <a:pt x="10705" y="15923"/>
                  </a:lnTo>
                  <a:cubicBezTo>
                    <a:pt x="10705" y="15923"/>
                    <a:pt x="10706" y="15923"/>
                    <a:pt x="10706" y="15923"/>
                  </a:cubicBezTo>
                  <a:close/>
                  <a:moveTo>
                    <a:pt x="13701" y="15867"/>
                  </a:moveTo>
                  <a:lnTo>
                    <a:pt x="13701" y="15867"/>
                  </a:lnTo>
                  <a:cubicBezTo>
                    <a:pt x="13687" y="15909"/>
                    <a:pt x="13687" y="15952"/>
                    <a:pt x="13687" y="15994"/>
                  </a:cubicBezTo>
                  <a:cubicBezTo>
                    <a:pt x="13659" y="15980"/>
                    <a:pt x="13644" y="15952"/>
                    <a:pt x="13644" y="15923"/>
                  </a:cubicBezTo>
                  <a:cubicBezTo>
                    <a:pt x="13644" y="15895"/>
                    <a:pt x="13673" y="15881"/>
                    <a:pt x="13701" y="15867"/>
                  </a:cubicBezTo>
                  <a:close/>
                  <a:moveTo>
                    <a:pt x="27488" y="16094"/>
                  </a:moveTo>
                  <a:lnTo>
                    <a:pt x="27488" y="16122"/>
                  </a:lnTo>
                  <a:cubicBezTo>
                    <a:pt x="27473" y="16108"/>
                    <a:pt x="27473" y="16108"/>
                    <a:pt x="27473" y="16094"/>
                  </a:cubicBezTo>
                  <a:close/>
                  <a:moveTo>
                    <a:pt x="6659" y="16860"/>
                  </a:moveTo>
                  <a:cubicBezTo>
                    <a:pt x="6673" y="16860"/>
                    <a:pt x="6673" y="16860"/>
                    <a:pt x="6673" y="16875"/>
                  </a:cubicBezTo>
                  <a:lnTo>
                    <a:pt x="6659" y="16875"/>
                  </a:lnTo>
                  <a:lnTo>
                    <a:pt x="6659" y="16860"/>
                  </a:lnTo>
                  <a:close/>
                  <a:moveTo>
                    <a:pt x="18884" y="17301"/>
                  </a:moveTo>
                  <a:cubicBezTo>
                    <a:pt x="18898" y="17315"/>
                    <a:pt x="18898" y="17329"/>
                    <a:pt x="18898" y="17357"/>
                  </a:cubicBezTo>
                  <a:lnTo>
                    <a:pt x="18869" y="17357"/>
                  </a:lnTo>
                  <a:cubicBezTo>
                    <a:pt x="18869" y="17329"/>
                    <a:pt x="18884" y="17315"/>
                    <a:pt x="18884" y="17301"/>
                  </a:cubicBezTo>
                  <a:close/>
                  <a:moveTo>
                    <a:pt x="1136" y="17641"/>
                  </a:moveTo>
                  <a:lnTo>
                    <a:pt x="1207" y="17741"/>
                  </a:lnTo>
                  <a:cubicBezTo>
                    <a:pt x="1192" y="17744"/>
                    <a:pt x="1181" y="17745"/>
                    <a:pt x="1171" y="17745"/>
                  </a:cubicBezTo>
                  <a:cubicBezTo>
                    <a:pt x="1136" y="17745"/>
                    <a:pt x="1136" y="17720"/>
                    <a:pt x="1136" y="17641"/>
                  </a:cubicBezTo>
                  <a:close/>
                  <a:moveTo>
                    <a:pt x="13176" y="18138"/>
                  </a:moveTo>
                  <a:cubicBezTo>
                    <a:pt x="13190" y="18138"/>
                    <a:pt x="13219" y="18138"/>
                    <a:pt x="13233" y="18152"/>
                  </a:cubicBezTo>
                  <a:lnTo>
                    <a:pt x="13176" y="18138"/>
                  </a:lnTo>
                  <a:close/>
                  <a:moveTo>
                    <a:pt x="25187" y="19402"/>
                  </a:moveTo>
                  <a:cubicBezTo>
                    <a:pt x="25187" y="19402"/>
                    <a:pt x="25202" y="19416"/>
                    <a:pt x="25202" y="19430"/>
                  </a:cubicBezTo>
                  <a:lnTo>
                    <a:pt x="25159" y="19430"/>
                  </a:lnTo>
                  <a:cubicBezTo>
                    <a:pt x="25173" y="19416"/>
                    <a:pt x="25187" y="19402"/>
                    <a:pt x="25187" y="19402"/>
                  </a:cubicBezTo>
                  <a:close/>
                  <a:moveTo>
                    <a:pt x="4444" y="19913"/>
                  </a:moveTo>
                  <a:lnTo>
                    <a:pt x="4444" y="19927"/>
                  </a:lnTo>
                  <a:lnTo>
                    <a:pt x="4430" y="19913"/>
                  </a:lnTo>
                  <a:close/>
                  <a:moveTo>
                    <a:pt x="27672" y="20225"/>
                  </a:moveTo>
                  <a:cubicBezTo>
                    <a:pt x="27694" y="20247"/>
                    <a:pt x="27699" y="20260"/>
                    <a:pt x="27700" y="20278"/>
                  </a:cubicBezTo>
                  <a:lnTo>
                    <a:pt x="27700" y="20278"/>
                  </a:lnTo>
                  <a:cubicBezTo>
                    <a:pt x="27698" y="20265"/>
                    <a:pt x="27685" y="20251"/>
                    <a:pt x="27672" y="20225"/>
                  </a:cubicBezTo>
                  <a:close/>
                  <a:moveTo>
                    <a:pt x="13687" y="20481"/>
                  </a:moveTo>
                  <a:lnTo>
                    <a:pt x="13673" y="20495"/>
                  </a:lnTo>
                  <a:cubicBezTo>
                    <a:pt x="13659" y="20495"/>
                    <a:pt x="13659" y="20495"/>
                    <a:pt x="13659" y="20481"/>
                  </a:cubicBezTo>
                  <a:close/>
                  <a:moveTo>
                    <a:pt x="31108" y="20485"/>
                  </a:moveTo>
                  <a:lnTo>
                    <a:pt x="31108" y="20485"/>
                  </a:lnTo>
                  <a:cubicBezTo>
                    <a:pt x="31109" y="20513"/>
                    <a:pt x="31123" y="20554"/>
                    <a:pt x="31136" y="20594"/>
                  </a:cubicBezTo>
                  <a:cubicBezTo>
                    <a:pt x="31112" y="20558"/>
                    <a:pt x="31109" y="20521"/>
                    <a:pt x="31108" y="20485"/>
                  </a:cubicBezTo>
                  <a:close/>
                  <a:moveTo>
                    <a:pt x="27473" y="20864"/>
                  </a:moveTo>
                  <a:cubicBezTo>
                    <a:pt x="27459" y="20878"/>
                    <a:pt x="27459" y="20878"/>
                    <a:pt x="27459" y="20878"/>
                  </a:cubicBezTo>
                  <a:lnTo>
                    <a:pt x="27445" y="20864"/>
                  </a:lnTo>
                  <a:close/>
                  <a:moveTo>
                    <a:pt x="25770" y="20836"/>
                  </a:moveTo>
                  <a:lnTo>
                    <a:pt x="25770" y="20836"/>
                  </a:lnTo>
                  <a:cubicBezTo>
                    <a:pt x="25746" y="20860"/>
                    <a:pt x="25702" y="20873"/>
                    <a:pt x="25664" y="20886"/>
                  </a:cubicBezTo>
                  <a:lnTo>
                    <a:pt x="25664" y="20886"/>
                  </a:lnTo>
                  <a:cubicBezTo>
                    <a:pt x="25692" y="20862"/>
                    <a:pt x="25731" y="20849"/>
                    <a:pt x="25770" y="20836"/>
                  </a:cubicBezTo>
                  <a:close/>
                  <a:moveTo>
                    <a:pt x="23015" y="20992"/>
                  </a:moveTo>
                  <a:lnTo>
                    <a:pt x="23015" y="21035"/>
                  </a:lnTo>
                  <a:lnTo>
                    <a:pt x="22973" y="21020"/>
                  </a:lnTo>
                  <a:lnTo>
                    <a:pt x="23015" y="20992"/>
                  </a:lnTo>
                  <a:close/>
                  <a:moveTo>
                    <a:pt x="18245" y="21276"/>
                  </a:moveTo>
                  <a:lnTo>
                    <a:pt x="18245" y="21290"/>
                  </a:lnTo>
                  <a:lnTo>
                    <a:pt x="18230" y="21290"/>
                  </a:lnTo>
                  <a:lnTo>
                    <a:pt x="18245" y="21276"/>
                  </a:lnTo>
                  <a:close/>
                  <a:moveTo>
                    <a:pt x="15149" y="21603"/>
                  </a:moveTo>
                  <a:lnTo>
                    <a:pt x="15149" y="21603"/>
                  </a:lnTo>
                  <a:cubicBezTo>
                    <a:pt x="15135" y="21631"/>
                    <a:pt x="15121" y="21659"/>
                    <a:pt x="15107" y="21688"/>
                  </a:cubicBezTo>
                  <a:lnTo>
                    <a:pt x="15093" y="21688"/>
                  </a:lnTo>
                  <a:cubicBezTo>
                    <a:pt x="15107" y="21659"/>
                    <a:pt x="15121" y="21631"/>
                    <a:pt x="15149" y="21603"/>
                  </a:cubicBezTo>
                  <a:close/>
                  <a:moveTo>
                    <a:pt x="23224" y="21706"/>
                  </a:moveTo>
                  <a:cubicBezTo>
                    <a:pt x="23241" y="21706"/>
                    <a:pt x="23253" y="21729"/>
                    <a:pt x="23271" y="21773"/>
                  </a:cubicBezTo>
                  <a:cubicBezTo>
                    <a:pt x="23242" y="21759"/>
                    <a:pt x="23214" y="21745"/>
                    <a:pt x="23186" y="21730"/>
                  </a:cubicBezTo>
                  <a:cubicBezTo>
                    <a:pt x="23202" y="21714"/>
                    <a:pt x="23214" y="21706"/>
                    <a:pt x="23224" y="21706"/>
                  </a:cubicBezTo>
                  <a:close/>
                  <a:moveTo>
                    <a:pt x="3479" y="23037"/>
                  </a:moveTo>
                  <a:lnTo>
                    <a:pt x="3521" y="23065"/>
                  </a:lnTo>
                  <a:lnTo>
                    <a:pt x="3493" y="23065"/>
                  </a:lnTo>
                  <a:lnTo>
                    <a:pt x="3479" y="23037"/>
                  </a:lnTo>
                  <a:close/>
                  <a:moveTo>
                    <a:pt x="10535" y="23108"/>
                  </a:moveTo>
                  <a:lnTo>
                    <a:pt x="10549" y="23122"/>
                  </a:lnTo>
                  <a:lnTo>
                    <a:pt x="10535" y="23122"/>
                  </a:lnTo>
                  <a:lnTo>
                    <a:pt x="10535" y="23108"/>
                  </a:lnTo>
                  <a:close/>
                  <a:moveTo>
                    <a:pt x="24463" y="23150"/>
                  </a:moveTo>
                  <a:lnTo>
                    <a:pt x="24492" y="23164"/>
                  </a:lnTo>
                  <a:lnTo>
                    <a:pt x="24520" y="23193"/>
                  </a:lnTo>
                  <a:lnTo>
                    <a:pt x="24478" y="23164"/>
                  </a:lnTo>
                  <a:lnTo>
                    <a:pt x="24463" y="23150"/>
                  </a:lnTo>
                  <a:close/>
                  <a:moveTo>
                    <a:pt x="5587" y="23679"/>
                  </a:moveTo>
                  <a:cubicBezTo>
                    <a:pt x="5594" y="23679"/>
                    <a:pt x="5601" y="23683"/>
                    <a:pt x="5608" y="23690"/>
                  </a:cubicBezTo>
                  <a:cubicBezTo>
                    <a:pt x="5594" y="23690"/>
                    <a:pt x="5566" y="23704"/>
                    <a:pt x="5537" y="23704"/>
                  </a:cubicBezTo>
                  <a:lnTo>
                    <a:pt x="5566" y="23690"/>
                  </a:lnTo>
                  <a:cubicBezTo>
                    <a:pt x="5573" y="23683"/>
                    <a:pt x="5580" y="23679"/>
                    <a:pt x="5587" y="23679"/>
                  </a:cubicBezTo>
                  <a:close/>
                  <a:moveTo>
                    <a:pt x="3919" y="23718"/>
                  </a:moveTo>
                  <a:cubicBezTo>
                    <a:pt x="3919" y="23732"/>
                    <a:pt x="3919" y="23761"/>
                    <a:pt x="3905" y="23761"/>
                  </a:cubicBezTo>
                  <a:cubicBezTo>
                    <a:pt x="3890" y="23789"/>
                    <a:pt x="3862" y="23803"/>
                    <a:pt x="3848" y="23803"/>
                  </a:cubicBezTo>
                  <a:cubicBezTo>
                    <a:pt x="3862" y="23775"/>
                    <a:pt x="3890" y="23746"/>
                    <a:pt x="3919" y="23718"/>
                  </a:cubicBezTo>
                  <a:close/>
                  <a:moveTo>
                    <a:pt x="29029" y="23874"/>
                  </a:moveTo>
                  <a:cubicBezTo>
                    <a:pt x="29040" y="23874"/>
                    <a:pt x="29051" y="23876"/>
                    <a:pt x="29061" y="23880"/>
                  </a:cubicBezTo>
                  <a:lnTo>
                    <a:pt x="29061" y="23880"/>
                  </a:lnTo>
                  <a:lnTo>
                    <a:pt x="28950" y="23917"/>
                  </a:lnTo>
                  <a:cubicBezTo>
                    <a:pt x="28968" y="23889"/>
                    <a:pt x="28998" y="23874"/>
                    <a:pt x="29029" y="23874"/>
                  </a:cubicBezTo>
                  <a:close/>
                  <a:moveTo>
                    <a:pt x="21382" y="24030"/>
                  </a:moveTo>
                  <a:lnTo>
                    <a:pt x="21397" y="24045"/>
                  </a:lnTo>
                  <a:lnTo>
                    <a:pt x="21382" y="24045"/>
                  </a:lnTo>
                  <a:lnTo>
                    <a:pt x="21382" y="24030"/>
                  </a:lnTo>
                  <a:close/>
                  <a:moveTo>
                    <a:pt x="18784" y="24201"/>
                  </a:moveTo>
                  <a:cubicBezTo>
                    <a:pt x="18763" y="24222"/>
                    <a:pt x="18735" y="24235"/>
                    <a:pt x="18710" y="24235"/>
                  </a:cubicBezTo>
                  <a:cubicBezTo>
                    <a:pt x="18701" y="24235"/>
                    <a:pt x="18692" y="24233"/>
                    <a:pt x="18685" y="24229"/>
                  </a:cubicBezTo>
                  <a:lnTo>
                    <a:pt x="18784" y="24201"/>
                  </a:lnTo>
                  <a:close/>
                  <a:moveTo>
                    <a:pt x="21865" y="24343"/>
                  </a:moveTo>
                  <a:lnTo>
                    <a:pt x="21865" y="24343"/>
                  </a:lnTo>
                  <a:cubicBezTo>
                    <a:pt x="21876" y="24353"/>
                    <a:pt x="21894" y="24364"/>
                    <a:pt x="21903" y="24375"/>
                  </a:cubicBezTo>
                  <a:cubicBezTo>
                    <a:pt x="21886" y="24364"/>
                    <a:pt x="21876" y="24353"/>
                    <a:pt x="21865" y="24343"/>
                  </a:cubicBezTo>
                  <a:close/>
                  <a:moveTo>
                    <a:pt x="14638" y="24357"/>
                  </a:moveTo>
                  <a:cubicBezTo>
                    <a:pt x="14624" y="24371"/>
                    <a:pt x="14624" y="24385"/>
                    <a:pt x="14624" y="24400"/>
                  </a:cubicBezTo>
                  <a:cubicBezTo>
                    <a:pt x="14610" y="24385"/>
                    <a:pt x="14596" y="24371"/>
                    <a:pt x="14582" y="24357"/>
                  </a:cubicBezTo>
                  <a:close/>
                  <a:moveTo>
                    <a:pt x="6957" y="25081"/>
                  </a:moveTo>
                  <a:cubicBezTo>
                    <a:pt x="6957" y="25095"/>
                    <a:pt x="6971" y="25095"/>
                    <a:pt x="6986" y="25109"/>
                  </a:cubicBezTo>
                  <a:cubicBezTo>
                    <a:pt x="6971" y="25095"/>
                    <a:pt x="6957" y="25095"/>
                    <a:pt x="6943" y="25081"/>
                  </a:cubicBezTo>
                  <a:close/>
                  <a:moveTo>
                    <a:pt x="6986" y="25109"/>
                  </a:moveTo>
                  <a:cubicBezTo>
                    <a:pt x="6986" y="25109"/>
                    <a:pt x="7000" y="25109"/>
                    <a:pt x="7000" y="25124"/>
                  </a:cubicBezTo>
                  <a:lnTo>
                    <a:pt x="6986" y="25109"/>
                  </a:lnTo>
                  <a:close/>
                  <a:moveTo>
                    <a:pt x="22816" y="25777"/>
                  </a:moveTo>
                  <a:lnTo>
                    <a:pt x="22802" y="25791"/>
                  </a:lnTo>
                  <a:lnTo>
                    <a:pt x="22802" y="25777"/>
                  </a:lnTo>
                  <a:close/>
                  <a:moveTo>
                    <a:pt x="29617" y="26231"/>
                  </a:moveTo>
                  <a:cubicBezTo>
                    <a:pt x="29660" y="26231"/>
                    <a:pt x="29688" y="26245"/>
                    <a:pt x="29731" y="26245"/>
                  </a:cubicBezTo>
                  <a:cubicBezTo>
                    <a:pt x="29901" y="26274"/>
                    <a:pt x="29859" y="26416"/>
                    <a:pt x="29915" y="26515"/>
                  </a:cubicBezTo>
                  <a:cubicBezTo>
                    <a:pt x="29901" y="26515"/>
                    <a:pt x="29901" y="26529"/>
                    <a:pt x="29887" y="26543"/>
                  </a:cubicBezTo>
                  <a:cubicBezTo>
                    <a:pt x="29844" y="26558"/>
                    <a:pt x="29816" y="26600"/>
                    <a:pt x="29816" y="26657"/>
                  </a:cubicBezTo>
                  <a:cubicBezTo>
                    <a:pt x="29802" y="26685"/>
                    <a:pt x="29788" y="26714"/>
                    <a:pt x="29788" y="26742"/>
                  </a:cubicBezTo>
                  <a:lnTo>
                    <a:pt x="29603" y="26657"/>
                  </a:lnTo>
                  <a:cubicBezTo>
                    <a:pt x="29603" y="26657"/>
                    <a:pt x="29617" y="26643"/>
                    <a:pt x="29631" y="26629"/>
                  </a:cubicBezTo>
                  <a:cubicBezTo>
                    <a:pt x="29702" y="26501"/>
                    <a:pt x="29702" y="26345"/>
                    <a:pt x="29617" y="26231"/>
                  </a:cubicBezTo>
                  <a:close/>
                  <a:moveTo>
                    <a:pt x="23981" y="27158"/>
                  </a:moveTo>
                  <a:cubicBezTo>
                    <a:pt x="23995" y="27158"/>
                    <a:pt x="24009" y="27161"/>
                    <a:pt x="24023" y="27168"/>
                  </a:cubicBezTo>
                  <a:lnTo>
                    <a:pt x="23938" y="27168"/>
                  </a:lnTo>
                  <a:cubicBezTo>
                    <a:pt x="23952" y="27161"/>
                    <a:pt x="23966" y="27158"/>
                    <a:pt x="23981" y="27158"/>
                  </a:cubicBezTo>
                  <a:close/>
                  <a:moveTo>
                    <a:pt x="9754" y="28631"/>
                  </a:moveTo>
                  <a:cubicBezTo>
                    <a:pt x="9754" y="28659"/>
                    <a:pt x="9768" y="28673"/>
                    <a:pt x="9783" y="28702"/>
                  </a:cubicBezTo>
                  <a:cubicBezTo>
                    <a:pt x="9797" y="28758"/>
                    <a:pt x="9783" y="28773"/>
                    <a:pt x="9740" y="28787"/>
                  </a:cubicBezTo>
                  <a:cubicBezTo>
                    <a:pt x="9754" y="28744"/>
                    <a:pt x="9768" y="28687"/>
                    <a:pt x="9754" y="28645"/>
                  </a:cubicBezTo>
                  <a:lnTo>
                    <a:pt x="9754" y="28631"/>
                  </a:lnTo>
                  <a:close/>
                  <a:moveTo>
                    <a:pt x="10663" y="29014"/>
                  </a:moveTo>
                  <a:lnTo>
                    <a:pt x="10663" y="29014"/>
                  </a:lnTo>
                  <a:cubicBezTo>
                    <a:pt x="10634" y="29042"/>
                    <a:pt x="10606" y="29042"/>
                    <a:pt x="10578" y="29042"/>
                  </a:cubicBezTo>
                  <a:cubicBezTo>
                    <a:pt x="10606" y="29042"/>
                    <a:pt x="10634" y="29028"/>
                    <a:pt x="10663" y="29014"/>
                  </a:cubicBezTo>
                  <a:close/>
                  <a:moveTo>
                    <a:pt x="20488" y="29142"/>
                  </a:moveTo>
                  <a:cubicBezTo>
                    <a:pt x="20488" y="29156"/>
                    <a:pt x="20488" y="29156"/>
                    <a:pt x="20488" y="29170"/>
                  </a:cubicBezTo>
                  <a:lnTo>
                    <a:pt x="20460" y="29142"/>
                  </a:lnTo>
                  <a:close/>
                  <a:moveTo>
                    <a:pt x="14326" y="29781"/>
                  </a:moveTo>
                  <a:lnTo>
                    <a:pt x="14283" y="29809"/>
                  </a:lnTo>
                  <a:cubicBezTo>
                    <a:pt x="14298" y="29795"/>
                    <a:pt x="14312" y="29781"/>
                    <a:pt x="14326" y="29781"/>
                  </a:cubicBezTo>
                  <a:close/>
                  <a:moveTo>
                    <a:pt x="21993" y="30391"/>
                  </a:moveTo>
                  <a:lnTo>
                    <a:pt x="21979" y="30405"/>
                  </a:lnTo>
                  <a:lnTo>
                    <a:pt x="21965" y="30405"/>
                  </a:lnTo>
                  <a:lnTo>
                    <a:pt x="21993" y="30391"/>
                  </a:lnTo>
                  <a:close/>
                  <a:moveTo>
                    <a:pt x="12864" y="30576"/>
                  </a:moveTo>
                  <a:lnTo>
                    <a:pt x="12864" y="30604"/>
                  </a:lnTo>
                  <a:lnTo>
                    <a:pt x="12849" y="30590"/>
                  </a:lnTo>
                  <a:cubicBezTo>
                    <a:pt x="12849" y="30590"/>
                    <a:pt x="12849" y="30576"/>
                    <a:pt x="12864" y="30576"/>
                  </a:cubicBezTo>
                  <a:close/>
                  <a:moveTo>
                    <a:pt x="18642" y="31357"/>
                  </a:moveTo>
                  <a:lnTo>
                    <a:pt x="18642" y="31371"/>
                  </a:lnTo>
                  <a:lnTo>
                    <a:pt x="18628" y="31371"/>
                  </a:lnTo>
                  <a:lnTo>
                    <a:pt x="18642" y="31357"/>
                  </a:lnTo>
                  <a:close/>
                  <a:moveTo>
                    <a:pt x="12807" y="31896"/>
                  </a:moveTo>
                  <a:cubicBezTo>
                    <a:pt x="12793" y="31896"/>
                    <a:pt x="12793" y="31910"/>
                    <a:pt x="12793" y="31910"/>
                  </a:cubicBezTo>
                  <a:lnTo>
                    <a:pt x="12778" y="31910"/>
                  </a:lnTo>
                  <a:cubicBezTo>
                    <a:pt x="12793" y="31896"/>
                    <a:pt x="12793" y="31896"/>
                    <a:pt x="12807" y="31896"/>
                  </a:cubicBezTo>
                  <a:close/>
                  <a:moveTo>
                    <a:pt x="16832" y="0"/>
                  </a:moveTo>
                  <a:cubicBezTo>
                    <a:pt x="16814" y="0"/>
                    <a:pt x="16796" y="7"/>
                    <a:pt x="16782" y="21"/>
                  </a:cubicBezTo>
                  <a:cubicBezTo>
                    <a:pt x="16654" y="107"/>
                    <a:pt x="16527" y="178"/>
                    <a:pt x="16385" y="220"/>
                  </a:cubicBezTo>
                  <a:cubicBezTo>
                    <a:pt x="16342" y="249"/>
                    <a:pt x="16314" y="291"/>
                    <a:pt x="16285" y="320"/>
                  </a:cubicBezTo>
                  <a:lnTo>
                    <a:pt x="16172" y="320"/>
                  </a:lnTo>
                  <a:cubicBezTo>
                    <a:pt x="16143" y="291"/>
                    <a:pt x="16115" y="263"/>
                    <a:pt x="16087" y="220"/>
                  </a:cubicBezTo>
                  <a:cubicBezTo>
                    <a:pt x="16001" y="149"/>
                    <a:pt x="15859" y="220"/>
                    <a:pt x="15774" y="135"/>
                  </a:cubicBezTo>
                  <a:lnTo>
                    <a:pt x="15689" y="135"/>
                  </a:lnTo>
                  <a:cubicBezTo>
                    <a:pt x="15590" y="220"/>
                    <a:pt x="15561" y="348"/>
                    <a:pt x="15618" y="476"/>
                  </a:cubicBezTo>
                  <a:cubicBezTo>
                    <a:pt x="15618" y="490"/>
                    <a:pt x="15632" y="490"/>
                    <a:pt x="15646" y="504"/>
                  </a:cubicBezTo>
                  <a:cubicBezTo>
                    <a:pt x="15601" y="514"/>
                    <a:pt x="15556" y="519"/>
                    <a:pt x="15511" y="519"/>
                  </a:cubicBezTo>
                  <a:cubicBezTo>
                    <a:pt x="15430" y="519"/>
                    <a:pt x="15351" y="503"/>
                    <a:pt x="15277" y="476"/>
                  </a:cubicBezTo>
                  <a:cubicBezTo>
                    <a:pt x="15235" y="457"/>
                    <a:pt x="15198" y="448"/>
                    <a:pt x="15164" y="448"/>
                  </a:cubicBezTo>
                  <a:cubicBezTo>
                    <a:pt x="15071" y="448"/>
                    <a:pt x="15006" y="514"/>
                    <a:pt x="14965" y="618"/>
                  </a:cubicBezTo>
                  <a:cubicBezTo>
                    <a:pt x="14947" y="620"/>
                    <a:pt x="14928" y="621"/>
                    <a:pt x="14911" y="621"/>
                  </a:cubicBezTo>
                  <a:cubicBezTo>
                    <a:pt x="14790" y="621"/>
                    <a:pt x="14680" y="580"/>
                    <a:pt x="14582" y="518"/>
                  </a:cubicBezTo>
                  <a:cubicBezTo>
                    <a:pt x="14525" y="462"/>
                    <a:pt x="14440" y="433"/>
                    <a:pt x="14369" y="433"/>
                  </a:cubicBezTo>
                  <a:cubicBezTo>
                    <a:pt x="14283" y="433"/>
                    <a:pt x="14198" y="405"/>
                    <a:pt x="14156" y="334"/>
                  </a:cubicBezTo>
                  <a:cubicBezTo>
                    <a:pt x="14113" y="291"/>
                    <a:pt x="14085" y="263"/>
                    <a:pt x="14042" y="234"/>
                  </a:cubicBezTo>
                  <a:lnTo>
                    <a:pt x="13957" y="234"/>
                  </a:lnTo>
                  <a:cubicBezTo>
                    <a:pt x="13900" y="305"/>
                    <a:pt x="13829" y="362"/>
                    <a:pt x="13744" y="405"/>
                  </a:cubicBezTo>
                  <a:cubicBezTo>
                    <a:pt x="13616" y="504"/>
                    <a:pt x="13375" y="405"/>
                    <a:pt x="13318" y="618"/>
                  </a:cubicBezTo>
                  <a:lnTo>
                    <a:pt x="13091" y="618"/>
                  </a:lnTo>
                  <a:cubicBezTo>
                    <a:pt x="13219" y="561"/>
                    <a:pt x="13361" y="504"/>
                    <a:pt x="13247" y="320"/>
                  </a:cubicBezTo>
                  <a:lnTo>
                    <a:pt x="13148" y="220"/>
                  </a:lnTo>
                  <a:cubicBezTo>
                    <a:pt x="13119" y="192"/>
                    <a:pt x="13080" y="178"/>
                    <a:pt x="13041" y="178"/>
                  </a:cubicBezTo>
                  <a:cubicBezTo>
                    <a:pt x="13002" y="178"/>
                    <a:pt x="12963" y="192"/>
                    <a:pt x="12935" y="220"/>
                  </a:cubicBezTo>
                  <a:cubicBezTo>
                    <a:pt x="12891" y="264"/>
                    <a:pt x="12864" y="342"/>
                    <a:pt x="12801" y="342"/>
                  </a:cubicBezTo>
                  <a:cubicBezTo>
                    <a:pt x="12783" y="342"/>
                    <a:pt x="12761" y="336"/>
                    <a:pt x="12736" y="320"/>
                  </a:cubicBezTo>
                  <a:lnTo>
                    <a:pt x="12651" y="320"/>
                  </a:lnTo>
                  <a:cubicBezTo>
                    <a:pt x="12665" y="490"/>
                    <a:pt x="12551" y="589"/>
                    <a:pt x="12423" y="675"/>
                  </a:cubicBezTo>
                  <a:lnTo>
                    <a:pt x="12452" y="717"/>
                  </a:lnTo>
                  <a:lnTo>
                    <a:pt x="12438" y="717"/>
                  </a:lnTo>
                  <a:lnTo>
                    <a:pt x="12423" y="675"/>
                  </a:lnTo>
                  <a:lnTo>
                    <a:pt x="12281" y="703"/>
                  </a:lnTo>
                  <a:cubicBezTo>
                    <a:pt x="12270" y="705"/>
                    <a:pt x="12258" y="705"/>
                    <a:pt x="12247" y="705"/>
                  </a:cubicBezTo>
                  <a:cubicBezTo>
                    <a:pt x="12080" y="705"/>
                    <a:pt x="11972" y="530"/>
                    <a:pt x="11817" y="530"/>
                  </a:cubicBezTo>
                  <a:cubicBezTo>
                    <a:pt x="11806" y="530"/>
                    <a:pt x="11795" y="531"/>
                    <a:pt x="11785" y="533"/>
                  </a:cubicBezTo>
                  <a:cubicBezTo>
                    <a:pt x="11618" y="545"/>
                    <a:pt x="11486" y="709"/>
                    <a:pt x="11294" y="709"/>
                  </a:cubicBezTo>
                  <a:cubicBezTo>
                    <a:pt x="11274" y="709"/>
                    <a:pt x="11253" y="707"/>
                    <a:pt x="11231" y="703"/>
                  </a:cubicBezTo>
                  <a:lnTo>
                    <a:pt x="11188" y="703"/>
                  </a:lnTo>
                  <a:cubicBezTo>
                    <a:pt x="11103" y="703"/>
                    <a:pt x="11032" y="760"/>
                    <a:pt x="11004" y="845"/>
                  </a:cubicBezTo>
                  <a:cubicBezTo>
                    <a:pt x="10995" y="889"/>
                    <a:pt x="10964" y="912"/>
                    <a:pt x="10928" y="912"/>
                  </a:cubicBezTo>
                  <a:cubicBezTo>
                    <a:pt x="10906" y="912"/>
                    <a:pt x="10883" y="904"/>
                    <a:pt x="10862" y="888"/>
                  </a:cubicBezTo>
                  <a:cubicBezTo>
                    <a:pt x="10793" y="834"/>
                    <a:pt x="10713" y="806"/>
                    <a:pt x="10635" y="806"/>
                  </a:cubicBezTo>
                  <a:cubicBezTo>
                    <a:pt x="10568" y="806"/>
                    <a:pt x="10503" y="827"/>
                    <a:pt x="10450" y="873"/>
                  </a:cubicBezTo>
                  <a:cubicBezTo>
                    <a:pt x="10265" y="987"/>
                    <a:pt x="9996" y="987"/>
                    <a:pt x="9910" y="1228"/>
                  </a:cubicBezTo>
                  <a:cubicBezTo>
                    <a:pt x="9910" y="1243"/>
                    <a:pt x="9825" y="1243"/>
                    <a:pt x="9783" y="1243"/>
                  </a:cubicBezTo>
                  <a:cubicBezTo>
                    <a:pt x="9752" y="1243"/>
                    <a:pt x="9712" y="1230"/>
                    <a:pt x="9676" y="1230"/>
                  </a:cubicBezTo>
                  <a:cubicBezTo>
                    <a:pt x="9646" y="1230"/>
                    <a:pt x="9617" y="1239"/>
                    <a:pt x="9598" y="1271"/>
                  </a:cubicBezTo>
                  <a:cubicBezTo>
                    <a:pt x="9499" y="1271"/>
                    <a:pt x="9413" y="1299"/>
                    <a:pt x="9342" y="1356"/>
                  </a:cubicBezTo>
                  <a:cubicBezTo>
                    <a:pt x="9294" y="1395"/>
                    <a:pt x="9256" y="1410"/>
                    <a:pt x="9224" y="1410"/>
                  </a:cubicBezTo>
                  <a:cubicBezTo>
                    <a:pt x="9162" y="1410"/>
                    <a:pt x="9124" y="1351"/>
                    <a:pt x="9087" y="1285"/>
                  </a:cubicBezTo>
                  <a:cubicBezTo>
                    <a:pt x="9074" y="1283"/>
                    <a:pt x="9062" y="1282"/>
                    <a:pt x="9051" y="1282"/>
                  </a:cubicBezTo>
                  <a:cubicBezTo>
                    <a:pt x="8925" y="1282"/>
                    <a:pt x="8893" y="1415"/>
                    <a:pt x="8789" y="1441"/>
                  </a:cubicBezTo>
                  <a:cubicBezTo>
                    <a:pt x="8774" y="1443"/>
                    <a:pt x="8758" y="1444"/>
                    <a:pt x="8742" y="1444"/>
                  </a:cubicBezTo>
                  <a:cubicBezTo>
                    <a:pt x="8679" y="1444"/>
                    <a:pt x="8610" y="1431"/>
                    <a:pt x="8545" y="1431"/>
                  </a:cubicBezTo>
                  <a:cubicBezTo>
                    <a:pt x="8516" y="1431"/>
                    <a:pt x="8488" y="1434"/>
                    <a:pt x="8462" y="1441"/>
                  </a:cubicBezTo>
                  <a:cubicBezTo>
                    <a:pt x="8363" y="1455"/>
                    <a:pt x="8263" y="1484"/>
                    <a:pt x="8178" y="1526"/>
                  </a:cubicBezTo>
                  <a:cubicBezTo>
                    <a:pt x="8082" y="1558"/>
                    <a:pt x="7979" y="1574"/>
                    <a:pt x="7879" y="1574"/>
                  </a:cubicBezTo>
                  <a:cubicBezTo>
                    <a:pt x="7845" y="1574"/>
                    <a:pt x="7813" y="1573"/>
                    <a:pt x="7781" y="1569"/>
                  </a:cubicBezTo>
                  <a:cubicBezTo>
                    <a:pt x="7710" y="1683"/>
                    <a:pt x="7568" y="1697"/>
                    <a:pt x="7468" y="1754"/>
                  </a:cubicBezTo>
                  <a:cubicBezTo>
                    <a:pt x="7383" y="1896"/>
                    <a:pt x="7184" y="1839"/>
                    <a:pt x="7071" y="1952"/>
                  </a:cubicBezTo>
                  <a:cubicBezTo>
                    <a:pt x="7000" y="2066"/>
                    <a:pt x="6858" y="2066"/>
                    <a:pt x="6773" y="2151"/>
                  </a:cubicBezTo>
                  <a:lnTo>
                    <a:pt x="6744" y="2322"/>
                  </a:lnTo>
                  <a:cubicBezTo>
                    <a:pt x="6418" y="2407"/>
                    <a:pt x="6190" y="2648"/>
                    <a:pt x="5921" y="2819"/>
                  </a:cubicBezTo>
                  <a:cubicBezTo>
                    <a:pt x="5864" y="2847"/>
                    <a:pt x="5864" y="2932"/>
                    <a:pt x="5836" y="2989"/>
                  </a:cubicBezTo>
                  <a:cubicBezTo>
                    <a:pt x="5637" y="3003"/>
                    <a:pt x="5566" y="3173"/>
                    <a:pt x="5466" y="3301"/>
                  </a:cubicBezTo>
                  <a:cubicBezTo>
                    <a:pt x="5353" y="3443"/>
                    <a:pt x="5197" y="3571"/>
                    <a:pt x="5026" y="3656"/>
                  </a:cubicBezTo>
                  <a:cubicBezTo>
                    <a:pt x="4927" y="3713"/>
                    <a:pt x="4898" y="3869"/>
                    <a:pt x="4742" y="3869"/>
                  </a:cubicBezTo>
                  <a:cubicBezTo>
                    <a:pt x="4742" y="3997"/>
                    <a:pt x="4657" y="4111"/>
                    <a:pt x="4544" y="4153"/>
                  </a:cubicBezTo>
                  <a:cubicBezTo>
                    <a:pt x="4515" y="4253"/>
                    <a:pt x="4544" y="4366"/>
                    <a:pt x="4430" y="4437"/>
                  </a:cubicBezTo>
                  <a:lnTo>
                    <a:pt x="4316" y="4607"/>
                  </a:lnTo>
                  <a:cubicBezTo>
                    <a:pt x="4203" y="4778"/>
                    <a:pt x="4032" y="4906"/>
                    <a:pt x="3848" y="4991"/>
                  </a:cubicBezTo>
                  <a:cubicBezTo>
                    <a:pt x="3862" y="5033"/>
                    <a:pt x="3905" y="5104"/>
                    <a:pt x="3890" y="5119"/>
                  </a:cubicBezTo>
                  <a:cubicBezTo>
                    <a:pt x="3777" y="5261"/>
                    <a:pt x="3734" y="5474"/>
                    <a:pt x="3550" y="5559"/>
                  </a:cubicBezTo>
                  <a:cubicBezTo>
                    <a:pt x="3365" y="5644"/>
                    <a:pt x="3223" y="5814"/>
                    <a:pt x="3181" y="6013"/>
                  </a:cubicBezTo>
                  <a:cubicBezTo>
                    <a:pt x="3138" y="6141"/>
                    <a:pt x="3067" y="6240"/>
                    <a:pt x="2996" y="6340"/>
                  </a:cubicBezTo>
                  <a:cubicBezTo>
                    <a:pt x="2982" y="6382"/>
                    <a:pt x="2925" y="6425"/>
                    <a:pt x="2939" y="6467"/>
                  </a:cubicBezTo>
                  <a:cubicBezTo>
                    <a:pt x="3010" y="6595"/>
                    <a:pt x="2982" y="6751"/>
                    <a:pt x="2868" y="6837"/>
                  </a:cubicBezTo>
                  <a:cubicBezTo>
                    <a:pt x="2826" y="6879"/>
                    <a:pt x="2811" y="6950"/>
                    <a:pt x="2797" y="7021"/>
                  </a:cubicBezTo>
                  <a:cubicBezTo>
                    <a:pt x="2698" y="7319"/>
                    <a:pt x="2485" y="7561"/>
                    <a:pt x="2215" y="7703"/>
                  </a:cubicBezTo>
                  <a:lnTo>
                    <a:pt x="1988" y="7703"/>
                  </a:lnTo>
                  <a:cubicBezTo>
                    <a:pt x="1945" y="7788"/>
                    <a:pt x="1874" y="7859"/>
                    <a:pt x="1789" y="7901"/>
                  </a:cubicBezTo>
                  <a:lnTo>
                    <a:pt x="1789" y="8285"/>
                  </a:lnTo>
                  <a:cubicBezTo>
                    <a:pt x="1846" y="8327"/>
                    <a:pt x="1846" y="8427"/>
                    <a:pt x="1789" y="8469"/>
                  </a:cubicBezTo>
                  <a:cubicBezTo>
                    <a:pt x="1704" y="8555"/>
                    <a:pt x="1789" y="8682"/>
                    <a:pt x="1690" y="8767"/>
                  </a:cubicBezTo>
                  <a:lnTo>
                    <a:pt x="1590" y="8853"/>
                  </a:lnTo>
                  <a:cubicBezTo>
                    <a:pt x="1534" y="8924"/>
                    <a:pt x="1448" y="8895"/>
                    <a:pt x="1392" y="8952"/>
                  </a:cubicBezTo>
                  <a:lnTo>
                    <a:pt x="1392" y="9051"/>
                  </a:lnTo>
                  <a:cubicBezTo>
                    <a:pt x="1349" y="9080"/>
                    <a:pt x="1321" y="9122"/>
                    <a:pt x="1292" y="9151"/>
                  </a:cubicBezTo>
                  <a:cubicBezTo>
                    <a:pt x="1292" y="9179"/>
                    <a:pt x="1292" y="9208"/>
                    <a:pt x="1292" y="9250"/>
                  </a:cubicBezTo>
                  <a:cubicBezTo>
                    <a:pt x="1221" y="9321"/>
                    <a:pt x="1221" y="9449"/>
                    <a:pt x="1292" y="9534"/>
                  </a:cubicBezTo>
                  <a:cubicBezTo>
                    <a:pt x="1363" y="9577"/>
                    <a:pt x="1363" y="9676"/>
                    <a:pt x="1292" y="9719"/>
                  </a:cubicBezTo>
                  <a:cubicBezTo>
                    <a:pt x="1250" y="9761"/>
                    <a:pt x="1250" y="9818"/>
                    <a:pt x="1306" y="9847"/>
                  </a:cubicBezTo>
                  <a:cubicBezTo>
                    <a:pt x="1207" y="10060"/>
                    <a:pt x="1179" y="10315"/>
                    <a:pt x="994" y="10500"/>
                  </a:cubicBezTo>
                  <a:lnTo>
                    <a:pt x="994" y="10670"/>
                  </a:lnTo>
                  <a:cubicBezTo>
                    <a:pt x="994" y="10798"/>
                    <a:pt x="980" y="10926"/>
                    <a:pt x="980" y="11053"/>
                  </a:cubicBezTo>
                  <a:cubicBezTo>
                    <a:pt x="969" y="11052"/>
                    <a:pt x="958" y="11051"/>
                    <a:pt x="948" y="11051"/>
                  </a:cubicBezTo>
                  <a:cubicBezTo>
                    <a:pt x="877" y="11051"/>
                    <a:pt x="818" y="11091"/>
                    <a:pt x="781" y="11153"/>
                  </a:cubicBezTo>
                  <a:cubicBezTo>
                    <a:pt x="738" y="11238"/>
                    <a:pt x="667" y="11309"/>
                    <a:pt x="582" y="11352"/>
                  </a:cubicBezTo>
                  <a:lnTo>
                    <a:pt x="582" y="11522"/>
                  </a:lnTo>
                  <a:cubicBezTo>
                    <a:pt x="696" y="11550"/>
                    <a:pt x="838" y="11550"/>
                    <a:pt x="895" y="11607"/>
                  </a:cubicBezTo>
                  <a:cubicBezTo>
                    <a:pt x="994" y="11721"/>
                    <a:pt x="738" y="11777"/>
                    <a:pt x="781" y="11905"/>
                  </a:cubicBezTo>
                  <a:cubicBezTo>
                    <a:pt x="781" y="11905"/>
                    <a:pt x="767" y="11919"/>
                    <a:pt x="767" y="11934"/>
                  </a:cubicBezTo>
                  <a:cubicBezTo>
                    <a:pt x="767" y="11948"/>
                    <a:pt x="724" y="11990"/>
                    <a:pt x="696" y="12019"/>
                  </a:cubicBezTo>
                  <a:lnTo>
                    <a:pt x="582" y="12005"/>
                  </a:lnTo>
                  <a:lnTo>
                    <a:pt x="582" y="12005"/>
                  </a:lnTo>
                  <a:cubicBezTo>
                    <a:pt x="582" y="12090"/>
                    <a:pt x="611" y="12161"/>
                    <a:pt x="667" y="12218"/>
                  </a:cubicBezTo>
                  <a:cubicBezTo>
                    <a:pt x="568" y="12303"/>
                    <a:pt x="383" y="12317"/>
                    <a:pt x="398" y="12502"/>
                  </a:cubicBezTo>
                  <a:cubicBezTo>
                    <a:pt x="398" y="12530"/>
                    <a:pt x="312" y="12558"/>
                    <a:pt x="270" y="12587"/>
                  </a:cubicBezTo>
                  <a:cubicBezTo>
                    <a:pt x="213" y="12672"/>
                    <a:pt x="213" y="12786"/>
                    <a:pt x="270" y="12871"/>
                  </a:cubicBezTo>
                  <a:cubicBezTo>
                    <a:pt x="270" y="12871"/>
                    <a:pt x="298" y="12885"/>
                    <a:pt x="298" y="12899"/>
                  </a:cubicBezTo>
                  <a:cubicBezTo>
                    <a:pt x="312" y="12928"/>
                    <a:pt x="298" y="12942"/>
                    <a:pt x="270" y="12970"/>
                  </a:cubicBezTo>
                  <a:cubicBezTo>
                    <a:pt x="213" y="13084"/>
                    <a:pt x="213" y="13226"/>
                    <a:pt x="270" y="13353"/>
                  </a:cubicBezTo>
                  <a:lnTo>
                    <a:pt x="270" y="13538"/>
                  </a:lnTo>
                  <a:lnTo>
                    <a:pt x="185" y="13538"/>
                  </a:lnTo>
                  <a:cubicBezTo>
                    <a:pt x="128" y="13623"/>
                    <a:pt x="142" y="13737"/>
                    <a:pt x="199" y="13822"/>
                  </a:cubicBezTo>
                  <a:cubicBezTo>
                    <a:pt x="256" y="13879"/>
                    <a:pt x="369" y="13907"/>
                    <a:pt x="298" y="14021"/>
                  </a:cubicBezTo>
                  <a:cubicBezTo>
                    <a:pt x="270" y="14049"/>
                    <a:pt x="242" y="14092"/>
                    <a:pt x="199" y="14120"/>
                  </a:cubicBezTo>
                  <a:cubicBezTo>
                    <a:pt x="199" y="14149"/>
                    <a:pt x="199" y="14177"/>
                    <a:pt x="199" y="14205"/>
                  </a:cubicBezTo>
                  <a:cubicBezTo>
                    <a:pt x="256" y="14262"/>
                    <a:pt x="355" y="14248"/>
                    <a:pt x="398" y="14305"/>
                  </a:cubicBezTo>
                  <a:cubicBezTo>
                    <a:pt x="426" y="14347"/>
                    <a:pt x="469" y="14376"/>
                    <a:pt x="511" y="14390"/>
                  </a:cubicBezTo>
                  <a:lnTo>
                    <a:pt x="525" y="14390"/>
                  </a:lnTo>
                  <a:lnTo>
                    <a:pt x="398" y="14589"/>
                  </a:lnTo>
                  <a:cubicBezTo>
                    <a:pt x="298" y="14858"/>
                    <a:pt x="383" y="15100"/>
                    <a:pt x="497" y="15355"/>
                  </a:cubicBezTo>
                  <a:cubicBezTo>
                    <a:pt x="312" y="15583"/>
                    <a:pt x="185" y="15838"/>
                    <a:pt x="100" y="16122"/>
                  </a:cubicBezTo>
                  <a:lnTo>
                    <a:pt x="270" y="16079"/>
                  </a:lnTo>
                  <a:cubicBezTo>
                    <a:pt x="309" y="16070"/>
                    <a:pt x="348" y="16053"/>
                    <a:pt x="378" y="16053"/>
                  </a:cubicBezTo>
                  <a:cubicBezTo>
                    <a:pt x="392" y="16053"/>
                    <a:pt x="403" y="16056"/>
                    <a:pt x="412" y="16065"/>
                  </a:cubicBezTo>
                  <a:cubicBezTo>
                    <a:pt x="469" y="16108"/>
                    <a:pt x="426" y="16150"/>
                    <a:pt x="412" y="16193"/>
                  </a:cubicBezTo>
                  <a:cubicBezTo>
                    <a:pt x="374" y="16178"/>
                    <a:pt x="340" y="16172"/>
                    <a:pt x="308" y="16172"/>
                  </a:cubicBezTo>
                  <a:cubicBezTo>
                    <a:pt x="185" y="16172"/>
                    <a:pt x="102" y="16264"/>
                    <a:pt x="0" y="16321"/>
                  </a:cubicBezTo>
                  <a:lnTo>
                    <a:pt x="0" y="16505"/>
                  </a:lnTo>
                  <a:cubicBezTo>
                    <a:pt x="43" y="16534"/>
                    <a:pt x="71" y="16576"/>
                    <a:pt x="100" y="16605"/>
                  </a:cubicBezTo>
                  <a:lnTo>
                    <a:pt x="100" y="16704"/>
                  </a:lnTo>
                  <a:lnTo>
                    <a:pt x="114" y="16704"/>
                  </a:lnTo>
                  <a:lnTo>
                    <a:pt x="114" y="16789"/>
                  </a:lnTo>
                  <a:lnTo>
                    <a:pt x="114" y="16946"/>
                  </a:lnTo>
                  <a:lnTo>
                    <a:pt x="85" y="16974"/>
                  </a:lnTo>
                  <a:cubicBezTo>
                    <a:pt x="171" y="17159"/>
                    <a:pt x="185" y="17357"/>
                    <a:pt x="114" y="17556"/>
                  </a:cubicBezTo>
                  <a:cubicBezTo>
                    <a:pt x="142" y="17584"/>
                    <a:pt x="171" y="17627"/>
                    <a:pt x="199" y="17655"/>
                  </a:cubicBezTo>
                  <a:cubicBezTo>
                    <a:pt x="284" y="17698"/>
                    <a:pt x="355" y="17755"/>
                    <a:pt x="412" y="17840"/>
                  </a:cubicBezTo>
                  <a:cubicBezTo>
                    <a:pt x="440" y="17868"/>
                    <a:pt x="469" y="17868"/>
                    <a:pt x="511" y="17868"/>
                  </a:cubicBezTo>
                  <a:cubicBezTo>
                    <a:pt x="525" y="17883"/>
                    <a:pt x="525" y="17911"/>
                    <a:pt x="525" y="17925"/>
                  </a:cubicBezTo>
                  <a:cubicBezTo>
                    <a:pt x="596" y="17968"/>
                    <a:pt x="596" y="18010"/>
                    <a:pt x="525" y="18053"/>
                  </a:cubicBezTo>
                  <a:lnTo>
                    <a:pt x="525" y="18309"/>
                  </a:lnTo>
                  <a:cubicBezTo>
                    <a:pt x="682" y="18465"/>
                    <a:pt x="596" y="18635"/>
                    <a:pt x="554" y="18791"/>
                  </a:cubicBezTo>
                  <a:cubicBezTo>
                    <a:pt x="497" y="19018"/>
                    <a:pt x="454" y="19246"/>
                    <a:pt x="469" y="19487"/>
                  </a:cubicBezTo>
                  <a:cubicBezTo>
                    <a:pt x="469" y="19828"/>
                    <a:pt x="540" y="20169"/>
                    <a:pt x="440" y="20509"/>
                  </a:cubicBezTo>
                  <a:cubicBezTo>
                    <a:pt x="540" y="20793"/>
                    <a:pt x="454" y="21106"/>
                    <a:pt x="625" y="21375"/>
                  </a:cubicBezTo>
                  <a:cubicBezTo>
                    <a:pt x="653" y="21375"/>
                    <a:pt x="682" y="21390"/>
                    <a:pt x="696" y="21390"/>
                  </a:cubicBezTo>
                  <a:lnTo>
                    <a:pt x="724" y="21759"/>
                  </a:lnTo>
                  <a:lnTo>
                    <a:pt x="795" y="21787"/>
                  </a:lnTo>
                  <a:cubicBezTo>
                    <a:pt x="781" y="21858"/>
                    <a:pt x="824" y="21943"/>
                    <a:pt x="895" y="21972"/>
                  </a:cubicBezTo>
                  <a:cubicBezTo>
                    <a:pt x="895" y="22071"/>
                    <a:pt x="909" y="22156"/>
                    <a:pt x="923" y="22241"/>
                  </a:cubicBezTo>
                  <a:cubicBezTo>
                    <a:pt x="966" y="22256"/>
                    <a:pt x="1008" y="22298"/>
                    <a:pt x="1008" y="22355"/>
                  </a:cubicBezTo>
                  <a:cubicBezTo>
                    <a:pt x="1136" y="22412"/>
                    <a:pt x="1108" y="22525"/>
                    <a:pt x="1122" y="22639"/>
                  </a:cubicBezTo>
                  <a:cubicBezTo>
                    <a:pt x="1179" y="22653"/>
                    <a:pt x="1264" y="22696"/>
                    <a:pt x="1250" y="22753"/>
                  </a:cubicBezTo>
                  <a:cubicBezTo>
                    <a:pt x="1235" y="22895"/>
                    <a:pt x="1377" y="22937"/>
                    <a:pt x="1420" y="23022"/>
                  </a:cubicBezTo>
                  <a:lnTo>
                    <a:pt x="1420" y="23306"/>
                  </a:lnTo>
                  <a:lnTo>
                    <a:pt x="1718" y="23505"/>
                  </a:lnTo>
                  <a:cubicBezTo>
                    <a:pt x="1974" y="23619"/>
                    <a:pt x="2073" y="23803"/>
                    <a:pt x="1945" y="24059"/>
                  </a:cubicBezTo>
                  <a:cubicBezTo>
                    <a:pt x="1945" y="24087"/>
                    <a:pt x="1945" y="24116"/>
                    <a:pt x="1945" y="24144"/>
                  </a:cubicBezTo>
                  <a:lnTo>
                    <a:pt x="1931" y="24272"/>
                  </a:lnTo>
                  <a:cubicBezTo>
                    <a:pt x="1942" y="24270"/>
                    <a:pt x="1953" y="24269"/>
                    <a:pt x="1964" y="24269"/>
                  </a:cubicBezTo>
                  <a:cubicBezTo>
                    <a:pt x="2034" y="24269"/>
                    <a:pt x="2093" y="24308"/>
                    <a:pt x="2130" y="24357"/>
                  </a:cubicBezTo>
                  <a:cubicBezTo>
                    <a:pt x="2187" y="24428"/>
                    <a:pt x="2286" y="24400"/>
                    <a:pt x="2329" y="24471"/>
                  </a:cubicBezTo>
                  <a:cubicBezTo>
                    <a:pt x="2343" y="24485"/>
                    <a:pt x="2343" y="24527"/>
                    <a:pt x="2329" y="24556"/>
                  </a:cubicBezTo>
                  <a:cubicBezTo>
                    <a:pt x="2414" y="24598"/>
                    <a:pt x="2485" y="24669"/>
                    <a:pt x="2542" y="24754"/>
                  </a:cubicBezTo>
                  <a:cubicBezTo>
                    <a:pt x="2613" y="24797"/>
                    <a:pt x="2684" y="24868"/>
                    <a:pt x="2740" y="24939"/>
                  </a:cubicBezTo>
                  <a:lnTo>
                    <a:pt x="2854" y="24925"/>
                  </a:lnTo>
                  <a:cubicBezTo>
                    <a:pt x="2882" y="24939"/>
                    <a:pt x="2911" y="24939"/>
                    <a:pt x="2939" y="24939"/>
                  </a:cubicBezTo>
                  <a:cubicBezTo>
                    <a:pt x="2953" y="25067"/>
                    <a:pt x="2982" y="25195"/>
                    <a:pt x="3039" y="25294"/>
                  </a:cubicBezTo>
                  <a:cubicBezTo>
                    <a:pt x="3081" y="25379"/>
                    <a:pt x="3152" y="25422"/>
                    <a:pt x="3237" y="25422"/>
                  </a:cubicBezTo>
                  <a:lnTo>
                    <a:pt x="3635" y="25706"/>
                  </a:lnTo>
                  <a:cubicBezTo>
                    <a:pt x="3464" y="25862"/>
                    <a:pt x="3464" y="25862"/>
                    <a:pt x="3550" y="26075"/>
                  </a:cubicBezTo>
                  <a:cubicBezTo>
                    <a:pt x="3564" y="26118"/>
                    <a:pt x="3564" y="26174"/>
                    <a:pt x="3578" y="26217"/>
                  </a:cubicBezTo>
                  <a:cubicBezTo>
                    <a:pt x="3720" y="26543"/>
                    <a:pt x="3805" y="26600"/>
                    <a:pt x="4231" y="26600"/>
                  </a:cubicBezTo>
                  <a:cubicBezTo>
                    <a:pt x="4274" y="26870"/>
                    <a:pt x="4274" y="26870"/>
                    <a:pt x="4487" y="27126"/>
                  </a:cubicBezTo>
                  <a:cubicBezTo>
                    <a:pt x="4558" y="27211"/>
                    <a:pt x="4643" y="27253"/>
                    <a:pt x="4657" y="27367"/>
                  </a:cubicBezTo>
                  <a:cubicBezTo>
                    <a:pt x="4700" y="27622"/>
                    <a:pt x="4913" y="27750"/>
                    <a:pt x="5154" y="27835"/>
                  </a:cubicBezTo>
                  <a:cubicBezTo>
                    <a:pt x="5296" y="27963"/>
                    <a:pt x="5253" y="28134"/>
                    <a:pt x="5282" y="28276"/>
                  </a:cubicBezTo>
                  <a:lnTo>
                    <a:pt x="5367" y="28290"/>
                  </a:lnTo>
                  <a:lnTo>
                    <a:pt x="5395" y="28474"/>
                  </a:lnTo>
                  <a:cubicBezTo>
                    <a:pt x="5429" y="28486"/>
                    <a:pt x="5465" y="28488"/>
                    <a:pt x="5502" y="28488"/>
                  </a:cubicBezTo>
                  <a:cubicBezTo>
                    <a:pt x="5530" y="28488"/>
                    <a:pt x="5558" y="28487"/>
                    <a:pt x="5585" y="28487"/>
                  </a:cubicBezTo>
                  <a:cubicBezTo>
                    <a:pt x="5661" y="28487"/>
                    <a:pt x="5733" y="28497"/>
                    <a:pt x="5779" y="28574"/>
                  </a:cubicBezTo>
                  <a:cubicBezTo>
                    <a:pt x="5807" y="28574"/>
                    <a:pt x="5836" y="28588"/>
                    <a:pt x="5864" y="28602"/>
                  </a:cubicBezTo>
                  <a:cubicBezTo>
                    <a:pt x="5864" y="28730"/>
                    <a:pt x="6006" y="28829"/>
                    <a:pt x="5978" y="28971"/>
                  </a:cubicBezTo>
                  <a:lnTo>
                    <a:pt x="6034" y="28971"/>
                  </a:lnTo>
                  <a:cubicBezTo>
                    <a:pt x="6158" y="28916"/>
                    <a:pt x="6225" y="28890"/>
                    <a:pt x="6279" y="28890"/>
                  </a:cubicBezTo>
                  <a:cubicBezTo>
                    <a:pt x="6349" y="28890"/>
                    <a:pt x="6397" y="28934"/>
                    <a:pt x="6517" y="29014"/>
                  </a:cubicBezTo>
                  <a:cubicBezTo>
                    <a:pt x="6730" y="29170"/>
                    <a:pt x="6588" y="29298"/>
                    <a:pt x="6602" y="29440"/>
                  </a:cubicBezTo>
                  <a:cubicBezTo>
                    <a:pt x="6615" y="29442"/>
                    <a:pt x="6627" y="29443"/>
                    <a:pt x="6639" y="29443"/>
                  </a:cubicBezTo>
                  <a:cubicBezTo>
                    <a:pt x="6775" y="29443"/>
                    <a:pt x="6795" y="29295"/>
                    <a:pt x="6900" y="29255"/>
                  </a:cubicBezTo>
                  <a:lnTo>
                    <a:pt x="7113" y="29738"/>
                  </a:lnTo>
                  <a:cubicBezTo>
                    <a:pt x="7227" y="29894"/>
                    <a:pt x="7426" y="29823"/>
                    <a:pt x="7582" y="29866"/>
                  </a:cubicBezTo>
                  <a:cubicBezTo>
                    <a:pt x="7568" y="29894"/>
                    <a:pt x="7582" y="29923"/>
                    <a:pt x="7610" y="29937"/>
                  </a:cubicBezTo>
                  <a:cubicBezTo>
                    <a:pt x="7681" y="30050"/>
                    <a:pt x="7781" y="30150"/>
                    <a:pt x="7894" y="30235"/>
                  </a:cubicBezTo>
                  <a:cubicBezTo>
                    <a:pt x="8036" y="30320"/>
                    <a:pt x="8207" y="30320"/>
                    <a:pt x="8334" y="30448"/>
                  </a:cubicBezTo>
                  <a:cubicBezTo>
                    <a:pt x="8341" y="30455"/>
                    <a:pt x="8363" y="30459"/>
                    <a:pt x="8388" y="30459"/>
                  </a:cubicBezTo>
                  <a:cubicBezTo>
                    <a:pt x="8412" y="30459"/>
                    <a:pt x="8441" y="30455"/>
                    <a:pt x="8462" y="30448"/>
                  </a:cubicBezTo>
                  <a:cubicBezTo>
                    <a:pt x="8482" y="30444"/>
                    <a:pt x="8499" y="30442"/>
                    <a:pt x="8515" y="30442"/>
                  </a:cubicBezTo>
                  <a:cubicBezTo>
                    <a:pt x="8601" y="30442"/>
                    <a:pt x="8626" y="30504"/>
                    <a:pt x="8590" y="30576"/>
                  </a:cubicBezTo>
                  <a:cubicBezTo>
                    <a:pt x="8562" y="30661"/>
                    <a:pt x="8547" y="30803"/>
                    <a:pt x="8647" y="30817"/>
                  </a:cubicBezTo>
                  <a:cubicBezTo>
                    <a:pt x="8873" y="30867"/>
                    <a:pt x="9054" y="31040"/>
                    <a:pt x="9290" y="31040"/>
                  </a:cubicBezTo>
                  <a:cubicBezTo>
                    <a:pt x="9320" y="31040"/>
                    <a:pt x="9352" y="31037"/>
                    <a:pt x="9385" y="31030"/>
                  </a:cubicBezTo>
                  <a:cubicBezTo>
                    <a:pt x="9598" y="30987"/>
                    <a:pt x="9811" y="30959"/>
                    <a:pt x="10024" y="30916"/>
                  </a:cubicBezTo>
                  <a:lnTo>
                    <a:pt x="10024" y="30916"/>
                  </a:lnTo>
                  <a:cubicBezTo>
                    <a:pt x="10010" y="30945"/>
                    <a:pt x="10010" y="30973"/>
                    <a:pt x="10024" y="30987"/>
                  </a:cubicBezTo>
                  <a:cubicBezTo>
                    <a:pt x="10024" y="31158"/>
                    <a:pt x="9868" y="31286"/>
                    <a:pt x="9939" y="31456"/>
                  </a:cubicBezTo>
                  <a:cubicBezTo>
                    <a:pt x="10001" y="31498"/>
                    <a:pt x="10041" y="31608"/>
                    <a:pt x="10119" y="31608"/>
                  </a:cubicBezTo>
                  <a:cubicBezTo>
                    <a:pt x="10147" y="31608"/>
                    <a:pt x="10181" y="31593"/>
                    <a:pt x="10223" y="31555"/>
                  </a:cubicBezTo>
                  <a:lnTo>
                    <a:pt x="10422" y="31570"/>
                  </a:lnTo>
                  <a:lnTo>
                    <a:pt x="10422" y="31669"/>
                  </a:lnTo>
                  <a:cubicBezTo>
                    <a:pt x="10436" y="31697"/>
                    <a:pt x="10436" y="31726"/>
                    <a:pt x="10422" y="31754"/>
                  </a:cubicBezTo>
                  <a:cubicBezTo>
                    <a:pt x="10450" y="31783"/>
                    <a:pt x="10489" y="31797"/>
                    <a:pt x="10528" y="31797"/>
                  </a:cubicBezTo>
                  <a:cubicBezTo>
                    <a:pt x="10567" y="31797"/>
                    <a:pt x="10606" y="31783"/>
                    <a:pt x="10634" y="31754"/>
                  </a:cubicBezTo>
                  <a:cubicBezTo>
                    <a:pt x="10663" y="31726"/>
                    <a:pt x="10691" y="31712"/>
                    <a:pt x="10720" y="31683"/>
                  </a:cubicBezTo>
                  <a:cubicBezTo>
                    <a:pt x="10734" y="31697"/>
                    <a:pt x="10734" y="31726"/>
                    <a:pt x="10748" y="31740"/>
                  </a:cubicBezTo>
                  <a:cubicBezTo>
                    <a:pt x="10813" y="31759"/>
                    <a:pt x="10872" y="31826"/>
                    <a:pt x="10938" y="31826"/>
                  </a:cubicBezTo>
                  <a:cubicBezTo>
                    <a:pt x="10972" y="31826"/>
                    <a:pt x="11007" y="31808"/>
                    <a:pt x="11046" y="31754"/>
                  </a:cubicBezTo>
                  <a:lnTo>
                    <a:pt x="11131" y="31754"/>
                  </a:lnTo>
                  <a:lnTo>
                    <a:pt x="11231" y="31854"/>
                  </a:lnTo>
                  <a:cubicBezTo>
                    <a:pt x="11245" y="31882"/>
                    <a:pt x="11245" y="31910"/>
                    <a:pt x="11231" y="31939"/>
                  </a:cubicBezTo>
                  <a:cubicBezTo>
                    <a:pt x="11277" y="31957"/>
                    <a:pt x="11323" y="32000"/>
                    <a:pt x="11369" y="32000"/>
                  </a:cubicBezTo>
                  <a:cubicBezTo>
                    <a:pt x="11394" y="32000"/>
                    <a:pt x="11419" y="31988"/>
                    <a:pt x="11444" y="31953"/>
                  </a:cubicBezTo>
                  <a:cubicBezTo>
                    <a:pt x="11572" y="31953"/>
                    <a:pt x="11714" y="31925"/>
                    <a:pt x="11827" y="31854"/>
                  </a:cubicBezTo>
                  <a:cubicBezTo>
                    <a:pt x="12068" y="32024"/>
                    <a:pt x="12352" y="32137"/>
                    <a:pt x="12651" y="32137"/>
                  </a:cubicBezTo>
                  <a:lnTo>
                    <a:pt x="12949" y="32123"/>
                  </a:lnTo>
                  <a:cubicBezTo>
                    <a:pt x="12986" y="32076"/>
                    <a:pt x="13023" y="32060"/>
                    <a:pt x="13060" y="32060"/>
                  </a:cubicBezTo>
                  <a:cubicBezTo>
                    <a:pt x="13122" y="32060"/>
                    <a:pt x="13185" y="32105"/>
                    <a:pt x="13247" y="32123"/>
                  </a:cubicBezTo>
                  <a:cubicBezTo>
                    <a:pt x="13304" y="32052"/>
                    <a:pt x="13389" y="32052"/>
                    <a:pt x="13460" y="32052"/>
                  </a:cubicBezTo>
                  <a:cubicBezTo>
                    <a:pt x="13488" y="32066"/>
                    <a:pt x="13517" y="32066"/>
                    <a:pt x="13545" y="32066"/>
                  </a:cubicBezTo>
                  <a:cubicBezTo>
                    <a:pt x="13580" y="32112"/>
                    <a:pt x="13615" y="32127"/>
                    <a:pt x="13651" y="32127"/>
                  </a:cubicBezTo>
                  <a:cubicBezTo>
                    <a:pt x="13716" y="32127"/>
                    <a:pt x="13784" y="32076"/>
                    <a:pt x="13857" y="32066"/>
                  </a:cubicBezTo>
                  <a:cubicBezTo>
                    <a:pt x="13888" y="32127"/>
                    <a:pt x="13939" y="32145"/>
                    <a:pt x="13992" y="32145"/>
                  </a:cubicBezTo>
                  <a:cubicBezTo>
                    <a:pt x="14014" y="32145"/>
                    <a:pt x="14036" y="32142"/>
                    <a:pt x="14056" y="32137"/>
                  </a:cubicBezTo>
                  <a:cubicBezTo>
                    <a:pt x="14122" y="32060"/>
                    <a:pt x="14214" y="32052"/>
                    <a:pt x="14306" y="32052"/>
                  </a:cubicBezTo>
                  <a:cubicBezTo>
                    <a:pt x="14332" y="32052"/>
                    <a:pt x="14358" y="32052"/>
                    <a:pt x="14383" y="32052"/>
                  </a:cubicBezTo>
                  <a:lnTo>
                    <a:pt x="14880" y="32052"/>
                  </a:lnTo>
                  <a:cubicBezTo>
                    <a:pt x="14974" y="32132"/>
                    <a:pt x="15024" y="32171"/>
                    <a:pt x="15079" y="32171"/>
                  </a:cubicBezTo>
                  <a:cubicBezTo>
                    <a:pt x="15131" y="32171"/>
                    <a:pt x="15187" y="32136"/>
                    <a:pt x="15291" y="32066"/>
                  </a:cubicBezTo>
                  <a:lnTo>
                    <a:pt x="15476" y="32066"/>
                  </a:lnTo>
                  <a:cubicBezTo>
                    <a:pt x="15476" y="32130"/>
                    <a:pt x="15499" y="32182"/>
                    <a:pt x="15565" y="32182"/>
                  </a:cubicBezTo>
                  <a:cubicBezTo>
                    <a:pt x="15572" y="32182"/>
                    <a:pt x="15581" y="32182"/>
                    <a:pt x="15590" y="32180"/>
                  </a:cubicBezTo>
                  <a:cubicBezTo>
                    <a:pt x="15675" y="32166"/>
                    <a:pt x="15774" y="32137"/>
                    <a:pt x="15845" y="32081"/>
                  </a:cubicBezTo>
                  <a:cubicBezTo>
                    <a:pt x="15890" y="32036"/>
                    <a:pt x="15929" y="32020"/>
                    <a:pt x="15967" y="32020"/>
                  </a:cubicBezTo>
                  <a:cubicBezTo>
                    <a:pt x="16012" y="32020"/>
                    <a:pt x="16054" y="32043"/>
                    <a:pt x="16101" y="32066"/>
                  </a:cubicBezTo>
                  <a:lnTo>
                    <a:pt x="16285" y="32137"/>
                  </a:lnTo>
                  <a:cubicBezTo>
                    <a:pt x="16328" y="32081"/>
                    <a:pt x="16370" y="32010"/>
                    <a:pt x="16356" y="31925"/>
                  </a:cubicBezTo>
                  <a:cubicBezTo>
                    <a:pt x="16328" y="31868"/>
                    <a:pt x="16285" y="31797"/>
                    <a:pt x="16328" y="31740"/>
                  </a:cubicBezTo>
                  <a:cubicBezTo>
                    <a:pt x="16385" y="31683"/>
                    <a:pt x="16484" y="31683"/>
                    <a:pt x="16569" y="31683"/>
                  </a:cubicBezTo>
                  <a:cubicBezTo>
                    <a:pt x="16711" y="31683"/>
                    <a:pt x="16853" y="31740"/>
                    <a:pt x="16953" y="31868"/>
                  </a:cubicBezTo>
                  <a:cubicBezTo>
                    <a:pt x="17003" y="31918"/>
                    <a:pt x="17074" y="31968"/>
                    <a:pt x="17142" y="31968"/>
                  </a:cubicBezTo>
                  <a:cubicBezTo>
                    <a:pt x="17170" y="31968"/>
                    <a:pt x="17197" y="31959"/>
                    <a:pt x="17222" y="31939"/>
                  </a:cubicBezTo>
                  <a:cubicBezTo>
                    <a:pt x="17301" y="31883"/>
                    <a:pt x="17396" y="31845"/>
                    <a:pt x="17496" y="31845"/>
                  </a:cubicBezTo>
                  <a:cubicBezTo>
                    <a:pt x="17523" y="31845"/>
                    <a:pt x="17550" y="31847"/>
                    <a:pt x="17577" y="31854"/>
                  </a:cubicBezTo>
                  <a:cubicBezTo>
                    <a:pt x="17606" y="31854"/>
                    <a:pt x="17677" y="31811"/>
                    <a:pt x="17691" y="31768"/>
                  </a:cubicBezTo>
                  <a:cubicBezTo>
                    <a:pt x="17710" y="31662"/>
                    <a:pt x="17729" y="31569"/>
                    <a:pt x="17806" y="31569"/>
                  </a:cubicBezTo>
                  <a:cubicBezTo>
                    <a:pt x="17843" y="31569"/>
                    <a:pt x="17892" y="31590"/>
                    <a:pt x="17961" y="31641"/>
                  </a:cubicBezTo>
                  <a:cubicBezTo>
                    <a:pt x="17987" y="31663"/>
                    <a:pt x="18017" y="31671"/>
                    <a:pt x="18048" y="31671"/>
                  </a:cubicBezTo>
                  <a:cubicBezTo>
                    <a:pt x="18114" y="31671"/>
                    <a:pt x="18186" y="31632"/>
                    <a:pt x="18245" y="31612"/>
                  </a:cubicBezTo>
                  <a:cubicBezTo>
                    <a:pt x="18276" y="31598"/>
                    <a:pt x="18310" y="31592"/>
                    <a:pt x="18343" y="31592"/>
                  </a:cubicBezTo>
                  <a:cubicBezTo>
                    <a:pt x="18412" y="31592"/>
                    <a:pt x="18480" y="31621"/>
                    <a:pt x="18529" y="31669"/>
                  </a:cubicBezTo>
                  <a:lnTo>
                    <a:pt x="18529" y="32152"/>
                  </a:lnTo>
                  <a:lnTo>
                    <a:pt x="18798" y="32152"/>
                  </a:lnTo>
                  <a:cubicBezTo>
                    <a:pt x="18813" y="31995"/>
                    <a:pt x="18827" y="31854"/>
                    <a:pt x="18827" y="31697"/>
                  </a:cubicBezTo>
                  <a:lnTo>
                    <a:pt x="18898" y="31669"/>
                  </a:lnTo>
                  <a:cubicBezTo>
                    <a:pt x="18912" y="31683"/>
                    <a:pt x="18912" y="31683"/>
                    <a:pt x="18926" y="31697"/>
                  </a:cubicBezTo>
                  <a:cubicBezTo>
                    <a:pt x="18969" y="31697"/>
                    <a:pt x="19011" y="31683"/>
                    <a:pt x="19040" y="31641"/>
                  </a:cubicBezTo>
                  <a:lnTo>
                    <a:pt x="19040" y="31641"/>
                  </a:lnTo>
                  <a:cubicBezTo>
                    <a:pt x="19068" y="31683"/>
                    <a:pt x="19026" y="31712"/>
                    <a:pt x="19011" y="31754"/>
                  </a:cubicBezTo>
                  <a:cubicBezTo>
                    <a:pt x="18969" y="31811"/>
                    <a:pt x="18969" y="31896"/>
                    <a:pt x="19011" y="31967"/>
                  </a:cubicBezTo>
                  <a:cubicBezTo>
                    <a:pt x="19068" y="32010"/>
                    <a:pt x="19054" y="32109"/>
                    <a:pt x="19111" y="32152"/>
                  </a:cubicBezTo>
                  <a:cubicBezTo>
                    <a:pt x="19139" y="32180"/>
                    <a:pt x="19175" y="32194"/>
                    <a:pt x="19210" y="32194"/>
                  </a:cubicBezTo>
                  <a:cubicBezTo>
                    <a:pt x="19246" y="32194"/>
                    <a:pt x="19281" y="32180"/>
                    <a:pt x="19309" y="32152"/>
                  </a:cubicBezTo>
                  <a:cubicBezTo>
                    <a:pt x="19366" y="32095"/>
                    <a:pt x="19366" y="32010"/>
                    <a:pt x="19309" y="31967"/>
                  </a:cubicBezTo>
                  <a:lnTo>
                    <a:pt x="19309" y="31768"/>
                  </a:lnTo>
                  <a:cubicBezTo>
                    <a:pt x="19366" y="31712"/>
                    <a:pt x="19451" y="31726"/>
                    <a:pt x="19508" y="31669"/>
                  </a:cubicBezTo>
                  <a:cubicBezTo>
                    <a:pt x="19537" y="31641"/>
                    <a:pt x="19579" y="31612"/>
                    <a:pt x="19608" y="31584"/>
                  </a:cubicBezTo>
                  <a:cubicBezTo>
                    <a:pt x="19664" y="31527"/>
                    <a:pt x="19764" y="31541"/>
                    <a:pt x="19821" y="31484"/>
                  </a:cubicBezTo>
                  <a:cubicBezTo>
                    <a:pt x="19846" y="31468"/>
                    <a:pt x="19868" y="31462"/>
                    <a:pt x="19886" y="31462"/>
                  </a:cubicBezTo>
                  <a:cubicBezTo>
                    <a:pt x="19948" y="31462"/>
                    <a:pt x="19975" y="31540"/>
                    <a:pt x="20019" y="31584"/>
                  </a:cubicBezTo>
                  <a:cubicBezTo>
                    <a:pt x="20048" y="31612"/>
                    <a:pt x="20076" y="31641"/>
                    <a:pt x="20119" y="31683"/>
                  </a:cubicBezTo>
                  <a:lnTo>
                    <a:pt x="20218" y="31683"/>
                  </a:lnTo>
                  <a:cubicBezTo>
                    <a:pt x="20346" y="31626"/>
                    <a:pt x="20389" y="31541"/>
                    <a:pt x="20360" y="31399"/>
                  </a:cubicBezTo>
                  <a:lnTo>
                    <a:pt x="20318" y="31371"/>
                  </a:lnTo>
                  <a:cubicBezTo>
                    <a:pt x="20318" y="31328"/>
                    <a:pt x="20332" y="31271"/>
                    <a:pt x="20332" y="31229"/>
                  </a:cubicBezTo>
                  <a:cubicBezTo>
                    <a:pt x="20334" y="31229"/>
                    <a:pt x="20336" y="31230"/>
                    <a:pt x="20338" y="31230"/>
                  </a:cubicBezTo>
                  <a:cubicBezTo>
                    <a:pt x="20374" y="31230"/>
                    <a:pt x="20415" y="31160"/>
                    <a:pt x="20447" y="31160"/>
                  </a:cubicBezTo>
                  <a:cubicBezTo>
                    <a:pt x="20464" y="31160"/>
                    <a:pt x="20478" y="31181"/>
                    <a:pt x="20488" y="31243"/>
                  </a:cubicBezTo>
                  <a:cubicBezTo>
                    <a:pt x="20488" y="31300"/>
                    <a:pt x="20445" y="31357"/>
                    <a:pt x="20516" y="31399"/>
                  </a:cubicBezTo>
                  <a:cubicBezTo>
                    <a:pt x="20530" y="31407"/>
                    <a:pt x="20542" y="31411"/>
                    <a:pt x="20553" y="31411"/>
                  </a:cubicBezTo>
                  <a:cubicBezTo>
                    <a:pt x="20598" y="31411"/>
                    <a:pt x="20621" y="31351"/>
                    <a:pt x="20644" y="31328"/>
                  </a:cubicBezTo>
                  <a:cubicBezTo>
                    <a:pt x="20673" y="31299"/>
                    <a:pt x="20709" y="31243"/>
                    <a:pt x="20761" y="31243"/>
                  </a:cubicBezTo>
                  <a:cubicBezTo>
                    <a:pt x="20785" y="31243"/>
                    <a:pt x="20812" y="31254"/>
                    <a:pt x="20843" y="31286"/>
                  </a:cubicBezTo>
                  <a:cubicBezTo>
                    <a:pt x="20772" y="31442"/>
                    <a:pt x="20772" y="31612"/>
                    <a:pt x="20843" y="31768"/>
                  </a:cubicBezTo>
                  <a:lnTo>
                    <a:pt x="21013" y="31768"/>
                  </a:lnTo>
                  <a:cubicBezTo>
                    <a:pt x="21070" y="31726"/>
                    <a:pt x="21084" y="31626"/>
                    <a:pt x="21027" y="31584"/>
                  </a:cubicBezTo>
                  <a:lnTo>
                    <a:pt x="21027" y="31484"/>
                  </a:lnTo>
                  <a:cubicBezTo>
                    <a:pt x="21027" y="31484"/>
                    <a:pt x="21013" y="31470"/>
                    <a:pt x="20999" y="31456"/>
                  </a:cubicBezTo>
                  <a:cubicBezTo>
                    <a:pt x="20999" y="31428"/>
                    <a:pt x="20999" y="31413"/>
                    <a:pt x="21027" y="31385"/>
                  </a:cubicBezTo>
                  <a:cubicBezTo>
                    <a:pt x="21070" y="31357"/>
                    <a:pt x="21070" y="31300"/>
                    <a:pt x="21027" y="31271"/>
                  </a:cubicBezTo>
                  <a:lnTo>
                    <a:pt x="21013" y="31271"/>
                  </a:lnTo>
                  <a:cubicBezTo>
                    <a:pt x="21013" y="31243"/>
                    <a:pt x="21027" y="31229"/>
                    <a:pt x="21027" y="31200"/>
                  </a:cubicBezTo>
                  <a:lnTo>
                    <a:pt x="21226" y="31200"/>
                  </a:lnTo>
                  <a:cubicBezTo>
                    <a:pt x="21340" y="31271"/>
                    <a:pt x="21326" y="31385"/>
                    <a:pt x="21340" y="31470"/>
                  </a:cubicBezTo>
                  <a:lnTo>
                    <a:pt x="21524" y="31470"/>
                  </a:lnTo>
                  <a:cubicBezTo>
                    <a:pt x="21553" y="31385"/>
                    <a:pt x="21425" y="31300"/>
                    <a:pt x="21539" y="31200"/>
                  </a:cubicBezTo>
                  <a:lnTo>
                    <a:pt x="21737" y="31200"/>
                  </a:lnTo>
                  <a:cubicBezTo>
                    <a:pt x="21737" y="31129"/>
                    <a:pt x="21709" y="31044"/>
                    <a:pt x="21638" y="31002"/>
                  </a:cubicBezTo>
                  <a:lnTo>
                    <a:pt x="21638" y="30916"/>
                  </a:lnTo>
                  <a:cubicBezTo>
                    <a:pt x="21737" y="30874"/>
                    <a:pt x="21823" y="30817"/>
                    <a:pt x="21823" y="30703"/>
                  </a:cubicBezTo>
                  <a:cubicBezTo>
                    <a:pt x="21823" y="30675"/>
                    <a:pt x="21837" y="30647"/>
                    <a:pt x="21851" y="30632"/>
                  </a:cubicBezTo>
                  <a:lnTo>
                    <a:pt x="21936" y="30632"/>
                  </a:lnTo>
                  <a:cubicBezTo>
                    <a:pt x="21950" y="30661"/>
                    <a:pt x="21950" y="30675"/>
                    <a:pt x="21950" y="30703"/>
                  </a:cubicBezTo>
                  <a:lnTo>
                    <a:pt x="21950" y="31200"/>
                  </a:lnTo>
                  <a:lnTo>
                    <a:pt x="22149" y="31200"/>
                  </a:lnTo>
                  <a:cubicBezTo>
                    <a:pt x="22178" y="30945"/>
                    <a:pt x="22178" y="30945"/>
                    <a:pt x="22461" y="30902"/>
                  </a:cubicBezTo>
                  <a:lnTo>
                    <a:pt x="22518" y="30902"/>
                  </a:lnTo>
                  <a:cubicBezTo>
                    <a:pt x="22603" y="30987"/>
                    <a:pt x="22589" y="31115"/>
                    <a:pt x="22660" y="31200"/>
                  </a:cubicBezTo>
                  <a:cubicBezTo>
                    <a:pt x="22689" y="31229"/>
                    <a:pt x="22731" y="31257"/>
                    <a:pt x="22760" y="31300"/>
                  </a:cubicBezTo>
                  <a:cubicBezTo>
                    <a:pt x="22788" y="31328"/>
                    <a:pt x="22827" y="31342"/>
                    <a:pt x="22866" y="31342"/>
                  </a:cubicBezTo>
                  <a:cubicBezTo>
                    <a:pt x="22905" y="31342"/>
                    <a:pt x="22944" y="31328"/>
                    <a:pt x="22973" y="31300"/>
                  </a:cubicBezTo>
                  <a:lnTo>
                    <a:pt x="23044" y="31300"/>
                  </a:lnTo>
                  <a:cubicBezTo>
                    <a:pt x="23129" y="31243"/>
                    <a:pt x="23129" y="31172"/>
                    <a:pt x="23072" y="31115"/>
                  </a:cubicBezTo>
                  <a:cubicBezTo>
                    <a:pt x="23072" y="31087"/>
                    <a:pt x="23072" y="31058"/>
                    <a:pt x="23072" y="31030"/>
                  </a:cubicBezTo>
                  <a:cubicBezTo>
                    <a:pt x="23072" y="31030"/>
                    <a:pt x="23058" y="31016"/>
                    <a:pt x="23044" y="30987"/>
                  </a:cubicBezTo>
                  <a:cubicBezTo>
                    <a:pt x="23044" y="30959"/>
                    <a:pt x="23058" y="30945"/>
                    <a:pt x="23072" y="30931"/>
                  </a:cubicBezTo>
                  <a:cubicBezTo>
                    <a:pt x="23171" y="30860"/>
                    <a:pt x="23257" y="30789"/>
                    <a:pt x="23200" y="30647"/>
                  </a:cubicBezTo>
                  <a:lnTo>
                    <a:pt x="23143" y="30647"/>
                  </a:lnTo>
                  <a:lnTo>
                    <a:pt x="23171" y="30632"/>
                  </a:lnTo>
                  <a:cubicBezTo>
                    <a:pt x="23200" y="30576"/>
                    <a:pt x="23200" y="30491"/>
                    <a:pt x="23285" y="30462"/>
                  </a:cubicBezTo>
                  <a:cubicBezTo>
                    <a:pt x="23313" y="30561"/>
                    <a:pt x="23370" y="30647"/>
                    <a:pt x="23455" y="30661"/>
                  </a:cubicBezTo>
                  <a:cubicBezTo>
                    <a:pt x="23682" y="30689"/>
                    <a:pt x="23697" y="30845"/>
                    <a:pt x="23697" y="31002"/>
                  </a:cubicBezTo>
                  <a:cubicBezTo>
                    <a:pt x="23753" y="30973"/>
                    <a:pt x="23782" y="30902"/>
                    <a:pt x="23768" y="30845"/>
                  </a:cubicBezTo>
                  <a:cubicBezTo>
                    <a:pt x="23768" y="30732"/>
                    <a:pt x="23796" y="30632"/>
                    <a:pt x="23881" y="30547"/>
                  </a:cubicBezTo>
                  <a:lnTo>
                    <a:pt x="23924" y="30547"/>
                  </a:lnTo>
                  <a:cubicBezTo>
                    <a:pt x="23938" y="30561"/>
                    <a:pt x="23938" y="30576"/>
                    <a:pt x="23938" y="30604"/>
                  </a:cubicBezTo>
                  <a:cubicBezTo>
                    <a:pt x="23964" y="30656"/>
                    <a:pt x="24022" y="30687"/>
                    <a:pt x="24079" y="30687"/>
                  </a:cubicBezTo>
                  <a:cubicBezTo>
                    <a:pt x="24115" y="30687"/>
                    <a:pt x="24152" y="30674"/>
                    <a:pt x="24179" y="30647"/>
                  </a:cubicBezTo>
                  <a:cubicBezTo>
                    <a:pt x="24236" y="30604"/>
                    <a:pt x="24236" y="30533"/>
                    <a:pt x="24236" y="30476"/>
                  </a:cubicBezTo>
                  <a:cubicBezTo>
                    <a:pt x="24236" y="30533"/>
                    <a:pt x="24236" y="30604"/>
                    <a:pt x="24279" y="30647"/>
                  </a:cubicBezTo>
                  <a:cubicBezTo>
                    <a:pt x="24307" y="30675"/>
                    <a:pt x="24346" y="30689"/>
                    <a:pt x="24385" y="30689"/>
                  </a:cubicBezTo>
                  <a:cubicBezTo>
                    <a:pt x="24424" y="30689"/>
                    <a:pt x="24463" y="30675"/>
                    <a:pt x="24492" y="30647"/>
                  </a:cubicBezTo>
                  <a:cubicBezTo>
                    <a:pt x="24520" y="30618"/>
                    <a:pt x="24520" y="30576"/>
                    <a:pt x="24492" y="30547"/>
                  </a:cubicBezTo>
                  <a:lnTo>
                    <a:pt x="24492" y="30462"/>
                  </a:lnTo>
                  <a:cubicBezTo>
                    <a:pt x="24449" y="30235"/>
                    <a:pt x="24719" y="30079"/>
                    <a:pt x="24605" y="29852"/>
                  </a:cubicBezTo>
                  <a:lnTo>
                    <a:pt x="24591" y="29852"/>
                  </a:lnTo>
                  <a:cubicBezTo>
                    <a:pt x="24591" y="29837"/>
                    <a:pt x="24591" y="29837"/>
                    <a:pt x="24591" y="29823"/>
                  </a:cubicBezTo>
                  <a:lnTo>
                    <a:pt x="24776" y="29823"/>
                  </a:lnTo>
                  <a:cubicBezTo>
                    <a:pt x="24691" y="29994"/>
                    <a:pt x="24662" y="30178"/>
                    <a:pt x="24705" y="30363"/>
                  </a:cubicBezTo>
                  <a:cubicBezTo>
                    <a:pt x="24756" y="30382"/>
                    <a:pt x="24808" y="30391"/>
                    <a:pt x="24861" y="30391"/>
                  </a:cubicBezTo>
                  <a:cubicBezTo>
                    <a:pt x="25040" y="30391"/>
                    <a:pt x="25213" y="30283"/>
                    <a:pt x="25301" y="30107"/>
                  </a:cubicBezTo>
                  <a:cubicBezTo>
                    <a:pt x="25301" y="30093"/>
                    <a:pt x="25358" y="30079"/>
                    <a:pt x="25386" y="30065"/>
                  </a:cubicBezTo>
                  <a:cubicBezTo>
                    <a:pt x="25415" y="30065"/>
                    <a:pt x="25386" y="30022"/>
                    <a:pt x="25400" y="29994"/>
                  </a:cubicBezTo>
                  <a:lnTo>
                    <a:pt x="25514" y="29908"/>
                  </a:lnTo>
                  <a:lnTo>
                    <a:pt x="25585" y="29908"/>
                  </a:lnTo>
                  <a:cubicBezTo>
                    <a:pt x="25585" y="29965"/>
                    <a:pt x="25599" y="30022"/>
                    <a:pt x="25613" y="30079"/>
                  </a:cubicBezTo>
                  <a:cubicBezTo>
                    <a:pt x="25680" y="30081"/>
                    <a:pt x="25734" y="30083"/>
                    <a:pt x="25779" y="30083"/>
                  </a:cubicBezTo>
                  <a:cubicBezTo>
                    <a:pt x="25983" y="30083"/>
                    <a:pt x="25988" y="30040"/>
                    <a:pt x="26011" y="29795"/>
                  </a:cubicBezTo>
                  <a:cubicBezTo>
                    <a:pt x="26039" y="29766"/>
                    <a:pt x="26082" y="29724"/>
                    <a:pt x="26125" y="29695"/>
                  </a:cubicBezTo>
                  <a:cubicBezTo>
                    <a:pt x="26267" y="29610"/>
                    <a:pt x="26267" y="29610"/>
                    <a:pt x="26181" y="29497"/>
                  </a:cubicBezTo>
                  <a:cubicBezTo>
                    <a:pt x="26068" y="29340"/>
                    <a:pt x="26068" y="29312"/>
                    <a:pt x="26252" y="29298"/>
                  </a:cubicBezTo>
                  <a:cubicBezTo>
                    <a:pt x="26465" y="29269"/>
                    <a:pt x="26522" y="29113"/>
                    <a:pt x="26593" y="28971"/>
                  </a:cubicBezTo>
                  <a:cubicBezTo>
                    <a:pt x="26636" y="28872"/>
                    <a:pt x="26536" y="28801"/>
                    <a:pt x="26480" y="28730"/>
                  </a:cubicBezTo>
                  <a:cubicBezTo>
                    <a:pt x="26451" y="28702"/>
                    <a:pt x="26437" y="28673"/>
                    <a:pt x="26423" y="28645"/>
                  </a:cubicBezTo>
                  <a:cubicBezTo>
                    <a:pt x="26451" y="28645"/>
                    <a:pt x="26480" y="28645"/>
                    <a:pt x="26508" y="28631"/>
                  </a:cubicBezTo>
                  <a:cubicBezTo>
                    <a:pt x="26692" y="28673"/>
                    <a:pt x="26707" y="28844"/>
                    <a:pt x="26792" y="28957"/>
                  </a:cubicBezTo>
                  <a:cubicBezTo>
                    <a:pt x="26792" y="28971"/>
                    <a:pt x="26806" y="29000"/>
                    <a:pt x="26806" y="29014"/>
                  </a:cubicBezTo>
                  <a:cubicBezTo>
                    <a:pt x="26778" y="29071"/>
                    <a:pt x="26735" y="29113"/>
                    <a:pt x="26707" y="29156"/>
                  </a:cubicBezTo>
                  <a:cubicBezTo>
                    <a:pt x="26636" y="29269"/>
                    <a:pt x="26692" y="29312"/>
                    <a:pt x="26806" y="29326"/>
                  </a:cubicBezTo>
                  <a:cubicBezTo>
                    <a:pt x="27076" y="29312"/>
                    <a:pt x="27331" y="29198"/>
                    <a:pt x="27516" y="29028"/>
                  </a:cubicBezTo>
                  <a:lnTo>
                    <a:pt x="27828" y="29028"/>
                  </a:lnTo>
                  <a:cubicBezTo>
                    <a:pt x="27885" y="28943"/>
                    <a:pt x="27985" y="28943"/>
                    <a:pt x="28070" y="28929"/>
                  </a:cubicBezTo>
                  <a:cubicBezTo>
                    <a:pt x="28169" y="28915"/>
                    <a:pt x="28226" y="28844"/>
                    <a:pt x="28226" y="28744"/>
                  </a:cubicBezTo>
                  <a:lnTo>
                    <a:pt x="28226" y="28560"/>
                  </a:lnTo>
                  <a:cubicBezTo>
                    <a:pt x="28212" y="28545"/>
                    <a:pt x="28197" y="28531"/>
                    <a:pt x="28183" y="28517"/>
                  </a:cubicBezTo>
                  <a:lnTo>
                    <a:pt x="28183" y="28517"/>
                  </a:lnTo>
                  <a:lnTo>
                    <a:pt x="28254" y="28560"/>
                  </a:lnTo>
                  <a:cubicBezTo>
                    <a:pt x="28280" y="28420"/>
                    <a:pt x="28282" y="28269"/>
                    <a:pt x="28465" y="28269"/>
                  </a:cubicBezTo>
                  <a:cubicBezTo>
                    <a:pt x="28487" y="28269"/>
                    <a:pt x="28511" y="28271"/>
                    <a:pt x="28538" y="28276"/>
                  </a:cubicBezTo>
                  <a:cubicBezTo>
                    <a:pt x="28567" y="28261"/>
                    <a:pt x="28567" y="28219"/>
                    <a:pt x="28552" y="28205"/>
                  </a:cubicBezTo>
                  <a:lnTo>
                    <a:pt x="28581" y="28077"/>
                  </a:lnTo>
                  <a:lnTo>
                    <a:pt x="28609" y="28105"/>
                  </a:lnTo>
                  <a:lnTo>
                    <a:pt x="28652" y="28105"/>
                  </a:lnTo>
                  <a:lnTo>
                    <a:pt x="28680" y="28077"/>
                  </a:lnTo>
                  <a:lnTo>
                    <a:pt x="28680" y="27693"/>
                  </a:lnTo>
                  <a:cubicBezTo>
                    <a:pt x="28680" y="27651"/>
                    <a:pt x="28652" y="27608"/>
                    <a:pt x="28623" y="27580"/>
                  </a:cubicBezTo>
                  <a:cubicBezTo>
                    <a:pt x="28638" y="27566"/>
                    <a:pt x="28652" y="27552"/>
                    <a:pt x="28666" y="27537"/>
                  </a:cubicBezTo>
                  <a:lnTo>
                    <a:pt x="28680" y="27537"/>
                  </a:lnTo>
                  <a:cubicBezTo>
                    <a:pt x="28723" y="27537"/>
                    <a:pt x="28751" y="27523"/>
                    <a:pt x="28794" y="27509"/>
                  </a:cubicBezTo>
                  <a:cubicBezTo>
                    <a:pt x="28836" y="27452"/>
                    <a:pt x="28922" y="27466"/>
                    <a:pt x="28978" y="27452"/>
                  </a:cubicBezTo>
                  <a:cubicBezTo>
                    <a:pt x="28978" y="27466"/>
                    <a:pt x="28978" y="27466"/>
                    <a:pt x="28978" y="27481"/>
                  </a:cubicBezTo>
                  <a:cubicBezTo>
                    <a:pt x="28950" y="27481"/>
                    <a:pt x="28922" y="27481"/>
                    <a:pt x="28893" y="27509"/>
                  </a:cubicBezTo>
                  <a:lnTo>
                    <a:pt x="28893" y="27693"/>
                  </a:lnTo>
                  <a:lnTo>
                    <a:pt x="28993" y="27693"/>
                  </a:lnTo>
                  <a:cubicBezTo>
                    <a:pt x="29035" y="27722"/>
                    <a:pt x="29049" y="27779"/>
                    <a:pt x="29007" y="27807"/>
                  </a:cubicBezTo>
                  <a:cubicBezTo>
                    <a:pt x="28936" y="27878"/>
                    <a:pt x="28907" y="27963"/>
                    <a:pt x="28907" y="28063"/>
                  </a:cubicBezTo>
                  <a:cubicBezTo>
                    <a:pt x="29064" y="28006"/>
                    <a:pt x="29191" y="27892"/>
                    <a:pt x="29234" y="27736"/>
                  </a:cubicBezTo>
                  <a:cubicBezTo>
                    <a:pt x="29291" y="27594"/>
                    <a:pt x="29262" y="27410"/>
                    <a:pt x="29404" y="27296"/>
                  </a:cubicBezTo>
                  <a:cubicBezTo>
                    <a:pt x="29717" y="27296"/>
                    <a:pt x="29986" y="27239"/>
                    <a:pt x="30114" y="26927"/>
                  </a:cubicBezTo>
                  <a:lnTo>
                    <a:pt x="30114" y="26955"/>
                  </a:lnTo>
                  <a:cubicBezTo>
                    <a:pt x="30139" y="26965"/>
                    <a:pt x="30165" y="26970"/>
                    <a:pt x="30189" y="26970"/>
                  </a:cubicBezTo>
                  <a:cubicBezTo>
                    <a:pt x="30234" y="26970"/>
                    <a:pt x="30276" y="26954"/>
                    <a:pt x="30313" y="26927"/>
                  </a:cubicBezTo>
                  <a:cubicBezTo>
                    <a:pt x="30285" y="26756"/>
                    <a:pt x="30327" y="26586"/>
                    <a:pt x="30427" y="26444"/>
                  </a:cubicBezTo>
                  <a:lnTo>
                    <a:pt x="30398" y="26416"/>
                  </a:lnTo>
                  <a:cubicBezTo>
                    <a:pt x="30412" y="26401"/>
                    <a:pt x="30412" y="26387"/>
                    <a:pt x="30412" y="26373"/>
                  </a:cubicBezTo>
                  <a:cubicBezTo>
                    <a:pt x="30424" y="26377"/>
                    <a:pt x="30434" y="26379"/>
                    <a:pt x="30444" y="26379"/>
                  </a:cubicBezTo>
                  <a:cubicBezTo>
                    <a:pt x="30470" y="26379"/>
                    <a:pt x="30491" y="26365"/>
                    <a:pt x="30512" y="26345"/>
                  </a:cubicBezTo>
                  <a:cubicBezTo>
                    <a:pt x="30583" y="26231"/>
                    <a:pt x="30725" y="26132"/>
                    <a:pt x="30625" y="25961"/>
                  </a:cubicBezTo>
                  <a:cubicBezTo>
                    <a:pt x="30597" y="25947"/>
                    <a:pt x="30554" y="25933"/>
                    <a:pt x="30526" y="25933"/>
                  </a:cubicBezTo>
                  <a:cubicBezTo>
                    <a:pt x="30512" y="25919"/>
                    <a:pt x="30512" y="25905"/>
                    <a:pt x="30512" y="25890"/>
                  </a:cubicBezTo>
                  <a:lnTo>
                    <a:pt x="30483" y="25848"/>
                  </a:lnTo>
                  <a:lnTo>
                    <a:pt x="30483" y="25848"/>
                  </a:lnTo>
                  <a:cubicBezTo>
                    <a:pt x="30498" y="25862"/>
                    <a:pt x="30512" y="25876"/>
                    <a:pt x="30540" y="25890"/>
                  </a:cubicBezTo>
                  <a:cubicBezTo>
                    <a:pt x="30569" y="25777"/>
                    <a:pt x="30583" y="25649"/>
                    <a:pt x="30725" y="25592"/>
                  </a:cubicBezTo>
                  <a:lnTo>
                    <a:pt x="30725" y="25493"/>
                  </a:lnTo>
                  <a:cubicBezTo>
                    <a:pt x="30753" y="25464"/>
                    <a:pt x="30753" y="25422"/>
                    <a:pt x="30725" y="25393"/>
                  </a:cubicBezTo>
                  <a:lnTo>
                    <a:pt x="30711" y="25393"/>
                  </a:lnTo>
                  <a:lnTo>
                    <a:pt x="30711" y="25322"/>
                  </a:lnTo>
                  <a:lnTo>
                    <a:pt x="30895" y="25109"/>
                  </a:lnTo>
                  <a:cubicBezTo>
                    <a:pt x="30895" y="24996"/>
                    <a:pt x="30895" y="24896"/>
                    <a:pt x="31009" y="24825"/>
                  </a:cubicBezTo>
                  <a:cubicBezTo>
                    <a:pt x="30966" y="24655"/>
                    <a:pt x="31023" y="24471"/>
                    <a:pt x="31151" y="24357"/>
                  </a:cubicBezTo>
                  <a:cubicBezTo>
                    <a:pt x="31207" y="24314"/>
                    <a:pt x="31207" y="24243"/>
                    <a:pt x="31151" y="24201"/>
                  </a:cubicBezTo>
                  <a:cubicBezTo>
                    <a:pt x="31278" y="24130"/>
                    <a:pt x="31406" y="24059"/>
                    <a:pt x="31506" y="23959"/>
                  </a:cubicBezTo>
                  <a:lnTo>
                    <a:pt x="31506" y="23604"/>
                  </a:lnTo>
                  <a:cubicBezTo>
                    <a:pt x="31497" y="23577"/>
                    <a:pt x="31476" y="23568"/>
                    <a:pt x="31452" y="23568"/>
                  </a:cubicBezTo>
                  <a:cubicBezTo>
                    <a:pt x="31437" y="23568"/>
                    <a:pt x="31422" y="23571"/>
                    <a:pt x="31406" y="23576"/>
                  </a:cubicBezTo>
                  <a:cubicBezTo>
                    <a:pt x="31420" y="23505"/>
                    <a:pt x="31406" y="23434"/>
                    <a:pt x="31491" y="23377"/>
                  </a:cubicBezTo>
                  <a:cubicBezTo>
                    <a:pt x="31515" y="23294"/>
                    <a:pt x="31509" y="23180"/>
                    <a:pt x="31625" y="23180"/>
                  </a:cubicBezTo>
                  <a:cubicBezTo>
                    <a:pt x="31647" y="23180"/>
                    <a:pt x="31673" y="23184"/>
                    <a:pt x="31704" y="23193"/>
                  </a:cubicBezTo>
                  <a:cubicBezTo>
                    <a:pt x="31733" y="23193"/>
                    <a:pt x="31775" y="23136"/>
                    <a:pt x="31818" y="23108"/>
                  </a:cubicBezTo>
                  <a:cubicBezTo>
                    <a:pt x="31704" y="23037"/>
                    <a:pt x="31747" y="22866"/>
                    <a:pt x="31619" y="22824"/>
                  </a:cubicBezTo>
                  <a:lnTo>
                    <a:pt x="31719" y="22724"/>
                  </a:lnTo>
                  <a:lnTo>
                    <a:pt x="31719" y="22611"/>
                  </a:lnTo>
                  <a:cubicBezTo>
                    <a:pt x="31719" y="22582"/>
                    <a:pt x="31719" y="22568"/>
                    <a:pt x="31719" y="22540"/>
                  </a:cubicBezTo>
                  <a:cubicBezTo>
                    <a:pt x="31633" y="22469"/>
                    <a:pt x="31520" y="22426"/>
                    <a:pt x="31420" y="22426"/>
                  </a:cubicBezTo>
                  <a:lnTo>
                    <a:pt x="31406" y="22426"/>
                  </a:lnTo>
                  <a:lnTo>
                    <a:pt x="31420" y="22412"/>
                  </a:lnTo>
                  <a:cubicBezTo>
                    <a:pt x="31463" y="22256"/>
                    <a:pt x="31577" y="22114"/>
                    <a:pt x="31704" y="22028"/>
                  </a:cubicBezTo>
                  <a:cubicBezTo>
                    <a:pt x="31704" y="22000"/>
                    <a:pt x="31704" y="21972"/>
                    <a:pt x="31704" y="21957"/>
                  </a:cubicBezTo>
                  <a:cubicBezTo>
                    <a:pt x="31591" y="21886"/>
                    <a:pt x="31662" y="21716"/>
                    <a:pt x="31520" y="21659"/>
                  </a:cubicBezTo>
                  <a:cubicBezTo>
                    <a:pt x="31520" y="21631"/>
                    <a:pt x="31520" y="21603"/>
                    <a:pt x="31520" y="21574"/>
                  </a:cubicBezTo>
                  <a:lnTo>
                    <a:pt x="31605" y="21560"/>
                  </a:lnTo>
                  <a:cubicBezTo>
                    <a:pt x="31605" y="21532"/>
                    <a:pt x="31619" y="21503"/>
                    <a:pt x="31633" y="21475"/>
                  </a:cubicBezTo>
                  <a:cubicBezTo>
                    <a:pt x="31626" y="21468"/>
                    <a:pt x="31619" y="21464"/>
                    <a:pt x="31610" y="21464"/>
                  </a:cubicBezTo>
                  <a:cubicBezTo>
                    <a:pt x="31601" y="21464"/>
                    <a:pt x="31591" y="21468"/>
                    <a:pt x="31577" y="21475"/>
                  </a:cubicBezTo>
                  <a:cubicBezTo>
                    <a:pt x="31577" y="21375"/>
                    <a:pt x="31605" y="21276"/>
                    <a:pt x="31605" y="21191"/>
                  </a:cubicBezTo>
                  <a:cubicBezTo>
                    <a:pt x="31629" y="21158"/>
                    <a:pt x="31652" y="21147"/>
                    <a:pt x="31676" y="21147"/>
                  </a:cubicBezTo>
                  <a:cubicBezTo>
                    <a:pt x="31723" y="21147"/>
                    <a:pt x="31771" y="21191"/>
                    <a:pt x="31818" y="21191"/>
                  </a:cubicBezTo>
                  <a:cubicBezTo>
                    <a:pt x="31818" y="21134"/>
                    <a:pt x="31832" y="21063"/>
                    <a:pt x="31832" y="21006"/>
                  </a:cubicBezTo>
                  <a:cubicBezTo>
                    <a:pt x="31861" y="20992"/>
                    <a:pt x="31875" y="20992"/>
                    <a:pt x="31903" y="20992"/>
                  </a:cubicBezTo>
                  <a:lnTo>
                    <a:pt x="32017" y="20893"/>
                  </a:lnTo>
                  <a:cubicBezTo>
                    <a:pt x="32017" y="20864"/>
                    <a:pt x="32017" y="20850"/>
                    <a:pt x="32031" y="20822"/>
                  </a:cubicBezTo>
                  <a:cubicBezTo>
                    <a:pt x="32039" y="20826"/>
                    <a:pt x="32049" y="20828"/>
                    <a:pt x="32058" y="20828"/>
                  </a:cubicBezTo>
                  <a:cubicBezTo>
                    <a:pt x="32082" y="20828"/>
                    <a:pt x="32106" y="20817"/>
                    <a:pt x="32116" y="20807"/>
                  </a:cubicBezTo>
                  <a:lnTo>
                    <a:pt x="32116" y="20708"/>
                  </a:lnTo>
                  <a:cubicBezTo>
                    <a:pt x="32244" y="20495"/>
                    <a:pt x="32045" y="20240"/>
                    <a:pt x="32216" y="20041"/>
                  </a:cubicBezTo>
                  <a:cubicBezTo>
                    <a:pt x="32244" y="19998"/>
                    <a:pt x="32272" y="19970"/>
                    <a:pt x="32301" y="19941"/>
                  </a:cubicBezTo>
                  <a:cubicBezTo>
                    <a:pt x="32301" y="19899"/>
                    <a:pt x="32301" y="19870"/>
                    <a:pt x="32301" y="19842"/>
                  </a:cubicBezTo>
                  <a:cubicBezTo>
                    <a:pt x="32372" y="19757"/>
                    <a:pt x="32386" y="19643"/>
                    <a:pt x="32329" y="19558"/>
                  </a:cubicBezTo>
                  <a:cubicBezTo>
                    <a:pt x="32272" y="19430"/>
                    <a:pt x="32343" y="19288"/>
                    <a:pt x="32230" y="19175"/>
                  </a:cubicBezTo>
                  <a:cubicBezTo>
                    <a:pt x="32088" y="19061"/>
                    <a:pt x="32017" y="18876"/>
                    <a:pt x="32031" y="18706"/>
                  </a:cubicBezTo>
                  <a:cubicBezTo>
                    <a:pt x="32230" y="18365"/>
                    <a:pt x="32230" y="17939"/>
                    <a:pt x="32031" y="17613"/>
                  </a:cubicBezTo>
                  <a:cubicBezTo>
                    <a:pt x="31917" y="17428"/>
                    <a:pt x="31903" y="17201"/>
                    <a:pt x="31960" y="17002"/>
                  </a:cubicBezTo>
                  <a:cubicBezTo>
                    <a:pt x="32003" y="16832"/>
                    <a:pt x="32031" y="16662"/>
                    <a:pt x="32059" y="16491"/>
                  </a:cubicBezTo>
                  <a:cubicBezTo>
                    <a:pt x="32074" y="16349"/>
                    <a:pt x="32031" y="16207"/>
                    <a:pt x="31960" y="16094"/>
                  </a:cubicBezTo>
                  <a:cubicBezTo>
                    <a:pt x="31903" y="16008"/>
                    <a:pt x="31804" y="16008"/>
                    <a:pt x="31733" y="15994"/>
                  </a:cubicBezTo>
                  <a:cubicBezTo>
                    <a:pt x="31719" y="15952"/>
                    <a:pt x="31704" y="15909"/>
                    <a:pt x="31719" y="15867"/>
                  </a:cubicBezTo>
                  <a:cubicBezTo>
                    <a:pt x="31818" y="15540"/>
                    <a:pt x="31747" y="15199"/>
                    <a:pt x="31719" y="14887"/>
                  </a:cubicBezTo>
                  <a:cubicBezTo>
                    <a:pt x="31676" y="14631"/>
                    <a:pt x="31605" y="14390"/>
                    <a:pt x="31506" y="14149"/>
                  </a:cubicBezTo>
                  <a:cubicBezTo>
                    <a:pt x="31420" y="13907"/>
                    <a:pt x="31534" y="13652"/>
                    <a:pt x="31463" y="13410"/>
                  </a:cubicBezTo>
                  <a:cubicBezTo>
                    <a:pt x="31420" y="13197"/>
                    <a:pt x="31392" y="12999"/>
                    <a:pt x="31392" y="12800"/>
                  </a:cubicBezTo>
                  <a:cubicBezTo>
                    <a:pt x="31392" y="12601"/>
                    <a:pt x="31321" y="12416"/>
                    <a:pt x="31222" y="12260"/>
                  </a:cubicBezTo>
                  <a:cubicBezTo>
                    <a:pt x="31250" y="11692"/>
                    <a:pt x="31037" y="11181"/>
                    <a:pt x="30909" y="10642"/>
                  </a:cubicBezTo>
                  <a:cubicBezTo>
                    <a:pt x="30909" y="10287"/>
                    <a:pt x="30739" y="9989"/>
                    <a:pt x="30611" y="9676"/>
                  </a:cubicBezTo>
                  <a:cubicBezTo>
                    <a:pt x="30611" y="9648"/>
                    <a:pt x="30611" y="9605"/>
                    <a:pt x="30611" y="9591"/>
                  </a:cubicBezTo>
                  <a:cubicBezTo>
                    <a:pt x="30483" y="9492"/>
                    <a:pt x="30412" y="9335"/>
                    <a:pt x="30412" y="9179"/>
                  </a:cubicBezTo>
                  <a:cubicBezTo>
                    <a:pt x="30412" y="9151"/>
                    <a:pt x="30356" y="9122"/>
                    <a:pt x="30313" y="9080"/>
                  </a:cubicBezTo>
                  <a:cubicBezTo>
                    <a:pt x="30356" y="9009"/>
                    <a:pt x="30384" y="8924"/>
                    <a:pt x="30327" y="8853"/>
                  </a:cubicBezTo>
                  <a:cubicBezTo>
                    <a:pt x="30228" y="8696"/>
                    <a:pt x="30157" y="8526"/>
                    <a:pt x="30100" y="8342"/>
                  </a:cubicBezTo>
                  <a:cubicBezTo>
                    <a:pt x="30128" y="8114"/>
                    <a:pt x="30100" y="7873"/>
                    <a:pt x="30015" y="7674"/>
                  </a:cubicBezTo>
                  <a:lnTo>
                    <a:pt x="30100" y="7674"/>
                  </a:lnTo>
                  <a:cubicBezTo>
                    <a:pt x="30114" y="7603"/>
                    <a:pt x="30086" y="7532"/>
                    <a:pt x="30029" y="7490"/>
                  </a:cubicBezTo>
                  <a:cubicBezTo>
                    <a:pt x="30043" y="7404"/>
                    <a:pt x="29986" y="7333"/>
                    <a:pt x="29915" y="7277"/>
                  </a:cubicBezTo>
                  <a:lnTo>
                    <a:pt x="29901" y="7106"/>
                  </a:lnTo>
                  <a:cubicBezTo>
                    <a:pt x="29887" y="7107"/>
                    <a:pt x="29873" y="7108"/>
                    <a:pt x="29861" y="7108"/>
                  </a:cubicBezTo>
                  <a:cubicBezTo>
                    <a:pt x="29690" y="7108"/>
                    <a:pt x="29804" y="7016"/>
                    <a:pt x="29830" y="6936"/>
                  </a:cubicBezTo>
                  <a:cubicBezTo>
                    <a:pt x="29859" y="6865"/>
                    <a:pt x="29844" y="6780"/>
                    <a:pt x="29802" y="6709"/>
                  </a:cubicBezTo>
                  <a:cubicBezTo>
                    <a:pt x="29643" y="6762"/>
                    <a:pt x="29500" y="6839"/>
                    <a:pt x="29343" y="6839"/>
                  </a:cubicBezTo>
                  <a:cubicBezTo>
                    <a:pt x="29289" y="6839"/>
                    <a:pt x="29235" y="6830"/>
                    <a:pt x="29177" y="6808"/>
                  </a:cubicBezTo>
                  <a:lnTo>
                    <a:pt x="29092" y="6709"/>
                  </a:lnTo>
                  <a:cubicBezTo>
                    <a:pt x="29035" y="6553"/>
                    <a:pt x="28964" y="6396"/>
                    <a:pt x="29049" y="6212"/>
                  </a:cubicBezTo>
                  <a:cubicBezTo>
                    <a:pt x="29082" y="6168"/>
                    <a:pt x="29031" y="6108"/>
                    <a:pt x="28961" y="6108"/>
                  </a:cubicBezTo>
                  <a:cubicBezTo>
                    <a:pt x="28939" y="6108"/>
                    <a:pt x="28916" y="6113"/>
                    <a:pt x="28893" y="6127"/>
                  </a:cubicBezTo>
                  <a:cubicBezTo>
                    <a:pt x="28850" y="6152"/>
                    <a:pt x="28822" y="6163"/>
                    <a:pt x="28801" y="6163"/>
                  </a:cubicBezTo>
                  <a:cubicBezTo>
                    <a:pt x="28773" y="6163"/>
                    <a:pt x="28755" y="6144"/>
                    <a:pt x="28723" y="6112"/>
                  </a:cubicBezTo>
                  <a:cubicBezTo>
                    <a:pt x="28680" y="6056"/>
                    <a:pt x="28666" y="5956"/>
                    <a:pt x="28694" y="5885"/>
                  </a:cubicBezTo>
                  <a:cubicBezTo>
                    <a:pt x="28751" y="5800"/>
                    <a:pt x="28851" y="5772"/>
                    <a:pt x="28922" y="5715"/>
                  </a:cubicBezTo>
                  <a:cubicBezTo>
                    <a:pt x="28993" y="5672"/>
                    <a:pt x="28978" y="5587"/>
                    <a:pt x="28907" y="5559"/>
                  </a:cubicBezTo>
                  <a:cubicBezTo>
                    <a:pt x="28732" y="5518"/>
                    <a:pt x="28583" y="5401"/>
                    <a:pt x="28399" y="5401"/>
                  </a:cubicBezTo>
                  <a:cubicBezTo>
                    <a:pt x="28388" y="5401"/>
                    <a:pt x="28378" y="5402"/>
                    <a:pt x="28368" y="5403"/>
                  </a:cubicBezTo>
                  <a:cubicBezTo>
                    <a:pt x="28268" y="5403"/>
                    <a:pt x="28283" y="5332"/>
                    <a:pt x="28268" y="5275"/>
                  </a:cubicBezTo>
                  <a:lnTo>
                    <a:pt x="28070" y="5275"/>
                  </a:lnTo>
                  <a:cubicBezTo>
                    <a:pt x="27956" y="5190"/>
                    <a:pt x="28013" y="5090"/>
                    <a:pt x="28055" y="5005"/>
                  </a:cubicBezTo>
                  <a:cubicBezTo>
                    <a:pt x="28055" y="4934"/>
                    <a:pt x="28070" y="4863"/>
                    <a:pt x="28084" y="4792"/>
                  </a:cubicBezTo>
                  <a:lnTo>
                    <a:pt x="28084" y="4508"/>
                  </a:lnTo>
                  <a:cubicBezTo>
                    <a:pt x="28055" y="4480"/>
                    <a:pt x="28027" y="4480"/>
                    <a:pt x="27999" y="4480"/>
                  </a:cubicBezTo>
                  <a:cubicBezTo>
                    <a:pt x="28013" y="4465"/>
                    <a:pt x="27999" y="4423"/>
                    <a:pt x="27985" y="4409"/>
                  </a:cubicBezTo>
                  <a:cubicBezTo>
                    <a:pt x="27887" y="4268"/>
                    <a:pt x="27724" y="4185"/>
                    <a:pt x="27551" y="4185"/>
                  </a:cubicBezTo>
                  <a:cubicBezTo>
                    <a:pt x="27497" y="4185"/>
                    <a:pt x="27442" y="4193"/>
                    <a:pt x="27388" y="4210"/>
                  </a:cubicBezTo>
                  <a:cubicBezTo>
                    <a:pt x="27374" y="4096"/>
                    <a:pt x="27388" y="3997"/>
                    <a:pt x="27275" y="3926"/>
                  </a:cubicBezTo>
                  <a:cubicBezTo>
                    <a:pt x="27256" y="3932"/>
                    <a:pt x="27238" y="3935"/>
                    <a:pt x="27220" y="3935"/>
                  </a:cubicBezTo>
                  <a:cubicBezTo>
                    <a:pt x="27155" y="3935"/>
                    <a:pt x="27095" y="3897"/>
                    <a:pt x="27062" y="3841"/>
                  </a:cubicBezTo>
                  <a:cubicBezTo>
                    <a:pt x="27051" y="3820"/>
                    <a:pt x="27033" y="3807"/>
                    <a:pt x="27008" y="3807"/>
                  </a:cubicBezTo>
                  <a:cubicBezTo>
                    <a:pt x="26998" y="3807"/>
                    <a:pt x="26988" y="3809"/>
                    <a:pt x="26976" y="3812"/>
                  </a:cubicBezTo>
                  <a:lnTo>
                    <a:pt x="26976" y="3798"/>
                  </a:lnTo>
                  <a:cubicBezTo>
                    <a:pt x="27019" y="3784"/>
                    <a:pt x="27047" y="3770"/>
                    <a:pt x="27076" y="3756"/>
                  </a:cubicBezTo>
                  <a:cubicBezTo>
                    <a:pt x="27118" y="3685"/>
                    <a:pt x="27218" y="3713"/>
                    <a:pt x="27275" y="3656"/>
                  </a:cubicBezTo>
                  <a:cubicBezTo>
                    <a:pt x="27346" y="3571"/>
                    <a:pt x="27346" y="3443"/>
                    <a:pt x="27275" y="3358"/>
                  </a:cubicBezTo>
                  <a:cubicBezTo>
                    <a:pt x="27260" y="3351"/>
                    <a:pt x="27243" y="3347"/>
                    <a:pt x="27225" y="3347"/>
                  </a:cubicBezTo>
                  <a:cubicBezTo>
                    <a:pt x="27207" y="3347"/>
                    <a:pt x="27189" y="3351"/>
                    <a:pt x="27175" y="3358"/>
                  </a:cubicBezTo>
                  <a:cubicBezTo>
                    <a:pt x="27133" y="3401"/>
                    <a:pt x="27104" y="3429"/>
                    <a:pt x="27076" y="3457"/>
                  </a:cubicBezTo>
                  <a:cubicBezTo>
                    <a:pt x="26976" y="3429"/>
                    <a:pt x="26962" y="3358"/>
                    <a:pt x="26962" y="3273"/>
                  </a:cubicBezTo>
                  <a:cubicBezTo>
                    <a:pt x="26941" y="3244"/>
                    <a:pt x="26905" y="3230"/>
                    <a:pt x="26868" y="3230"/>
                  </a:cubicBezTo>
                  <a:cubicBezTo>
                    <a:pt x="26831" y="3230"/>
                    <a:pt x="26792" y="3244"/>
                    <a:pt x="26763" y="3273"/>
                  </a:cubicBezTo>
                  <a:cubicBezTo>
                    <a:pt x="26721" y="3301"/>
                    <a:pt x="26678" y="3315"/>
                    <a:pt x="26636" y="3358"/>
                  </a:cubicBezTo>
                  <a:cubicBezTo>
                    <a:pt x="26607" y="3330"/>
                    <a:pt x="26579" y="3301"/>
                    <a:pt x="26551" y="3287"/>
                  </a:cubicBezTo>
                  <a:cubicBezTo>
                    <a:pt x="26489" y="3259"/>
                    <a:pt x="26452" y="3242"/>
                    <a:pt x="26430" y="3242"/>
                  </a:cubicBezTo>
                  <a:cubicBezTo>
                    <a:pt x="26397" y="3242"/>
                    <a:pt x="26400" y="3283"/>
                    <a:pt x="26409" y="3386"/>
                  </a:cubicBezTo>
                  <a:cubicBezTo>
                    <a:pt x="26409" y="3415"/>
                    <a:pt x="26380" y="3443"/>
                    <a:pt x="26366" y="3457"/>
                  </a:cubicBezTo>
                  <a:cubicBezTo>
                    <a:pt x="26267" y="3401"/>
                    <a:pt x="26281" y="3301"/>
                    <a:pt x="26252" y="3216"/>
                  </a:cubicBezTo>
                  <a:cubicBezTo>
                    <a:pt x="26281" y="3188"/>
                    <a:pt x="26295" y="3159"/>
                    <a:pt x="26309" y="3131"/>
                  </a:cubicBezTo>
                  <a:cubicBezTo>
                    <a:pt x="26338" y="3046"/>
                    <a:pt x="26309" y="2960"/>
                    <a:pt x="26267" y="2889"/>
                  </a:cubicBezTo>
                  <a:cubicBezTo>
                    <a:pt x="26252" y="2861"/>
                    <a:pt x="26252" y="2833"/>
                    <a:pt x="26267" y="2804"/>
                  </a:cubicBezTo>
                  <a:cubicBezTo>
                    <a:pt x="26224" y="2751"/>
                    <a:pt x="26198" y="2675"/>
                    <a:pt x="26140" y="2675"/>
                  </a:cubicBezTo>
                  <a:cubicBezTo>
                    <a:pt x="26120" y="2675"/>
                    <a:pt x="26097" y="2683"/>
                    <a:pt x="26068" y="2705"/>
                  </a:cubicBezTo>
                  <a:cubicBezTo>
                    <a:pt x="26041" y="2717"/>
                    <a:pt x="26019" y="2722"/>
                    <a:pt x="25999" y="2722"/>
                  </a:cubicBezTo>
                  <a:cubicBezTo>
                    <a:pt x="25927" y="2722"/>
                    <a:pt x="25900" y="2650"/>
                    <a:pt x="25855" y="2606"/>
                  </a:cubicBezTo>
                  <a:cubicBezTo>
                    <a:pt x="25826" y="2577"/>
                    <a:pt x="25791" y="2563"/>
                    <a:pt x="25755" y="2563"/>
                  </a:cubicBezTo>
                  <a:cubicBezTo>
                    <a:pt x="25720" y="2563"/>
                    <a:pt x="25684" y="2577"/>
                    <a:pt x="25656" y="2606"/>
                  </a:cubicBezTo>
                  <a:cubicBezTo>
                    <a:pt x="25642" y="2620"/>
                    <a:pt x="25624" y="2627"/>
                    <a:pt x="25606" y="2627"/>
                  </a:cubicBezTo>
                  <a:cubicBezTo>
                    <a:pt x="25589" y="2627"/>
                    <a:pt x="25571" y="2620"/>
                    <a:pt x="25557" y="2606"/>
                  </a:cubicBezTo>
                  <a:cubicBezTo>
                    <a:pt x="25557" y="2577"/>
                    <a:pt x="25557" y="2549"/>
                    <a:pt x="25557" y="2520"/>
                  </a:cubicBezTo>
                  <a:cubicBezTo>
                    <a:pt x="25535" y="2488"/>
                    <a:pt x="25506" y="2472"/>
                    <a:pt x="25475" y="2472"/>
                  </a:cubicBezTo>
                  <a:cubicBezTo>
                    <a:pt x="25464" y="2472"/>
                    <a:pt x="25454" y="2474"/>
                    <a:pt x="25443" y="2478"/>
                  </a:cubicBezTo>
                  <a:lnTo>
                    <a:pt x="25429" y="2506"/>
                  </a:lnTo>
                  <a:lnTo>
                    <a:pt x="25372" y="2449"/>
                  </a:lnTo>
                  <a:cubicBezTo>
                    <a:pt x="25372" y="2435"/>
                    <a:pt x="25386" y="2421"/>
                    <a:pt x="25386" y="2421"/>
                  </a:cubicBezTo>
                  <a:cubicBezTo>
                    <a:pt x="25400" y="2378"/>
                    <a:pt x="25386" y="2336"/>
                    <a:pt x="25344" y="2322"/>
                  </a:cubicBezTo>
                  <a:cubicBezTo>
                    <a:pt x="25315" y="2322"/>
                    <a:pt x="25287" y="2307"/>
                    <a:pt x="25258" y="2307"/>
                  </a:cubicBezTo>
                  <a:cubicBezTo>
                    <a:pt x="25216" y="2279"/>
                    <a:pt x="25187" y="2251"/>
                    <a:pt x="25159" y="2222"/>
                  </a:cubicBezTo>
                  <a:cubicBezTo>
                    <a:pt x="25102" y="2165"/>
                    <a:pt x="25003" y="2180"/>
                    <a:pt x="24960" y="2123"/>
                  </a:cubicBezTo>
                  <a:cubicBezTo>
                    <a:pt x="24918" y="2094"/>
                    <a:pt x="24889" y="2052"/>
                    <a:pt x="24861" y="2023"/>
                  </a:cubicBezTo>
                  <a:cubicBezTo>
                    <a:pt x="24815" y="1989"/>
                    <a:pt x="24779" y="1908"/>
                    <a:pt x="24706" y="1908"/>
                  </a:cubicBezTo>
                  <a:cubicBezTo>
                    <a:pt x="24689" y="1908"/>
                    <a:pt x="24670" y="1913"/>
                    <a:pt x="24648" y="1924"/>
                  </a:cubicBezTo>
                  <a:cubicBezTo>
                    <a:pt x="24622" y="1940"/>
                    <a:pt x="24601" y="1947"/>
                    <a:pt x="24582" y="1947"/>
                  </a:cubicBezTo>
                  <a:cubicBezTo>
                    <a:pt x="24520" y="1947"/>
                    <a:pt x="24493" y="1872"/>
                    <a:pt x="24449" y="1839"/>
                  </a:cubicBezTo>
                  <a:cubicBezTo>
                    <a:pt x="24421" y="1810"/>
                    <a:pt x="24392" y="1796"/>
                    <a:pt x="24350" y="1782"/>
                  </a:cubicBezTo>
                  <a:cubicBezTo>
                    <a:pt x="24350" y="1739"/>
                    <a:pt x="24336" y="1697"/>
                    <a:pt x="24336" y="1668"/>
                  </a:cubicBezTo>
                  <a:lnTo>
                    <a:pt x="24265" y="1668"/>
                  </a:lnTo>
                  <a:lnTo>
                    <a:pt x="24151" y="1754"/>
                  </a:lnTo>
                  <a:lnTo>
                    <a:pt x="23938" y="1754"/>
                  </a:lnTo>
                  <a:cubicBezTo>
                    <a:pt x="23938" y="1725"/>
                    <a:pt x="23938" y="1697"/>
                    <a:pt x="23938" y="1668"/>
                  </a:cubicBezTo>
                  <a:cubicBezTo>
                    <a:pt x="23839" y="1583"/>
                    <a:pt x="23753" y="1526"/>
                    <a:pt x="23654" y="1470"/>
                  </a:cubicBezTo>
                  <a:cubicBezTo>
                    <a:pt x="23555" y="1427"/>
                    <a:pt x="23484" y="1356"/>
                    <a:pt x="23427" y="1285"/>
                  </a:cubicBezTo>
                  <a:cubicBezTo>
                    <a:pt x="23399" y="1285"/>
                    <a:pt x="23370" y="1271"/>
                    <a:pt x="23342" y="1271"/>
                  </a:cubicBezTo>
                  <a:lnTo>
                    <a:pt x="23342" y="1172"/>
                  </a:lnTo>
                  <a:cubicBezTo>
                    <a:pt x="23331" y="1173"/>
                    <a:pt x="23320" y="1174"/>
                    <a:pt x="23309" y="1174"/>
                  </a:cubicBezTo>
                  <a:cubicBezTo>
                    <a:pt x="23239" y="1174"/>
                    <a:pt x="23180" y="1134"/>
                    <a:pt x="23143" y="1072"/>
                  </a:cubicBezTo>
                  <a:cubicBezTo>
                    <a:pt x="23125" y="1074"/>
                    <a:pt x="23106" y="1075"/>
                    <a:pt x="23088" y="1075"/>
                  </a:cubicBezTo>
                  <a:cubicBezTo>
                    <a:pt x="22965" y="1075"/>
                    <a:pt x="22843" y="1035"/>
                    <a:pt x="22731" y="973"/>
                  </a:cubicBezTo>
                  <a:lnTo>
                    <a:pt x="22731" y="1172"/>
                  </a:lnTo>
                  <a:cubicBezTo>
                    <a:pt x="22703" y="1172"/>
                    <a:pt x="22674" y="1157"/>
                    <a:pt x="22646" y="1157"/>
                  </a:cubicBezTo>
                  <a:lnTo>
                    <a:pt x="22547" y="973"/>
                  </a:lnTo>
                  <a:lnTo>
                    <a:pt x="22532" y="788"/>
                  </a:lnTo>
                  <a:cubicBezTo>
                    <a:pt x="22504" y="760"/>
                    <a:pt x="22461" y="717"/>
                    <a:pt x="22433" y="689"/>
                  </a:cubicBezTo>
                  <a:cubicBezTo>
                    <a:pt x="22419" y="675"/>
                    <a:pt x="22398" y="667"/>
                    <a:pt x="22378" y="667"/>
                  </a:cubicBezTo>
                  <a:cubicBezTo>
                    <a:pt x="22359" y="667"/>
                    <a:pt x="22341" y="675"/>
                    <a:pt x="22334" y="689"/>
                  </a:cubicBezTo>
                  <a:lnTo>
                    <a:pt x="22234" y="689"/>
                  </a:lnTo>
                  <a:cubicBezTo>
                    <a:pt x="22220" y="703"/>
                    <a:pt x="22199" y="710"/>
                    <a:pt x="22178" y="710"/>
                  </a:cubicBezTo>
                  <a:cubicBezTo>
                    <a:pt x="22156" y="710"/>
                    <a:pt x="22135" y="703"/>
                    <a:pt x="22121" y="689"/>
                  </a:cubicBezTo>
                  <a:cubicBezTo>
                    <a:pt x="22100" y="668"/>
                    <a:pt x="22072" y="655"/>
                    <a:pt x="22041" y="655"/>
                  </a:cubicBezTo>
                  <a:cubicBezTo>
                    <a:pt x="22030" y="655"/>
                    <a:pt x="22019" y="657"/>
                    <a:pt x="22007" y="660"/>
                  </a:cubicBezTo>
                  <a:cubicBezTo>
                    <a:pt x="21993" y="675"/>
                    <a:pt x="21993" y="675"/>
                    <a:pt x="21979" y="675"/>
                  </a:cubicBezTo>
                  <a:cubicBezTo>
                    <a:pt x="21908" y="675"/>
                    <a:pt x="21851" y="646"/>
                    <a:pt x="21808" y="604"/>
                  </a:cubicBezTo>
                  <a:lnTo>
                    <a:pt x="21638" y="604"/>
                  </a:lnTo>
                  <a:cubicBezTo>
                    <a:pt x="21624" y="618"/>
                    <a:pt x="21624" y="632"/>
                    <a:pt x="21624" y="646"/>
                  </a:cubicBezTo>
                  <a:cubicBezTo>
                    <a:pt x="21581" y="646"/>
                    <a:pt x="21553" y="660"/>
                    <a:pt x="21524" y="675"/>
                  </a:cubicBezTo>
                  <a:lnTo>
                    <a:pt x="21411" y="788"/>
                  </a:lnTo>
                  <a:cubicBezTo>
                    <a:pt x="21357" y="808"/>
                    <a:pt x="21304" y="835"/>
                    <a:pt x="21265" y="835"/>
                  </a:cubicBezTo>
                  <a:cubicBezTo>
                    <a:pt x="21222" y="835"/>
                    <a:pt x="21197" y="801"/>
                    <a:pt x="21212" y="689"/>
                  </a:cubicBezTo>
                  <a:cubicBezTo>
                    <a:pt x="21269" y="632"/>
                    <a:pt x="21269" y="547"/>
                    <a:pt x="21212" y="490"/>
                  </a:cubicBezTo>
                  <a:cubicBezTo>
                    <a:pt x="21182" y="467"/>
                    <a:pt x="21143" y="453"/>
                    <a:pt x="21105" y="453"/>
                  </a:cubicBezTo>
                  <a:cubicBezTo>
                    <a:pt x="21072" y="453"/>
                    <a:pt x="21040" y="464"/>
                    <a:pt x="21013" y="490"/>
                  </a:cubicBezTo>
                  <a:lnTo>
                    <a:pt x="20999" y="490"/>
                  </a:lnTo>
                  <a:cubicBezTo>
                    <a:pt x="20992" y="504"/>
                    <a:pt x="20974" y="511"/>
                    <a:pt x="20956" y="511"/>
                  </a:cubicBezTo>
                  <a:cubicBezTo>
                    <a:pt x="20939" y="511"/>
                    <a:pt x="20921" y="504"/>
                    <a:pt x="20914" y="490"/>
                  </a:cubicBezTo>
                  <a:cubicBezTo>
                    <a:pt x="20891" y="490"/>
                    <a:pt x="20868" y="491"/>
                    <a:pt x="20845" y="491"/>
                  </a:cubicBezTo>
                  <a:cubicBezTo>
                    <a:pt x="20751" y="491"/>
                    <a:pt x="20658" y="482"/>
                    <a:pt x="20602" y="391"/>
                  </a:cubicBezTo>
                  <a:cubicBezTo>
                    <a:pt x="20587" y="362"/>
                    <a:pt x="20545" y="348"/>
                    <a:pt x="20516" y="348"/>
                  </a:cubicBezTo>
                  <a:cubicBezTo>
                    <a:pt x="20516" y="334"/>
                    <a:pt x="20516" y="320"/>
                    <a:pt x="20502" y="291"/>
                  </a:cubicBezTo>
                  <a:cubicBezTo>
                    <a:pt x="20389" y="305"/>
                    <a:pt x="20289" y="334"/>
                    <a:pt x="20204" y="391"/>
                  </a:cubicBezTo>
                  <a:lnTo>
                    <a:pt x="20204" y="476"/>
                  </a:lnTo>
                  <a:cubicBezTo>
                    <a:pt x="20190" y="476"/>
                    <a:pt x="20190" y="462"/>
                    <a:pt x="20176" y="447"/>
                  </a:cubicBezTo>
                  <a:lnTo>
                    <a:pt x="20105" y="447"/>
                  </a:lnTo>
                  <a:lnTo>
                    <a:pt x="20105" y="405"/>
                  </a:lnTo>
                  <a:cubicBezTo>
                    <a:pt x="20005" y="405"/>
                    <a:pt x="19906" y="419"/>
                    <a:pt x="19806" y="447"/>
                  </a:cubicBezTo>
                  <a:cubicBezTo>
                    <a:pt x="19784" y="453"/>
                    <a:pt x="19760" y="456"/>
                    <a:pt x="19736" y="456"/>
                  </a:cubicBezTo>
                  <a:cubicBezTo>
                    <a:pt x="19639" y="456"/>
                    <a:pt x="19540" y="411"/>
                    <a:pt x="19494" y="320"/>
                  </a:cubicBezTo>
                  <a:cubicBezTo>
                    <a:pt x="19409" y="376"/>
                    <a:pt x="19338" y="433"/>
                    <a:pt x="19253" y="490"/>
                  </a:cubicBezTo>
                  <a:cubicBezTo>
                    <a:pt x="19182" y="561"/>
                    <a:pt x="19097" y="632"/>
                    <a:pt x="19011" y="646"/>
                  </a:cubicBezTo>
                  <a:cubicBezTo>
                    <a:pt x="19006" y="647"/>
                    <a:pt x="19001" y="647"/>
                    <a:pt x="18996" y="647"/>
                  </a:cubicBezTo>
                  <a:cubicBezTo>
                    <a:pt x="18886" y="647"/>
                    <a:pt x="18909" y="502"/>
                    <a:pt x="18841" y="447"/>
                  </a:cubicBezTo>
                  <a:cubicBezTo>
                    <a:pt x="18784" y="433"/>
                    <a:pt x="18742" y="419"/>
                    <a:pt x="18699" y="405"/>
                  </a:cubicBezTo>
                  <a:cubicBezTo>
                    <a:pt x="18699" y="490"/>
                    <a:pt x="18656" y="561"/>
                    <a:pt x="18585" y="604"/>
                  </a:cubicBezTo>
                  <a:cubicBezTo>
                    <a:pt x="18557" y="589"/>
                    <a:pt x="18529" y="589"/>
                    <a:pt x="18500" y="575"/>
                  </a:cubicBezTo>
                  <a:cubicBezTo>
                    <a:pt x="18543" y="518"/>
                    <a:pt x="18543" y="447"/>
                    <a:pt x="18585" y="405"/>
                  </a:cubicBezTo>
                  <a:cubicBezTo>
                    <a:pt x="18571" y="362"/>
                    <a:pt x="18571" y="334"/>
                    <a:pt x="18585" y="305"/>
                  </a:cubicBezTo>
                  <a:cubicBezTo>
                    <a:pt x="18543" y="277"/>
                    <a:pt x="18514" y="234"/>
                    <a:pt x="18486" y="206"/>
                  </a:cubicBezTo>
                  <a:cubicBezTo>
                    <a:pt x="18472" y="199"/>
                    <a:pt x="18454" y="195"/>
                    <a:pt x="18436" y="195"/>
                  </a:cubicBezTo>
                  <a:cubicBezTo>
                    <a:pt x="18419" y="195"/>
                    <a:pt x="18401" y="199"/>
                    <a:pt x="18387" y="206"/>
                  </a:cubicBezTo>
                  <a:cubicBezTo>
                    <a:pt x="18344" y="234"/>
                    <a:pt x="18316" y="277"/>
                    <a:pt x="18287" y="305"/>
                  </a:cubicBezTo>
                  <a:cubicBezTo>
                    <a:pt x="18230" y="347"/>
                    <a:pt x="18168" y="356"/>
                    <a:pt x="18104" y="356"/>
                  </a:cubicBezTo>
                  <a:cubicBezTo>
                    <a:pt x="18051" y="356"/>
                    <a:pt x="17996" y="350"/>
                    <a:pt x="17943" y="350"/>
                  </a:cubicBezTo>
                  <a:cubicBezTo>
                    <a:pt x="17885" y="350"/>
                    <a:pt x="17828" y="358"/>
                    <a:pt x="17776" y="391"/>
                  </a:cubicBezTo>
                  <a:cubicBezTo>
                    <a:pt x="17748" y="401"/>
                    <a:pt x="17726" y="405"/>
                    <a:pt x="17708" y="405"/>
                  </a:cubicBezTo>
                  <a:cubicBezTo>
                    <a:pt x="17598" y="405"/>
                    <a:pt x="17653" y="243"/>
                    <a:pt x="17592" y="206"/>
                  </a:cubicBezTo>
                  <a:cubicBezTo>
                    <a:pt x="17549" y="178"/>
                    <a:pt x="17521" y="149"/>
                    <a:pt x="17478" y="121"/>
                  </a:cubicBezTo>
                  <a:cubicBezTo>
                    <a:pt x="17464" y="107"/>
                    <a:pt x="17446" y="100"/>
                    <a:pt x="17428" y="100"/>
                  </a:cubicBezTo>
                  <a:cubicBezTo>
                    <a:pt x="17411" y="100"/>
                    <a:pt x="17393" y="107"/>
                    <a:pt x="17379" y="121"/>
                  </a:cubicBezTo>
                  <a:cubicBezTo>
                    <a:pt x="17357" y="149"/>
                    <a:pt x="17322" y="163"/>
                    <a:pt x="17286" y="163"/>
                  </a:cubicBezTo>
                  <a:cubicBezTo>
                    <a:pt x="17251" y="163"/>
                    <a:pt x="17215" y="149"/>
                    <a:pt x="17194" y="121"/>
                  </a:cubicBezTo>
                  <a:cubicBezTo>
                    <a:pt x="17123" y="64"/>
                    <a:pt x="17038" y="78"/>
                    <a:pt x="16981" y="21"/>
                  </a:cubicBezTo>
                  <a:cubicBezTo>
                    <a:pt x="16967" y="29"/>
                    <a:pt x="16949" y="32"/>
                    <a:pt x="16931" y="32"/>
                  </a:cubicBezTo>
                  <a:cubicBezTo>
                    <a:pt x="16914" y="32"/>
                    <a:pt x="16896" y="29"/>
                    <a:pt x="16882" y="21"/>
                  </a:cubicBezTo>
                  <a:cubicBezTo>
                    <a:pt x="16867" y="7"/>
                    <a:pt x="16850" y="0"/>
                    <a:pt x="16832" y="0"/>
                  </a:cubicBezTo>
                  <a:close/>
                </a:path>
              </a:pathLst>
            </a:custGeom>
            <a:solidFill>
              <a:schemeClr val="lt1"/>
            </a:solidFill>
            <a:ln cap="flat" cmpd="sng" w="80200">
              <a:solidFill>
                <a:schemeClr val="lt1"/>
              </a:solidFill>
              <a:prstDash val="solid"/>
              <a:round/>
              <a:headEnd len="sm" w="sm" type="none"/>
              <a:tailEnd len="sm" w="sm" type="none"/>
            </a:ln>
            <a:effectLst>
              <a:outerShdw blurRad="30075" rotWithShape="0" algn="bl" dir="5400000" dist="10025">
                <a:schemeClr val="dk1">
                  <a:alpha val="50000"/>
                </a:schemeClr>
              </a:outerShdw>
            </a:effectLst>
          </p:spPr>
          <p:txBody>
            <a:bodyPr anchorCtr="0" anchor="ctr" bIns="48100" lIns="48100" spcFirstLastPara="1" rIns="48100" wrap="square" tIns="48100">
              <a:noAutofit/>
            </a:bodyPr>
            <a:lstStyle/>
            <a:p>
              <a:pPr indent="0" lvl="0" marL="0" rtl="0" algn="l">
                <a:spcBef>
                  <a:spcPts val="0"/>
                </a:spcBef>
                <a:spcAft>
                  <a:spcPts val="0"/>
                </a:spcAft>
                <a:buNone/>
              </a:pPr>
              <a:r>
                <a:t/>
              </a:r>
              <a:endParaRPr/>
            </a:p>
          </p:txBody>
        </p:sp>
        <p:pic>
          <p:nvPicPr>
            <p:cNvPr id="844" name="Google Shape;844;p55"/>
            <p:cNvPicPr preferRelativeResize="0"/>
            <p:nvPr/>
          </p:nvPicPr>
          <p:blipFill>
            <a:blip r:embed="rId3">
              <a:alphaModFix amt="82000"/>
            </a:blip>
            <a:stretch>
              <a:fillRect/>
            </a:stretch>
          </p:blipFill>
          <p:spPr>
            <a:xfrm>
              <a:off x="11769258" y="2900662"/>
              <a:ext cx="1125095" cy="1125089"/>
            </a:xfrm>
            <a:prstGeom prst="rect">
              <a:avLst/>
            </a:prstGeom>
            <a:noFill/>
            <a:ln>
              <a:noFill/>
            </a:ln>
          </p:spPr>
        </p:pic>
      </p:grpSp>
      <p:graphicFrame>
        <p:nvGraphicFramePr>
          <p:cNvPr id="845" name="Google Shape;845;p55"/>
          <p:cNvGraphicFramePr/>
          <p:nvPr/>
        </p:nvGraphicFramePr>
        <p:xfrm>
          <a:off x="282040" y="3071934"/>
          <a:ext cx="3000000" cy="3000000"/>
        </p:xfrm>
        <a:graphic>
          <a:graphicData uri="http://schemas.openxmlformats.org/drawingml/2006/table">
            <a:tbl>
              <a:tblPr>
                <a:noFill/>
                <a:tableStyleId>{FB88F5EA-AF5F-45D1-B4E8-06C1573A6736}</a:tableStyleId>
              </a:tblPr>
              <a:tblGrid>
                <a:gridCol w="2113575"/>
                <a:gridCol w="1332500"/>
                <a:gridCol w="1321800"/>
                <a:gridCol w="1309450"/>
                <a:gridCol w="1272350"/>
                <a:gridCol w="1235225"/>
              </a:tblGrid>
              <a:tr h="381000">
                <a:tc>
                  <a:txBody>
                    <a:bodyPr/>
                    <a:lstStyle/>
                    <a:p>
                      <a:pPr indent="0" lvl="0" marL="0" rtl="0" algn="l">
                        <a:spcBef>
                          <a:spcPts val="0"/>
                        </a:spcBef>
                        <a:spcAft>
                          <a:spcPts val="0"/>
                        </a:spcAft>
                        <a:buNone/>
                      </a:pPr>
                      <a:r>
                        <a:rPr b="1" lang="en">
                          <a:latin typeface="Artifika"/>
                          <a:ea typeface="Artifika"/>
                          <a:cs typeface="Artifika"/>
                          <a:sym typeface="Artifika"/>
                        </a:rPr>
                        <a:t>Model + ngram (1,2)</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a:latin typeface="Artifika"/>
                          <a:ea typeface="Artifika"/>
                          <a:cs typeface="Artifika"/>
                          <a:sym typeface="Artifika"/>
                        </a:rPr>
                        <a:t>Accuracy</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a:latin typeface="Artifika"/>
                          <a:ea typeface="Artifika"/>
                          <a:cs typeface="Artifika"/>
                          <a:sym typeface="Artifika"/>
                        </a:rPr>
                        <a:t>Macro F1</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a:latin typeface="Artifika"/>
                          <a:ea typeface="Artifika"/>
                          <a:cs typeface="Artifika"/>
                          <a:sym typeface="Artifika"/>
                        </a:rPr>
                        <a:t>Macro Precision</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a:latin typeface="Artifika"/>
                          <a:ea typeface="Artifika"/>
                          <a:cs typeface="Artifika"/>
                          <a:sym typeface="Artifika"/>
                        </a:rPr>
                        <a:t>Macro Recall</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a:latin typeface="Artifika"/>
                          <a:ea typeface="Artifika"/>
                          <a:cs typeface="Artifika"/>
                          <a:sym typeface="Artifika"/>
                        </a:rPr>
                        <a:t>Weighted F1</a:t>
                      </a:r>
                      <a:endParaRPr b="1">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r>
              <a:tr h="433300">
                <a:tc>
                  <a:txBody>
                    <a:bodyPr/>
                    <a:lstStyle/>
                    <a:p>
                      <a:pPr indent="0" lvl="0" marL="0" rtl="0" algn="l">
                        <a:spcBef>
                          <a:spcPts val="0"/>
                        </a:spcBef>
                        <a:spcAft>
                          <a:spcPts val="0"/>
                        </a:spcAft>
                        <a:buNone/>
                      </a:pPr>
                      <a:r>
                        <a:rPr lang="en">
                          <a:latin typeface="Gantari"/>
                          <a:ea typeface="Gantari"/>
                          <a:cs typeface="Gantari"/>
                          <a:sym typeface="Gantari"/>
                        </a:rPr>
                        <a:t>Naive Bayes (MNB)</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a:latin typeface="Gantari"/>
                          <a:ea typeface="Gantari"/>
                          <a:cs typeface="Gantari"/>
                          <a:sym typeface="Gantari"/>
                        </a:rPr>
                        <a:t>0.802</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latin typeface="Gantari"/>
                          <a:ea typeface="Gantari"/>
                          <a:cs typeface="Gantari"/>
                          <a:sym typeface="Gantari"/>
                        </a:rPr>
                        <a:t>0.401</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0.704</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0.395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0.728</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427950">
                <a:tc>
                  <a:txBody>
                    <a:bodyPr/>
                    <a:lstStyle/>
                    <a:p>
                      <a:pPr indent="0" lvl="0" marL="0" rtl="0" algn="l">
                        <a:spcBef>
                          <a:spcPts val="0"/>
                        </a:spcBef>
                        <a:spcAft>
                          <a:spcPts val="0"/>
                        </a:spcAft>
                        <a:buNone/>
                      </a:pPr>
                      <a:r>
                        <a:rPr lang="en">
                          <a:latin typeface="Gantari"/>
                          <a:ea typeface="Gantari"/>
                          <a:cs typeface="Gantari"/>
                          <a:sym typeface="Gantari"/>
                        </a:rPr>
                        <a:t>Logistics Regression</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a:latin typeface="Gantari"/>
                          <a:ea typeface="Gantari"/>
                          <a:cs typeface="Gantari"/>
                          <a:sym typeface="Gantari"/>
                        </a:rPr>
                        <a:t>0.766</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latin typeface="Gantari"/>
                          <a:ea typeface="Gantari"/>
                          <a:cs typeface="Gantari"/>
                          <a:sym typeface="Gantari"/>
                        </a:rPr>
                        <a:t>0.613</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0.591</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0.655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0.786</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81000">
                <a:tc>
                  <a:txBody>
                    <a:bodyPr/>
                    <a:lstStyle/>
                    <a:p>
                      <a:pPr indent="0" lvl="0" marL="0" rtl="0" algn="l">
                        <a:spcBef>
                          <a:spcPts val="0"/>
                        </a:spcBef>
                        <a:spcAft>
                          <a:spcPts val="0"/>
                        </a:spcAft>
                        <a:buNone/>
                      </a:pPr>
                      <a:r>
                        <a:rPr lang="en">
                          <a:latin typeface="Gantari"/>
                          <a:ea typeface="Gantari"/>
                          <a:cs typeface="Gantari"/>
                          <a:sym typeface="Gantari"/>
                        </a:rPr>
                        <a:t>SVM (Linear SVC)</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a:latin typeface="Gantari"/>
                          <a:ea typeface="Gantari"/>
                          <a:cs typeface="Gantari"/>
                          <a:sym typeface="Gantari"/>
                        </a:rPr>
                        <a:t>0.810</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latin typeface="Gantari"/>
                          <a:ea typeface="Gantari"/>
                          <a:cs typeface="Gantari"/>
                          <a:sym typeface="Gantari"/>
                        </a:rPr>
                        <a:t>0.606</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0.609</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0.604</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latin typeface="Gantari"/>
                          <a:ea typeface="Gantari"/>
                          <a:cs typeface="Gantari"/>
                          <a:sym typeface="Gantari"/>
                        </a:rPr>
                        <a:t>0.805</a:t>
                      </a:r>
                      <a:endParaRPr>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56"/>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SVM?</a:t>
            </a:r>
            <a:endParaRPr/>
          </a:p>
        </p:txBody>
      </p:sp>
      <p:sp>
        <p:nvSpPr>
          <p:cNvPr id="851" name="Google Shape;851;p56"/>
          <p:cNvSpPr/>
          <p:nvPr/>
        </p:nvSpPr>
        <p:spPr>
          <a:xfrm>
            <a:off x="1554975" y="1298425"/>
            <a:ext cx="2228100" cy="1354800"/>
          </a:xfrm>
          <a:prstGeom prst="roundRect">
            <a:avLst>
              <a:gd fmla="val 16667" name="adj"/>
            </a:avLst>
          </a:prstGeom>
          <a:solidFill>
            <a:schemeClr val="accent5"/>
          </a:solidFill>
          <a:ln cap="flat" cmpd="sng" w="19050">
            <a:solidFill>
              <a:schemeClr val="lt1"/>
            </a:solidFill>
            <a:prstDash val="solid"/>
            <a:round/>
            <a:headEnd len="sm" w="sm" type="none"/>
            <a:tailEnd len="sm" w="sm" type="none"/>
          </a:ln>
        </p:spPr>
        <p:txBody>
          <a:bodyPr anchorCtr="0" anchor="ctr" bIns="82575" lIns="82575" spcFirstLastPara="1" rIns="82575" wrap="square" tIns="82575">
            <a:noAutofit/>
          </a:bodyPr>
          <a:lstStyle/>
          <a:p>
            <a:pPr indent="0" lvl="0" marL="0" rtl="0" algn="l">
              <a:lnSpc>
                <a:spcPct val="115000"/>
              </a:lnSpc>
              <a:spcBef>
                <a:spcPts val="0"/>
              </a:spcBef>
              <a:spcAft>
                <a:spcPts val="0"/>
              </a:spcAft>
              <a:buNone/>
            </a:pPr>
            <a:r>
              <a:t/>
            </a:r>
            <a:endParaRPr sz="1626">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626">
                <a:solidFill>
                  <a:schemeClr val="dk1"/>
                </a:solidFill>
                <a:latin typeface="Gantari"/>
                <a:ea typeface="Gantari"/>
                <a:cs typeface="Gantari"/>
                <a:sym typeface="Gantari"/>
              </a:rPr>
              <a:t> </a:t>
            </a:r>
            <a:endParaRPr sz="1626">
              <a:solidFill>
                <a:schemeClr val="dk1"/>
              </a:solidFill>
              <a:latin typeface="Gantari"/>
              <a:ea typeface="Gantari"/>
              <a:cs typeface="Gantari"/>
              <a:sym typeface="Gantari"/>
            </a:endParaRPr>
          </a:p>
          <a:p>
            <a:pPr indent="0" lvl="0" marL="0" rtl="0" algn="l">
              <a:lnSpc>
                <a:spcPct val="115000"/>
              </a:lnSpc>
              <a:spcBef>
                <a:spcPts val="0"/>
              </a:spcBef>
              <a:spcAft>
                <a:spcPts val="1084"/>
              </a:spcAft>
              <a:buNone/>
            </a:pPr>
            <a:r>
              <a:rPr lang="en" sz="1626">
                <a:solidFill>
                  <a:schemeClr val="dk1"/>
                </a:solidFill>
                <a:latin typeface="Gantari"/>
                <a:ea typeface="Gantari"/>
                <a:cs typeface="Gantari"/>
                <a:sym typeface="Gantari"/>
              </a:rPr>
              <a:t> </a:t>
            </a:r>
            <a:endParaRPr sz="1264">
              <a:latin typeface="Gantari"/>
              <a:ea typeface="Gantari"/>
              <a:cs typeface="Gantari"/>
              <a:sym typeface="Gantari"/>
            </a:endParaRPr>
          </a:p>
        </p:txBody>
      </p:sp>
      <p:sp>
        <p:nvSpPr>
          <p:cNvPr id="852" name="Google Shape;852;p56"/>
          <p:cNvSpPr/>
          <p:nvPr/>
        </p:nvSpPr>
        <p:spPr>
          <a:xfrm>
            <a:off x="4998493" y="1255601"/>
            <a:ext cx="2228100" cy="1354800"/>
          </a:xfrm>
          <a:prstGeom prst="roundRect">
            <a:avLst>
              <a:gd fmla="val 16667" name="adj"/>
            </a:avLst>
          </a:prstGeom>
          <a:solidFill>
            <a:schemeClr val="accent3"/>
          </a:solidFill>
          <a:ln cap="flat" cmpd="sng" w="19050">
            <a:solidFill>
              <a:schemeClr val="lt1"/>
            </a:solidFill>
            <a:prstDash val="solid"/>
            <a:round/>
            <a:headEnd len="sm" w="sm" type="none"/>
            <a:tailEnd len="sm" w="sm" type="none"/>
          </a:ln>
        </p:spPr>
        <p:txBody>
          <a:bodyPr anchorCtr="0" anchor="ctr" bIns="82575" lIns="82575" spcFirstLastPara="1" rIns="82575" wrap="square" tIns="82575">
            <a:noAutofit/>
          </a:bodyPr>
          <a:lstStyle/>
          <a:p>
            <a:pPr indent="0" lvl="0" marL="0" rtl="0" algn="l">
              <a:lnSpc>
                <a:spcPct val="115000"/>
              </a:lnSpc>
              <a:spcBef>
                <a:spcPts val="0"/>
              </a:spcBef>
              <a:spcAft>
                <a:spcPts val="0"/>
              </a:spcAft>
              <a:buNone/>
            </a:pPr>
            <a:r>
              <a:t/>
            </a:r>
            <a:endParaRPr sz="1626">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626">
                <a:solidFill>
                  <a:schemeClr val="dk1"/>
                </a:solidFill>
                <a:latin typeface="Gantari"/>
                <a:ea typeface="Gantari"/>
                <a:cs typeface="Gantari"/>
                <a:sym typeface="Gantari"/>
              </a:rPr>
              <a:t> </a:t>
            </a:r>
            <a:endParaRPr sz="1626">
              <a:solidFill>
                <a:schemeClr val="dk1"/>
              </a:solidFill>
              <a:latin typeface="Gantari"/>
              <a:ea typeface="Gantari"/>
              <a:cs typeface="Gantari"/>
              <a:sym typeface="Gantari"/>
            </a:endParaRPr>
          </a:p>
          <a:p>
            <a:pPr indent="0" lvl="0" marL="0" rtl="0" algn="l">
              <a:lnSpc>
                <a:spcPct val="115000"/>
              </a:lnSpc>
              <a:spcBef>
                <a:spcPts val="0"/>
              </a:spcBef>
              <a:spcAft>
                <a:spcPts val="1084"/>
              </a:spcAft>
              <a:buNone/>
            </a:pPr>
            <a:r>
              <a:rPr lang="en" sz="1626">
                <a:solidFill>
                  <a:schemeClr val="dk1"/>
                </a:solidFill>
                <a:latin typeface="Gantari"/>
                <a:ea typeface="Gantari"/>
                <a:cs typeface="Gantari"/>
                <a:sym typeface="Gantari"/>
              </a:rPr>
              <a:t> </a:t>
            </a:r>
            <a:endParaRPr sz="1264">
              <a:latin typeface="Gantari"/>
              <a:ea typeface="Gantari"/>
              <a:cs typeface="Gantari"/>
              <a:sym typeface="Gantari"/>
            </a:endParaRPr>
          </a:p>
        </p:txBody>
      </p:sp>
      <p:sp>
        <p:nvSpPr>
          <p:cNvPr id="853" name="Google Shape;853;p56"/>
          <p:cNvSpPr/>
          <p:nvPr/>
        </p:nvSpPr>
        <p:spPr>
          <a:xfrm>
            <a:off x="4985620" y="3038612"/>
            <a:ext cx="2228100" cy="1354800"/>
          </a:xfrm>
          <a:prstGeom prst="roundRect">
            <a:avLst>
              <a:gd fmla="val 16667" name="adj"/>
            </a:avLst>
          </a:prstGeom>
          <a:solidFill>
            <a:schemeClr val="accent2"/>
          </a:solidFill>
          <a:ln cap="flat" cmpd="sng" w="19050">
            <a:solidFill>
              <a:schemeClr val="lt1"/>
            </a:solidFill>
            <a:prstDash val="solid"/>
            <a:round/>
            <a:headEnd len="sm" w="sm" type="none"/>
            <a:tailEnd len="sm" w="sm" type="none"/>
          </a:ln>
        </p:spPr>
        <p:txBody>
          <a:bodyPr anchorCtr="0" anchor="ctr" bIns="82575" lIns="82575" spcFirstLastPara="1" rIns="82575" wrap="square" tIns="82575">
            <a:noAutofit/>
          </a:bodyPr>
          <a:lstStyle/>
          <a:p>
            <a:pPr indent="0" lvl="0" marL="0" rtl="0" algn="l">
              <a:lnSpc>
                <a:spcPct val="115000"/>
              </a:lnSpc>
              <a:spcBef>
                <a:spcPts val="0"/>
              </a:spcBef>
              <a:spcAft>
                <a:spcPts val="0"/>
              </a:spcAft>
              <a:buNone/>
            </a:pPr>
            <a:r>
              <a:t/>
            </a:r>
            <a:endParaRPr sz="1626">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626">
                <a:solidFill>
                  <a:schemeClr val="dk1"/>
                </a:solidFill>
                <a:latin typeface="Gantari"/>
                <a:ea typeface="Gantari"/>
                <a:cs typeface="Gantari"/>
                <a:sym typeface="Gantari"/>
              </a:rPr>
              <a:t> </a:t>
            </a:r>
            <a:endParaRPr sz="1626">
              <a:solidFill>
                <a:schemeClr val="dk1"/>
              </a:solidFill>
              <a:latin typeface="Gantari"/>
              <a:ea typeface="Gantari"/>
              <a:cs typeface="Gantari"/>
              <a:sym typeface="Gantari"/>
            </a:endParaRPr>
          </a:p>
          <a:p>
            <a:pPr indent="0" lvl="0" marL="0" rtl="0" algn="l">
              <a:lnSpc>
                <a:spcPct val="115000"/>
              </a:lnSpc>
              <a:spcBef>
                <a:spcPts val="0"/>
              </a:spcBef>
              <a:spcAft>
                <a:spcPts val="1084"/>
              </a:spcAft>
              <a:buNone/>
            </a:pPr>
            <a:r>
              <a:rPr lang="en" sz="1626">
                <a:solidFill>
                  <a:schemeClr val="dk1"/>
                </a:solidFill>
                <a:latin typeface="Gantari"/>
                <a:ea typeface="Gantari"/>
                <a:cs typeface="Gantari"/>
                <a:sym typeface="Gantari"/>
              </a:rPr>
              <a:t> </a:t>
            </a:r>
            <a:endParaRPr sz="1264">
              <a:latin typeface="Gantari"/>
              <a:ea typeface="Gantari"/>
              <a:cs typeface="Gantari"/>
              <a:sym typeface="Gantari"/>
            </a:endParaRPr>
          </a:p>
        </p:txBody>
      </p:sp>
      <p:sp>
        <p:nvSpPr>
          <p:cNvPr id="854" name="Google Shape;854;p56"/>
          <p:cNvSpPr/>
          <p:nvPr/>
        </p:nvSpPr>
        <p:spPr>
          <a:xfrm>
            <a:off x="1554974" y="3056494"/>
            <a:ext cx="2228100" cy="1354800"/>
          </a:xfrm>
          <a:prstGeom prst="roundRect">
            <a:avLst>
              <a:gd fmla="val 16667" name="adj"/>
            </a:avLst>
          </a:prstGeom>
          <a:solidFill>
            <a:schemeClr val="lt2"/>
          </a:solidFill>
          <a:ln cap="flat" cmpd="sng" w="19050">
            <a:solidFill>
              <a:schemeClr val="lt1"/>
            </a:solidFill>
            <a:prstDash val="solid"/>
            <a:round/>
            <a:headEnd len="sm" w="sm" type="none"/>
            <a:tailEnd len="sm" w="sm" type="none"/>
          </a:ln>
        </p:spPr>
        <p:txBody>
          <a:bodyPr anchorCtr="0" anchor="ctr" bIns="82575" lIns="82575" spcFirstLastPara="1" rIns="82575" wrap="square" tIns="82575">
            <a:noAutofit/>
          </a:bodyPr>
          <a:lstStyle/>
          <a:p>
            <a:pPr indent="0" lvl="0" marL="0" rtl="0" algn="l">
              <a:lnSpc>
                <a:spcPct val="115000"/>
              </a:lnSpc>
              <a:spcBef>
                <a:spcPts val="0"/>
              </a:spcBef>
              <a:spcAft>
                <a:spcPts val="0"/>
              </a:spcAft>
              <a:buNone/>
            </a:pPr>
            <a:r>
              <a:t/>
            </a:r>
            <a:endParaRPr sz="1626">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626">
                <a:solidFill>
                  <a:schemeClr val="dk1"/>
                </a:solidFill>
                <a:latin typeface="Gantari"/>
                <a:ea typeface="Gantari"/>
                <a:cs typeface="Gantari"/>
                <a:sym typeface="Gantari"/>
              </a:rPr>
              <a:t> </a:t>
            </a:r>
            <a:endParaRPr sz="1626">
              <a:solidFill>
                <a:schemeClr val="dk1"/>
              </a:solidFill>
              <a:latin typeface="Gantari"/>
              <a:ea typeface="Gantari"/>
              <a:cs typeface="Gantari"/>
              <a:sym typeface="Gantari"/>
            </a:endParaRPr>
          </a:p>
          <a:p>
            <a:pPr indent="0" lvl="0" marL="0" rtl="0" algn="l">
              <a:lnSpc>
                <a:spcPct val="115000"/>
              </a:lnSpc>
              <a:spcBef>
                <a:spcPts val="0"/>
              </a:spcBef>
              <a:spcAft>
                <a:spcPts val="1084"/>
              </a:spcAft>
              <a:buNone/>
            </a:pPr>
            <a:r>
              <a:rPr lang="en" sz="1626">
                <a:solidFill>
                  <a:schemeClr val="dk1"/>
                </a:solidFill>
                <a:latin typeface="Gantari"/>
                <a:ea typeface="Gantari"/>
                <a:cs typeface="Gantari"/>
                <a:sym typeface="Gantari"/>
              </a:rPr>
              <a:t> </a:t>
            </a:r>
            <a:endParaRPr sz="1264">
              <a:latin typeface="Gantari"/>
              <a:ea typeface="Gantari"/>
              <a:cs typeface="Gantari"/>
              <a:sym typeface="Gantari"/>
            </a:endParaRPr>
          </a:p>
        </p:txBody>
      </p:sp>
      <p:sp>
        <p:nvSpPr>
          <p:cNvPr id="855" name="Google Shape;855;p56"/>
          <p:cNvSpPr txBox="1"/>
          <p:nvPr/>
        </p:nvSpPr>
        <p:spPr>
          <a:xfrm>
            <a:off x="1588765" y="1308238"/>
            <a:ext cx="2131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Gantari"/>
                <a:ea typeface="Gantari"/>
                <a:cs typeface="Gantari"/>
                <a:sym typeface="Gantari"/>
              </a:rPr>
              <a:t>Maximum Margin Separation</a:t>
            </a:r>
            <a:endParaRPr b="1" sz="1500"/>
          </a:p>
        </p:txBody>
      </p:sp>
      <p:sp>
        <p:nvSpPr>
          <p:cNvPr id="856" name="Google Shape;856;p56"/>
          <p:cNvSpPr txBox="1"/>
          <p:nvPr/>
        </p:nvSpPr>
        <p:spPr>
          <a:xfrm>
            <a:off x="1639715" y="1778492"/>
            <a:ext cx="20343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Gantari"/>
                <a:ea typeface="Gantari"/>
                <a:cs typeface="Gantari"/>
                <a:sym typeface="Gantari"/>
              </a:rPr>
              <a:t>maximises the distance between classes.</a:t>
            </a:r>
            <a:endParaRPr sz="1100">
              <a:latin typeface="Gantari"/>
              <a:ea typeface="Gantari"/>
              <a:cs typeface="Gantari"/>
              <a:sym typeface="Gantari"/>
            </a:endParaRPr>
          </a:p>
          <a:p>
            <a:pPr indent="0" lvl="0" marL="0" rtl="0" algn="ctr">
              <a:spcBef>
                <a:spcPts val="0"/>
              </a:spcBef>
              <a:spcAft>
                <a:spcPts val="0"/>
              </a:spcAft>
              <a:buNone/>
            </a:pPr>
            <a:r>
              <a:rPr lang="en" sz="1100">
                <a:latin typeface="Gantari"/>
                <a:ea typeface="Gantari"/>
                <a:cs typeface="Gantari"/>
                <a:sym typeface="Gantari"/>
              </a:rPr>
              <a:t>Making it more robust when Positive vs Neutral overlap</a:t>
            </a:r>
            <a:endParaRPr sz="1100">
              <a:latin typeface="Gantari"/>
              <a:ea typeface="Gantari"/>
              <a:cs typeface="Gantari"/>
              <a:sym typeface="Gantari"/>
            </a:endParaRPr>
          </a:p>
        </p:txBody>
      </p:sp>
      <p:sp>
        <p:nvSpPr>
          <p:cNvPr id="857" name="Google Shape;857;p56"/>
          <p:cNvSpPr txBox="1"/>
          <p:nvPr/>
        </p:nvSpPr>
        <p:spPr>
          <a:xfrm>
            <a:off x="4974949" y="1266924"/>
            <a:ext cx="2300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Gantari"/>
                <a:ea typeface="Gantari"/>
                <a:cs typeface="Gantari"/>
                <a:sym typeface="Gantari"/>
              </a:rPr>
              <a:t>Handles Subtle Semantics Better</a:t>
            </a:r>
            <a:endParaRPr b="1" sz="1600"/>
          </a:p>
        </p:txBody>
      </p:sp>
      <p:sp>
        <p:nvSpPr>
          <p:cNvPr id="858" name="Google Shape;858;p56"/>
          <p:cNvSpPr txBox="1"/>
          <p:nvPr/>
        </p:nvSpPr>
        <p:spPr>
          <a:xfrm>
            <a:off x="4974949" y="1774924"/>
            <a:ext cx="23001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Gantari"/>
                <a:ea typeface="Gantari"/>
                <a:cs typeface="Gantari"/>
                <a:sym typeface="Gantari"/>
              </a:rPr>
              <a:t>Despite LR and SVM both catch universal sentiment words. SVM stronger boundary separation than LR.</a:t>
            </a:r>
            <a:endParaRPr sz="1100">
              <a:latin typeface="Gantari"/>
              <a:ea typeface="Gantari"/>
              <a:cs typeface="Gantari"/>
              <a:sym typeface="Gantari"/>
            </a:endParaRPr>
          </a:p>
        </p:txBody>
      </p:sp>
      <p:graphicFrame>
        <p:nvGraphicFramePr>
          <p:cNvPr id="859" name="Google Shape;859;p56"/>
          <p:cNvGraphicFramePr/>
          <p:nvPr/>
        </p:nvGraphicFramePr>
        <p:xfrm>
          <a:off x="152400" y="152400"/>
          <a:ext cx="3000000" cy="3000000"/>
        </p:xfrm>
        <a:graphic>
          <a:graphicData uri="http://schemas.openxmlformats.org/drawingml/2006/table">
            <a:tbl>
              <a:tblPr>
                <a:noFill/>
                <a:tableStyleId>{0A5CB92A-4B1D-47C2-BC85-1229F70F35A5}</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860" name="Google Shape;860;p56"/>
          <p:cNvSpPr txBox="1"/>
          <p:nvPr/>
        </p:nvSpPr>
        <p:spPr>
          <a:xfrm>
            <a:off x="4832344" y="3056569"/>
            <a:ext cx="25584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Gantari"/>
                <a:ea typeface="Gantari"/>
                <a:cs typeface="Gantari"/>
                <a:sym typeface="Gantari"/>
              </a:rPr>
              <a:t>Balanced Performance</a:t>
            </a:r>
            <a:endParaRPr b="1" sz="1500"/>
          </a:p>
        </p:txBody>
      </p:sp>
      <p:sp>
        <p:nvSpPr>
          <p:cNvPr id="861" name="Google Shape;861;p56"/>
          <p:cNvSpPr txBox="1"/>
          <p:nvPr/>
        </p:nvSpPr>
        <p:spPr>
          <a:xfrm>
            <a:off x="1603425" y="3042958"/>
            <a:ext cx="21312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Gantari"/>
                <a:ea typeface="Gantari"/>
                <a:cs typeface="Gantari"/>
                <a:sym typeface="Gantari"/>
              </a:rPr>
              <a:t>Best Generalisation</a:t>
            </a:r>
            <a:endParaRPr b="1" sz="1500"/>
          </a:p>
        </p:txBody>
      </p:sp>
      <p:sp>
        <p:nvSpPr>
          <p:cNvPr id="862" name="Google Shape;862;p56"/>
          <p:cNvSpPr txBox="1"/>
          <p:nvPr/>
        </p:nvSpPr>
        <p:spPr>
          <a:xfrm>
            <a:off x="4974672" y="3402976"/>
            <a:ext cx="23001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Gantari"/>
                <a:ea typeface="Gantari"/>
                <a:cs typeface="Gantari"/>
                <a:sym typeface="Gantari"/>
              </a:rPr>
              <a:t>SVM achieves the most balanced macro F1 (0.606) across the 3 classes — NB collapses Neutral, LR is weaker on Neutral recall.</a:t>
            </a:r>
            <a:endParaRPr sz="1100">
              <a:latin typeface="Gantari"/>
              <a:ea typeface="Gantari"/>
              <a:cs typeface="Gantari"/>
              <a:sym typeface="Gantari"/>
            </a:endParaRPr>
          </a:p>
        </p:txBody>
      </p:sp>
      <p:sp>
        <p:nvSpPr>
          <p:cNvPr id="863" name="Google Shape;863;p56"/>
          <p:cNvSpPr txBox="1"/>
          <p:nvPr/>
        </p:nvSpPr>
        <p:spPr>
          <a:xfrm>
            <a:off x="1508457" y="3319939"/>
            <a:ext cx="23001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Gantari"/>
                <a:ea typeface="Gantari"/>
                <a:cs typeface="Gantari"/>
                <a:sym typeface="Gantari"/>
              </a:rPr>
              <a:t>SVM is less sensitive to frequency spikes that mislead Naive Bayes, and less prone to overfitting extreme polarity like Logistic Regression</a:t>
            </a:r>
            <a:endParaRPr sz="1100">
              <a:latin typeface="Gantari"/>
              <a:ea typeface="Gantari"/>
              <a:cs typeface="Gantari"/>
              <a:sym typeface="Ganta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57"/>
          <p:cNvSpPr txBox="1"/>
          <p:nvPr>
            <p:ph type="title"/>
          </p:nvPr>
        </p:nvSpPr>
        <p:spPr>
          <a:xfrm>
            <a:off x="717300" y="1936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Demo</a:t>
            </a:r>
            <a:endParaRPr/>
          </a:p>
        </p:txBody>
      </p:sp>
      <p:graphicFrame>
        <p:nvGraphicFramePr>
          <p:cNvPr id="869" name="Google Shape;869;p57"/>
          <p:cNvGraphicFramePr/>
          <p:nvPr/>
        </p:nvGraphicFramePr>
        <p:xfrm>
          <a:off x="152400" y="152400"/>
          <a:ext cx="3000000" cy="3000000"/>
        </p:xfrm>
        <a:graphic>
          <a:graphicData uri="http://schemas.openxmlformats.org/drawingml/2006/table">
            <a:tbl>
              <a:tblPr>
                <a:noFill/>
                <a:tableStyleId>{0A5CB92A-4B1D-47C2-BC85-1229F70F35A5}</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870" name="Google Shape;870;p57" title="Screenshot 2025-11-10 004406.png"/>
          <p:cNvPicPr preferRelativeResize="0"/>
          <p:nvPr/>
        </p:nvPicPr>
        <p:blipFill rotWithShape="1">
          <a:blip r:embed="rId3">
            <a:alphaModFix/>
          </a:blip>
          <a:srcRect b="1264" l="0" r="0" t="0"/>
          <a:stretch/>
        </p:blipFill>
        <p:spPr>
          <a:xfrm>
            <a:off x="1138375" y="886600"/>
            <a:ext cx="6867251" cy="40854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58"/>
          <p:cNvSpPr/>
          <p:nvPr/>
        </p:nvSpPr>
        <p:spPr>
          <a:xfrm>
            <a:off x="112075" y="700825"/>
            <a:ext cx="4245600" cy="4354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antari"/>
              <a:ea typeface="Gantari"/>
              <a:cs typeface="Gantari"/>
              <a:sym typeface="Gantari"/>
            </a:endParaRPr>
          </a:p>
        </p:txBody>
      </p:sp>
      <p:sp>
        <p:nvSpPr>
          <p:cNvPr id="876" name="Google Shape;876;p58"/>
          <p:cNvSpPr txBox="1"/>
          <p:nvPr>
            <p:ph idx="6" type="title"/>
          </p:nvPr>
        </p:nvSpPr>
        <p:spPr>
          <a:xfrm>
            <a:off x="717300" y="78926"/>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Insights</a:t>
            </a:r>
            <a:endParaRPr/>
          </a:p>
        </p:txBody>
      </p:sp>
      <p:pic>
        <p:nvPicPr>
          <p:cNvPr id="877" name="Google Shape;877;p58"/>
          <p:cNvPicPr preferRelativeResize="0"/>
          <p:nvPr/>
        </p:nvPicPr>
        <p:blipFill>
          <a:blip r:embed="rId3">
            <a:alphaModFix amt="86000"/>
          </a:blip>
          <a:stretch>
            <a:fillRect/>
          </a:stretch>
        </p:blipFill>
        <p:spPr>
          <a:xfrm rot="-1379977">
            <a:off x="7501388" y="4121837"/>
            <a:ext cx="942975" cy="1866900"/>
          </a:xfrm>
          <a:prstGeom prst="rect">
            <a:avLst/>
          </a:prstGeom>
          <a:noFill/>
          <a:ln>
            <a:noFill/>
          </a:ln>
        </p:spPr>
      </p:pic>
      <p:pic>
        <p:nvPicPr>
          <p:cNvPr id="878" name="Google Shape;878;p58"/>
          <p:cNvPicPr preferRelativeResize="0"/>
          <p:nvPr/>
        </p:nvPicPr>
        <p:blipFill>
          <a:blip r:embed="rId4">
            <a:alphaModFix/>
          </a:blip>
          <a:stretch>
            <a:fillRect/>
          </a:stretch>
        </p:blipFill>
        <p:spPr>
          <a:xfrm>
            <a:off x="5808125" y="4359475"/>
            <a:ext cx="342900" cy="371475"/>
          </a:xfrm>
          <a:prstGeom prst="rect">
            <a:avLst/>
          </a:prstGeom>
          <a:noFill/>
          <a:ln cap="flat" cmpd="sng" w="28575">
            <a:solidFill>
              <a:schemeClr val="dk2"/>
            </a:solidFill>
            <a:prstDash val="solid"/>
            <a:round/>
            <a:headEnd len="sm" w="sm" type="none"/>
            <a:tailEnd len="sm" w="sm" type="none"/>
          </a:ln>
        </p:spPr>
      </p:pic>
      <p:pic>
        <p:nvPicPr>
          <p:cNvPr id="879" name="Google Shape;879;p58"/>
          <p:cNvPicPr preferRelativeResize="0"/>
          <p:nvPr/>
        </p:nvPicPr>
        <p:blipFill>
          <a:blip r:embed="rId5">
            <a:alphaModFix/>
          </a:blip>
          <a:stretch>
            <a:fillRect/>
          </a:stretch>
        </p:blipFill>
        <p:spPr>
          <a:xfrm>
            <a:off x="1301975" y="4240900"/>
            <a:ext cx="342900" cy="371475"/>
          </a:xfrm>
          <a:prstGeom prst="rect">
            <a:avLst/>
          </a:prstGeom>
          <a:noFill/>
          <a:ln>
            <a:noFill/>
          </a:ln>
        </p:spPr>
      </p:pic>
      <p:pic>
        <p:nvPicPr>
          <p:cNvPr id="880" name="Google Shape;880;p58"/>
          <p:cNvPicPr preferRelativeResize="0"/>
          <p:nvPr/>
        </p:nvPicPr>
        <p:blipFill>
          <a:blip r:embed="rId6">
            <a:alphaModFix/>
          </a:blip>
          <a:stretch>
            <a:fillRect/>
          </a:stretch>
        </p:blipFill>
        <p:spPr>
          <a:xfrm>
            <a:off x="3418288" y="4126813"/>
            <a:ext cx="342900" cy="371475"/>
          </a:xfrm>
          <a:prstGeom prst="rect">
            <a:avLst/>
          </a:prstGeom>
          <a:noFill/>
          <a:ln cap="flat" cmpd="sng" w="28575">
            <a:solidFill>
              <a:schemeClr val="dk2"/>
            </a:solidFill>
            <a:prstDash val="solid"/>
            <a:round/>
            <a:headEnd len="sm" w="sm" type="none"/>
            <a:tailEnd len="sm" w="sm" type="none"/>
          </a:ln>
        </p:spPr>
      </p:pic>
      <p:pic>
        <p:nvPicPr>
          <p:cNvPr id="881" name="Google Shape;881;p58"/>
          <p:cNvPicPr preferRelativeResize="0"/>
          <p:nvPr/>
        </p:nvPicPr>
        <p:blipFill>
          <a:blip r:embed="rId4">
            <a:alphaModFix/>
          </a:blip>
          <a:stretch>
            <a:fillRect/>
          </a:stretch>
        </p:blipFill>
        <p:spPr>
          <a:xfrm>
            <a:off x="6574200" y="4313500"/>
            <a:ext cx="342900" cy="371475"/>
          </a:xfrm>
          <a:prstGeom prst="rect">
            <a:avLst/>
          </a:prstGeom>
          <a:noFill/>
          <a:ln>
            <a:noFill/>
          </a:ln>
        </p:spPr>
      </p:pic>
      <p:sp>
        <p:nvSpPr>
          <p:cNvPr id="882" name="Google Shape;882;p58"/>
          <p:cNvSpPr/>
          <p:nvPr/>
        </p:nvSpPr>
        <p:spPr>
          <a:xfrm>
            <a:off x="4467600" y="756250"/>
            <a:ext cx="3959100" cy="4299300"/>
          </a:xfrm>
          <a:prstGeom prst="roundRect">
            <a:avLst>
              <a:gd fmla="val 16667" name="adj"/>
            </a:avLst>
          </a:prstGeom>
          <a:solidFill>
            <a:srgbClr val="DFF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100"/>
              </a:spcBef>
              <a:spcAft>
                <a:spcPts val="0"/>
              </a:spcAft>
              <a:buNone/>
            </a:pPr>
            <a:r>
              <a:rPr lang="en" sz="1300">
                <a:latin typeface="Gantari"/>
                <a:ea typeface="Gantari"/>
                <a:cs typeface="Gantari"/>
                <a:sym typeface="Gantari"/>
              </a:rPr>
              <a:t>Unbalanced Dataset leads to i</a:t>
            </a:r>
            <a:r>
              <a:rPr lang="en" sz="1300">
                <a:latin typeface="Gantari"/>
                <a:ea typeface="Gantari"/>
                <a:cs typeface="Gantari"/>
                <a:sym typeface="Gantari"/>
              </a:rPr>
              <a:t>nconclusive comparison and inaccurate accuracy</a:t>
            </a:r>
            <a:endParaRPr sz="1300">
              <a:latin typeface="Gantari"/>
              <a:ea typeface="Gantari"/>
              <a:cs typeface="Gantari"/>
              <a:sym typeface="Gantari"/>
            </a:endParaRPr>
          </a:p>
          <a:p>
            <a:pPr indent="-311150" lvl="0" marL="457200" rtl="0" algn="l">
              <a:lnSpc>
                <a:spcPct val="100000"/>
              </a:lnSpc>
              <a:spcBef>
                <a:spcPts val="1100"/>
              </a:spcBef>
              <a:spcAft>
                <a:spcPts val="0"/>
              </a:spcAft>
              <a:buSzPts val="1300"/>
              <a:buFont typeface="Gantari"/>
              <a:buChar char="●"/>
            </a:pPr>
            <a:r>
              <a:rPr lang="en" sz="1300">
                <a:latin typeface="Gantari"/>
                <a:ea typeface="Gantari"/>
                <a:cs typeface="Gantari"/>
                <a:sym typeface="Gantari"/>
              </a:rPr>
              <a:t>Naive Bayes had the highest 'Positive' F1-score (0.904) but was a complete failure on the 'Neutral' class.</a:t>
            </a:r>
            <a:endParaRPr sz="1300">
              <a:latin typeface="Gantari"/>
              <a:ea typeface="Gantari"/>
              <a:cs typeface="Gantari"/>
              <a:sym typeface="Gantari"/>
            </a:endParaRPr>
          </a:p>
          <a:p>
            <a:pPr indent="-311150" lvl="0" marL="457200" rtl="0" algn="l">
              <a:lnSpc>
                <a:spcPct val="100000"/>
              </a:lnSpc>
              <a:spcBef>
                <a:spcPts val="0"/>
              </a:spcBef>
              <a:spcAft>
                <a:spcPts val="0"/>
              </a:spcAft>
              <a:buSzPts val="1300"/>
              <a:buFont typeface="Gantari"/>
              <a:buChar char="●"/>
            </a:pPr>
            <a:r>
              <a:rPr lang="en" sz="1300">
                <a:latin typeface="Gantari"/>
                <a:ea typeface="Gantari"/>
                <a:cs typeface="Gantari"/>
                <a:sym typeface="Gantari"/>
              </a:rPr>
              <a:t>Logistic Regression and SVM were more balanced between themselves, but both still performed very poorly on the 'Neutral' class.</a:t>
            </a:r>
            <a:endParaRPr sz="1300">
              <a:latin typeface="Gantari"/>
              <a:ea typeface="Gantari"/>
              <a:cs typeface="Gantari"/>
              <a:sym typeface="Gantari"/>
            </a:endParaRPr>
          </a:p>
          <a:p>
            <a:pPr indent="-311150" lvl="0" marL="457200" rtl="0" algn="l">
              <a:lnSpc>
                <a:spcPct val="100000"/>
              </a:lnSpc>
              <a:spcBef>
                <a:spcPts val="0"/>
              </a:spcBef>
              <a:spcAft>
                <a:spcPts val="0"/>
              </a:spcAft>
              <a:buSzPts val="1300"/>
              <a:buFont typeface="Gantari"/>
              <a:buChar char="●"/>
            </a:pPr>
            <a:r>
              <a:rPr lang="en" sz="1300">
                <a:latin typeface="Gantari"/>
                <a:ea typeface="Gantari"/>
                <a:cs typeface="Gantari"/>
                <a:sym typeface="Gantari"/>
              </a:rPr>
              <a:t>Based on the macro avg F1-score, Naive Bayes (0.509) was far inferior, while Logistic Regression (0.610) and SVM (0.605) were in a statistical tie.</a:t>
            </a:r>
            <a:endParaRPr sz="1300">
              <a:latin typeface="Gantari"/>
              <a:ea typeface="Gantari"/>
              <a:cs typeface="Gantari"/>
              <a:sym typeface="Gantari"/>
            </a:endParaRPr>
          </a:p>
          <a:p>
            <a:pPr indent="0" lvl="0" marL="457200" rtl="0" algn="l">
              <a:lnSpc>
                <a:spcPct val="100000"/>
              </a:lnSpc>
              <a:spcBef>
                <a:spcPts val="1100"/>
              </a:spcBef>
              <a:spcAft>
                <a:spcPts val="0"/>
              </a:spcAft>
              <a:buNone/>
            </a:pPr>
            <a:r>
              <a:t/>
            </a:r>
            <a:endParaRPr sz="1300">
              <a:latin typeface="Gantari"/>
              <a:ea typeface="Gantari"/>
              <a:cs typeface="Gantari"/>
              <a:sym typeface="Gantari"/>
            </a:endParaRPr>
          </a:p>
          <a:p>
            <a:pPr indent="0" lvl="0" marL="0" rtl="0" algn="ctr">
              <a:lnSpc>
                <a:spcPct val="100000"/>
              </a:lnSpc>
              <a:spcBef>
                <a:spcPts val="1100"/>
              </a:spcBef>
              <a:spcAft>
                <a:spcPts val="0"/>
              </a:spcAft>
              <a:buNone/>
            </a:pPr>
            <a:r>
              <a:rPr b="1" lang="en" sz="1300">
                <a:latin typeface="Gantari"/>
                <a:ea typeface="Gantari"/>
                <a:cs typeface="Gantari"/>
                <a:sym typeface="Gantari"/>
              </a:rPr>
              <a:t>As a result of the data distortion, it was difficult to declare a best model among the 3 models tested.</a:t>
            </a:r>
            <a:endParaRPr b="1" sz="1300">
              <a:latin typeface="Gantari"/>
              <a:ea typeface="Gantari"/>
              <a:cs typeface="Gantari"/>
              <a:sym typeface="Gantari"/>
            </a:endParaRPr>
          </a:p>
          <a:p>
            <a:pPr indent="0" lvl="0" marL="0" rtl="0" algn="l">
              <a:lnSpc>
                <a:spcPct val="100000"/>
              </a:lnSpc>
              <a:spcBef>
                <a:spcPts val="1100"/>
              </a:spcBef>
              <a:spcAft>
                <a:spcPts val="1100"/>
              </a:spcAft>
              <a:buNone/>
            </a:pPr>
            <a:r>
              <a:t/>
            </a:r>
            <a:endParaRPr sz="1300">
              <a:latin typeface="Gantari"/>
              <a:ea typeface="Gantari"/>
              <a:cs typeface="Gantari"/>
              <a:sym typeface="Gantari"/>
            </a:endParaRPr>
          </a:p>
        </p:txBody>
      </p:sp>
      <p:pic>
        <p:nvPicPr>
          <p:cNvPr id="883" name="Google Shape;883;p58"/>
          <p:cNvPicPr preferRelativeResize="0"/>
          <p:nvPr/>
        </p:nvPicPr>
        <p:blipFill>
          <a:blip r:embed="rId7">
            <a:alphaModFix/>
          </a:blip>
          <a:stretch>
            <a:fillRect/>
          </a:stretch>
        </p:blipFill>
        <p:spPr>
          <a:xfrm>
            <a:off x="575645" y="880350"/>
            <a:ext cx="3496134" cy="1395996"/>
          </a:xfrm>
          <a:prstGeom prst="rect">
            <a:avLst/>
          </a:prstGeom>
          <a:noFill/>
          <a:ln>
            <a:noFill/>
          </a:ln>
        </p:spPr>
      </p:pic>
      <p:pic>
        <p:nvPicPr>
          <p:cNvPr id="884" name="Google Shape;884;p58"/>
          <p:cNvPicPr preferRelativeResize="0"/>
          <p:nvPr/>
        </p:nvPicPr>
        <p:blipFill>
          <a:blip r:embed="rId8">
            <a:alphaModFix/>
          </a:blip>
          <a:stretch>
            <a:fillRect/>
          </a:stretch>
        </p:blipFill>
        <p:spPr>
          <a:xfrm>
            <a:off x="363413" y="2201243"/>
            <a:ext cx="3498029" cy="1395996"/>
          </a:xfrm>
          <a:prstGeom prst="rect">
            <a:avLst/>
          </a:prstGeom>
          <a:noFill/>
          <a:ln>
            <a:noFill/>
          </a:ln>
        </p:spPr>
      </p:pic>
      <p:pic>
        <p:nvPicPr>
          <p:cNvPr id="885" name="Google Shape;885;p58"/>
          <p:cNvPicPr preferRelativeResize="0"/>
          <p:nvPr/>
        </p:nvPicPr>
        <p:blipFill>
          <a:blip r:embed="rId9">
            <a:alphaModFix/>
          </a:blip>
          <a:stretch>
            <a:fillRect/>
          </a:stretch>
        </p:blipFill>
        <p:spPr>
          <a:xfrm>
            <a:off x="365454" y="3543916"/>
            <a:ext cx="3498046" cy="139601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59"/>
          <p:cNvSpPr txBox="1"/>
          <p:nvPr>
            <p:ph type="title"/>
          </p:nvPr>
        </p:nvSpPr>
        <p:spPr>
          <a:xfrm>
            <a:off x="3735988" y="511900"/>
            <a:ext cx="4610100" cy="9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Future Improvement</a:t>
            </a:r>
            <a:endParaRPr sz="2300"/>
          </a:p>
        </p:txBody>
      </p:sp>
      <p:sp>
        <p:nvSpPr>
          <p:cNvPr id="891" name="Google Shape;891;p59"/>
          <p:cNvSpPr txBox="1"/>
          <p:nvPr>
            <p:ph idx="6" type="title"/>
          </p:nvPr>
        </p:nvSpPr>
        <p:spPr>
          <a:xfrm>
            <a:off x="797913" y="511900"/>
            <a:ext cx="2798400" cy="9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Current Limitation</a:t>
            </a:r>
            <a:endParaRPr sz="2300"/>
          </a:p>
        </p:txBody>
      </p:sp>
      <p:sp>
        <p:nvSpPr>
          <p:cNvPr id="892" name="Google Shape;892;p59"/>
          <p:cNvSpPr txBox="1"/>
          <p:nvPr>
            <p:ph idx="8" type="subTitle"/>
          </p:nvPr>
        </p:nvSpPr>
        <p:spPr>
          <a:xfrm>
            <a:off x="797913" y="1631600"/>
            <a:ext cx="2798400" cy="540000"/>
          </a:xfrm>
          <a:prstGeom prst="rect">
            <a:avLst/>
          </a:prstGeom>
          <a:solidFill>
            <a:schemeClr val="lt2"/>
          </a:solidFill>
          <a:ln cap="flat" cmpd="sng" w="38100">
            <a:solidFill>
              <a:schemeClr val="lt1"/>
            </a:solidFill>
            <a:prstDash val="solid"/>
            <a:round/>
            <a:headEnd len="sm" w="sm" type="none"/>
            <a:tailEnd len="sm" w="sm" type="none"/>
          </a:ln>
        </p:spPr>
        <p:txBody>
          <a:bodyPr anchorCtr="0" anchor="t" bIns="91425" lIns="91425" spcFirstLastPara="1" rIns="91425" wrap="square" tIns="91425">
            <a:normAutofit fontScale="92500"/>
          </a:bodyPr>
          <a:lstStyle/>
          <a:p>
            <a:pPr indent="0" lvl="0" marL="0" rtl="0" algn="ctr">
              <a:spcBef>
                <a:spcPts val="0"/>
              </a:spcBef>
              <a:spcAft>
                <a:spcPts val="0"/>
              </a:spcAft>
              <a:buNone/>
            </a:pPr>
            <a:r>
              <a:rPr b="1" lang="en" sz="1400"/>
              <a:t>Stopwords removal is limited</a:t>
            </a:r>
            <a:endParaRPr b="1" sz="1400"/>
          </a:p>
        </p:txBody>
      </p:sp>
      <p:pic>
        <p:nvPicPr>
          <p:cNvPr id="893" name="Google Shape;893;p59"/>
          <p:cNvPicPr preferRelativeResize="0"/>
          <p:nvPr/>
        </p:nvPicPr>
        <p:blipFill>
          <a:blip r:embed="rId3">
            <a:alphaModFix amt="86000"/>
          </a:blip>
          <a:stretch>
            <a:fillRect/>
          </a:stretch>
        </p:blipFill>
        <p:spPr>
          <a:xfrm flipH="1" rot="1379977">
            <a:off x="446499" y="4043362"/>
            <a:ext cx="942975" cy="1866900"/>
          </a:xfrm>
          <a:prstGeom prst="rect">
            <a:avLst/>
          </a:prstGeom>
          <a:noFill/>
          <a:ln>
            <a:noFill/>
          </a:ln>
        </p:spPr>
      </p:pic>
      <p:pic>
        <p:nvPicPr>
          <p:cNvPr id="894" name="Google Shape;894;p59"/>
          <p:cNvPicPr preferRelativeResize="0"/>
          <p:nvPr/>
        </p:nvPicPr>
        <p:blipFill>
          <a:blip r:embed="rId4">
            <a:alphaModFix/>
          </a:blip>
          <a:stretch>
            <a:fillRect/>
          </a:stretch>
        </p:blipFill>
        <p:spPr>
          <a:xfrm flipH="1">
            <a:off x="1464887" y="-12"/>
            <a:ext cx="342900" cy="371475"/>
          </a:xfrm>
          <a:prstGeom prst="rect">
            <a:avLst/>
          </a:prstGeom>
          <a:noFill/>
          <a:ln>
            <a:noFill/>
          </a:ln>
        </p:spPr>
      </p:pic>
      <p:sp>
        <p:nvSpPr>
          <p:cNvPr id="895" name="Google Shape;895;p59"/>
          <p:cNvSpPr txBox="1"/>
          <p:nvPr>
            <p:ph idx="8" type="subTitle"/>
          </p:nvPr>
        </p:nvSpPr>
        <p:spPr>
          <a:xfrm>
            <a:off x="797913" y="2296800"/>
            <a:ext cx="2798400" cy="653400"/>
          </a:xfrm>
          <a:prstGeom prst="rect">
            <a:avLst/>
          </a:prstGeom>
          <a:solidFill>
            <a:schemeClr val="lt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400"/>
              <a:t>TF-IDF is context-limited</a:t>
            </a:r>
            <a:endParaRPr b="1" sz="1400"/>
          </a:p>
        </p:txBody>
      </p:sp>
      <p:sp>
        <p:nvSpPr>
          <p:cNvPr id="896" name="Google Shape;896;p59"/>
          <p:cNvSpPr txBox="1"/>
          <p:nvPr>
            <p:ph idx="8" type="subTitle"/>
          </p:nvPr>
        </p:nvSpPr>
        <p:spPr>
          <a:xfrm>
            <a:off x="797913" y="3091117"/>
            <a:ext cx="2798400" cy="653400"/>
          </a:xfrm>
          <a:prstGeom prst="rect">
            <a:avLst/>
          </a:prstGeom>
          <a:solidFill>
            <a:schemeClr val="lt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400"/>
              <a:t>Linear decision boundary</a:t>
            </a:r>
            <a:endParaRPr b="1" sz="1400"/>
          </a:p>
        </p:txBody>
      </p:sp>
      <p:sp>
        <p:nvSpPr>
          <p:cNvPr id="897" name="Google Shape;897;p59"/>
          <p:cNvSpPr txBox="1"/>
          <p:nvPr>
            <p:ph idx="8" type="subTitle"/>
          </p:nvPr>
        </p:nvSpPr>
        <p:spPr>
          <a:xfrm>
            <a:off x="797913" y="3858917"/>
            <a:ext cx="2798400" cy="653400"/>
          </a:xfrm>
          <a:prstGeom prst="rect">
            <a:avLst/>
          </a:prstGeom>
          <a:solidFill>
            <a:schemeClr val="lt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400"/>
              <a:t>Hyper-parameter untuned</a:t>
            </a:r>
            <a:endParaRPr b="1" sz="1400"/>
          </a:p>
        </p:txBody>
      </p:sp>
      <p:sp>
        <p:nvSpPr>
          <p:cNvPr id="898" name="Google Shape;898;p59"/>
          <p:cNvSpPr txBox="1"/>
          <p:nvPr>
            <p:ph idx="8" type="subTitle"/>
          </p:nvPr>
        </p:nvSpPr>
        <p:spPr>
          <a:xfrm>
            <a:off x="3735988" y="1631600"/>
            <a:ext cx="4610100" cy="540000"/>
          </a:xfrm>
          <a:prstGeom prst="rect">
            <a:avLst/>
          </a:prstGeom>
          <a:solidFill>
            <a:schemeClr val="dk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400"/>
              <a:t>Use Sentiment Lexicon Integration </a:t>
            </a:r>
            <a:endParaRPr sz="1400"/>
          </a:p>
          <a:p>
            <a:pPr indent="0" lvl="0" marL="0" rtl="0" algn="ctr">
              <a:spcBef>
                <a:spcPts val="0"/>
              </a:spcBef>
              <a:spcAft>
                <a:spcPts val="0"/>
              </a:spcAft>
              <a:buNone/>
            </a:pPr>
            <a:r>
              <a:t/>
            </a:r>
            <a:endParaRPr sz="1400"/>
          </a:p>
        </p:txBody>
      </p:sp>
      <p:sp>
        <p:nvSpPr>
          <p:cNvPr id="899" name="Google Shape;899;p59"/>
          <p:cNvSpPr txBox="1"/>
          <p:nvPr>
            <p:ph idx="8" type="subTitle"/>
          </p:nvPr>
        </p:nvSpPr>
        <p:spPr>
          <a:xfrm>
            <a:off x="3735988" y="2270450"/>
            <a:ext cx="4610100" cy="653400"/>
          </a:xfrm>
          <a:prstGeom prst="rect">
            <a:avLst/>
          </a:prstGeom>
          <a:solidFill>
            <a:schemeClr val="dk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400"/>
              <a:t>Adopt contextual embeddings (e.g., BERT, Word2Vec).</a:t>
            </a:r>
            <a:endParaRPr sz="1400"/>
          </a:p>
        </p:txBody>
      </p:sp>
      <p:sp>
        <p:nvSpPr>
          <p:cNvPr id="900" name="Google Shape;900;p59"/>
          <p:cNvSpPr txBox="1"/>
          <p:nvPr>
            <p:ph idx="8" type="subTitle"/>
          </p:nvPr>
        </p:nvSpPr>
        <p:spPr>
          <a:xfrm>
            <a:off x="3735988" y="3079317"/>
            <a:ext cx="4610100" cy="653400"/>
          </a:xfrm>
          <a:prstGeom prst="rect">
            <a:avLst/>
          </a:prstGeom>
          <a:solidFill>
            <a:schemeClr val="dk2"/>
          </a:solidFill>
          <a:ln cap="flat" cmpd="sng" w="38100">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400"/>
              <a:t>Try ensemble methods or deep learning (LSTM/BERT)</a:t>
            </a:r>
            <a:endParaRPr sz="1400"/>
          </a:p>
        </p:txBody>
      </p:sp>
      <p:sp>
        <p:nvSpPr>
          <p:cNvPr id="901" name="Google Shape;901;p59"/>
          <p:cNvSpPr txBox="1"/>
          <p:nvPr>
            <p:ph idx="8" type="subTitle"/>
          </p:nvPr>
        </p:nvSpPr>
        <p:spPr>
          <a:xfrm>
            <a:off x="3735988" y="3854392"/>
            <a:ext cx="4524300" cy="653400"/>
          </a:xfrm>
          <a:prstGeom prst="rect">
            <a:avLst/>
          </a:prstGeom>
          <a:solidFill>
            <a:schemeClr val="dk2"/>
          </a:solidFill>
          <a:ln cap="flat" cmpd="sng" w="38100">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400"/>
              <a:t>Run GridSearchCV for C (LogReg/SVM) &amp; α (NB).</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60"/>
          <p:cNvPicPr preferRelativeResize="0"/>
          <p:nvPr/>
        </p:nvPicPr>
        <p:blipFill>
          <a:blip r:embed="rId3">
            <a:alphaModFix/>
          </a:blip>
          <a:stretch>
            <a:fillRect/>
          </a:stretch>
        </p:blipFill>
        <p:spPr>
          <a:xfrm>
            <a:off x="7150150" y="1143363"/>
            <a:ext cx="342900" cy="371475"/>
          </a:xfrm>
          <a:prstGeom prst="rect">
            <a:avLst/>
          </a:prstGeom>
          <a:noFill/>
          <a:ln>
            <a:noFill/>
          </a:ln>
        </p:spPr>
      </p:pic>
      <p:grpSp>
        <p:nvGrpSpPr>
          <p:cNvPr id="907" name="Google Shape;907;p60"/>
          <p:cNvGrpSpPr/>
          <p:nvPr/>
        </p:nvGrpSpPr>
        <p:grpSpPr>
          <a:xfrm rot="1511165">
            <a:off x="7534874" y="365793"/>
            <a:ext cx="1102593" cy="1030845"/>
            <a:chOff x="10415772" y="-60500"/>
            <a:chExt cx="1156567" cy="1081307"/>
          </a:xfrm>
        </p:grpSpPr>
        <p:sp>
          <p:nvSpPr>
            <p:cNvPr id="908" name="Google Shape;908;p60"/>
            <p:cNvSpPr/>
            <p:nvPr/>
          </p:nvSpPr>
          <p:spPr>
            <a:xfrm>
              <a:off x="10418403" y="-53382"/>
              <a:ext cx="1153935" cy="1074189"/>
            </a:xfrm>
            <a:custGeom>
              <a:rect b="b" l="l" r="r" t="t"/>
              <a:pathLst>
                <a:path extrusionOk="0" h="30981" w="33281">
                  <a:moveTo>
                    <a:pt x="33125" y="16172"/>
                  </a:moveTo>
                  <a:cubicBezTo>
                    <a:pt x="33096" y="16158"/>
                    <a:pt x="33068" y="16144"/>
                    <a:pt x="33040" y="16144"/>
                  </a:cubicBezTo>
                  <a:cubicBezTo>
                    <a:pt x="33054" y="16115"/>
                    <a:pt x="33082" y="16087"/>
                    <a:pt x="33125" y="16073"/>
                  </a:cubicBezTo>
                  <a:cubicBezTo>
                    <a:pt x="33111" y="16030"/>
                    <a:pt x="33111" y="15959"/>
                    <a:pt x="33082" y="15945"/>
                  </a:cubicBezTo>
                  <a:cubicBezTo>
                    <a:pt x="32898" y="15846"/>
                    <a:pt x="32798" y="15633"/>
                    <a:pt x="32855" y="15434"/>
                  </a:cubicBezTo>
                  <a:cubicBezTo>
                    <a:pt x="32869" y="15264"/>
                    <a:pt x="32855" y="15093"/>
                    <a:pt x="32784" y="14937"/>
                  </a:cubicBezTo>
                  <a:cubicBezTo>
                    <a:pt x="32741" y="14838"/>
                    <a:pt x="32727" y="14738"/>
                    <a:pt x="32741" y="14625"/>
                  </a:cubicBezTo>
                  <a:cubicBezTo>
                    <a:pt x="32741" y="14525"/>
                    <a:pt x="32812" y="14454"/>
                    <a:pt x="32912" y="14454"/>
                  </a:cubicBezTo>
                  <a:cubicBezTo>
                    <a:pt x="32912" y="14426"/>
                    <a:pt x="32912" y="14397"/>
                    <a:pt x="32912" y="14383"/>
                  </a:cubicBezTo>
                  <a:lnTo>
                    <a:pt x="32812" y="14284"/>
                  </a:lnTo>
                  <a:cubicBezTo>
                    <a:pt x="32727" y="14213"/>
                    <a:pt x="32727" y="14142"/>
                    <a:pt x="32827" y="14085"/>
                  </a:cubicBezTo>
                  <a:cubicBezTo>
                    <a:pt x="32784" y="13972"/>
                    <a:pt x="32756" y="13858"/>
                    <a:pt x="32642" y="13801"/>
                  </a:cubicBezTo>
                  <a:lnTo>
                    <a:pt x="32557" y="13318"/>
                  </a:lnTo>
                  <a:lnTo>
                    <a:pt x="32642" y="13318"/>
                  </a:lnTo>
                  <a:lnTo>
                    <a:pt x="32741" y="13219"/>
                  </a:lnTo>
                  <a:lnTo>
                    <a:pt x="32741" y="13134"/>
                  </a:lnTo>
                  <a:cubicBezTo>
                    <a:pt x="32628" y="13134"/>
                    <a:pt x="32543" y="13049"/>
                    <a:pt x="32543" y="12935"/>
                  </a:cubicBezTo>
                  <a:lnTo>
                    <a:pt x="32244" y="12949"/>
                  </a:lnTo>
                  <a:lnTo>
                    <a:pt x="32173" y="12850"/>
                  </a:lnTo>
                  <a:cubicBezTo>
                    <a:pt x="32287" y="12751"/>
                    <a:pt x="32372" y="12651"/>
                    <a:pt x="32259" y="12495"/>
                  </a:cubicBezTo>
                  <a:cubicBezTo>
                    <a:pt x="32202" y="12438"/>
                    <a:pt x="32173" y="12353"/>
                    <a:pt x="32173" y="12282"/>
                  </a:cubicBezTo>
                  <a:cubicBezTo>
                    <a:pt x="32230" y="12097"/>
                    <a:pt x="32088" y="11970"/>
                    <a:pt x="32060" y="11799"/>
                  </a:cubicBezTo>
                  <a:cubicBezTo>
                    <a:pt x="31946" y="11799"/>
                    <a:pt x="31918" y="11700"/>
                    <a:pt x="31889" y="11615"/>
                  </a:cubicBezTo>
                  <a:cubicBezTo>
                    <a:pt x="31847" y="11544"/>
                    <a:pt x="31776" y="11529"/>
                    <a:pt x="31691" y="11586"/>
                  </a:cubicBezTo>
                  <a:cubicBezTo>
                    <a:pt x="31648" y="11629"/>
                    <a:pt x="31606" y="11700"/>
                    <a:pt x="31549" y="11629"/>
                  </a:cubicBezTo>
                  <a:cubicBezTo>
                    <a:pt x="31520" y="11600"/>
                    <a:pt x="31535" y="11544"/>
                    <a:pt x="31549" y="11501"/>
                  </a:cubicBezTo>
                  <a:cubicBezTo>
                    <a:pt x="31634" y="11359"/>
                    <a:pt x="31549" y="11302"/>
                    <a:pt x="31421" y="11288"/>
                  </a:cubicBezTo>
                  <a:lnTo>
                    <a:pt x="31421" y="11288"/>
                  </a:lnTo>
                  <a:cubicBezTo>
                    <a:pt x="31364" y="11118"/>
                    <a:pt x="31478" y="10990"/>
                    <a:pt x="31563" y="10862"/>
                  </a:cubicBezTo>
                  <a:lnTo>
                    <a:pt x="31307" y="10749"/>
                  </a:lnTo>
                  <a:cubicBezTo>
                    <a:pt x="31307" y="10678"/>
                    <a:pt x="31307" y="10621"/>
                    <a:pt x="31279" y="10564"/>
                  </a:cubicBezTo>
                  <a:cubicBezTo>
                    <a:pt x="31180" y="10337"/>
                    <a:pt x="31066" y="10110"/>
                    <a:pt x="30754" y="10181"/>
                  </a:cubicBezTo>
                  <a:cubicBezTo>
                    <a:pt x="30754" y="10081"/>
                    <a:pt x="30725" y="9982"/>
                    <a:pt x="30810" y="9911"/>
                  </a:cubicBezTo>
                  <a:cubicBezTo>
                    <a:pt x="30853" y="9882"/>
                    <a:pt x="30881" y="9868"/>
                    <a:pt x="30924" y="9840"/>
                  </a:cubicBezTo>
                  <a:cubicBezTo>
                    <a:pt x="31023" y="9726"/>
                    <a:pt x="31009" y="9655"/>
                    <a:pt x="30867" y="9584"/>
                  </a:cubicBezTo>
                  <a:cubicBezTo>
                    <a:pt x="30810" y="9556"/>
                    <a:pt x="30754" y="9528"/>
                    <a:pt x="30697" y="9513"/>
                  </a:cubicBezTo>
                  <a:cubicBezTo>
                    <a:pt x="30782" y="9471"/>
                    <a:pt x="30867" y="9400"/>
                    <a:pt x="30938" y="9315"/>
                  </a:cubicBezTo>
                  <a:lnTo>
                    <a:pt x="30938" y="9315"/>
                  </a:lnTo>
                  <a:cubicBezTo>
                    <a:pt x="30967" y="9286"/>
                    <a:pt x="30995" y="9258"/>
                    <a:pt x="31038" y="9229"/>
                  </a:cubicBezTo>
                  <a:lnTo>
                    <a:pt x="31038" y="9229"/>
                  </a:lnTo>
                  <a:cubicBezTo>
                    <a:pt x="31066" y="9187"/>
                    <a:pt x="31094" y="9158"/>
                    <a:pt x="31123" y="9116"/>
                  </a:cubicBezTo>
                  <a:cubicBezTo>
                    <a:pt x="31123" y="9087"/>
                    <a:pt x="31123" y="9073"/>
                    <a:pt x="31123" y="9045"/>
                  </a:cubicBezTo>
                  <a:cubicBezTo>
                    <a:pt x="31094" y="9002"/>
                    <a:pt x="31066" y="8974"/>
                    <a:pt x="31038" y="8945"/>
                  </a:cubicBezTo>
                  <a:lnTo>
                    <a:pt x="31038" y="8945"/>
                  </a:lnTo>
                  <a:cubicBezTo>
                    <a:pt x="30938" y="8874"/>
                    <a:pt x="30796" y="8874"/>
                    <a:pt x="30739" y="8747"/>
                  </a:cubicBezTo>
                  <a:lnTo>
                    <a:pt x="30739" y="8747"/>
                  </a:lnTo>
                  <a:cubicBezTo>
                    <a:pt x="30725" y="8718"/>
                    <a:pt x="30683" y="8718"/>
                    <a:pt x="30654" y="8747"/>
                  </a:cubicBezTo>
                  <a:cubicBezTo>
                    <a:pt x="30626" y="8747"/>
                    <a:pt x="30597" y="8747"/>
                    <a:pt x="30555" y="8747"/>
                  </a:cubicBezTo>
                  <a:cubicBezTo>
                    <a:pt x="30384" y="8860"/>
                    <a:pt x="30186" y="8661"/>
                    <a:pt x="30015" y="8789"/>
                  </a:cubicBezTo>
                  <a:cubicBezTo>
                    <a:pt x="30001" y="8803"/>
                    <a:pt x="30001" y="8832"/>
                    <a:pt x="29987" y="8846"/>
                  </a:cubicBezTo>
                  <a:lnTo>
                    <a:pt x="29987" y="8846"/>
                  </a:lnTo>
                  <a:lnTo>
                    <a:pt x="29902" y="8761"/>
                  </a:lnTo>
                  <a:cubicBezTo>
                    <a:pt x="30044" y="8633"/>
                    <a:pt x="30058" y="8619"/>
                    <a:pt x="29973" y="8406"/>
                  </a:cubicBezTo>
                  <a:lnTo>
                    <a:pt x="30015" y="8363"/>
                  </a:lnTo>
                  <a:cubicBezTo>
                    <a:pt x="30001" y="8335"/>
                    <a:pt x="29987" y="8307"/>
                    <a:pt x="29973" y="8278"/>
                  </a:cubicBezTo>
                  <a:cubicBezTo>
                    <a:pt x="29916" y="8023"/>
                    <a:pt x="30214" y="8108"/>
                    <a:pt x="30271" y="7966"/>
                  </a:cubicBezTo>
                  <a:cubicBezTo>
                    <a:pt x="30271" y="7937"/>
                    <a:pt x="30271" y="7909"/>
                    <a:pt x="30271" y="7895"/>
                  </a:cubicBezTo>
                  <a:cubicBezTo>
                    <a:pt x="30214" y="7838"/>
                    <a:pt x="30228" y="7753"/>
                    <a:pt x="30172" y="7696"/>
                  </a:cubicBezTo>
                  <a:lnTo>
                    <a:pt x="30172" y="7696"/>
                  </a:lnTo>
                  <a:cubicBezTo>
                    <a:pt x="29973" y="7497"/>
                    <a:pt x="29746" y="7895"/>
                    <a:pt x="29561" y="7653"/>
                  </a:cubicBezTo>
                  <a:cubicBezTo>
                    <a:pt x="29547" y="7611"/>
                    <a:pt x="29518" y="7554"/>
                    <a:pt x="29504" y="7511"/>
                  </a:cubicBezTo>
                  <a:lnTo>
                    <a:pt x="29504" y="7412"/>
                  </a:lnTo>
                  <a:lnTo>
                    <a:pt x="29447" y="7412"/>
                  </a:lnTo>
                  <a:cubicBezTo>
                    <a:pt x="29433" y="7384"/>
                    <a:pt x="29419" y="7355"/>
                    <a:pt x="29391" y="7327"/>
                  </a:cubicBezTo>
                  <a:cubicBezTo>
                    <a:pt x="29362" y="7298"/>
                    <a:pt x="29334" y="7270"/>
                    <a:pt x="29291" y="7256"/>
                  </a:cubicBezTo>
                  <a:cubicBezTo>
                    <a:pt x="29249" y="7242"/>
                    <a:pt x="29206" y="7227"/>
                    <a:pt x="29163" y="7227"/>
                  </a:cubicBezTo>
                  <a:lnTo>
                    <a:pt x="29149" y="7227"/>
                  </a:lnTo>
                  <a:cubicBezTo>
                    <a:pt x="29107" y="7213"/>
                    <a:pt x="29078" y="7213"/>
                    <a:pt x="29036" y="7213"/>
                  </a:cubicBezTo>
                  <a:cubicBezTo>
                    <a:pt x="29092" y="7142"/>
                    <a:pt x="29163" y="7085"/>
                    <a:pt x="29220" y="7014"/>
                  </a:cubicBezTo>
                  <a:lnTo>
                    <a:pt x="29220" y="7014"/>
                  </a:lnTo>
                  <a:cubicBezTo>
                    <a:pt x="29249" y="6986"/>
                    <a:pt x="29277" y="6943"/>
                    <a:pt x="29305" y="6915"/>
                  </a:cubicBezTo>
                  <a:cubicBezTo>
                    <a:pt x="29305" y="6887"/>
                    <a:pt x="29305" y="6858"/>
                    <a:pt x="29305" y="6830"/>
                  </a:cubicBezTo>
                  <a:cubicBezTo>
                    <a:pt x="29277" y="6802"/>
                    <a:pt x="29249" y="6759"/>
                    <a:pt x="29220" y="6731"/>
                  </a:cubicBezTo>
                  <a:lnTo>
                    <a:pt x="29220" y="6731"/>
                  </a:lnTo>
                  <a:cubicBezTo>
                    <a:pt x="29206" y="6716"/>
                    <a:pt x="29178" y="6688"/>
                    <a:pt x="29149" y="6688"/>
                  </a:cubicBezTo>
                  <a:cubicBezTo>
                    <a:pt x="29163" y="6660"/>
                    <a:pt x="29163" y="6631"/>
                    <a:pt x="29163" y="6603"/>
                  </a:cubicBezTo>
                  <a:cubicBezTo>
                    <a:pt x="29149" y="6589"/>
                    <a:pt x="29135" y="6560"/>
                    <a:pt x="29121" y="6546"/>
                  </a:cubicBezTo>
                  <a:cubicBezTo>
                    <a:pt x="29092" y="6546"/>
                    <a:pt x="29064" y="6546"/>
                    <a:pt x="29036" y="6546"/>
                  </a:cubicBezTo>
                  <a:cubicBezTo>
                    <a:pt x="28965" y="6617"/>
                    <a:pt x="28865" y="6574"/>
                    <a:pt x="28794" y="6603"/>
                  </a:cubicBezTo>
                  <a:cubicBezTo>
                    <a:pt x="28794" y="6546"/>
                    <a:pt x="28780" y="6489"/>
                    <a:pt x="28752" y="6447"/>
                  </a:cubicBezTo>
                  <a:lnTo>
                    <a:pt x="28752" y="6262"/>
                  </a:lnTo>
                  <a:cubicBezTo>
                    <a:pt x="28723" y="6219"/>
                    <a:pt x="28667" y="6205"/>
                    <a:pt x="28638" y="6234"/>
                  </a:cubicBezTo>
                  <a:lnTo>
                    <a:pt x="28624" y="6248"/>
                  </a:lnTo>
                  <a:cubicBezTo>
                    <a:pt x="28525" y="6177"/>
                    <a:pt x="28411" y="6148"/>
                    <a:pt x="28283" y="6163"/>
                  </a:cubicBezTo>
                  <a:lnTo>
                    <a:pt x="28269" y="6134"/>
                  </a:lnTo>
                  <a:cubicBezTo>
                    <a:pt x="28212" y="6106"/>
                    <a:pt x="28127" y="6092"/>
                    <a:pt x="28084" y="6035"/>
                  </a:cubicBezTo>
                  <a:cubicBezTo>
                    <a:pt x="28113" y="6021"/>
                    <a:pt x="28155" y="5992"/>
                    <a:pt x="28184" y="5978"/>
                  </a:cubicBezTo>
                  <a:lnTo>
                    <a:pt x="28184" y="5978"/>
                  </a:lnTo>
                  <a:cubicBezTo>
                    <a:pt x="28212" y="5935"/>
                    <a:pt x="28241" y="5907"/>
                    <a:pt x="28269" y="5879"/>
                  </a:cubicBezTo>
                  <a:lnTo>
                    <a:pt x="28269" y="5879"/>
                  </a:lnTo>
                  <a:cubicBezTo>
                    <a:pt x="28297" y="5850"/>
                    <a:pt x="28297" y="5808"/>
                    <a:pt x="28269" y="5779"/>
                  </a:cubicBezTo>
                  <a:lnTo>
                    <a:pt x="28269" y="5779"/>
                  </a:lnTo>
                  <a:cubicBezTo>
                    <a:pt x="28226" y="5722"/>
                    <a:pt x="28141" y="5722"/>
                    <a:pt x="28084" y="5779"/>
                  </a:cubicBezTo>
                  <a:lnTo>
                    <a:pt x="27999" y="5779"/>
                  </a:lnTo>
                  <a:cubicBezTo>
                    <a:pt x="27871" y="5850"/>
                    <a:pt x="27786" y="5779"/>
                    <a:pt x="27715" y="5708"/>
                  </a:cubicBezTo>
                  <a:cubicBezTo>
                    <a:pt x="27658" y="5623"/>
                    <a:pt x="27786" y="5637"/>
                    <a:pt x="27800" y="5580"/>
                  </a:cubicBezTo>
                  <a:lnTo>
                    <a:pt x="27800" y="5580"/>
                  </a:lnTo>
                  <a:cubicBezTo>
                    <a:pt x="27857" y="5538"/>
                    <a:pt x="27857" y="5453"/>
                    <a:pt x="27800" y="5396"/>
                  </a:cubicBezTo>
                  <a:lnTo>
                    <a:pt x="27800" y="5396"/>
                  </a:lnTo>
                  <a:cubicBezTo>
                    <a:pt x="27744" y="5339"/>
                    <a:pt x="27758" y="5254"/>
                    <a:pt x="27701" y="5211"/>
                  </a:cubicBezTo>
                  <a:lnTo>
                    <a:pt x="27701" y="5211"/>
                  </a:lnTo>
                  <a:cubicBezTo>
                    <a:pt x="27587" y="5098"/>
                    <a:pt x="27488" y="4998"/>
                    <a:pt x="27318" y="5112"/>
                  </a:cubicBezTo>
                  <a:lnTo>
                    <a:pt x="27318" y="5112"/>
                  </a:lnTo>
                  <a:cubicBezTo>
                    <a:pt x="27119" y="5183"/>
                    <a:pt x="27218" y="4970"/>
                    <a:pt x="27133" y="4913"/>
                  </a:cubicBezTo>
                  <a:lnTo>
                    <a:pt x="27133" y="4913"/>
                  </a:lnTo>
                  <a:cubicBezTo>
                    <a:pt x="27091" y="4856"/>
                    <a:pt x="27034" y="4814"/>
                    <a:pt x="26977" y="4785"/>
                  </a:cubicBezTo>
                  <a:cubicBezTo>
                    <a:pt x="26977" y="4771"/>
                    <a:pt x="26977" y="4743"/>
                    <a:pt x="26949" y="4729"/>
                  </a:cubicBezTo>
                  <a:lnTo>
                    <a:pt x="26949" y="4729"/>
                  </a:lnTo>
                  <a:cubicBezTo>
                    <a:pt x="26906" y="4700"/>
                    <a:pt x="26878" y="4672"/>
                    <a:pt x="26849" y="4629"/>
                  </a:cubicBezTo>
                  <a:lnTo>
                    <a:pt x="26750" y="4530"/>
                  </a:lnTo>
                  <a:cubicBezTo>
                    <a:pt x="26807" y="4359"/>
                    <a:pt x="26878" y="4175"/>
                    <a:pt x="26565" y="4246"/>
                  </a:cubicBezTo>
                  <a:lnTo>
                    <a:pt x="26466" y="4246"/>
                  </a:lnTo>
                  <a:cubicBezTo>
                    <a:pt x="26437" y="4288"/>
                    <a:pt x="26395" y="4317"/>
                    <a:pt x="26366" y="4345"/>
                  </a:cubicBezTo>
                  <a:lnTo>
                    <a:pt x="26366" y="4345"/>
                  </a:lnTo>
                  <a:cubicBezTo>
                    <a:pt x="26338" y="4374"/>
                    <a:pt x="26310" y="4402"/>
                    <a:pt x="26295" y="4445"/>
                  </a:cubicBezTo>
                  <a:lnTo>
                    <a:pt x="26210" y="4430"/>
                  </a:lnTo>
                  <a:cubicBezTo>
                    <a:pt x="26210" y="4430"/>
                    <a:pt x="26210" y="4416"/>
                    <a:pt x="26210" y="4402"/>
                  </a:cubicBezTo>
                  <a:cubicBezTo>
                    <a:pt x="26182" y="4274"/>
                    <a:pt x="25997" y="4288"/>
                    <a:pt x="25983" y="4146"/>
                  </a:cubicBezTo>
                  <a:cubicBezTo>
                    <a:pt x="25955" y="4161"/>
                    <a:pt x="25926" y="4161"/>
                    <a:pt x="25898" y="4146"/>
                  </a:cubicBezTo>
                  <a:lnTo>
                    <a:pt x="25855" y="4132"/>
                  </a:lnTo>
                  <a:lnTo>
                    <a:pt x="25827" y="4090"/>
                  </a:lnTo>
                  <a:lnTo>
                    <a:pt x="25841" y="4047"/>
                  </a:lnTo>
                  <a:cubicBezTo>
                    <a:pt x="25841" y="4019"/>
                    <a:pt x="25827" y="3990"/>
                    <a:pt x="25799" y="3962"/>
                  </a:cubicBezTo>
                  <a:lnTo>
                    <a:pt x="25799" y="3877"/>
                  </a:lnTo>
                  <a:cubicBezTo>
                    <a:pt x="25770" y="3834"/>
                    <a:pt x="25742" y="3806"/>
                    <a:pt x="25699" y="3777"/>
                  </a:cubicBezTo>
                  <a:cubicBezTo>
                    <a:pt x="25614" y="3692"/>
                    <a:pt x="25699" y="3564"/>
                    <a:pt x="25614" y="3493"/>
                  </a:cubicBezTo>
                  <a:cubicBezTo>
                    <a:pt x="25571" y="3422"/>
                    <a:pt x="25500" y="3380"/>
                    <a:pt x="25415" y="3394"/>
                  </a:cubicBezTo>
                  <a:cubicBezTo>
                    <a:pt x="25373" y="3337"/>
                    <a:pt x="25344" y="3238"/>
                    <a:pt x="25231" y="3295"/>
                  </a:cubicBezTo>
                  <a:lnTo>
                    <a:pt x="25046" y="3295"/>
                  </a:lnTo>
                  <a:cubicBezTo>
                    <a:pt x="25018" y="3266"/>
                    <a:pt x="25003" y="3266"/>
                    <a:pt x="24975" y="3266"/>
                  </a:cubicBezTo>
                  <a:lnTo>
                    <a:pt x="24975" y="3252"/>
                  </a:lnTo>
                  <a:lnTo>
                    <a:pt x="24932" y="3195"/>
                  </a:lnTo>
                  <a:lnTo>
                    <a:pt x="24932" y="3195"/>
                  </a:lnTo>
                  <a:cubicBezTo>
                    <a:pt x="24876" y="3153"/>
                    <a:pt x="24904" y="3067"/>
                    <a:pt x="24847" y="3011"/>
                  </a:cubicBezTo>
                  <a:lnTo>
                    <a:pt x="24847" y="2911"/>
                  </a:lnTo>
                  <a:lnTo>
                    <a:pt x="24748" y="2826"/>
                  </a:lnTo>
                  <a:cubicBezTo>
                    <a:pt x="24407" y="2982"/>
                    <a:pt x="24407" y="2982"/>
                    <a:pt x="24180" y="2727"/>
                  </a:cubicBezTo>
                  <a:cubicBezTo>
                    <a:pt x="24081" y="2812"/>
                    <a:pt x="23981" y="2741"/>
                    <a:pt x="23896" y="2727"/>
                  </a:cubicBezTo>
                  <a:lnTo>
                    <a:pt x="23797" y="2727"/>
                  </a:lnTo>
                  <a:cubicBezTo>
                    <a:pt x="23740" y="2684"/>
                    <a:pt x="23740" y="2599"/>
                    <a:pt x="23797" y="2542"/>
                  </a:cubicBezTo>
                  <a:lnTo>
                    <a:pt x="23797" y="2542"/>
                  </a:lnTo>
                  <a:cubicBezTo>
                    <a:pt x="23797" y="2542"/>
                    <a:pt x="23811" y="2542"/>
                    <a:pt x="23825" y="2514"/>
                  </a:cubicBezTo>
                  <a:cubicBezTo>
                    <a:pt x="23825" y="2500"/>
                    <a:pt x="23825" y="2471"/>
                    <a:pt x="23797" y="2457"/>
                  </a:cubicBezTo>
                  <a:lnTo>
                    <a:pt x="23782" y="2457"/>
                  </a:lnTo>
                  <a:cubicBezTo>
                    <a:pt x="23797" y="2443"/>
                    <a:pt x="23811" y="2429"/>
                    <a:pt x="23825" y="2429"/>
                  </a:cubicBezTo>
                  <a:cubicBezTo>
                    <a:pt x="23768" y="2216"/>
                    <a:pt x="23669" y="2074"/>
                    <a:pt x="23413" y="2173"/>
                  </a:cubicBezTo>
                  <a:lnTo>
                    <a:pt x="23413" y="2173"/>
                  </a:lnTo>
                  <a:cubicBezTo>
                    <a:pt x="23300" y="2230"/>
                    <a:pt x="23271" y="2130"/>
                    <a:pt x="23229" y="2074"/>
                  </a:cubicBezTo>
                  <a:lnTo>
                    <a:pt x="23229" y="2074"/>
                  </a:lnTo>
                  <a:cubicBezTo>
                    <a:pt x="23129" y="2003"/>
                    <a:pt x="23229" y="1861"/>
                    <a:pt x="23129" y="1790"/>
                  </a:cubicBezTo>
                  <a:lnTo>
                    <a:pt x="23129" y="1790"/>
                  </a:lnTo>
                  <a:cubicBezTo>
                    <a:pt x="23058" y="1747"/>
                    <a:pt x="23058" y="1662"/>
                    <a:pt x="23030" y="1591"/>
                  </a:cubicBezTo>
                  <a:cubicBezTo>
                    <a:pt x="22973" y="1548"/>
                    <a:pt x="22902" y="1548"/>
                    <a:pt x="22845" y="1591"/>
                  </a:cubicBezTo>
                  <a:cubicBezTo>
                    <a:pt x="22817" y="1605"/>
                    <a:pt x="22789" y="1605"/>
                    <a:pt x="22760" y="1591"/>
                  </a:cubicBezTo>
                  <a:cubicBezTo>
                    <a:pt x="22561" y="1690"/>
                    <a:pt x="22334" y="1662"/>
                    <a:pt x="22178" y="1506"/>
                  </a:cubicBezTo>
                  <a:cubicBezTo>
                    <a:pt x="22022" y="1520"/>
                    <a:pt x="21851" y="1477"/>
                    <a:pt x="21780" y="1676"/>
                  </a:cubicBezTo>
                  <a:lnTo>
                    <a:pt x="21709" y="1676"/>
                  </a:lnTo>
                  <a:cubicBezTo>
                    <a:pt x="21596" y="1591"/>
                    <a:pt x="21482" y="1491"/>
                    <a:pt x="21525" y="1307"/>
                  </a:cubicBezTo>
                  <a:lnTo>
                    <a:pt x="21525" y="1307"/>
                  </a:lnTo>
                  <a:lnTo>
                    <a:pt x="21695" y="1278"/>
                  </a:lnTo>
                  <a:lnTo>
                    <a:pt x="21695" y="1321"/>
                  </a:lnTo>
                  <a:lnTo>
                    <a:pt x="21795" y="1207"/>
                  </a:lnTo>
                  <a:cubicBezTo>
                    <a:pt x="21823" y="1179"/>
                    <a:pt x="21851" y="1179"/>
                    <a:pt x="21880" y="1207"/>
                  </a:cubicBezTo>
                  <a:lnTo>
                    <a:pt x="21880" y="1207"/>
                  </a:lnTo>
                  <a:cubicBezTo>
                    <a:pt x="21965" y="1278"/>
                    <a:pt x="22079" y="1264"/>
                    <a:pt x="22164" y="1207"/>
                  </a:cubicBezTo>
                  <a:cubicBezTo>
                    <a:pt x="22164" y="1179"/>
                    <a:pt x="22164" y="1151"/>
                    <a:pt x="22164" y="1122"/>
                  </a:cubicBezTo>
                  <a:cubicBezTo>
                    <a:pt x="22079" y="753"/>
                    <a:pt x="21809" y="909"/>
                    <a:pt x="21596" y="924"/>
                  </a:cubicBezTo>
                  <a:cubicBezTo>
                    <a:pt x="21568" y="924"/>
                    <a:pt x="21539" y="924"/>
                    <a:pt x="21511" y="924"/>
                  </a:cubicBezTo>
                  <a:cubicBezTo>
                    <a:pt x="21482" y="938"/>
                    <a:pt x="21468" y="980"/>
                    <a:pt x="21468" y="1009"/>
                  </a:cubicBezTo>
                  <a:cubicBezTo>
                    <a:pt x="21454" y="1009"/>
                    <a:pt x="21426" y="1009"/>
                    <a:pt x="21411" y="1009"/>
                  </a:cubicBezTo>
                  <a:lnTo>
                    <a:pt x="21411" y="1009"/>
                  </a:lnTo>
                  <a:cubicBezTo>
                    <a:pt x="21312" y="980"/>
                    <a:pt x="21298" y="909"/>
                    <a:pt x="21312" y="810"/>
                  </a:cubicBezTo>
                  <a:cubicBezTo>
                    <a:pt x="21284" y="810"/>
                    <a:pt x="21241" y="810"/>
                    <a:pt x="21213" y="810"/>
                  </a:cubicBezTo>
                  <a:cubicBezTo>
                    <a:pt x="21170" y="767"/>
                    <a:pt x="21085" y="767"/>
                    <a:pt x="21028" y="810"/>
                  </a:cubicBezTo>
                  <a:lnTo>
                    <a:pt x="21028" y="810"/>
                  </a:lnTo>
                  <a:cubicBezTo>
                    <a:pt x="21000" y="838"/>
                    <a:pt x="20957" y="838"/>
                    <a:pt x="20929" y="810"/>
                  </a:cubicBezTo>
                  <a:cubicBezTo>
                    <a:pt x="20900" y="810"/>
                    <a:pt x="20872" y="810"/>
                    <a:pt x="20843" y="810"/>
                  </a:cubicBezTo>
                  <a:cubicBezTo>
                    <a:pt x="20843" y="810"/>
                    <a:pt x="20829" y="796"/>
                    <a:pt x="20815" y="782"/>
                  </a:cubicBezTo>
                  <a:cubicBezTo>
                    <a:pt x="20815" y="767"/>
                    <a:pt x="20815" y="739"/>
                    <a:pt x="20843" y="725"/>
                  </a:cubicBezTo>
                  <a:lnTo>
                    <a:pt x="20843" y="725"/>
                  </a:lnTo>
                  <a:cubicBezTo>
                    <a:pt x="20943" y="554"/>
                    <a:pt x="20801" y="455"/>
                    <a:pt x="20744" y="341"/>
                  </a:cubicBezTo>
                  <a:lnTo>
                    <a:pt x="20645" y="341"/>
                  </a:lnTo>
                  <a:cubicBezTo>
                    <a:pt x="20616" y="370"/>
                    <a:pt x="20588" y="398"/>
                    <a:pt x="20559" y="427"/>
                  </a:cubicBezTo>
                  <a:lnTo>
                    <a:pt x="20446" y="540"/>
                  </a:lnTo>
                  <a:cubicBezTo>
                    <a:pt x="20417" y="569"/>
                    <a:pt x="20389" y="597"/>
                    <a:pt x="20361" y="625"/>
                  </a:cubicBezTo>
                  <a:lnTo>
                    <a:pt x="20261" y="640"/>
                  </a:lnTo>
                  <a:lnTo>
                    <a:pt x="20261" y="640"/>
                  </a:lnTo>
                  <a:lnTo>
                    <a:pt x="20176" y="640"/>
                  </a:lnTo>
                  <a:lnTo>
                    <a:pt x="20176" y="640"/>
                  </a:lnTo>
                  <a:lnTo>
                    <a:pt x="20077" y="625"/>
                  </a:lnTo>
                  <a:cubicBezTo>
                    <a:pt x="20077" y="640"/>
                    <a:pt x="20077" y="654"/>
                    <a:pt x="20077" y="668"/>
                  </a:cubicBezTo>
                  <a:lnTo>
                    <a:pt x="19992" y="668"/>
                  </a:lnTo>
                  <a:cubicBezTo>
                    <a:pt x="19821" y="597"/>
                    <a:pt x="19665" y="498"/>
                    <a:pt x="19523" y="384"/>
                  </a:cubicBezTo>
                  <a:cubicBezTo>
                    <a:pt x="19367" y="270"/>
                    <a:pt x="19253" y="114"/>
                    <a:pt x="19026" y="242"/>
                  </a:cubicBezTo>
                  <a:lnTo>
                    <a:pt x="19026" y="242"/>
                  </a:lnTo>
                  <a:cubicBezTo>
                    <a:pt x="18770" y="114"/>
                    <a:pt x="18472" y="72"/>
                    <a:pt x="18188" y="114"/>
                  </a:cubicBezTo>
                  <a:lnTo>
                    <a:pt x="18160" y="114"/>
                  </a:lnTo>
                  <a:cubicBezTo>
                    <a:pt x="18146" y="86"/>
                    <a:pt x="18103" y="72"/>
                    <a:pt x="18075" y="57"/>
                  </a:cubicBezTo>
                  <a:lnTo>
                    <a:pt x="17975" y="57"/>
                  </a:lnTo>
                  <a:cubicBezTo>
                    <a:pt x="17933" y="1"/>
                    <a:pt x="17848" y="1"/>
                    <a:pt x="17791" y="57"/>
                  </a:cubicBezTo>
                  <a:lnTo>
                    <a:pt x="17791" y="57"/>
                  </a:lnTo>
                  <a:cubicBezTo>
                    <a:pt x="17748" y="114"/>
                    <a:pt x="17649" y="114"/>
                    <a:pt x="17606" y="57"/>
                  </a:cubicBezTo>
                  <a:cubicBezTo>
                    <a:pt x="17578" y="57"/>
                    <a:pt x="17549" y="57"/>
                    <a:pt x="17507" y="57"/>
                  </a:cubicBezTo>
                  <a:cubicBezTo>
                    <a:pt x="17493" y="15"/>
                    <a:pt x="17450" y="15"/>
                    <a:pt x="17422" y="57"/>
                  </a:cubicBezTo>
                  <a:lnTo>
                    <a:pt x="17308" y="157"/>
                  </a:lnTo>
                  <a:cubicBezTo>
                    <a:pt x="17294" y="270"/>
                    <a:pt x="17223" y="370"/>
                    <a:pt x="17138" y="441"/>
                  </a:cubicBezTo>
                  <a:lnTo>
                    <a:pt x="17138" y="441"/>
                  </a:lnTo>
                  <a:cubicBezTo>
                    <a:pt x="17010" y="412"/>
                    <a:pt x="16939" y="228"/>
                    <a:pt x="16783" y="270"/>
                  </a:cubicBezTo>
                  <a:lnTo>
                    <a:pt x="16769" y="341"/>
                  </a:lnTo>
                  <a:cubicBezTo>
                    <a:pt x="16740" y="341"/>
                    <a:pt x="16726" y="341"/>
                    <a:pt x="16712" y="341"/>
                  </a:cubicBezTo>
                  <a:cubicBezTo>
                    <a:pt x="16698" y="341"/>
                    <a:pt x="16683" y="327"/>
                    <a:pt x="16669" y="327"/>
                  </a:cubicBezTo>
                  <a:cubicBezTo>
                    <a:pt x="16641" y="313"/>
                    <a:pt x="16598" y="327"/>
                    <a:pt x="16570" y="356"/>
                  </a:cubicBezTo>
                  <a:lnTo>
                    <a:pt x="16570" y="356"/>
                  </a:lnTo>
                  <a:cubicBezTo>
                    <a:pt x="16541" y="384"/>
                    <a:pt x="16513" y="412"/>
                    <a:pt x="16485" y="441"/>
                  </a:cubicBezTo>
                  <a:lnTo>
                    <a:pt x="16286" y="441"/>
                  </a:lnTo>
                  <a:cubicBezTo>
                    <a:pt x="16286" y="441"/>
                    <a:pt x="16272" y="427"/>
                    <a:pt x="16272" y="398"/>
                  </a:cubicBezTo>
                  <a:cubicBezTo>
                    <a:pt x="16257" y="384"/>
                    <a:pt x="16272" y="370"/>
                    <a:pt x="16286" y="341"/>
                  </a:cubicBezTo>
                  <a:lnTo>
                    <a:pt x="16286" y="341"/>
                  </a:lnTo>
                  <a:cubicBezTo>
                    <a:pt x="16286" y="341"/>
                    <a:pt x="16300" y="327"/>
                    <a:pt x="16300" y="313"/>
                  </a:cubicBezTo>
                  <a:cubicBezTo>
                    <a:pt x="16314" y="285"/>
                    <a:pt x="16300" y="270"/>
                    <a:pt x="16286" y="256"/>
                  </a:cubicBezTo>
                  <a:lnTo>
                    <a:pt x="16286" y="256"/>
                  </a:lnTo>
                  <a:cubicBezTo>
                    <a:pt x="16257" y="214"/>
                    <a:pt x="16215" y="185"/>
                    <a:pt x="16172" y="157"/>
                  </a:cubicBezTo>
                  <a:lnTo>
                    <a:pt x="16002" y="157"/>
                  </a:lnTo>
                  <a:cubicBezTo>
                    <a:pt x="15917" y="199"/>
                    <a:pt x="15874" y="398"/>
                    <a:pt x="15718" y="256"/>
                  </a:cubicBezTo>
                  <a:cubicBezTo>
                    <a:pt x="15690" y="256"/>
                    <a:pt x="15661" y="256"/>
                    <a:pt x="15633" y="256"/>
                  </a:cubicBezTo>
                  <a:cubicBezTo>
                    <a:pt x="15590" y="270"/>
                    <a:pt x="15576" y="313"/>
                    <a:pt x="15562" y="341"/>
                  </a:cubicBezTo>
                  <a:lnTo>
                    <a:pt x="15249" y="356"/>
                  </a:lnTo>
                  <a:cubicBezTo>
                    <a:pt x="15207" y="412"/>
                    <a:pt x="15136" y="441"/>
                    <a:pt x="15079" y="441"/>
                  </a:cubicBezTo>
                  <a:cubicBezTo>
                    <a:pt x="15107" y="412"/>
                    <a:pt x="15122" y="384"/>
                    <a:pt x="15150" y="341"/>
                  </a:cubicBezTo>
                  <a:lnTo>
                    <a:pt x="15150" y="256"/>
                  </a:lnTo>
                  <a:cubicBezTo>
                    <a:pt x="15093" y="199"/>
                    <a:pt x="15008" y="214"/>
                    <a:pt x="14965" y="157"/>
                  </a:cubicBezTo>
                  <a:lnTo>
                    <a:pt x="14866" y="157"/>
                  </a:lnTo>
                  <a:cubicBezTo>
                    <a:pt x="14809" y="185"/>
                    <a:pt x="14752" y="214"/>
                    <a:pt x="14696" y="199"/>
                  </a:cubicBezTo>
                  <a:cubicBezTo>
                    <a:pt x="14681" y="242"/>
                    <a:pt x="14653" y="256"/>
                    <a:pt x="14625" y="270"/>
                  </a:cubicBezTo>
                  <a:lnTo>
                    <a:pt x="14582" y="242"/>
                  </a:lnTo>
                  <a:lnTo>
                    <a:pt x="14483" y="341"/>
                  </a:lnTo>
                  <a:cubicBezTo>
                    <a:pt x="14341" y="455"/>
                    <a:pt x="14142" y="327"/>
                    <a:pt x="14000" y="441"/>
                  </a:cubicBezTo>
                  <a:lnTo>
                    <a:pt x="14000" y="540"/>
                  </a:lnTo>
                  <a:cubicBezTo>
                    <a:pt x="13929" y="625"/>
                    <a:pt x="13801" y="540"/>
                    <a:pt x="13730" y="625"/>
                  </a:cubicBezTo>
                  <a:lnTo>
                    <a:pt x="13730" y="625"/>
                  </a:lnTo>
                  <a:cubicBezTo>
                    <a:pt x="13702" y="654"/>
                    <a:pt x="13688" y="668"/>
                    <a:pt x="13688" y="696"/>
                  </a:cubicBezTo>
                  <a:cubicBezTo>
                    <a:pt x="13645" y="668"/>
                    <a:pt x="13574" y="682"/>
                    <a:pt x="13531" y="725"/>
                  </a:cubicBezTo>
                  <a:lnTo>
                    <a:pt x="13446" y="725"/>
                  </a:lnTo>
                  <a:cubicBezTo>
                    <a:pt x="13418" y="753"/>
                    <a:pt x="13375" y="782"/>
                    <a:pt x="13347" y="810"/>
                  </a:cubicBezTo>
                  <a:lnTo>
                    <a:pt x="13247" y="909"/>
                  </a:lnTo>
                  <a:cubicBezTo>
                    <a:pt x="13205" y="980"/>
                    <a:pt x="13134" y="995"/>
                    <a:pt x="13063" y="1009"/>
                  </a:cubicBezTo>
                  <a:lnTo>
                    <a:pt x="12396" y="1094"/>
                  </a:lnTo>
                  <a:lnTo>
                    <a:pt x="12396" y="1094"/>
                  </a:lnTo>
                  <a:lnTo>
                    <a:pt x="12396" y="1094"/>
                  </a:lnTo>
                  <a:lnTo>
                    <a:pt x="12396" y="1094"/>
                  </a:lnTo>
                  <a:lnTo>
                    <a:pt x="12424" y="1066"/>
                  </a:lnTo>
                  <a:cubicBezTo>
                    <a:pt x="12438" y="1023"/>
                    <a:pt x="12495" y="980"/>
                    <a:pt x="12495" y="952"/>
                  </a:cubicBezTo>
                  <a:cubicBezTo>
                    <a:pt x="12481" y="924"/>
                    <a:pt x="12424" y="909"/>
                    <a:pt x="12381" y="909"/>
                  </a:cubicBezTo>
                  <a:cubicBezTo>
                    <a:pt x="12254" y="895"/>
                    <a:pt x="12126" y="924"/>
                    <a:pt x="12026" y="1009"/>
                  </a:cubicBezTo>
                  <a:cubicBezTo>
                    <a:pt x="11941" y="1066"/>
                    <a:pt x="11870" y="1151"/>
                    <a:pt x="11728" y="1122"/>
                  </a:cubicBezTo>
                  <a:cubicBezTo>
                    <a:pt x="11671" y="1108"/>
                    <a:pt x="11686" y="1179"/>
                    <a:pt x="11714" y="1222"/>
                  </a:cubicBezTo>
                  <a:cubicBezTo>
                    <a:pt x="11742" y="1264"/>
                    <a:pt x="11771" y="1293"/>
                    <a:pt x="11742" y="1349"/>
                  </a:cubicBezTo>
                  <a:cubicBezTo>
                    <a:pt x="11402" y="1278"/>
                    <a:pt x="11416" y="1278"/>
                    <a:pt x="11089" y="1463"/>
                  </a:cubicBezTo>
                  <a:cubicBezTo>
                    <a:pt x="10990" y="1506"/>
                    <a:pt x="10876" y="1548"/>
                    <a:pt x="10777" y="1577"/>
                  </a:cubicBezTo>
                  <a:lnTo>
                    <a:pt x="10493" y="1577"/>
                  </a:lnTo>
                  <a:cubicBezTo>
                    <a:pt x="10408" y="1648"/>
                    <a:pt x="10294" y="1690"/>
                    <a:pt x="10209" y="1761"/>
                  </a:cubicBezTo>
                  <a:lnTo>
                    <a:pt x="9925" y="1761"/>
                  </a:lnTo>
                  <a:cubicBezTo>
                    <a:pt x="9868" y="1818"/>
                    <a:pt x="9854" y="1889"/>
                    <a:pt x="9897" y="1946"/>
                  </a:cubicBezTo>
                  <a:lnTo>
                    <a:pt x="9897" y="1946"/>
                  </a:lnTo>
                  <a:lnTo>
                    <a:pt x="9499" y="2074"/>
                  </a:lnTo>
                  <a:cubicBezTo>
                    <a:pt x="9457" y="2145"/>
                    <a:pt x="9386" y="2173"/>
                    <a:pt x="9300" y="2173"/>
                  </a:cubicBezTo>
                  <a:lnTo>
                    <a:pt x="9300" y="2343"/>
                  </a:lnTo>
                  <a:cubicBezTo>
                    <a:pt x="9315" y="2443"/>
                    <a:pt x="9244" y="2542"/>
                    <a:pt x="9144" y="2556"/>
                  </a:cubicBezTo>
                  <a:lnTo>
                    <a:pt x="9144" y="2556"/>
                  </a:lnTo>
                  <a:cubicBezTo>
                    <a:pt x="9116" y="2514"/>
                    <a:pt x="9059" y="2528"/>
                    <a:pt x="9031" y="2556"/>
                  </a:cubicBezTo>
                  <a:lnTo>
                    <a:pt x="9031" y="2556"/>
                  </a:lnTo>
                  <a:cubicBezTo>
                    <a:pt x="9002" y="2599"/>
                    <a:pt x="8960" y="2613"/>
                    <a:pt x="8931" y="2656"/>
                  </a:cubicBezTo>
                  <a:cubicBezTo>
                    <a:pt x="8903" y="2656"/>
                    <a:pt x="8874" y="2656"/>
                    <a:pt x="8832" y="2656"/>
                  </a:cubicBezTo>
                  <a:cubicBezTo>
                    <a:pt x="8803" y="2684"/>
                    <a:pt x="8775" y="2712"/>
                    <a:pt x="8747" y="2741"/>
                  </a:cubicBezTo>
                  <a:lnTo>
                    <a:pt x="8747" y="2741"/>
                  </a:lnTo>
                  <a:cubicBezTo>
                    <a:pt x="8676" y="2812"/>
                    <a:pt x="8661" y="2925"/>
                    <a:pt x="8718" y="3011"/>
                  </a:cubicBezTo>
                  <a:cubicBezTo>
                    <a:pt x="8718" y="3011"/>
                    <a:pt x="8732" y="3025"/>
                    <a:pt x="8747" y="3025"/>
                  </a:cubicBezTo>
                  <a:lnTo>
                    <a:pt x="8747" y="3025"/>
                  </a:lnTo>
                  <a:lnTo>
                    <a:pt x="8747" y="3025"/>
                  </a:lnTo>
                  <a:lnTo>
                    <a:pt x="8647" y="3110"/>
                  </a:lnTo>
                  <a:lnTo>
                    <a:pt x="8647" y="3110"/>
                  </a:lnTo>
                  <a:lnTo>
                    <a:pt x="8590" y="3110"/>
                  </a:lnTo>
                  <a:cubicBezTo>
                    <a:pt x="8576" y="2982"/>
                    <a:pt x="8576" y="2826"/>
                    <a:pt x="8378" y="2826"/>
                  </a:cubicBezTo>
                  <a:cubicBezTo>
                    <a:pt x="8264" y="3025"/>
                    <a:pt x="8065" y="3039"/>
                    <a:pt x="7895" y="3110"/>
                  </a:cubicBezTo>
                  <a:lnTo>
                    <a:pt x="7895" y="3110"/>
                  </a:lnTo>
                  <a:cubicBezTo>
                    <a:pt x="7866" y="3153"/>
                    <a:pt x="7838" y="3181"/>
                    <a:pt x="7795" y="3209"/>
                  </a:cubicBezTo>
                  <a:lnTo>
                    <a:pt x="7795" y="3295"/>
                  </a:lnTo>
                  <a:lnTo>
                    <a:pt x="7795" y="3295"/>
                  </a:lnTo>
                  <a:cubicBezTo>
                    <a:pt x="7739" y="3323"/>
                    <a:pt x="7668" y="3366"/>
                    <a:pt x="7625" y="3351"/>
                  </a:cubicBezTo>
                  <a:cubicBezTo>
                    <a:pt x="7497" y="3295"/>
                    <a:pt x="7412" y="3366"/>
                    <a:pt x="7313" y="3408"/>
                  </a:cubicBezTo>
                  <a:cubicBezTo>
                    <a:pt x="7298" y="3422"/>
                    <a:pt x="7284" y="3451"/>
                    <a:pt x="7298" y="3479"/>
                  </a:cubicBezTo>
                  <a:lnTo>
                    <a:pt x="7270" y="3465"/>
                  </a:lnTo>
                  <a:lnTo>
                    <a:pt x="7227" y="3493"/>
                  </a:lnTo>
                  <a:lnTo>
                    <a:pt x="7128" y="3493"/>
                  </a:lnTo>
                  <a:lnTo>
                    <a:pt x="7128" y="3593"/>
                  </a:lnTo>
                  <a:cubicBezTo>
                    <a:pt x="7029" y="3650"/>
                    <a:pt x="6901" y="3678"/>
                    <a:pt x="6844" y="3777"/>
                  </a:cubicBezTo>
                  <a:cubicBezTo>
                    <a:pt x="6702" y="3863"/>
                    <a:pt x="6532" y="3891"/>
                    <a:pt x="6461" y="4047"/>
                  </a:cubicBezTo>
                  <a:cubicBezTo>
                    <a:pt x="6376" y="4061"/>
                    <a:pt x="6319" y="4104"/>
                    <a:pt x="6276" y="4161"/>
                  </a:cubicBezTo>
                  <a:lnTo>
                    <a:pt x="6276" y="4161"/>
                  </a:lnTo>
                  <a:cubicBezTo>
                    <a:pt x="6063" y="4175"/>
                    <a:pt x="5964" y="4359"/>
                    <a:pt x="5808" y="4445"/>
                  </a:cubicBezTo>
                  <a:lnTo>
                    <a:pt x="5722" y="4516"/>
                  </a:lnTo>
                  <a:lnTo>
                    <a:pt x="5722" y="4516"/>
                  </a:lnTo>
                  <a:cubicBezTo>
                    <a:pt x="5651" y="4487"/>
                    <a:pt x="5580" y="4501"/>
                    <a:pt x="5524" y="4558"/>
                  </a:cubicBezTo>
                  <a:lnTo>
                    <a:pt x="5524" y="4558"/>
                  </a:lnTo>
                  <a:cubicBezTo>
                    <a:pt x="5495" y="4587"/>
                    <a:pt x="5453" y="4615"/>
                    <a:pt x="5424" y="4643"/>
                  </a:cubicBezTo>
                  <a:cubicBezTo>
                    <a:pt x="5396" y="4643"/>
                    <a:pt x="5368" y="4643"/>
                    <a:pt x="5339" y="4643"/>
                  </a:cubicBezTo>
                  <a:cubicBezTo>
                    <a:pt x="5240" y="4700"/>
                    <a:pt x="5140" y="4757"/>
                    <a:pt x="5041" y="4828"/>
                  </a:cubicBezTo>
                  <a:lnTo>
                    <a:pt x="5041" y="4828"/>
                  </a:lnTo>
                  <a:cubicBezTo>
                    <a:pt x="5013" y="4856"/>
                    <a:pt x="4984" y="4899"/>
                    <a:pt x="4942" y="4927"/>
                  </a:cubicBezTo>
                  <a:lnTo>
                    <a:pt x="4942" y="4927"/>
                  </a:lnTo>
                  <a:cubicBezTo>
                    <a:pt x="4899" y="5069"/>
                    <a:pt x="4785" y="5197"/>
                    <a:pt x="4629" y="5240"/>
                  </a:cubicBezTo>
                  <a:cubicBezTo>
                    <a:pt x="4516" y="5254"/>
                    <a:pt x="4487" y="5382"/>
                    <a:pt x="4473" y="5495"/>
                  </a:cubicBezTo>
                  <a:lnTo>
                    <a:pt x="4374" y="5595"/>
                  </a:lnTo>
                  <a:cubicBezTo>
                    <a:pt x="4217" y="5708"/>
                    <a:pt x="4076" y="5864"/>
                    <a:pt x="3976" y="6049"/>
                  </a:cubicBezTo>
                  <a:cubicBezTo>
                    <a:pt x="3863" y="6077"/>
                    <a:pt x="3763" y="6106"/>
                    <a:pt x="3749" y="6248"/>
                  </a:cubicBezTo>
                  <a:cubicBezTo>
                    <a:pt x="3749" y="6376"/>
                    <a:pt x="3664" y="6347"/>
                    <a:pt x="3579" y="6347"/>
                  </a:cubicBezTo>
                  <a:cubicBezTo>
                    <a:pt x="3508" y="6333"/>
                    <a:pt x="3465" y="6305"/>
                    <a:pt x="3408" y="6305"/>
                  </a:cubicBezTo>
                  <a:cubicBezTo>
                    <a:pt x="3408" y="6305"/>
                    <a:pt x="3380" y="6347"/>
                    <a:pt x="3380" y="6376"/>
                  </a:cubicBezTo>
                  <a:cubicBezTo>
                    <a:pt x="3394" y="6404"/>
                    <a:pt x="3408" y="6418"/>
                    <a:pt x="3437" y="6432"/>
                  </a:cubicBezTo>
                  <a:cubicBezTo>
                    <a:pt x="3522" y="6461"/>
                    <a:pt x="3607" y="6489"/>
                    <a:pt x="3607" y="6574"/>
                  </a:cubicBezTo>
                  <a:cubicBezTo>
                    <a:pt x="3607" y="6674"/>
                    <a:pt x="3536" y="6716"/>
                    <a:pt x="3465" y="6759"/>
                  </a:cubicBezTo>
                  <a:cubicBezTo>
                    <a:pt x="3394" y="6802"/>
                    <a:pt x="3309" y="6873"/>
                    <a:pt x="3238" y="6929"/>
                  </a:cubicBezTo>
                  <a:cubicBezTo>
                    <a:pt x="3167" y="6901"/>
                    <a:pt x="3096" y="6887"/>
                    <a:pt x="3025" y="6901"/>
                  </a:cubicBezTo>
                  <a:cubicBezTo>
                    <a:pt x="2897" y="6915"/>
                    <a:pt x="2783" y="6929"/>
                    <a:pt x="2670" y="6929"/>
                  </a:cubicBezTo>
                  <a:lnTo>
                    <a:pt x="2670" y="6929"/>
                  </a:lnTo>
                  <a:cubicBezTo>
                    <a:pt x="2642" y="6972"/>
                    <a:pt x="2599" y="7000"/>
                    <a:pt x="2571" y="7029"/>
                  </a:cubicBezTo>
                  <a:cubicBezTo>
                    <a:pt x="2542" y="7114"/>
                    <a:pt x="2471" y="7185"/>
                    <a:pt x="2386" y="7213"/>
                  </a:cubicBezTo>
                  <a:cubicBezTo>
                    <a:pt x="2358" y="7171"/>
                    <a:pt x="2315" y="7171"/>
                    <a:pt x="2287" y="7213"/>
                  </a:cubicBezTo>
                  <a:lnTo>
                    <a:pt x="2187" y="7298"/>
                  </a:lnTo>
                  <a:cubicBezTo>
                    <a:pt x="2187" y="7298"/>
                    <a:pt x="2173" y="7313"/>
                    <a:pt x="2173" y="7341"/>
                  </a:cubicBezTo>
                  <a:cubicBezTo>
                    <a:pt x="2159" y="7355"/>
                    <a:pt x="2173" y="7384"/>
                    <a:pt x="2187" y="7398"/>
                  </a:cubicBezTo>
                  <a:cubicBezTo>
                    <a:pt x="2315" y="7398"/>
                    <a:pt x="2400" y="7469"/>
                    <a:pt x="2372" y="7597"/>
                  </a:cubicBezTo>
                  <a:cubicBezTo>
                    <a:pt x="2343" y="7739"/>
                    <a:pt x="2358" y="7781"/>
                    <a:pt x="2485" y="7781"/>
                  </a:cubicBezTo>
                  <a:cubicBezTo>
                    <a:pt x="2542" y="7810"/>
                    <a:pt x="2613" y="7781"/>
                    <a:pt x="2670" y="7810"/>
                  </a:cubicBezTo>
                  <a:cubicBezTo>
                    <a:pt x="2656" y="7866"/>
                    <a:pt x="2642" y="7937"/>
                    <a:pt x="2556" y="7952"/>
                  </a:cubicBezTo>
                  <a:cubicBezTo>
                    <a:pt x="2471" y="7966"/>
                    <a:pt x="2400" y="7980"/>
                    <a:pt x="2329" y="8008"/>
                  </a:cubicBezTo>
                  <a:cubicBezTo>
                    <a:pt x="2272" y="8023"/>
                    <a:pt x="2244" y="8065"/>
                    <a:pt x="2272" y="8122"/>
                  </a:cubicBezTo>
                  <a:cubicBezTo>
                    <a:pt x="2187" y="8136"/>
                    <a:pt x="2102" y="8221"/>
                    <a:pt x="2003" y="8150"/>
                  </a:cubicBezTo>
                  <a:lnTo>
                    <a:pt x="1917" y="8150"/>
                  </a:lnTo>
                  <a:cubicBezTo>
                    <a:pt x="1861" y="8108"/>
                    <a:pt x="1775" y="8108"/>
                    <a:pt x="1719" y="8150"/>
                  </a:cubicBezTo>
                  <a:lnTo>
                    <a:pt x="1719" y="8150"/>
                  </a:lnTo>
                  <a:cubicBezTo>
                    <a:pt x="1690" y="8193"/>
                    <a:pt x="1662" y="8221"/>
                    <a:pt x="1633" y="8250"/>
                  </a:cubicBezTo>
                  <a:lnTo>
                    <a:pt x="1633" y="8349"/>
                  </a:lnTo>
                  <a:cubicBezTo>
                    <a:pt x="1633" y="8349"/>
                    <a:pt x="1619" y="8363"/>
                    <a:pt x="1605" y="8378"/>
                  </a:cubicBezTo>
                  <a:cubicBezTo>
                    <a:pt x="1605" y="8406"/>
                    <a:pt x="1605" y="8434"/>
                    <a:pt x="1633" y="8448"/>
                  </a:cubicBezTo>
                  <a:lnTo>
                    <a:pt x="1633" y="8448"/>
                  </a:lnTo>
                  <a:cubicBezTo>
                    <a:pt x="1861" y="8505"/>
                    <a:pt x="1690" y="8562"/>
                    <a:pt x="1633" y="8633"/>
                  </a:cubicBezTo>
                  <a:lnTo>
                    <a:pt x="1534" y="8732"/>
                  </a:lnTo>
                  <a:cubicBezTo>
                    <a:pt x="1534" y="8732"/>
                    <a:pt x="1520" y="8747"/>
                    <a:pt x="1506" y="8761"/>
                  </a:cubicBezTo>
                  <a:cubicBezTo>
                    <a:pt x="1506" y="8789"/>
                    <a:pt x="1506" y="8803"/>
                    <a:pt x="1534" y="8818"/>
                  </a:cubicBezTo>
                  <a:lnTo>
                    <a:pt x="1633" y="8917"/>
                  </a:lnTo>
                  <a:cubicBezTo>
                    <a:pt x="1591" y="8945"/>
                    <a:pt x="1562" y="8988"/>
                    <a:pt x="1534" y="9016"/>
                  </a:cubicBezTo>
                  <a:lnTo>
                    <a:pt x="1435" y="9016"/>
                  </a:lnTo>
                  <a:cubicBezTo>
                    <a:pt x="1420" y="9031"/>
                    <a:pt x="1406" y="9073"/>
                    <a:pt x="1406" y="9102"/>
                  </a:cubicBezTo>
                  <a:cubicBezTo>
                    <a:pt x="1420" y="9116"/>
                    <a:pt x="1420" y="9130"/>
                    <a:pt x="1435" y="9144"/>
                  </a:cubicBezTo>
                  <a:lnTo>
                    <a:pt x="1435" y="9201"/>
                  </a:lnTo>
                  <a:lnTo>
                    <a:pt x="1477" y="9201"/>
                  </a:lnTo>
                  <a:lnTo>
                    <a:pt x="1491" y="9229"/>
                  </a:lnTo>
                  <a:cubicBezTo>
                    <a:pt x="1477" y="9244"/>
                    <a:pt x="1449" y="9272"/>
                    <a:pt x="1435" y="9300"/>
                  </a:cubicBezTo>
                  <a:lnTo>
                    <a:pt x="1435" y="9386"/>
                  </a:lnTo>
                  <a:cubicBezTo>
                    <a:pt x="1349" y="9329"/>
                    <a:pt x="1236" y="9329"/>
                    <a:pt x="1151" y="9386"/>
                  </a:cubicBezTo>
                  <a:cubicBezTo>
                    <a:pt x="1293" y="9499"/>
                    <a:pt x="1293" y="9499"/>
                    <a:pt x="1435" y="9386"/>
                  </a:cubicBezTo>
                  <a:lnTo>
                    <a:pt x="1506" y="9386"/>
                  </a:lnTo>
                  <a:lnTo>
                    <a:pt x="1506" y="9386"/>
                  </a:lnTo>
                  <a:cubicBezTo>
                    <a:pt x="1491" y="9400"/>
                    <a:pt x="1491" y="9428"/>
                    <a:pt x="1506" y="9442"/>
                  </a:cubicBezTo>
                  <a:cubicBezTo>
                    <a:pt x="1392" y="9627"/>
                    <a:pt x="1307" y="9826"/>
                    <a:pt x="1051" y="9868"/>
                  </a:cubicBezTo>
                  <a:lnTo>
                    <a:pt x="1051" y="9868"/>
                  </a:lnTo>
                  <a:cubicBezTo>
                    <a:pt x="1023" y="9897"/>
                    <a:pt x="995" y="9925"/>
                    <a:pt x="966" y="9968"/>
                  </a:cubicBezTo>
                  <a:cubicBezTo>
                    <a:pt x="966" y="9996"/>
                    <a:pt x="966" y="10024"/>
                    <a:pt x="966" y="10053"/>
                  </a:cubicBezTo>
                  <a:cubicBezTo>
                    <a:pt x="966" y="10053"/>
                    <a:pt x="952" y="10067"/>
                    <a:pt x="938" y="10081"/>
                  </a:cubicBezTo>
                  <a:cubicBezTo>
                    <a:pt x="938" y="10110"/>
                    <a:pt x="938" y="10138"/>
                    <a:pt x="966" y="10152"/>
                  </a:cubicBezTo>
                  <a:cubicBezTo>
                    <a:pt x="966" y="10152"/>
                    <a:pt x="980" y="10152"/>
                    <a:pt x="980" y="10181"/>
                  </a:cubicBezTo>
                  <a:cubicBezTo>
                    <a:pt x="995" y="10209"/>
                    <a:pt x="980" y="10223"/>
                    <a:pt x="966" y="10237"/>
                  </a:cubicBezTo>
                  <a:lnTo>
                    <a:pt x="966" y="10237"/>
                  </a:lnTo>
                  <a:cubicBezTo>
                    <a:pt x="853" y="10308"/>
                    <a:pt x="924" y="10450"/>
                    <a:pt x="867" y="10536"/>
                  </a:cubicBezTo>
                  <a:lnTo>
                    <a:pt x="867" y="10536"/>
                  </a:lnTo>
                  <a:lnTo>
                    <a:pt x="782" y="10621"/>
                  </a:lnTo>
                  <a:lnTo>
                    <a:pt x="682" y="10720"/>
                  </a:lnTo>
                  <a:cubicBezTo>
                    <a:pt x="682" y="10720"/>
                    <a:pt x="668" y="10734"/>
                    <a:pt x="654" y="10749"/>
                  </a:cubicBezTo>
                  <a:cubicBezTo>
                    <a:pt x="654" y="10777"/>
                    <a:pt x="654" y="10805"/>
                    <a:pt x="682" y="10820"/>
                  </a:cubicBezTo>
                  <a:lnTo>
                    <a:pt x="867" y="10820"/>
                  </a:lnTo>
                  <a:cubicBezTo>
                    <a:pt x="980" y="10763"/>
                    <a:pt x="1108" y="10749"/>
                    <a:pt x="1222" y="10734"/>
                  </a:cubicBezTo>
                  <a:cubicBezTo>
                    <a:pt x="1207" y="10749"/>
                    <a:pt x="1193" y="10749"/>
                    <a:pt x="1193" y="10763"/>
                  </a:cubicBezTo>
                  <a:lnTo>
                    <a:pt x="1151" y="10763"/>
                  </a:lnTo>
                  <a:cubicBezTo>
                    <a:pt x="1066" y="10763"/>
                    <a:pt x="995" y="10834"/>
                    <a:pt x="966" y="10905"/>
                  </a:cubicBezTo>
                  <a:lnTo>
                    <a:pt x="966" y="11004"/>
                  </a:lnTo>
                  <a:cubicBezTo>
                    <a:pt x="924" y="11018"/>
                    <a:pt x="881" y="11061"/>
                    <a:pt x="838" y="11047"/>
                  </a:cubicBezTo>
                  <a:cubicBezTo>
                    <a:pt x="611" y="10976"/>
                    <a:pt x="498" y="11118"/>
                    <a:pt x="398" y="11288"/>
                  </a:cubicBezTo>
                  <a:cubicBezTo>
                    <a:pt x="498" y="11345"/>
                    <a:pt x="611" y="11373"/>
                    <a:pt x="725" y="11373"/>
                  </a:cubicBezTo>
                  <a:cubicBezTo>
                    <a:pt x="696" y="11473"/>
                    <a:pt x="782" y="11586"/>
                    <a:pt x="696" y="11671"/>
                  </a:cubicBezTo>
                  <a:lnTo>
                    <a:pt x="696" y="11671"/>
                  </a:lnTo>
                  <a:cubicBezTo>
                    <a:pt x="654" y="11700"/>
                    <a:pt x="625" y="11742"/>
                    <a:pt x="597" y="11771"/>
                  </a:cubicBezTo>
                  <a:lnTo>
                    <a:pt x="597" y="11771"/>
                  </a:lnTo>
                  <a:cubicBezTo>
                    <a:pt x="512" y="11856"/>
                    <a:pt x="384" y="11771"/>
                    <a:pt x="313" y="11856"/>
                  </a:cubicBezTo>
                  <a:cubicBezTo>
                    <a:pt x="299" y="11998"/>
                    <a:pt x="327" y="12126"/>
                    <a:pt x="412" y="12239"/>
                  </a:cubicBezTo>
                  <a:lnTo>
                    <a:pt x="412" y="12239"/>
                  </a:lnTo>
                  <a:cubicBezTo>
                    <a:pt x="455" y="12296"/>
                    <a:pt x="512" y="12353"/>
                    <a:pt x="583" y="12381"/>
                  </a:cubicBezTo>
                  <a:cubicBezTo>
                    <a:pt x="554" y="12452"/>
                    <a:pt x="540" y="12523"/>
                    <a:pt x="668" y="12538"/>
                  </a:cubicBezTo>
                  <a:cubicBezTo>
                    <a:pt x="711" y="12538"/>
                    <a:pt x="739" y="12594"/>
                    <a:pt x="782" y="12623"/>
                  </a:cubicBezTo>
                  <a:lnTo>
                    <a:pt x="725" y="12623"/>
                  </a:lnTo>
                  <a:cubicBezTo>
                    <a:pt x="540" y="12609"/>
                    <a:pt x="398" y="12637"/>
                    <a:pt x="398" y="12878"/>
                  </a:cubicBezTo>
                  <a:cubicBezTo>
                    <a:pt x="398" y="12963"/>
                    <a:pt x="313" y="12992"/>
                    <a:pt x="228" y="13020"/>
                  </a:cubicBezTo>
                  <a:cubicBezTo>
                    <a:pt x="228" y="13034"/>
                    <a:pt x="228" y="13063"/>
                    <a:pt x="228" y="13091"/>
                  </a:cubicBezTo>
                  <a:cubicBezTo>
                    <a:pt x="469" y="13034"/>
                    <a:pt x="526" y="13290"/>
                    <a:pt x="668" y="13389"/>
                  </a:cubicBezTo>
                  <a:cubicBezTo>
                    <a:pt x="682" y="13389"/>
                    <a:pt x="696" y="13432"/>
                    <a:pt x="696" y="13446"/>
                  </a:cubicBezTo>
                  <a:cubicBezTo>
                    <a:pt x="611" y="13517"/>
                    <a:pt x="483" y="13432"/>
                    <a:pt x="398" y="13531"/>
                  </a:cubicBezTo>
                  <a:cubicBezTo>
                    <a:pt x="455" y="13617"/>
                    <a:pt x="640" y="13531"/>
                    <a:pt x="625" y="13659"/>
                  </a:cubicBezTo>
                  <a:cubicBezTo>
                    <a:pt x="583" y="13801"/>
                    <a:pt x="583" y="13943"/>
                    <a:pt x="625" y="14085"/>
                  </a:cubicBezTo>
                  <a:cubicBezTo>
                    <a:pt x="625" y="14128"/>
                    <a:pt x="597" y="14170"/>
                    <a:pt x="569" y="14213"/>
                  </a:cubicBezTo>
                  <a:cubicBezTo>
                    <a:pt x="526" y="14241"/>
                    <a:pt x="483" y="14199"/>
                    <a:pt x="455" y="14170"/>
                  </a:cubicBezTo>
                  <a:cubicBezTo>
                    <a:pt x="313" y="14099"/>
                    <a:pt x="270" y="14114"/>
                    <a:pt x="285" y="14241"/>
                  </a:cubicBezTo>
                  <a:cubicBezTo>
                    <a:pt x="327" y="14497"/>
                    <a:pt x="214" y="14752"/>
                    <a:pt x="228" y="15022"/>
                  </a:cubicBezTo>
                  <a:lnTo>
                    <a:pt x="228" y="15022"/>
                  </a:lnTo>
                  <a:cubicBezTo>
                    <a:pt x="171" y="15079"/>
                    <a:pt x="143" y="15178"/>
                    <a:pt x="157" y="15278"/>
                  </a:cubicBezTo>
                  <a:lnTo>
                    <a:pt x="157" y="15604"/>
                  </a:lnTo>
                  <a:lnTo>
                    <a:pt x="242" y="15604"/>
                  </a:lnTo>
                  <a:lnTo>
                    <a:pt x="270" y="15576"/>
                  </a:lnTo>
                  <a:lnTo>
                    <a:pt x="270" y="15576"/>
                  </a:lnTo>
                  <a:lnTo>
                    <a:pt x="242" y="15590"/>
                  </a:lnTo>
                  <a:lnTo>
                    <a:pt x="157" y="15689"/>
                  </a:lnTo>
                  <a:lnTo>
                    <a:pt x="157" y="15775"/>
                  </a:lnTo>
                  <a:cubicBezTo>
                    <a:pt x="128" y="15789"/>
                    <a:pt x="100" y="15789"/>
                    <a:pt x="86" y="15789"/>
                  </a:cubicBezTo>
                  <a:cubicBezTo>
                    <a:pt x="57" y="16030"/>
                    <a:pt x="57" y="16030"/>
                    <a:pt x="256" y="15973"/>
                  </a:cubicBezTo>
                  <a:cubicBezTo>
                    <a:pt x="285" y="16002"/>
                    <a:pt x="327" y="16059"/>
                    <a:pt x="327" y="16073"/>
                  </a:cubicBezTo>
                  <a:cubicBezTo>
                    <a:pt x="270" y="16229"/>
                    <a:pt x="270" y="16428"/>
                    <a:pt x="72" y="16499"/>
                  </a:cubicBezTo>
                  <a:cubicBezTo>
                    <a:pt x="43" y="16513"/>
                    <a:pt x="29" y="16541"/>
                    <a:pt x="15" y="16570"/>
                  </a:cubicBezTo>
                  <a:cubicBezTo>
                    <a:pt x="1" y="16598"/>
                    <a:pt x="1" y="16627"/>
                    <a:pt x="15" y="16655"/>
                  </a:cubicBezTo>
                  <a:cubicBezTo>
                    <a:pt x="43" y="16698"/>
                    <a:pt x="100" y="16712"/>
                    <a:pt x="143" y="16683"/>
                  </a:cubicBezTo>
                  <a:cubicBezTo>
                    <a:pt x="185" y="16655"/>
                    <a:pt x="214" y="16627"/>
                    <a:pt x="242" y="16598"/>
                  </a:cubicBezTo>
                  <a:cubicBezTo>
                    <a:pt x="341" y="16470"/>
                    <a:pt x="455" y="16485"/>
                    <a:pt x="569" y="16556"/>
                  </a:cubicBezTo>
                  <a:cubicBezTo>
                    <a:pt x="625" y="16584"/>
                    <a:pt x="682" y="16598"/>
                    <a:pt x="739" y="16627"/>
                  </a:cubicBezTo>
                  <a:lnTo>
                    <a:pt x="739" y="16627"/>
                  </a:lnTo>
                  <a:lnTo>
                    <a:pt x="824" y="16698"/>
                  </a:lnTo>
                  <a:lnTo>
                    <a:pt x="838" y="16698"/>
                  </a:lnTo>
                  <a:lnTo>
                    <a:pt x="838" y="16698"/>
                  </a:lnTo>
                  <a:cubicBezTo>
                    <a:pt x="824" y="16769"/>
                    <a:pt x="753" y="16797"/>
                    <a:pt x="696" y="16783"/>
                  </a:cubicBezTo>
                  <a:cubicBezTo>
                    <a:pt x="597" y="16769"/>
                    <a:pt x="512" y="16740"/>
                    <a:pt x="427" y="16726"/>
                  </a:cubicBezTo>
                  <a:cubicBezTo>
                    <a:pt x="370" y="16726"/>
                    <a:pt x="327" y="16754"/>
                    <a:pt x="299" y="16783"/>
                  </a:cubicBezTo>
                  <a:cubicBezTo>
                    <a:pt x="299" y="16825"/>
                    <a:pt x="299" y="16882"/>
                    <a:pt x="313" y="16925"/>
                  </a:cubicBezTo>
                  <a:cubicBezTo>
                    <a:pt x="356" y="17053"/>
                    <a:pt x="512" y="17109"/>
                    <a:pt x="540" y="17280"/>
                  </a:cubicBezTo>
                  <a:cubicBezTo>
                    <a:pt x="583" y="17450"/>
                    <a:pt x="341" y="17507"/>
                    <a:pt x="370" y="17677"/>
                  </a:cubicBezTo>
                  <a:cubicBezTo>
                    <a:pt x="540" y="17805"/>
                    <a:pt x="554" y="17833"/>
                    <a:pt x="469" y="17975"/>
                  </a:cubicBezTo>
                  <a:cubicBezTo>
                    <a:pt x="512" y="18259"/>
                    <a:pt x="654" y="18529"/>
                    <a:pt x="867" y="18728"/>
                  </a:cubicBezTo>
                  <a:cubicBezTo>
                    <a:pt x="980" y="18841"/>
                    <a:pt x="895" y="18813"/>
                    <a:pt x="838" y="18841"/>
                  </a:cubicBezTo>
                  <a:cubicBezTo>
                    <a:pt x="782" y="18870"/>
                    <a:pt x="696" y="18983"/>
                    <a:pt x="782" y="19026"/>
                  </a:cubicBezTo>
                  <a:cubicBezTo>
                    <a:pt x="909" y="19097"/>
                    <a:pt x="952" y="19168"/>
                    <a:pt x="881" y="19310"/>
                  </a:cubicBezTo>
                  <a:cubicBezTo>
                    <a:pt x="853" y="19367"/>
                    <a:pt x="796" y="19452"/>
                    <a:pt x="810" y="19523"/>
                  </a:cubicBezTo>
                  <a:cubicBezTo>
                    <a:pt x="824" y="19580"/>
                    <a:pt x="938" y="19566"/>
                    <a:pt x="1009" y="19594"/>
                  </a:cubicBezTo>
                  <a:cubicBezTo>
                    <a:pt x="1080" y="19608"/>
                    <a:pt x="1066" y="19693"/>
                    <a:pt x="1066" y="19750"/>
                  </a:cubicBezTo>
                  <a:cubicBezTo>
                    <a:pt x="1066" y="19892"/>
                    <a:pt x="1108" y="19992"/>
                    <a:pt x="1264" y="20006"/>
                  </a:cubicBezTo>
                  <a:cubicBezTo>
                    <a:pt x="1293" y="20006"/>
                    <a:pt x="1307" y="20048"/>
                    <a:pt x="1321" y="20062"/>
                  </a:cubicBezTo>
                  <a:cubicBezTo>
                    <a:pt x="1307" y="20105"/>
                    <a:pt x="1278" y="20148"/>
                    <a:pt x="1264" y="20190"/>
                  </a:cubicBezTo>
                  <a:cubicBezTo>
                    <a:pt x="1236" y="20304"/>
                    <a:pt x="1264" y="20346"/>
                    <a:pt x="1378" y="20332"/>
                  </a:cubicBezTo>
                  <a:cubicBezTo>
                    <a:pt x="1420" y="20332"/>
                    <a:pt x="1477" y="20247"/>
                    <a:pt x="1534" y="20346"/>
                  </a:cubicBezTo>
                  <a:cubicBezTo>
                    <a:pt x="1378" y="20517"/>
                    <a:pt x="1236" y="20687"/>
                    <a:pt x="1406" y="20929"/>
                  </a:cubicBezTo>
                  <a:cubicBezTo>
                    <a:pt x="1463" y="21000"/>
                    <a:pt x="1307" y="21099"/>
                    <a:pt x="1420" y="21170"/>
                  </a:cubicBezTo>
                  <a:cubicBezTo>
                    <a:pt x="1534" y="21170"/>
                    <a:pt x="1591" y="21028"/>
                    <a:pt x="1719" y="21056"/>
                  </a:cubicBezTo>
                  <a:cubicBezTo>
                    <a:pt x="1818" y="21198"/>
                    <a:pt x="1861" y="21383"/>
                    <a:pt x="1832" y="21567"/>
                  </a:cubicBezTo>
                  <a:cubicBezTo>
                    <a:pt x="1832" y="21624"/>
                    <a:pt x="1875" y="21638"/>
                    <a:pt x="1889" y="21681"/>
                  </a:cubicBezTo>
                  <a:cubicBezTo>
                    <a:pt x="1946" y="21795"/>
                    <a:pt x="1988" y="21908"/>
                    <a:pt x="2017" y="22036"/>
                  </a:cubicBezTo>
                  <a:cubicBezTo>
                    <a:pt x="2045" y="22079"/>
                    <a:pt x="1974" y="22164"/>
                    <a:pt x="2059" y="22192"/>
                  </a:cubicBezTo>
                  <a:cubicBezTo>
                    <a:pt x="2130" y="22192"/>
                    <a:pt x="2187" y="22178"/>
                    <a:pt x="2244" y="22164"/>
                  </a:cubicBezTo>
                  <a:cubicBezTo>
                    <a:pt x="2201" y="22490"/>
                    <a:pt x="2201" y="22490"/>
                    <a:pt x="2429" y="22746"/>
                  </a:cubicBezTo>
                  <a:cubicBezTo>
                    <a:pt x="2514" y="22860"/>
                    <a:pt x="2627" y="22973"/>
                    <a:pt x="2755" y="23044"/>
                  </a:cubicBezTo>
                  <a:cubicBezTo>
                    <a:pt x="2911" y="23129"/>
                    <a:pt x="3011" y="23285"/>
                    <a:pt x="3011" y="23456"/>
                  </a:cubicBezTo>
                  <a:cubicBezTo>
                    <a:pt x="3011" y="23697"/>
                    <a:pt x="3124" y="23924"/>
                    <a:pt x="3309" y="24081"/>
                  </a:cubicBezTo>
                  <a:cubicBezTo>
                    <a:pt x="3493" y="24223"/>
                    <a:pt x="3635" y="24407"/>
                    <a:pt x="3749" y="24620"/>
                  </a:cubicBezTo>
                  <a:cubicBezTo>
                    <a:pt x="3806" y="24734"/>
                    <a:pt x="3820" y="24833"/>
                    <a:pt x="3962" y="24876"/>
                  </a:cubicBezTo>
                  <a:cubicBezTo>
                    <a:pt x="4047" y="24890"/>
                    <a:pt x="4104" y="24975"/>
                    <a:pt x="4189" y="25032"/>
                  </a:cubicBezTo>
                  <a:cubicBezTo>
                    <a:pt x="4345" y="25145"/>
                    <a:pt x="4161" y="25358"/>
                    <a:pt x="4260" y="25401"/>
                  </a:cubicBezTo>
                  <a:cubicBezTo>
                    <a:pt x="4345" y="25444"/>
                    <a:pt x="4530" y="25373"/>
                    <a:pt x="4558" y="25571"/>
                  </a:cubicBezTo>
                  <a:cubicBezTo>
                    <a:pt x="4587" y="25671"/>
                    <a:pt x="4643" y="25756"/>
                    <a:pt x="4743" y="25784"/>
                  </a:cubicBezTo>
                  <a:cubicBezTo>
                    <a:pt x="4743" y="25898"/>
                    <a:pt x="4842" y="25983"/>
                    <a:pt x="4814" y="26097"/>
                  </a:cubicBezTo>
                  <a:cubicBezTo>
                    <a:pt x="4814" y="26139"/>
                    <a:pt x="4856" y="26210"/>
                    <a:pt x="4871" y="26210"/>
                  </a:cubicBezTo>
                  <a:cubicBezTo>
                    <a:pt x="5084" y="26196"/>
                    <a:pt x="5055" y="26437"/>
                    <a:pt x="5169" y="26494"/>
                  </a:cubicBezTo>
                  <a:cubicBezTo>
                    <a:pt x="5311" y="26565"/>
                    <a:pt x="5410" y="26693"/>
                    <a:pt x="5481" y="26821"/>
                  </a:cubicBezTo>
                  <a:cubicBezTo>
                    <a:pt x="5552" y="26934"/>
                    <a:pt x="5623" y="27020"/>
                    <a:pt x="5708" y="27119"/>
                  </a:cubicBezTo>
                  <a:cubicBezTo>
                    <a:pt x="5737" y="27204"/>
                    <a:pt x="5808" y="27275"/>
                    <a:pt x="5907" y="27289"/>
                  </a:cubicBezTo>
                  <a:lnTo>
                    <a:pt x="5907" y="27488"/>
                  </a:lnTo>
                  <a:cubicBezTo>
                    <a:pt x="5964" y="27531"/>
                    <a:pt x="5992" y="27602"/>
                    <a:pt x="5978" y="27687"/>
                  </a:cubicBezTo>
                  <a:cubicBezTo>
                    <a:pt x="5978" y="27758"/>
                    <a:pt x="6021" y="27829"/>
                    <a:pt x="6092" y="27871"/>
                  </a:cubicBezTo>
                  <a:cubicBezTo>
                    <a:pt x="6120" y="27815"/>
                    <a:pt x="6148" y="27729"/>
                    <a:pt x="6234" y="27758"/>
                  </a:cubicBezTo>
                  <a:cubicBezTo>
                    <a:pt x="6262" y="27758"/>
                    <a:pt x="6262" y="27829"/>
                    <a:pt x="6276" y="27871"/>
                  </a:cubicBezTo>
                  <a:cubicBezTo>
                    <a:pt x="6305" y="27871"/>
                    <a:pt x="6319" y="27871"/>
                    <a:pt x="6347" y="27871"/>
                  </a:cubicBezTo>
                  <a:lnTo>
                    <a:pt x="6347" y="27871"/>
                  </a:lnTo>
                  <a:cubicBezTo>
                    <a:pt x="6361" y="27999"/>
                    <a:pt x="6234" y="28113"/>
                    <a:pt x="6276" y="28255"/>
                  </a:cubicBezTo>
                  <a:lnTo>
                    <a:pt x="6276" y="28255"/>
                  </a:lnTo>
                  <a:cubicBezTo>
                    <a:pt x="6333" y="28312"/>
                    <a:pt x="6418" y="28283"/>
                    <a:pt x="6475" y="28340"/>
                  </a:cubicBezTo>
                  <a:lnTo>
                    <a:pt x="6475" y="28340"/>
                  </a:lnTo>
                  <a:cubicBezTo>
                    <a:pt x="6546" y="28468"/>
                    <a:pt x="6702" y="28510"/>
                    <a:pt x="6759" y="28624"/>
                  </a:cubicBezTo>
                  <a:cubicBezTo>
                    <a:pt x="6787" y="28624"/>
                    <a:pt x="6830" y="28624"/>
                    <a:pt x="6858" y="28624"/>
                  </a:cubicBezTo>
                  <a:cubicBezTo>
                    <a:pt x="6929" y="28681"/>
                    <a:pt x="7029" y="28681"/>
                    <a:pt x="7114" y="28652"/>
                  </a:cubicBezTo>
                  <a:cubicBezTo>
                    <a:pt x="7114" y="28638"/>
                    <a:pt x="7114" y="28624"/>
                    <a:pt x="7114" y="28610"/>
                  </a:cubicBezTo>
                  <a:lnTo>
                    <a:pt x="7142" y="28624"/>
                  </a:lnTo>
                  <a:lnTo>
                    <a:pt x="7142" y="28624"/>
                  </a:lnTo>
                  <a:lnTo>
                    <a:pt x="7142" y="28723"/>
                  </a:lnTo>
                  <a:lnTo>
                    <a:pt x="7227" y="28723"/>
                  </a:lnTo>
                  <a:lnTo>
                    <a:pt x="7227" y="28723"/>
                  </a:lnTo>
                  <a:cubicBezTo>
                    <a:pt x="7242" y="28723"/>
                    <a:pt x="7242" y="28723"/>
                    <a:pt x="7256" y="28738"/>
                  </a:cubicBezTo>
                  <a:lnTo>
                    <a:pt x="7227" y="28738"/>
                  </a:lnTo>
                  <a:cubicBezTo>
                    <a:pt x="7171" y="28823"/>
                    <a:pt x="7171" y="28922"/>
                    <a:pt x="7227" y="29007"/>
                  </a:cubicBezTo>
                  <a:lnTo>
                    <a:pt x="7327" y="29021"/>
                  </a:lnTo>
                  <a:lnTo>
                    <a:pt x="7426" y="28993"/>
                  </a:lnTo>
                  <a:cubicBezTo>
                    <a:pt x="7469" y="29021"/>
                    <a:pt x="7540" y="29036"/>
                    <a:pt x="7540" y="29050"/>
                  </a:cubicBezTo>
                  <a:cubicBezTo>
                    <a:pt x="7568" y="29206"/>
                    <a:pt x="7682" y="29192"/>
                    <a:pt x="7781" y="29206"/>
                  </a:cubicBezTo>
                  <a:lnTo>
                    <a:pt x="7781" y="29206"/>
                  </a:lnTo>
                  <a:cubicBezTo>
                    <a:pt x="7881" y="29462"/>
                    <a:pt x="8179" y="29447"/>
                    <a:pt x="8335" y="29618"/>
                  </a:cubicBezTo>
                  <a:cubicBezTo>
                    <a:pt x="8420" y="29703"/>
                    <a:pt x="8534" y="29675"/>
                    <a:pt x="8647" y="29646"/>
                  </a:cubicBezTo>
                  <a:cubicBezTo>
                    <a:pt x="8747" y="29632"/>
                    <a:pt x="8732" y="29717"/>
                    <a:pt x="8761" y="29760"/>
                  </a:cubicBezTo>
                  <a:cubicBezTo>
                    <a:pt x="8846" y="29902"/>
                    <a:pt x="9002" y="29902"/>
                    <a:pt x="9130" y="29916"/>
                  </a:cubicBezTo>
                  <a:cubicBezTo>
                    <a:pt x="9187" y="29930"/>
                    <a:pt x="9244" y="29831"/>
                    <a:pt x="9315" y="29774"/>
                  </a:cubicBezTo>
                  <a:cubicBezTo>
                    <a:pt x="9315" y="29774"/>
                    <a:pt x="9329" y="29760"/>
                    <a:pt x="9329" y="29760"/>
                  </a:cubicBezTo>
                  <a:lnTo>
                    <a:pt x="9329" y="29760"/>
                  </a:lnTo>
                  <a:lnTo>
                    <a:pt x="9315" y="29774"/>
                  </a:lnTo>
                  <a:cubicBezTo>
                    <a:pt x="9329" y="29873"/>
                    <a:pt x="9315" y="29987"/>
                    <a:pt x="9414" y="30058"/>
                  </a:cubicBezTo>
                  <a:lnTo>
                    <a:pt x="9428" y="30030"/>
                  </a:lnTo>
                  <a:lnTo>
                    <a:pt x="9428" y="30030"/>
                  </a:lnTo>
                  <a:lnTo>
                    <a:pt x="9414" y="30058"/>
                  </a:lnTo>
                  <a:cubicBezTo>
                    <a:pt x="9485" y="30172"/>
                    <a:pt x="9655" y="30186"/>
                    <a:pt x="9712" y="30313"/>
                  </a:cubicBezTo>
                  <a:cubicBezTo>
                    <a:pt x="9741" y="30313"/>
                    <a:pt x="9755" y="30328"/>
                    <a:pt x="9783" y="30328"/>
                  </a:cubicBezTo>
                  <a:cubicBezTo>
                    <a:pt x="9854" y="30285"/>
                    <a:pt x="9939" y="30285"/>
                    <a:pt x="10010" y="30328"/>
                  </a:cubicBezTo>
                  <a:cubicBezTo>
                    <a:pt x="10039" y="30328"/>
                    <a:pt x="10067" y="30342"/>
                    <a:pt x="10081" y="30342"/>
                  </a:cubicBezTo>
                  <a:cubicBezTo>
                    <a:pt x="10592" y="30541"/>
                    <a:pt x="11132" y="30626"/>
                    <a:pt x="11686" y="30569"/>
                  </a:cubicBezTo>
                  <a:cubicBezTo>
                    <a:pt x="11700" y="30569"/>
                    <a:pt x="11714" y="30555"/>
                    <a:pt x="11728" y="30541"/>
                  </a:cubicBezTo>
                  <a:lnTo>
                    <a:pt x="11757" y="30541"/>
                  </a:lnTo>
                  <a:lnTo>
                    <a:pt x="11799" y="30541"/>
                  </a:lnTo>
                  <a:lnTo>
                    <a:pt x="11799" y="30612"/>
                  </a:lnTo>
                  <a:cubicBezTo>
                    <a:pt x="11884" y="30626"/>
                    <a:pt x="11955" y="30612"/>
                    <a:pt x="12026" y="30597"/>
                  </a:cubicBezTo>
                  <a:cubicBezTo>
                    <a:pt x="12140" y="30526"/>
                    <a:pt x="12225" y="30526"/>
                    <a:pt x="12310" y="30640"/>
                  </a:cubicBezTo>
                  <a:cubicBezTo>
                    <a:pt x="12339" y="30683"/>
                    <a:pt x="12410" y="30697"/>
                    <a:pt x="12467" y="30725"/>
                  </a:cubicBezTo>
                  <a:lnTo>
                    <a:pt x="12467" y="30810"/>
                  </a:lnTo>
                  <a:lnTo>
                    <a:pt x="12566" y="30810"/>
                  </a:lnTo>
                  <a:cubicBezTo>
                    <a:pt x="12637" y="30896"/>
                    <a:pt x="12708" y="30981"/>
                    <a:pt x="12850" y="30910"/>
                  </a:cubicBezTo>
                  <a:cubicBezTo>
                    <a:pt x="12949" y="30896"/>
                    <a:pt x="13063" y="30910"/>
                    <a:pt x="13134" y="30810"/>
                  </a:cubicBezTo>
                  <a:cubicBezTo>
                    <a:pt x="13162" y="30796"/>
                    <a:pt x="13191" y="30796"/>
                    <a:pt x="13219" y="30796"/>
                  </a:cubicBezTo>
                  <a:cubicBezTo>
                    <a:pt x="13318" y="30825"/>
                    <a:pt x="13418" y="30910"/>
                    <a:pt x="13517" y="30796"/>
                  </a:cubicBezTo>
                  <a:cubicBezTo>
                    <a:pt x="13560" y="30683"/>
                    <a:pt x="13673" y="30612"/>
                    <a:pt x="13801" y="30626"/>
                  </a:cubicBezTo>
                  <a:cubicBezTo>
                    <a:pt x="13830" y="30683"/>
                    <a:pt x="13886" y="30711"/>
                    <a:pt x="13957" y="30711"/>
                  </a:cubicBezTo>
                  <a:cubicBezTo>
                    <a:pt x="14142" y="30711"/>
                    <a:pt x="14312" y="30825"/>
                    <a:pt x="14511" y="30768"/>
                  </a:cubicBezTo>
                  <a:cubicBezTo>
                    <a:pt x="14625" y="30924"/>
                    <a:pt x="14738" y="30839"/>
                    <a:pt x="14866" y="30768"/>
                  </a:cubicBezTo>
                  <a:cubicBezTo>
                    <a:pt x="15008" y="30711"/>
                    <a:pt x="15164" y="30597"/>
                    <a:pt x="15349" y="30739"/>
                  </a:cubicBezTo>
                  <a:cubicBezTo>
                    <a:pt x="15406" y="30796"/>
                    <a:pt x="15491" y="30697"/>
                    <a:pt x="15519" y="30640"/>
                  </a:cubicBezTo>
                  <a:lnTo>
                    <a:pt x="15519" y="30640"/>
                  </a:lnTo>
                  <a:cubicBezTo>
                    <a:pt x="15548" y="30626"/>
                    <a:pt x="15576" y="30626"/>
                    <a:pt x="15604" y="30597"/>
                  </a:cubicBezTo>
                  <a:cubicBezTo>
                    <a:pt x="15690" y="30583"/>
                    <a:pt x="15775" y="30526"/>
                    <a:pt x="15846" y="30640"/>
                  </a:cubicBezTo>
                  <a:cubicBezTo>
                    <a:pt x="15917" y="30754"/>
                    <a:pt x="16044" y="30825"/>
                    <a:pt x="16186" y="30796"/>
                  </a:cubicBezTo>
                  <a:cubicBezTo>
                    <a:pt x="16243" y="30796"/>
                    <a:pt x="16314" y="30796"/>
                    <a:pt x="16371" y="30810"/>
                  </a:cubicBezTo>
                  <a:cubicBezTo>
                    <a:pt x="16385" y="30796"/>
                    <a:pt x="16414" y="30796"/>
                    <a:pt x="16442" y="30796"/>
                  </a:cubicBezTo>
                  <a:cubicBezTo>
                    <a:pt x="16485" y="30782"/>
                    <a:pt x="16499" y="30739"/>
                    <a:pt x="16485" y="30697"/>
                  </a:cubicBezTo>
                  <a:lnTo>
                    <a:pt x="16598" y="30640"/>
                  </a:lnTo>
                  <a:cubicBezTo>
                    <a:pt x="16598" y="30725"/>
                    <a:pt x="16570" y="30825"/>
                    <a:pt x="16655" y="30896"/>
                  </a:cubicBezTo>
                  <a:lnTo>
                    <a:pt x="16840" y="30896"/>
                  </a:lnTo>
                  <a:cubicBezTo>
                    <a:pt x="16953" y="30810"/>
                    <a:pt x="17109" y="30896"/>
                    <a:pt x="17223" y="30825"/>
                  </a:cubicBezTo>
                  <a:lnTo>
                    <a:pt x="17322" y="30711"/>
                  </a:lnTo>
                  <a:cubicBezTo>
                    <a:pt x="17379" y="30654"/>
                    <a:pt x="17478" y="30683"/>
                    <a:pt x="17521" y="30626"/>
                  </a:cubicBezTo>
                  <a:lnTo>
                    <a:pt x="17706" y="30626"/>
                  </a:lnTo>
                  <a:cubicBezTo>
                    <a:pt x="17805" y="30484"/>
                    <a:pt x="17961" y="30541"/>
                    <a:pt x="18089" y="30512"/>
                  </a:cubicBezTo>
                  <a:cubicBezTo>
                    <a:pt x="18203" y="30484"/>
                    <a:pt x="18274" y="30384"/>
                    <a:pt x="18359" y="30342"/>
                  </a:cubicBezTo>
                  <a:cubicBezTo>
                    <a:pt x="18274" y="30441"/>
                    <a:pt x="18160" y="30541"/>
                    <a:pt x="18288" y="30711"/>
                  </a:cubicBezTo>
                  <a:lnTo>
                    <a:pt x="18316" y="30711"/>
                  </a:lnTo>
                  <a:lnTo>
                    <a:pt x="18359" y="30711"/>
                  </a:lnTo>
                  <a:cubicBezTo>
                    <a:pt x="18416" y="30654"/>
                    <a:pt x="18501" y="30683"/>
                    <a:pt x="18558" y="30612"/>
                  </a:cubicBezTo>
                  <a:lnTo>
                    <a:pt x="18558" y="30612"/>
                  </a:lnTo>
                  <a:cubicBezTo>
                    <a:pt x="18629" y="30512"/>
                    <a:pt x="18770" y="30597"/>
                    <a:pt x="18841" y="30526"/>
                  </a:cubicBezTo>
                  <a:lnTo>
                    <a:pt x="18841" y="30526"/>
                  </a:lnTo>
                  <a:cubicBezTo>
                    <a:pt x="18870" y="30498"/>
                    <a:pt x="18898" y="30470"/>
                    <a:pt x="18941" y="30441"/>
                  </a:cubicBezTo>
                  <a:lnTo>
                    <a:pt x="19211" y="30427"/>
                  </a:lnTo>
                  <a:cubicBezTo>
                    <a:pt x="19253" y="30399"/>
                    <a:pt x="19296" y="30370"/>
                    <a:pt x="19324" y="30328"/>
                  </a:cubicBezTo>
                  <a:lnTo>
                    <a:pt x="19324" y="30328"/>
                  </a:lnTo>
                  <a:cubicBezTo>
                    <a:pt x="19551" y="30228"/>
                    <a:pt x="19892" y="30328"/>
                    <a:pt x="20006" y="30001"/>
                  </a:cubicBezTo>
                  <a:cubicBezTo>
                    <a:pt x="19906" y="30328"/>
                    <a:pt x="19921" y="30328"/>
                    <a:pt x="20176" y="30328"/>
                  </a:cubicBezTo>
                  <a:lnTo>
                    <a:pt x="20176" y="30328"/>
                  </a:lnTo>
                  <a:cubicBezTo>
                    <a:pt x="20204" y="30299"/>
                    <a:pt x="20247" y="30271"/>
                    <a:pt x="20275" y="30243"/>
                  </a:cubicBezTo>
                  <a:lnTo>
                    <a:pt x="20275" y="30243"/>
                  </a:lnTo>
                  <a:cubicBezTo>
                    <a:pt x="20290" y="30200"/>
                    <a:pt x="20346" y="30200"/>
                    <a:pt x="20375" y="30243"/>
                  </a:cubicBezTo>
                  <a:lnTo>
                    <a:pt x="20460" y="30243"/>
                  </a:lnTo>
                  <a:cubicBezTo>
                    <a:pt x="20488" y="30200"/>
                    <a:pt x="20531" y="30172"/>
                    <a:pt x="20559" y="30143"/>
                  </a:cubicBezTo>
                  <a:lnTo>
                    <a:pt x="20559" y="30143"/>
                  </a:lnTo>
                  <a:cubicBezTo>
                    <a:pt x="20630" y="30058"/>
                    <a:pt x="20758" y="30129"/>
                    <a:pt x="20843" y="30044"/>
                  </a:cubicBezTo>
                  <a:cubicBezTo>
                    <a:pt x="20872" y="30015"/>
                    <a:pt x="20900" y="29987"/>
                    <a:pt x="20929" y="29959"/>
                  </a:cubicBezTo>
                  <a:cubicBezTo>
                    <a:pt x="20971" y="29959"/>
                    <a:pt x="21000" y="29959"/>
                    <a:pt x="21028" y="29959"/>
                  </a:cubicBezTo>
                  <a:cubicBezTo>
                    <a:pt x="21056" y="29916"/>
                    <a:pt x="21099" y="29916"/>
                    <a:pt x="21127" y="29959"/>
                  </a:cubicBezTo>
                  <a:lnTo>
                    <a:pt x="21213" y="29959"/>
                  </a:lnTo>
                  <a:cubicBezTo>
                    <a:pt x="21284" y="29902"/>
                    <a:pt x="21213" y="29788"/>
                    <a:pt x="21312" y="29760"/>
                  </a:cubicBezTo>
                  <a:lnTo>
                    <a:pt x="21411" y="29760"/>
                  </a:lnTo>
                  <a:cubicBezTo>
                    <a:pt x="21468" y="29817"/>
                    <a:pt x="21553" y="29817"/>
                    <a:pt x="21596" y="29760"/>
                  </a:cubicBezTo>
                  <a:lnTo>
                    <a:pt x="21596" y="29760"/>
                  </a:lnTo>
                  <a:cubicBezTo>
                    <a:pt x="21624" y="29731"/>
                    <a:pt x="21624" y="29689"/>
                    <a:pt x="21596" y="29675"/>
                  </a:cubicBezTo>
                  <a:lnTo>
                    <a:pt x="21596" y="29575"/>
                  </a:lnTo>
                  <a:cubicBezTo>
                    <a:pt x="21596" y="29575"/>
                    <a:pt x="21582" y="29561"/>
                    <a:pt x="21582" y="29547"/>
                  </a:cubicBezTo>
                  <a:cubicBezTo>
                    <a:pt x="21568" y="29518"/>
                    <a:pt x="21582" y="29504"/>
                    <a:pt x="21596" y="29476"/>
                  </a:cubicBezTo>
                  <a:lnTo>
                    <a:pt x="21695" y="29476"/>
                  </a:lnTo>
                  <a:cubicBezTo>
                    <a:pt x="21752" y="29533"/>
                    <a:pt x="21837" y="29533"/>
                    <a:pt x="21880" y="29476"/>
                  </a:cubicBezTo>
                  <a:cubicBezTo>
                    <a:pt x="21922" y="29447"/>
                    <a:pt x="21951" y="29419"/>
                    <a:pt x="21979" y="29376"/>
                  </a:cubicBezTo>
                  <a:cubicBezTo>
                    <a:pt x="22022" y="29348"/>
                    <a:pt x="22050" y="29320"/>
                    <a:pt x="22079" y="29277"/>
                  </a:cubicBezTo>
                  <a:cubicBezTo>
                    <a:pt x="22121" y="29249"/>
                    <a:pt x="22135" y="29192"/>
                    <a:pt x="22121" y="29135"/>
                  </a:cubicBezTo>
                  <a:cubicBezTo>
                    <a:pt x="22164" y="29149"/>
                    <a:pt x="22235" y="29149"/>
                    <a:pt x="22277" y="29192"/>
                  </a:cubicBezTo>
                  <a:cubicBezTo>
                    <a:pt x="22306" y="29192"/>
                    <a:pt x="22334" y="29192"/>
                    <a:pt x="22363" y="29192"/>
                  </a:cubicBezTo>
                  <a:cubicBezTo>
                    <a:pt x="22391" y="29149"/>
                    <a:pt x="22434" y="29121"/>
                    <a:pt x="22462" y="29092"/>
                  </a:cubicBezTo>
                  <a:cubicBezTo>
                    <a:pt x="22462" y="29064"/>
                    <a:pt x="22462" y="29021"/>
                    <a:pt x="22462" y="28993"/>
                  </a:cubicBezTo>
                  <a:lnTo>
                    <a:pt x="22462" y="28894"/>
                  </a:lnTo>
                  <a:cubicBezTo>
                    <a:pt x="22618" y="28766"/>
                    <a:pt x="22831" y="28709"/>
                    <a:pt x="23030" y="28709"/>
                  </a:cubicBezTo>
                  <a:cubicBezTo>
                    <a:pt x="23243" y="28695"/>
                    <a:pt x="23456" y="28652"/>
                    <a:pt x="23655" y="28553"/>
                  </a:cubicBezTo>
                  <a:cubicBezTo>
                    <a:pt x="23811" y="28312"/>
                    <a:pt x="24109" y="28411"/>
                    <a:pt x="24294" y="28255"/>
                  </a:cubicBezTo>
                  <a:cubicBezTo>
                    <a:pt x="24577" y="28312"/>
                    <a:pt x="24776" y="28127"/>
                    <a:pt x="24961" y="27971"/>
                  </a:cubicBezTo>
                  <a:cubicBezTo>
                    <a:pt x="25344" y="27673"/>
                    <a:pt x="25699" y="27360"/>
                    <a:pt x="26111" y="27105"/>
                  </a:cubicBezTo>
                  <a:lnTo>
                    <a:pt x="26267" y="26977"/>
                  </a:lnTo>
                  <a:cubicBezTo>
                    <a:pt x="26295" y="26892"/>
                    <a:pt x="26338" y="26807"/>
                    <a:pt x="26381" y="26721"/>
                  </a:cubicBezTo>
                  <a:lnTo>
                    <a:pt x="27034" y="26693"/>
                  </a:lnTo>
                  <a:cubicBezTo>
                    <a:pt x="27133" y="26508"/>
                    <a:pt x="27332" y="26537"/>
                    <a:pt x="27502" y="26508"/>
                  </a:cubicBezTo>
                  <a:cubicBezTo>
                    <a:pt x="27516" y="26409"/>
                    <a:pt x="27559" y="26324"/>
                    <a:pt x="27644" y="26267"/>
                  </a:cubicBezTo>
                  <a:cubicBezTo>
                    <a:pt x="27900" y="26139"/>
                    <a:pt x="28099" y="25926"/>
                    <a:pt x="28198" y="25671"/>
                  </a:cubicBezTo>
                  <a:cubicBezTo>
                    <a:pt x="28226" y="25628"/>
                    <a:pt x="28255" y="25600"/>
                    <a:pt x="28297" y="25586"/>
                  </a:cubicBezTo>
                  <a:cubicBezTo>
                    <a:pt x="28525" y="25543"/>
                    <a:pt x="28581" y="25358"/>
                    <a:pt x="28667" y="25188"/>
                  </a:cubicBezTo>
                  <a:cubicBezTo>
                    <a:pt x="28766" y="25103"/>
                    <a:pt x="28837" y="25003"/>
                    <a:pt x="28936" y="24918"/>
                  </a:cubicBezTo>
                  <a:cubicBezTo>
                    <a:pt x="29121" y="24776"/>
                    <a:pt x="29263" y="24592"/>
                    <a:pt x="29376" y="24379"/>
                  </a:cubicBezTo>
                  <a:cubicBezTo>
                    <a:pt x="29504" y="24166"/>
                    <a:pt x="29675" y="23981"/>
                    <a:pt x="29888" y="23853"/>
                  </a:cubicBezTo>
                  <a:cubicBezTo>
                    <a:pt x="29888" y="23711"/>
                    <a:pt x="29888" y="23569"/>
                    <a:pt x="29902" y="23427"/>
                  </a:cubicBezTo>
                  <a:cubicBezTo>
                    <a:pt x="29930" y="23271"/>
                    <a:pt x="29973" y="23115"/>
                    <a:pt x="30172" y="23072"/>
                  </a:cubicBezTo>
                  <a:cubicBezTo>
                    <a:pt x="30172" y="22973"/>
                    <a:pt x="30257" y="22888"/>
                    <a:pt x="30370" y="22888"/>
                  </a:cubicBezTo>
                  <a:cubicBezTo>
                    <a:pt x="30384" y="22789"/>
                    <a:pt x="30370" y="22661"/>
                    <a:pt x="30498" y="22618"/>
                  </a:cubicBezTo>
                  <a:cubicBezTo>
                    <a:pt x="30626" y="22590"/>
                    <a:pt x="30697" y="22448"/>
                    <a:pt x="30754" y="22334"/>
                  </a:cubicBezTo>
                  <a:lnTo>
                    <a:pt x="30739" y="22306"/>
                  </a:lnTo>
                  <a:lnTo>
                    <a:pt x="30739" y="22306"/>
                  </a:lnTo>
                  <a:lnTo>
                    <a:pt x="30754" y="22334"/>
                  </a:lnTo>
                  <a:lnTo>
                    <a:pt x="30952" y="22050"/>
                  </a:lnTo>
                  <a:lnTo>
                    <a:pt x="30952" y="22050"/>
                  </a:lnTo>
                  <a:lnTo>
                    <a:pt x="31123" y="21937"/>
                  </a:lnTo>
                  <a:lnTo>
                    <a:pt x="31208" y="21837"/>
                  </a:lnTo>
                  <a:cubicBezTo>
                    <a:pt x="31222" y="21752"/>
                    <a:pt x="31251" y="21681"/>
                    <a:pt x="31322" y="21638"/>
                  </a:cubicBezTo>
                  <a:lnTo>
                    <a:pt x="31364" y="21638"/>
                  </a:lnTo>
                  <a:lnTo>
                    <a:pt x="31407" y="21638"/>
                  </a:lnTo>
                  <a:cubicBezTo>
                    <a:pt x="31407" y="21567"/>
                    <a:pt x="31449" y="21497"/>
                    <a:pt x="31506" y="21454"/>
                  </a:cubicBezTo>
                  <a:cubicBezTo>
                    <a:pt x="31563" y="21340"/>
                    <a:pt x="31563" y="21213"/>
                    <a:pt x="31520" y="21085"/>
                  </a:cubicBezTo>
                  <a:cubicBezTo>
                    <a:pt x="31520" y="21014"/>
                    <a:pt x="31535" y="20929"/>
                    <a:pt x="31535" y="20858"/>
                  </a:cubicBezTo>
                  <a:cubicBezTo>
                    <a:pt x="31535" y="20716"/>
                    <a:pt x="31606" y="20588"/>
                    <a:pt x="31733" y="20531"/>
                  </a:cubicBezTo>
                  <a:cubicBezTo>
                    <a:pt x="31790" y="20503"/>
                    <a:pt x="31833" y="20460"/>
                    <a:pt x="31875" y="20403"/>
                  </a:cubicBezTo>
                  <a:cubicBezTo>
                    <a:pt x="31889" y="20219"/>
                    <a:pt x="32003" y="20034"/>
                    <a:pt x="32173" y="19935"/>
                  </a:cubicBezTo>
                  <a:lnTo>
                    <a:pt x="32173" y="19850"/>
                  </a:lnTo>
                  <a:lnTo>
                    <a:pt x="32259" y="19850"/>
                  </a:lnTo>
                  <a:cubicBezTo>
                    <a:pt x="32259" y="19665"/>
                    <a:pt x="32358" y="19495"/>
                    <a:pt x="32202" y="19310"/>
                  </a:cubicBezTo>
                  <a:cubicBezTo>
                    <a:pt x="32145" y="19253"/>
                    <a:pt x="32188" y="19140"/>
                    <a:pt x="32259" y="19069"/>
                  </a:cubicBezTo>
                  <a:cubicBezTo>
                    <a:pt x="32330" y="18998"/>
                    <a:pt x="32401" y="18941"/>
                    <a:pt x="32472" y="18884"/>
                  </a:cubicBezTo>
                  <a:cubicBezTo>
                    <a:pt x="32543" y="18841"/>
                    <a:pt x="32571" y="18756"/>
                    <a:pt x="32543" y="18685"/>
                  </a:cubicBezTo>
                  <a:cubicBezTo>
                    <a:pt x="32514" y="18600"/>
                    <a:pt x="32486" y="18501"/>
                    <a:pt x="32457" y="18416"/>
                  </a:cubicBezTo>
                  <a:lnTo>
                    <a:pt x="32557" y="18430"/>
                  </a:lnTo>
                  <a:lnTo>
                    <a:pt x="32557" y="18430"/>
                  </a:lnTo>
                  <a:lnTo>
                    <a:pt x="32557" y="18430"/>
                  </a:lnTo>
                  <a:lnTo>
                    <a:pt x="32557" y="18430"/>
                  </a:lnTo>
                  <a:cubicBezTo>
                    <a:pt x="32599" y="18501"/>
                    <a:pt x="32670" y="18529"/>
                    <a:pt x="32741" y="18501"/>
                  </a:cubicBezTo>
                  <a:cubicBezTo>
                    <a:pt x="32741" y="18430"/>
                    <a:pt x="32770" y="18359"/>
                    <a:pt x="32855" y="18330"/>
                  </a:cubicBezTo>
                  <a:cubicBezTo>
                    <a:pt x="32855" y="18217"/>
                    <a:pt x="32784" y="18103"/>
                    <a:pt x="32883" y="17975"/>
                  </a:cubicBezTo>
                  <a:cubicBezTo>
                    <a:pt x="32983" y="17862"/>
                    <a:pt x="32713" y="17805"/>
                    <a:pt x="32798" y="17663"/>
                  </a:cubicBezTo>
                  <a:cubicBezTo>
                    <a:pt x="32855" y="17592"/>
                    <a:pt x="32841" y="17507"/>
                    <a:pt x="32770" y="17450"/>
                  </a:cubicBezTo>
                  <a:lnTo>
                    <a:pt x="32770" y="17450"/>
                  </a:lnTo>
                  <a:cubicBezTo>
                    <a:pt x="32756" y="17336"/>
                    <a:pt x="32855" y="17209"/>
                    <a:pt x="32756" y="17095"/>
                  </a:cubicBezTo>
                  <a:lnTo>
                    <a:pt x="32756" y="17095"/>
                  </a:lnTo>
                  <a:cubicBezTo>
                    <a:pt x="32756" y="16911"/>
                    <a:pt x="32898" y="16911"/>
                    <a:pt x="33040" y="16896"/>
                  </a:cubicBezTo>
                  <a:lnTo>
                    <a:pt x="33040" y="16811"/>
                  </a:lnTo>
                  <a:cubicBezTo>
                    <a:pt x="33040" y="16740"/>
                    <a:pt x="33111" y="16740"/>
                    <a:pt x="33139" y="16712"/>
                  </a:cubicBezTo>
                  <a:lnTo>
                    <a:pt x="33139" y="16712"/>
                  </a:lnTo>
                  <a:cubicBezTo>
                    <a:pt x="33139" y="16712"/>
                    <a:pt x="33153" y="16712"/>
                    <a:pt x="33167" y="16683"/>
                  </a:cubicBezTo>
                  <a:cubicBezTo>
                    <a:pt x="33182" y="16655"/>
                    <a:pt x="33167" y="16641"/>
                    <a:pt x="33139" y="16612"/>
                  </a:cubicBezTo>
                  <a:lnTo>
                    <a:pt x="33139" y="16527"/>
                  </a:lnTo>
                  <a:cubicBezTo>
                    <a:pt x="33167" y="16499"/>
                    <a:pt x="33196" y="16456"/>
                    <a:pt x="33238" y="16428"/>
                  </a:cubicBezTo>
                  <a:cubicBezTo>
                    <a:pt x="33281" y="16328"/>
                    <a:pt x="33167" y="16272"/>
                    <a:pt x="33125" y="16172"/>
                  </a:cubicBezTo>
                  <a:close/>
                  <a:moveTo>
                    <a:pt x="16158" y="30285"/>
                  </a:moveTo>
                  <a:close/>
                  <a:moveTo>
                    <a:pt x="17876" y="739"/>
                  </a:moveTo>
                  <a:lnTo>
                    <a:pt x="17876" y="725"/>
                  </a:lnTo>
                  <a:lnTo>
                    <a:pt x="17890" y="739"/>
                  </a:lnTo>
                  <a:lnTo>
                    <a:pt x="17876" y="739"/>
                  </a:lnTo>
                  <a:lnTo>
                    <a:pt x="17876" y="753"/>
                  </a:lnTo>
                  <a:lnTo>
                    <a:pt x="17876" y="753"/>
                  </a:lnTo>
                  <a:close/>
                  <a:moveTo>
                    <a:pt x="19125" y="1406"/>
                  </a:moveTo>
                  <a:lnTo>
                    <a:pt x="19125" y="1406"/>
                  </a:lnTo>
                  <a:lnTo>
                    <a:pt x="19111" y="1406"/>
                  </a:lnTo>
                  <a:lnTo>
                    <a:pt x="19111" y="1406"/>
                  </a:lnTo>
                  <a:close/>
                  <a:moveTo>
                    <a:pt x="21312" y="4090"/>
                  </a:moveTo>
                  <a:cubicBezTo>
                    <a:pt x="21312" y="4090"/>
                    <a:pt x="21298" y="4104"/>
                    <a:pt x="21298" y="4104"/>
                  </a:cubicBezTo>
                  <a:lnTo>
                    <a:pt x="21298" y="4090"/>
                  </a:lnTo>
                  <a:close/>
                  <a:moveTo>
                    <a:pt x="31677" y="13617"/>
                  </a:moveTo>
                  <a:cubicBezTo>
                    <a:pt x="31691" y="13602"/>
                    <a:pt x="31691" y="13602"/>
                    <a:pt x="31705" y="13602"/>
                  </a:cubicBezTo>
                  <a:lnTo>
                    <a:pt x="31705" y="13602"/>
                  </a:lnTo>
                  <a:close/>
                  <a:moveTo>
                    <a:pt x="4345" y="7980"/>
                  </a:moveTo>
                  <a:cubicBezTo>
                    <a:pt x="4345" y="7980"/>
                    <a:pt x="4345" y="7994"/>
                    <a:pt x="4345" y="7994"/>
                  </a:cubicBezTo>
                  <a:close/>
                  <a:moveTo>
                    <a:pt x="16371" y="6063"/>
                  </a:moveTo>
                  <a:lnTo>
                    <a:pt x="16371" y="6077"/>
                  </a:lnTo>
                  <a:lnTo>
                    <a:pt x="16357" y="6077"/>
                  </a:lnTo>
                  <a:close/>
                  <a:moveTo>
                    <a:pt x="20460" y="27020"/>
                  </a:moveTo>
                  <a:lnTo>
                    <a:pt x="20460" y="27034"/>
                  </a:lnTo>
                  <a:lnTo>
                    <a:pt x="20446" y="27034"/>
                  </a:lnTo>
                  <a:close/>
                  <a:moveTo>
                    <a:pt x="20446" y="27048"/>
                  </a:moveTo>
                  <a:lnTo>
                    <a:pt x="20446" y="27034"/>
                  </a:lnTo>
                  <a:lnTo>
                    <a:pt x="20446" y="27048"/>
                  </a:lnTo>
                  <a:close/>
                  <a:moveTo>
                    <a:pt x="20275" y="27048"/>
                  </a:moveTo>
                  <a:lnTo>
                    <a:pt x="20261" y="27048"/>
                  </a:lnTo>
                  <a:lnTo>
                    <a:pt x="20261" y="27048"/>
                  </a:lnTo>
                  <a:cubicBezTo>
                    <a:pt x="20261" y="27048"/>
                    <a:pt x="20261" y="27034"/>
                    <a:pt x="20275" y="27048"/>
                  </a:cubicBezTo>
                  <a:close/>
                  <a:moveTo>
                    <a:pt x="6745" y="7966"/>
                  </a:moveTo>
                  <a:lnTo>
                    <a:pt x="6745" y="7994"/>
                  </a:lnTo>
                  <a:lnTo>
                    <a:pt x="6731" y="7994"/>
                  </a:lnTo>
                  <a:lnTo>
                    <a:pt x="6731" y="7994"/>
                  </a:lnTo>
                  <a:close/>
                  <a:moveTo>
                    <a:pt x="26182" y="19523"/>
                  </a:moveTo>
                  <a:lnTo>
                    <a:pt x="26168" y="19509"/>
                  </a:lnTo>
                  <a:lnTo>
                    <a:pt x="26182" y="19509"/>
                  </a:lnTo>
                  <a:cubicBezTo>
                    <a:pt x="26182" y="19523"/>
                    <a:pt x="26168" y="19523"/>
                    <a:pt x="26182" y="19523"/>
                  </a:cubicBezTo>
                  <a:close/>
                  <a:moveTo>
                    <a:pt x="12580" y="23995"/>
                  </a:moveTo>
                  <a:lnTo>
                    <a:pt x="12651" y="23995"/>
                  </a:lnTo>
                  <a:cubicBezTo>
                    <a:pt x="12651" y="23995"/>
                    <a:pt x="12651" y="24010"/>
                    <a:pt x="12651" y="24024"/>
                  </a:cubicBezTo>
                  <a:close/>
                  <a:moveTo>
                    <a:pt x="11246" y="24024"/>
                  </a:moveTo>
                  <a:lnTo>
                    <a:pt x="11217" y="23995"/>
                  </a:lnTo>
                  <a:lnTo>
                    <a:pt x="11246" y="24024"/>
                  </a:lnTo>
                  <a:cubicBezTo>
                    <a:pt x="11260" y="24024"/>
                    <a:pt x="11260" y="24038"/>
                    <a:pt x="11274" y="24052"/>
                  </a:cubicBezTo>
                  <a:lnTo>
                    <a:pt x="11274" y="24052"/>
                  </a:lnTo>
                  <a:cubicBezTo>
                    <a:pt x="11274" y="24038"/>
                    <a:pt x="11274" y="24038"/>
                    <a:pt x="11246" y="24024"/>
                  </a:cubicBezTo>
                  <a:close/>
                  <a:moveTo>
                    <a:pt x="9102" y="7114"/>
                  </a:moveTo>
                  <a:cubicBezTo>
                    <a:pt x="9116" y="7114"/>
                    <a:pt x="9130" y="7100"/>
                    <a:pt x="9144" y="7085"/>
                  </a:cubicBezTo>
                  <a:lnTo>
                    <a:pt x="9173" y="7057"/>
                  </a:lnTo>
                  <a:lnTo>
                    <a:pt x="9187" y="7057"/>
                  </a:lnTo>
                  <a:lnTo>
                    <a:pt x="9158" y="7085"/>
                  </a:lnTo>
                  <a:lnTo>
                    <a:pt x="9144" y="7100"/>
                  </a:lnTo>
                  <a:lnTo>
                    <a:pt x="9116" y="7128"/>
                  </a:lnTo>
                  <a:cubicBezTo>
                    <a:pt x="9116" y="7128"/>
                    <a:pt x="9116" y="7114"/>
                    <a:pt x="9102" y="7114"/>
                  </a:cubicBezTo>
                  <a:close/>
                  <a:moveTo>
                    <a:pt x="17195" y="5495"/>
                  </a:moveTo>
                  <a:cubicBezTo>
                    <a:pt x="17180" y="5467"/>
                    <a:pt x="17180" y="5439"/>
                    <a:pt x="17195" y="5410"/>
                  </a:cubicBezTo>
                  <a:cubicBezTo>
                    <a:pt x="17195" y="5396"/>
                    <a:pt x="17251" y="5368"/>
                    <a:pt x="17265" y="5382"/>
                  </a:cubicBezTo>
                  <a:lnTo>
                    <a:pt x="17280" y="5396"/>
                  </a:lnTo>
                  <a:cubicBezTo>
                    <a:pt x="17251" y="5424"/>
                    <a:pt x="17209" y="5467"/>
                    <a:pt x="17180" y="5509"/>
                  </a:cubicBezTo>
                  <a:close/>
                  <a:moveTo>
                    <a:pt x="4729" y="10933"/>
                  </a:moveTo>
                  <a:lnTo>
                    <a:pt x="4729" y="10933"/>
                  </a:lnTo>
                  <a:lnTo>
                    <a:pt x="4729" y="10933"/>
                  </a:lnTo>
                  <a:lnTo>
                    <a:pt x="4714" y="10933"/>
                  </a:lnTo>
                  <a:close/>
                  <a:moveTo>
                    <a:pt x="29021" y="17038"/>
                  </a:moveTo>
                  <a:lnTo>
                    <a:pt x="29021" y="17038"/>
                  </a:lnTo>
                  <a:close/>
                  <a:moveTo>
                    <a:pt x="9684" y="21426"/>
                  </a:moveTo>
                  <a:lnTo>
                    <a:pt x="9684" y="21426"/>
                  </a:lnTo>
                  <a:close/>
                  <a:moveTo>
                    <a:pt x="15533" y="5694"/>
                  </a:moveTo>
                  <a:lnTo>
                    <a:pt x="15533" y="5694"/>
                  </a:lnTo>
                  <a:lnTo>
                    <a:pt x="15533" y="5708"/>
                  </a:lnTo>
                  <a:close/>
                  <a:moveTo>
                    <a:pt x="28950" y="14071"/>
                  </a:moveTo>
                  <a:lnTo>
                    <a:pt x="28950" y="14071"/>
                  </a:lnTo>
                  <a:cubicBezTo>
                    <a:pt x="28979" y="14071"/>
                    <a:pt x="28993" y="14071"/>
                    <a:pt x="29007" y="14057"/>
                  </a:cubicBezTo>
                  <a:cubicBezTo>
                    <a:pt x="28993" y="14071"/>
                    <a:pt x="28965" y="14071"/>
                    <a:pt x="28950" y="14071"/>
                  </a:cubicBezTo>
                  <a:close/>
                  <a:moveTo>
                    <a:pt x="29220" y="13404"/>
                  </a:moveTo>
                  <a:close/>
                  <a:moveTo>
                    <a:pt x="28269" y="14738"/>
                  </a:moveTo>
                  <a:lnTo>
                    <a:pt x="28269" y="14738"/>
                  </a:lnTo>
                  <a:lnTo>
                    <a:pt x="28269" y="14696"/>
                  </a:lnTo>
                  <a:cubicBezTo>
                    <a:pt x="28269" y="14710"/>
                    <a:pt x="28283" y="14738"/>
                    <a:pt x="28283" y="14752"/>
                  </a:cubicBezTo>
                  <a:close/>
                  <a:moveTo>
                    <a:pt x="26551" y="15391"/>
                  </a:moveTo>
                  <a:lnTo>
                    <a:pt x="26551" y="15406"/>
                  </a:lnTo>
                  <a:lnTo>
                    <a:pt x="26537" y="15391"/>
                  </a:lnTo>
                  <a:close/>
                  <a:moveTo>
                    <a:pt x="17152" y="23853"/>
                  </a:moveTo>
                  <a:cubicBezTo>
                    <a:pt x="17152" y="23839"/>
                    <a:pt x="17152" y="23839"/>
                    <a:pt x="17152" y="23839"/>
                  </a:cubicBezTo>
                  <a:lnTo>
                    <a:pt x="17152" y="23839"/>
                  </a:lnTo>
                  <a:lnTo>
                    <a:pt x="17152" y="23839"/>
                  </a:lnTo>
                  <a:close/>
                  <a:moveTo>
                    <a:pt x="17024" y="23498"/>
                  </a:moveTo>
                  <a:lnTo>
                    <a:pt x="17024" y="23513"/>
                  </a:lnTo>
                  <a:lnTo>
                    <a:pt x="17024" y="23513"/>
                  </a:lnTo>
                  <a:lnTo>
                    <a:pt x="17024" y="23513"/>
                  </a:lnTo>
                  <a:lnTo>
                    <a:pt x="17024" y="23513"/>
                  </a:lnTo>
                  <a:close/>
                  <a:moveTo>
                    <a:pt x="12566" y="8832"/>
                  </a:moveTo>
                  <a:cubicBezTo>
                    <a:pt x="12566" y="8832"/>
                    <a:pt x="12566" y="8832"/>
                    <a:pt x="12566" y="8818"/>
                  </a:cubicBezTo>
                  <a:close/>
                  <a:moveTo>
                    <a:pt x="11714" y="18671"/>
                  </a:moveTo>
                  <a:lnTo>
                    <a:pt x="11714" y="18671"/>
                  </a:lnTo>
                  <a:close/>
                  <a:moveTo>
                    <a:pt x="9116" y="15533"/>
                  </a:moveTo>
                  <a:lnTo>
                    <a:pt x="9102" y="15533"/>
                  </a:lnTo>
                  <a:lnTo>
                    <a:pt x="9116" y="15519"/>
                  </a:lnTo>
                  <a:cubicBezTo>
                    <a:pt x="9116" y="15519"/>
                    <a:pt x="9116" y="15533"/>
                    <a:pt x="9116" y="15533"/>
                  </a:cubicBezTo>
                  <a:close/>
                  <a:moveTo>
                    <a:pt x="8449" y="17351"/>
                  </a:moveTo>
                  <a:cubicBezTo>
                    <a:pt x="8491" y="17308"/>
                    <a:pt x="8449" y="17422"/>
                    <a:pt x="8420" y="17365"/>
                  </a:cubicBezTo>
                  <a:cubicBezTo>
                    <a:pt x="8420" y="17336"/>
                    <a:pt x="8434" y="17322"/>
                    <a:pt x="8434" y="17308"/>
                  </a:cubicBezTo>
                  <a:cubicBezTo>
                    <a:pt x="8434" y="17322"/>
                    <a:pt x="8434" y="17336"/>
                    <a:pt x="8449" y="17351"/>
                  </a:cubicBezTo>
                  <a:close/>
                  <a:moveTo>
                    <a:pt x="6447" y="19211"/>
                  </a:moveTo>
                  <a:close/>
                  <a:moveTo>
                    <a:pt x="10152" y="21497"/>
                  </a:moveTo>
                  <a:close/>
                  <a:moveTo>
                    <a:pt x="12452" y="21894"/>
                  </a:moveTo>
                  <a:lnTo>
                    <a:pt x="12452" y="21894"/>
                  </a:lnTo>
                  <a:lnTo>
                    <a:pt x="12452" y="21894"/>
                  </a:lnTo>
                  <a:lnTo>
                    <a:pt x="12438" y="21880"/>
                  </a:lnTo>
                  <a:close/>
                  <a:moveTo>
                    <a:pt x="12736" y="8747"/>
                  </a:moveTo>
                  <a:lnTo>
                    <a:pt x="12736" y="8747"/>
                  </a:lnTo>
                  <a:lnTo>
                    <a:pt x="12736" y="8732"/>
                  </a:lnTo>
                  <a:lnTo>
                    <a:pt x="12736" y="8732"/>
                  </a:lnTo>
                  <a:lnTo>
                    <a:pt x="12736" y="8732"/>
                  </a:lnTo>
                  <a:lnTo>
                    <a:pt x="12736" y="8732"/>
                  </a:lnTo>
                  <a:lnTo>
                    <a:pt x="12736" y="8732"/>
                  </a:lnTo>
                  <a:close/>
                  <a:moveTo>
                    <a:pt x="12637" y="8463"/>
                  </a:moveTo>
                  <a:lnTo>
                    <a:pt x="12637" y="8463"/>
                  </a:lnTo>
                  <a:cubicBezTo>
                    <a:pt x="12637" y="8448"/>
                    <a:pt x="12637" y="8448"/>
                    <a:pt x="12623" y="8448"/>
                  </a:cubicBezTo>
                  <a:lnTo>
                    <a:pt x="12637" y="8448"/>
                  </a:lnTo>
                  <a:close/>
                  <a:moveTo>
                    <a:pt x="4658" y="14795"/>
                  </a:moveTo>
                  <a:cubicBezTo>
                    <a:pt x="4615" y="14795"/>
                    <a:pt x="4587" y="14809"/>
                    <a:pt x="4544" y="14809"/>
                  </a:cubicBezTo>
                  <a:cubicBezTo>
                    <a:pt x="4572" y="14752"/>
                    <a:pt x="4615" y="14710"/>
                    <a:pt x="4672" y="14681"/>
                  </a:cubicBezTo>
                  <a:cubicBezTo>
                    <a:pt x="4672" y="14724"/>
                    <a:pt x="4672" y="14752"/>
                    <a:pt x="4658" y="14795"/>
                  </a:cubicBezTo>
                  <a:close/>
                  <a:moveTo>
                    <a:pt x="23456" y="14114"/>
                  </a:moveTo>
                  <a:cubicBezTo>
                    <a:pt x="23456" y="14114"/>
                    <a:pt x="23470" y="14128"/>
                    <a:pt x="23470" y="14142"/>
                  </a:cubicBezTo>
                  <a:cubicBezTo>
                    <a:pt x="23470" y="14128"/>
                    <a:pt x="23456" y="14114"/>
                    <a:pt x="23456" y="14099"/>
                  </a:cubicBezTo>
                  <a:close/>
                  <a:moveTo>
                    <a:pt x="23612" y="13077"/>
                  </a:moveTo>
                  <a:cubicBezTo>
                    <a:pt x="23669" y="13049"/>
                    <a:pt x="23711" y="13049"/>
                    <a:pt x="23768" y="13049"/>
                  </a:cubicBezTo>
                  <a:lnTo>
                    <a:pt x="23768" y="13049"/>
                  </a:lnTo>
                  <a:cubicBezTo>
                    <a:pt x="23726" y="13077"/>
                    <a:pt x="23669" y="13077"/>
                    <a:pt x="23626" y="13077"/>
                  </a:cubicBezTo>
                  <a:close/>
                  <a:moveTo>
                    <a:pt x="6617" y="10422"/>
                  </a:moveTo>
                  <a:lnTo>
                    <a:pt x="6617" y="10422"/>
                  </a:lnTo>
                  <a:lnTo>
                    <a:pt x="6617" y="10422"/>
                  </a:lnTo>
                  <a:close/>
                  <a:moveTo>
                    <a:pt x="5311" y="15789"/>
                  </a:moveTo>
                  <a:lnTo>
                    <a:pt x="5282" y="15817"/>
                  </a:lnTo>
                  <a:cubicBezTo>
                    <a:pt x="5282" y="15803"/>
                    <a:pt x="5282" y="15803"/>
                    <a:pt x="5282" y="15789"/>
                  </a:cubicBezTo>
                  <a:close/>
                  <a:moveTo>
                    <a:pt x="21482" y="18586"/>
                  </a:moveTo>
                  <a:lnTo>
                    <a:pt x="21482" y="18572"/>
                  </a:lnTo>
                  <a:lnTo>
                    <a:pt x="21482" y="18572"/>
                  </a:lnTo>
                  <a:close/>
                  <a:moveTo>
                    <a:pt x="21227" y="16243"/>
                  </a:moveTo>
                  <a:close/>
                  <a:moveTo>
                    <a:pt x="23498" y="14142"/>
                  </a:moveTo>
                  <a:close/>
                  <a:moveTo>
                    <a:pt x="10678" y="9428"/>
                  </a:moveTo>
                  <a:cubicBezTo>
                    <a:pt x="10635" y="9457"/>
                    <a:pt x="10592" y="9457"/>
                    <a:pt x="10550" y="9428"/>
                  </a:cubicBezTo>
                  <a:cubicBezTo>
                    <a:pt x="10621" y="9428"/>
                    <a:pt x="10692" y="9414"/>
                    <a:pt x="10749" y="9400"/>
                  </a:cubicBezTo>
                  <a:close/>
                  <a:moveTo>
                    <a:pt x="5978" y="10450"/>
                  </a:moveTo>
                  <a:close/>
                  <a:moveTo>
                    <a:pt x="5211" y="9130"/>
                  </a:moveTo>
                  <a:close/>
                  <a:moveTo>
                    <a:pt x="3976" y="14838"/>
                  </a:moveTo>
                  <a:lnTo>
                    <a:pt x="3976" y="14838"/>
                  </a:lnTo>
                  <a:close/>
                  <a:moveTo>
                    <a:pt x="9769" y="21426"/>
                  </a:moveTo>
                  <a:lnTo>
                    <a:pt x="9755" y="21426"/>
                  </a:lnTo>
                  <a:cubicBezTo>
                    <a:pt x="9755" y="21426"/>
                    <a:pt x="9769" y="21411"/>
                    <a:pt x="9769" y="21426"/>
                  </a:cubicBezTo>
                  <a:close/>
                  <a:moveTo>
                    <a:pt x="14923" y="25330"/>
                  </a:moveTo>
                  <a:close/>
                  <a:moveTo>
                    <a:pt x="24549" y="17819"/>
                  </a:moveTo>
                  <a:lnTo>
                    <a:pt x="24549" y="17791"/>
                  </a:lnTo>
                  <a:lnTo>
                    <a:pt x="24549" y="17791"/>
                  </a:lnTo>
                  <a:lnTo>
                    <a:pt x="24549" y="17805"/>
                  </a:lnTo>
                  <a:close/>
                  <a:moveTo>
                    <a:pt x="25642" y="12097"/>
                  </a:moveTo>
                  <a:lnTo>
                    <a:pt x="25657" y="12126"/>
                  </a:lnTo>
                  <a:cubicBezTo>
                    <a:pt x="25657" y="12126"/>
                    <a:pt x="25642" y="12112"/>
                    <a:pt x="25642" y="12097"/>
                  </a:cubicBezTo>
                  <a:close/>
                  <a:moveTo>
                    <a:pt x="24663" y="7526"/>
                  </a:moveTo>
                  <a:close/>
                  <a:moveTo>
                    <a:pt x="14355" y="5595"/>
                  </a:moveTo>
                  <a:close/>
                  <a:moveTo>
                    <a:pt x="7682" y="7298"/>
                  </a:moveTo>
                  <a:cubicBezTo>
                    <a:pt x="7682" y="7298"/>
                    <a:pt x="7682" y="7298"/>
                    <a:pt x="7668" y="7298"/>
                  </a:cubicBezTo>
                  <a:lnTo>
                    <a:pt x="7682" y="7298"/>
                  </a:lnTo>
                  <a:close/>
                  <a:moveTo>
                    <a:pt x="4842" y="10962"/>
                  </a:moveTo>
                  <a:close/>
                  <a:moveTo>
                    <a:pt x="7937" y="23910"/>
                  </a:moveTo>
                  <a:cubicBezTo>
                    <a:pt x="7909" y="23896"/>
                    <a:pt x="7895" y="23882"/>
                    <a:pt x="7881" y="23853"/>
                  </a:cubicBezTo>
                  <a:lnTo>
                    <a:pt x="7881" y="23782"/>
                  </a:lnTo>
                  <a:cubicBezTo>
                    <a:pt x="7937" y="23811"/>
                    <a:pt x="7980" y="23825"/>
                    <a:pt x="8037" y="23853"/>
                  </a:cubicBezTo>
                  <a:cubicBezTo>
                    <a:pt x="8037" y="23853"/>
                    <a:pt x="8037" y="23853"/>
                    <a:pt x="8037" y="23868"/>
                  </a:cubicBezTo>
                  <a:cubicBezTo>
                    <a:pt x="8008" y="23896"/>
                    <a:pt x="7980" y="23910"/>
                    <a:pt x="7937" y="23910"/>
                  </a:cubicBezTo>
                  <a:close/>
                  <a:moveTo>
                    <a:pt x="28922" y="17975"/>
                  </a:moveTo>
                  <a:close/>
                  <a:moveTo>
                    <a:pt x="22050" y="7653"/>
                  </a:moveTo>
                  <a:lnTo>
                    <a:pt x="22064" y="7653"/>
                  </a:lnTo>
                  <a:close/>
                  <a:moveTo>
                    <a:pt x="12552" y="5311"/>
                  </a:moveTo>
                  <a:cubicBezTo>
                    <a:pt x="12566" y="5325"/>
                    <a:pt x="12566" y="5339"/>
                    <a:pt x="12580" y="5353"/>
                  </a:cubicBezTo>
                  <a:lnTo>
                    <a:pt x="12623" y="5382"/>
                  </a:lnTo>
                  <a:cubicBezTo>
                    <a:pt x="12623" y="5396"/>
                    <a:pt x="12637" y="5396"/>
                    <a:pt x="12651" y="5410"/>
                  </a:cubicBezTo>
                  <a:lnTo>
                    <a:pt x="12651" y="5410"/>
                  </a:lnTo>
                  <a:cubicBezTo>
                    <a:pt x="12637" y="5396"/>
                    <a:pt x="12637" y="5396"/>
                    <a:pt x="12637" y="5382"/>
                  </a:cubicBezTo>
                  <a:lnTo>
                    <a:pt x="12637" y="5382"/>
                  </a:lnTo>
                  <a:lnTo>
                    <a:pt x="12637" y="5382"/>
                  </a:lnTo>
                  <a:lnTo>
                    <a:pt x="12594" y="5339"/>
                  </a:lnTo>
                  <a:lnTo>
                    <a:pt x="12566" y="5311"/>
                  </a:lnTo>
                  <a:close/>
                  <a:moveTo>
                    <a:pt x="13503" y="24180"/>
                  </a:moveTo>
                  <a:close/>
                  <a:moveTo>
                    <a:pt x="24648" y="23243"/>
                  </a:moveTo>
                  <a:lnTo>
                    <a:pt x="24648" y="23229"/>
                  </a:lnTo>
                  <a:cubicBezTo>
                    <a:pt x="24648" y="23214"/>
                    <a:pt x="24648" y="23229"/>
                    <a:pt x="24634" y="23214"/>
                  </a:cubicBezTo>
                  <a:lnTo>
                    <a:pt x="24648" y="23229"/>
                  </a:lnTo>
                  <a:lnTo>
                    <a:pt x="24648" y="23229"/>
                  </a:lnTo>
                  <a:lnTo>
                    <a:pt x="24648" y="23229"/>
                  </a:lnTo>
                  <a:cubicBezTo>
                    <a:pt x="24648" y="23229"/>
                    <a:pt x="24648" y="23229"/>
                    <a:pt x="24648" y="23243"/>
                  </a:cubicBezTo>
                  <a:close/>
                  <a:moveTo>
                    <a:pt x="30455" y="16754"/>
                  </a:moveTo>
                  <a:lnTo>
                    <a:pt x="30455" y="16754"/>
                  </a:lnTo>
                  <a:lnTo>
                    <a:pt x="30470" y="16754"/>
                  </a:lnTo>
                  <a:close/>
                  <a:moveTo>
                    <a:pt x="16783" y="4189"/>
                  </a:moveTo>
                  <a:close/>
                  <a:moveTo>
                    <a:pt x="5992" y="8818"/>
                  </a:moveTo>
                  <a:lnTo>
                    <a:pt x="5992" y="8846"/>
                  </a:lnTo>
                  <a:lnTo>
                    <a:pt x="5992" y="8846"/>
                  </a:lnTo>
                  <a:cubicBezTo>
                    <a:pt x="5992" y="8832"/>
                    <a:pt x="5992" y="8818"/>
                    <a:pt x="5992" y="8818"/>
                  </a:cubicBezTo>
                  <a:close/>
                  <a:moveTo>
                    <a:pt x="11884" y="26395"/>
                  </a:moveTo>
                  <a:close/>
                  <a:moveTo>
                    <a:pt x="20446" y="25969"/>
                  </a:moveTo>
                  <a:lnTo>
                    <a:pt x="20432" y="25969"/>
                  </a:lnTo>
                  <a:lnTo>
                    <a:pt x="20432" y="25969"/>
                  </a:lnTo>
                  <a:close/>
                  <a:moveTo>
                    <a:pt x="27786" y="21894"/>
                  </a:moveTo>
                  <a:close/>
                  <a:moveTo>
                    <a:pt x="29348" y="11089"/>
                  </a:moveTo>
                  <a:close/>
                  <a:moveTo>
                    <a:pt x="24052" y="5268"/>
                  </a:moveTo>
                  <a:lnTo>
                    <a:pt x="24052" y="5254"/>
                  </a:lnTo>
                  <a:close/>
                  <a:moveTo>
                    <a:pt x="20602" y="5623"/>
                  </a:moveTo>
                  <a:lnTo>
                    <a:pt x="20602" y="5609"/>
                  </a:lnTo>
                  <a:lnTo>
                    <a:pt x="20616" y="5609"/>
                  </a:lnTo>
                  <a:close/>
                  <a:moveTo>
                    <a:pt x="8079" y="27304"/>
                  </a:moveTo>
                  <a:lnTo>
                    <a:pt x="8079" y="27304"/>
                  </a:lnTo>
                  <a:lnTo>
                    <a:pt x="8065" y="27318"/>
                  </a:lnTo>
                  <a:lnTo>
                    <a:pt x="8065" y="27318"/>
                  </a:lnTo>
                  <a:close/>
                  <a:moveTo>
                    <a:pt x="15888" y="28283"/>
                  </a:moveTo>
                  <a:lnTo>
                    <a:pt x="15888" y="28269"/>
                  </a:lnTo>
                  <a:lnTo>
                    <a:pt x="15888" y="28269"/>
                  </a:lnTo>
                  <a:lnTo>
                    <a:pt x="15888" y="28269"/>
                  </a:lnTo>
                  <a:close/>
                  <a:moveTo>
                    <a:pt x="19693" y="27886"/>
                  </a:moveTo>
                  <a:lnTo>
                    <a:pt x="19693" y="27886"/>
                  </a:lnTo>
                  <a:lnTo>
                    <a:pt x="19693" y="27886"/>
                  </a:lnTo>
                  <a:close/>
                  <a:moveTo>
                    <a:pt x="29405" y="19977"/>
                  </a:moveTo>
                  <a:lnTo>
                    <a:pt x="29405" y="19977"/>
                  </a:lnTo>
                  <a:lnTo>
                    <a:pt x="29433" y="20006"/>
                  </a:lnTo>
                  <a:lnTo>
                    <a:pt x="29433" y="20006"/>
                  </a:lnTo>
                  <a:cubicBezTo>
                    <a:pt x="29419" y="19992"/>
                    <a:pt x="29419" y="19992"/>
                    <a:pt x="29405" y="19977"/>
                  </a:cubicBezTo>
                  <a:close/>
                  <a:moveTo>
                    <a:pt x="31719" y="13617"/>
                  </a:moveTo>
                  <a:lnTo>
                    <a:pt x="31719" y="13631"/>
                  </a:lnTo>
                  <a:lnTo>
                    <a:pt x="31677" y="13617"/>
                  </a:lnTo>
                  <a:lnTo>
                    <a:pt x="31691" y="13602"/>
                  </a:lnTo>
                  <a:close/>
                  <a:moveTo>
                    <a:pt x="30257" y="11217"/>
                  </a:moveTo>
                  <a:close/>
                  <a:moveTo>
                    <a:pt x="22774" y="5765"/>
                  </a:moveTo>
                  <a:cubicBezTo>
                    <a:pt x="22746" y="5765"/>
                    <a:pt x="22718" y="5765"/>
                    <a:pt x="22703" y="5779"/>
                  </a:cubicBezTo>
                  <a:lnTo>
                    <a:pt x="22845" y="5708"/>
                  </a:lnTo>
                  <a:cubicBezTo>
                    <a:pt x="22831" y="5722"/>
                    <a:pt x="22803" y="5751"/>
                    <a:pt x="22774" y="5765"/>
                  </a:cubicBezTo>
                  <a:close/>
                  <a:moveTo>
                    <a:pt x="12963" y="4175"/>
                  </a:moveTo>
                  <a:cubicBezTo>
                    <a:pt x="13006" y="4217"/>
                    <a:pt x="13034" y="4246"/>
                    <a:pt x="13063" y="4274"/>
                  </a:cubicBezTo>
                  <a:cubicBezTo>
                    <a:pt x="13020" y="4274"/>
                    <a:pt x="12978" y="4232"/>
                    <a:pt x="12978" y="4175"/>
                  </a:cubicBezTo>
                  <a:close/>
                  <a:moveTo>
                    <a:pt x="19509" y="28269"/>
                  </a:moveTo>
                  <a:lnTo>
                    <a:pt x="19509" y="28269"/>
                  </a:lnTo>
                  <a:lnTo>
                    <a:pt x="19509" y="28269"/>
                  </a:lnTo>
                  <a:cubicBezTo>
                    <a:pt x="19523" y="28269"/>
                    <a:pt x="19523" y="28269"/>
                    <a:pt x="19509" y="28269"/>
                  </a:cubicBezTo>
                  <a:close/>
                  <a:moveTo>
                    <a:pt x="27502" y="23612"/>
                  </a:moveTo>
                  <a:close/>
                  <a:moveTo>
                    <a:pt x="22916" y="3976"/>
                  </a:moveTo>
                  <a:close/>
                  <a:moveTo>
                    <a:pt x="19793" y="1690"/>
                  </a:moveTo>
                  <a:lnTo>
                    <a:pt x="19793" y="1690"/>
                  </a:lnTo>
                  <a:cubicBezTo>
                    <a:pt x="19793" y="1690"/>
                    <a:pt x="19793" y="1690"/>
                    <a:pt x="19793" y="1690"/>
                  </a:cubicBezTo>
                  <a:close/>
                  <a:moveTo>
                    <a:pt x="5495" y="7227"/>
                  </a:moveTo>
                  <a:close/>
                  <a:moveTo>
                    <a:pt x="12822" y="27815"/>
                  </a:moveTo>
                  <a:lnTo>
                    <a:pt x="12822" y="27800"/>
                  </a:lnTo>
                  <a:lnTo>
                    <a:pt x="12822" y="27800"/>
                  </a:lnTo>
                  <a:lnTo>
                    <a:pt x="12822" y="27800"/>
                  </a:lnTo>
                  <a:lnTo>
                    <a:pt x="12807" y="27800"/>
                  </a:lnTo>
                  <a:lnTo>
                    <a:pt x="12807" y="27786"/>
                  </a:lnTo>
                  <a:close/>
                  <a:moveTo>
                    <a:pt x="16840" y="29334"/>
                  </a:moveTo>
                  <a:close/>
                  <a:moveTo>
                    <a:pt x="23484" y="25742"/>
                  </a:moveTo>
                  <a:lnTo>
                    <a:pt x="23484" y="25742"/>
                  </a:lnTo>
                  <a:cubicBezTo>
                    <a:pt x="23456" y="25685"/>
                    <a:pt x="23555" y="25657"/>
                    <a:pt x="23612" y="25699"/>
                  </a:cubicBezTo>
                  <a:lnTo>
                    <a:pt x="23640" y="25713"/>
                  </a:lnTo>
                  <a:cubicBezTo>
                    <a:pt x="23584" y="25713"/>
                    <a:pt x="23527" y="25728"/>
                    <a:pt x="23484" y="25742"/>
                  </a:cubicBezTo>
                  <a:close/>
                  <a:moveTo>
                    <a:pt x="26352" y="5382"/>
                  </a:moveTo>
                  <a:cubicBezTo>
                    <a:pt x="26338" y="5368"/>
                    <a:pt x="26324" y="5339"/>
                    <a:pt x="26324" y="5325"/>
                  </a:cubicBezTo>
                  <a:cubicBezTo>
                    <a:pt x="26352" y="5325"/>
                    <a:pt x="26366" y="5339"/>
                    <a:pt x="26366" y="5353"/>
                  </a:cubicBezTo>
                  <a:cubicBezTo>
                    <a:pt x="26352" y="5368"/>
                    <a:pt x="26366" y="5368"/>
                    <a:pt x="26352" y="5382"/>
                  </a:cubicBezTo>
                  <a:close/>
                  <a:moveTo>
                    <a:pt x="1974" y="9130"/>
                  </a:moveTo>
                  <a:close/>
                  <a:moveTo>
                    <a:pt x="7866" y="27687"/>
                  </a:moveTo>
                  <a:cubicBezTo>
                    <a:pt x="7866" y="27687"/>
                    <a:pt x="7881" y="27701"/>
                    <a:pt x="7881" y="27701"/>
                  </a:cubicBezTo>
                  <a:lnTo>
                    <a:pt x="7881" y="27701"/>
                  </a:lnTo>
                  <a:close/>
                  <a:moveTo>
                    <a:pt x="18330" y="29036"/>
                  </a:moveTo>
                  <a:lnTo>
                    <a:pt x="18359" y="29036"/>
                  </a:lnTo>
                  <a:cubicBezTo>
                    <a:pt x="18345" y="29050"/>
                    <a:pt x="18345" y="29064"/>
                    <a:pt x="18330" y="29078"/>
                  </a:cubicBezTo>
                  <a:close/>
                  <a:moveTo>
                    <a:pt x="26466" y="25018"/>
                  </a:moveTo>
                  <a:lnTo>
                    <a:pt x="26551" y="24932"/>
                  </a:lnTo>
                  <a:lnTo>
                    <a:pt x="26551" y="24932"/>
                  </a:lnTo>
                  <a:cubicBezTo>
                    <a:pt x="26523" y="24961"/>
                    <a:pt x="26494" y="24989"/>
                    <a:pt x="26466" y="25018"/>
                  </a:cubicBezTo>
                  <a:close/>
                  <a:moveTo>
                    <a:pt x="20275" y="1804"/>
                  </a:moveTo>
                  <a:cubicBezTo>
                    <a:pt x="20304" y="1804"/>
                    <a:pt x="20332" y="1790"/>
                    <a:pt x="20375" y="1790"/>
                  </a:cubicBezTo>
                  <a:cubicBezTo>
                    <a:pt x="20417" y="1790"/>
                    <a:pt x="20460" y="1818"/>
                    <a:pt x="20474" y="1861"/>
                  </a:cubicBezTo>
                  <a:cubicBezTo>
                    <a:pt x="20417" y="1846"/>
                    <a:pt x="20346" y="1818"/>
                    <a:pt x="20275" y="1804"/>
                  </a:cubicBezTo>
                  <a:close/>
                  <a:moveTo>
                    <a:pt x="20460" y="924"/>
                  </a:moveTo>
                  <a:lnTo>
                    <a:pt x="20432" y="938"/>
                  </a:lnTo>
                  <a:lnTo>
                    <a:pt x="20432" y="938"/>
                  </a:lnTo>
                  <a:lnTo>
                    <a:pt x="20460" y="924"/>
                  </a:lnTo>
                  <a:close/>
                  <a:moveTo>
                    <a:pt x="4260" y="6262"/>
                  </a:moveTo>
                  <a:close/>
                  <a:moveTo>
                    <a:pt x="1207" y="18841"/>
                  </a:moveTo>
                  <a:lnTo>
                    <a:pt x="1222" y="18841"/>
                  </a:lnTo>
                  <a:close/>
                  <a:moveTo>
                    <a:pt x="3465" y="22959"/>
                  </a:moveTo>
                  <a:cubicBezTo>
                    <a:pt x="3493" y="22931"/>
                    <a:pt x="3536" y="22916"/>
                    <a:pt x="3579" y="22902"/>
                  </a:cubicBezTo>
                  <a:cubicBezTo>
                    <a:pt x="3579" y="22916"/>
                    <a:pt x="3579" y="22931"/>
                    <a:pt x="3564" y="22931"/>
                  </a:cubicBezTo>
                  <a:cubicBezTo>
                    <a:pt x="3522" y="22973"/>
                    <a:pt x="3493" y="22973"/>
                    <a:pt x="3465" y="22959"/>
                  </a:cubicBezTo>
                  <a:close/>
                  <a:moveTo>
                    <a:pt x="5410" y="25231"/>
                  </a:moveTo>
                  <a:lnTo>
                    <a:pt x="5410" y="25231"/>
                  </a:lnTo>
                  <a:lnTo>
                    <a:pt x="5410" y="25231"/>
                  </a:lnTo>
                  <a:lnTo>
                    <a:pt x="5410" y="25231"/>
                  </a:lnTo>
                  <a:lnTo>
                    <a:pt x="5410" y="25231"/>
                  </a:lnTo>
                  <a:lnTo>
                    <a:pt x="5410" y="25259"/>
                  </a:lnTo>
                  <a:lnTo>
                    <a:pt x="5410" y="25259"/>
                  </a:lnTo>
                  <a:cubicBezTo>
                    <a:pt x="5410" y="25245"/>
                    <a:pt x="5396" y="25245"/>
                    <a:pt x="5396" y="25231"/>
                  </a:cubicBezTo>
                  <a:close/>
                  <a:moveTo>
                    <a:pt x="5992" y="25543"/>
                  </a:moveTo>
                  <a:cubicBezTo>
                    <a:pt x="5992" y="25500"/>
                    <a:pt x="6021" y="25458"/>
                    <a:pt x="6077" y="25458"/>
                  </a:cubicBezTo>
                  <a:cubicBezTo>
                    <a:pt x="6077" y="25458"/>
                    <a:pt x="6092" y="25472"/>
                    <a:pt x="6092" y="25472"/>
                  </a:cubicBezTo>
                  <a:cubicBezTo>
                    <a:pt x="6063" y="25486"/>
                    <a:pt x="6021" y="25515"/>
                    <a:pt x="5992" y="25543"/>
                  </a:cubicBezTo>
                  <a:close/>
                  <a:moveTo>
                    <a:pt x="15690" y="30172"/>
                  </a:moveTo>
                  <a:cubicBezTo>
                    <a:pt x="15690" y="30172"/>
                    <a:pt x="15675" y="30172"/>
                    <a:pt x="15675" y="30157"/>
                  </a:cubicBezTo>
                  <a:close/>
                  <a:moveTo>
                    <a:pt x="27375" y="25571"/>
                  </a:moveTo>
                  <a:cubicBezTo>
                    <a:pt x="27389" y="25571"/>
                    <a:pt x="27431" y="25600"/>
                    <a:pt x="27431" y="25628"/>
                  </a:cubicBezTo>
                  <a:cubicBezTo>
                    <a:pt x="27445" y="25628"/>
                    <a:pt x="27445" y="25628"/>
                    <a:pt x="27431" y="25628"/>
                  </a:cubicBezTo>
                  <a:lnTo>
                    <a:pt x="27375" y="25571"/>
                  </a:lnTo>
                  <a:close/>
                  <a:moveTo>
                    <a:pt x="29107" y="23243"/>
                  </a:moveTo>
                  <a:close/>
                  <a:moveTo>
                    <a:pt x="31776" y="17620"/>
                  </a:moveTo>
                  <a:lnTo>
                    <a:pt x="31776" y="17606"/>
                  </a:lnTo>
                  <a:lnTo>
                    <a:pt x="31790" y="17635"/>
                  </a:lnTo>
                  <a:close/>
                  <a:moveTo>
                    <a:pt x="32557" y="16641"/>
                  </a:moveTo>
                  <a:lnTo>
                    <a:pt x="32557" y="16641"/>
                  </a:lnTo>
                  <a:close/>
                  <a:moveTo>
                    <a:pt x="16769" y="554"/>
                  </a:moveTo>
                  <a:lnTo>
                    <a:pt x="16797" y="554"/>
                  </a:lnTo>
                  <a:lnTo>
                    <a:pt x="16797" y="554"/>
                  </a:lnTo>
                  <a:cubicBezTo>
                    <a:pt x="16783" y="569"/>
                    <a:pt x="16769" y="569"/>
                    <a:pt x="16754" y="583"/>
                  </a:cubicBezTo>
                  <a:cubicBezTo>
                    <a:pt x="16754" y="569"/>
                    <a:pt x="16769" y="569"/>
                    <a:pt x="16769" y="554"/>
                  </a:cubicBezTo>
                  <a:close/>
                  <a:moveTo>
                    <a:pt x="4544" y="24180"/>
                  </a:moveTo>
                  <a:close/>
                  <a:moveTo>
                    <a:pt x="6816" y="26239"/>
                  </a:moveTo>
                  <a:cubicBezTo>
                    <a:pt x="6802" y="26239"/>
                    <a:pt x="6773" y="26239"/>
                    <a:pt x="6759" y="26239"/>
                  </a:cubicBezTo>
                  <a:lnTo>
                    <a:pt x="6759" y="26210"/>
                  </a:lnTo>
                  <a:close/>
                  <a:moveTo>
                    <a:pt x="18359" y="30086"/>
                  </a:moveTo>
                  <a:close/>
                  <a:moveTo>
                    <a:pt x="22292" y="28865"/>
                  </a:moveTo>
                  <a:close/>
                  <a:moveTo>
                    <a:pt x="21681" y="1293"/>
                  </a:moveTo>
                  <a:close/>
                  <a:moveTo>
                    <a:pt x="16442" y="938"/>
                  </a:moveTo>
                  <a:lnTo>
                    <a:pt x="16442" y="938"/>
                  </a:lnTo>
                  <a:cubicBezTo>
                    <a:pt x="16470" y="938"/>
                    <a:pt x="16485" y="938"/>
                    <a:pt x="16499" y="952"/>
                  </a:cubicBezTo>
                  <a:cubicBezTo>
                    <a:pt x="16485" y="952"/>
                    <a:pt x="16470" y="938"/>
                    <a:pt x="16456" y="938"/>
                  </a:cubicBezTo>
                  <a:close/>
                  <a:moveTo>
                    <a:pt x="228" y="15022"/>
                  </a:moveTo>
                  <a:cubicBezTo>
                    <a:pt x="242" y="15022"/>
                    <a:pt x="256" y="15022"/>
                    <a:pt x="270" y="15036"/>
                  </a:cubicBezTo>
                  <a:lnTo>
                    <a:pt x="270" y="15036"/>
                  </a:lnTo>
                  <a:close/>
                  <a:moveTo>
                    <a:pt x="867" y="16712"/>
                  </a:moveTo>
                  <a:cubicBezTo>
                    <a:pt x="853" y="16655"/>
                    <a:pt x="895" y="16669"/>
                    <a:pt x="895" y="16726"/>
                  </a:cubicBezTo>
                  <a:lnTo>
                    <a:pt x="867" y="16726"/>
                  </a:lnTo>
                  <a:close/>
                  <a:moveTo>
                    <a:pt x="2443" y="22079"/>
                  </a:moveTo>
                  <a:lnTo>
                    <a:pt x="2443" y="22079"/>
                  </a:lnTo>
                  <a:lnTo>
                    <a:pt x="2443" y="22079"/>
                  </a:lnTo>
                  <a:lnTo>
                    <a:pt x="2443" y="22079"/>
                  </a:lnTo>
                  <a:cubicBezTo>
                    <a:pt x="2457" y="22036"/>
                    <a:pt x="2500" y="22022"/>
                    <a:pt x="2528" y="22008"/>
                  </a:cubicBezTo>
                  <a:cubicBezTo>
                    <a:pt x="2500" y="22036"/>
                    <a:pt x="2471" y="22050"/>
                    <a:pt x="2443" y="22079"/>
                  </a:cubicBezTo>
                  <a:close/>
                  <a:moveTo>
                    <a:pt x="19977" y="29987"/>
                  </a:moveTo>
                  <a:lnTo>
                    <a:pt x="19992" y="29987"/>
                  </a:lnTo>
                  <a:lnTo>
                    <a:pt x="19992" y="29987"/>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9" name="Google Shape;909;p60"/>
            <p:cNvPicPr preferRelativeResize="0"/>
            <p:nvPr/>
          </p:nvPicPr>
          <p:blipFill>
            <a:blip r:embed="rId4">
              <a:alphaModFix/>
            </a:blip>
            <a:stretch>
              <a:fillRect/>
            </a:stretch>
          </p:blipFill>
          <p:spPr>
            <a:xfrm>
              <a:off x="10415772" y="-60500"/>
              <a:ext cx="1155836" cy="1075904"/>
            </a:xfrm>
            <a:prstGeom prst="rect">
              <a:avLst/>
            </a:prstGeom>
            <a:noFill/>
            <a:ln>
              <a:noFill/>
            </a:ln>
          </p:spPr>
        </p:pic>
      </p:grpSp>
      <p:pic>
        <p:nvPicPr>
          <p:cNvPr id="910" name="Google Shape;910;p60"/>
          <p:cNvPicPr preferRelativeResize="0"/>
          <p:nvPr/>
        </p:nvPicPr>
        <p:blipFill>
          <a:blip r:embed="rId5">
            <a:alphaModFix/>
          </a:blip>
          <a:stretch>
            <a:fillRect/>
          </a:stretch>
        </p:blipFill>
        <p:spPr>
          <a:xfrm>
            <a:off x="3931688" y="4498838"/>
            <a:ext cx="342900" cy="371475"/>
          </a:xfrm>
          <a:prstGeom prst="rect">
            <a:avLst/>
          </a:prstGeom>
          <a:noFill/>
          <a:ln>
            <a:noFill/>
          </a:ln>
        </p:spPr>
      </p:pic>
      <p:sp>
        <p:nvSpPr>
          <p:cNvPr id="911" name="Google Shape;911;p60"/>
          <p:cNvSpPr txBox="1"/>
          <p:nvPr/>
        </p:nvSpPr>
        <p:spPr>
          <a:xfrm>
            <a:off x="3005705" y="8043"/>
            <a:ext cx="35754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chemeClr val="dk1"/>
                </a:solidFill>
                <a:latin typeface="Artifika"/>
                <a:ea typeface="Artifika"/>
                <a:cs typeface="Artifika"/>
                <a:sym typeface="Artifika"/>
              </a:rPr>
              <a:t>Conclusion</a:t>
            </a:r>
            <a:endParaRPr/>
          </a:p>
        </p:txBody>
      </p:sp>
      <p:sp>
        <p:nvSpPr>
          <p:cNvPr id="912" name="Google Shape;912;p60"/>
          <p:cNvSpPr txBox="1"/>
          <p:nvPr/>
        </p:nvSpPr>
        <p:spPr>
          <a:xfrm>
            <a:off x="78175" y="1315350"/>
            <a:ext cx="8650800" cy="328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Char char="●"/>
            </a:pPr>
            <a:r>
              <a:rPr lang="en">
                <a:latin typeface="Gantari"/>
                <a:ea typeface="Gantari"/>
                <a:cs typeface="Gantari"/>
                <a:sym typeface="Gantari"/>
              </a:rPr>
              <a:t>Best Model (Balanced Dataset): SVM (LinearSVC) was the clear winner, delivering the highest accuracy and most balanced performance</a:t>
            </a:r>
            <a:endParaRPr>
              <a:latin typeface="Gantari"/>
              <a:ea typeface="Gantari"/>
              <a:cs typeface="Gantari"/>
              <a:sym typeface="Gantari"/>
            </a:endParaRPr>
          </a:p>
          <a:p>
            <a:pPr indent="-317500" lvl="1" marL="914400" rtl="0" algn="l">
              <a:lnSpc>
                <a:spcPct val="115000"/>
              </a:lnSpc>
              <a:spcBef>
                <a:spcPts val="0"/>
              </a:spcBef>
              <a:spcAft>
                <a:spcPts val="0"/>
              </a:spcAft>
              <a:buSzPts val="1400"/>
              <a:buChar char="○"/>
            </a:pPr>
            <a:r>
              <a:rPr b="1" lang="en">
                <a:latin typeface="Gantari"/>
                <a:ea typeface="Gantari"/>
                <a:cs typeface="Gantari"/>
                <a:sym typeface="Gantari"/>
              </a:rPr>
              <a:t>1. SVM: 0.922 Accuracy (Strongest &amp; most balanced)</a:t>
            </a:r>
            <a:endParaRPr b="1">
              <a:latin typeface="Gantari"/>
              <a:ea typeface="Gantari"/>
              <a:cs typeface="Gantari"/>
              <a:sym typeface="Gantari"/>
            </a:endParaRPr>
          </a:p>
          <a:p>
            <a:pPr indent="-317500" lvl="1" marL="914400" rtl="0" algn="l">
              <a:lnSpc>
                <a:spcPct val="115000"/>
              </a:lnSpc>
              <a:spcBef>
                <a:spcPts val="0"/>
              </a:spcBef>
              <a:spcAft>
                <a:spcPts val="0"/>
              </a:spcAft>
              <a:buSzPts val="1400"/>
              <a:buChar char="○"/>
            </a:pPr>
            <a:r>
              <a:rPr lang="en">
                <a:latin typeface="Gantari"/>
                <a:ea typeface="Gantari"/>
                <a:cs typeface="Gantari"/>
                <a:sym typeface="Gantari"/>
              </a:rPr>
              <a:t>2. Logistic Regression: 0.899 Accuracy (Good balance)</a:t>
            </a:r>
            <a:endParaRPr>
              <a:latin typeface="Gantari"/>
              <a:ea typeface="Gantari"/>
              <a:cs typeface="Gantari"/>
              <a:sym typeface="Gantari"/>
            </a:endParaRPr>
          </a:p>
          <a:p>
            <a:pPr indent="-317500" lvl="1" marL="914400" rtl="0" algn="l">
              <a:lnSpc>
                <a:spcPct val="115000"/>
              </a:lnSpc>
              <a:spcBef>
                <a:spcPts val="0"/>
              </a:spcBef>
              <a:spcAft>
                <a:spcPts val="0"/>
              </a:spcAft>
              <a:buSzPts val="1400"/>
              <a:buChar char="○"/>
            </a:pPr>
            <a:r>
              <a:rPr lang="en">
                <a:latin typeface="Gantari"/>
                <a:ea typeface="Gantari"/>
                <a:cs typeface="Gantari"/>
                <a:sym typeface="Gantari"/>
              </a:rPr>
              <a:t>3. Naive Bayes: 0.869 Accuracy (Struggled with "Neutral" class)</a:t>
            </a:r>
            <a:endParaRPr>
              <a:latin typeface="Gantari"/>
              <a:ea typeface="Gantari"/>
              <a:cs typeface="Gantari"/>
              <a:sym typeface="Gantari"/>
            </a:endParaRPr>
          </a:p>
          <a:p>
            <a:pPr indent="-317500" lvl="0" marL="457200" rtl="0" algn="l">
              <a:lnSpc>
                <a:spcPct val="115000"/>
              </a:lnSpc>
              <a:spcBef>
                <a:spcPts val="0"/>
              </a:spcBef>
              <a:spcAft>
                <a:spcPts val="0"/>
              </a:spcAft>
              <a:buSzPts val="1400"/>
              <a:buChar char="●"/>
            </a:pPr>
            <a:r>
              <a:rPr lang="en">
                <a:latin typeface="Gantari"/>
                <a:ea typeface="Gantari"/>
                <a:cs typeface="Gantari"/>
                <a:sym typeface="Gantari"/>
              </a:rPr>
              <a:t>Key Insight: An </a:t>
            </a:r>
            <a:r>
              <a:rPr b="1" lang="en">
                <a:latin typeface="Gantari"/>
                <a:ea typeface="Gantari"/>
                <a:cs typeface="Gantari"/>
                <a:sym typeface="Gantari"/>
              </a:rPr>
              <a:t>unbalanced dataset</a:t>
            </a:r>
            <a:r>
              <a:rPr b="1" lang="en">
                <a:latin typeface="Gantari"/>
                <a:ea typeface="Gantari"/>
                <a:cs typeface="Gantari"/>
                <a:sym typeface="Gantari"/>
              </a:rPr>
              <a:t> severely skewed results</a:t>
            </a:r>
            <a:r>
              <a:rPr lang="en">
                <a:latin typeface="Gantari"/>
                <a:ea typeface="Gantari"/>
                <a:cs typeface="Gantari"/>
                <a:sym typeface="Gantari"/>
              </a:rPr>
              <a:t>, causing</a:t>
            </a:r>
            <a:r>
              <a:rPr b="1" lang="en">
                <a:latin typeface="Gantari"/>
                <a:ea typeface="Gantari"/>
                <a:cs typeface="Gantari"/>
                <a:sym typeface="Gantari"/>
              </a:rPr>
              <a:t> all models to fail on the "Neutral" class</a:t>
            </a:r>
            <a:r>
              <a:rPr lang="en">
                <a:latin typeface="Gantari"/>
                <a:ea typeface="Gantari"/>
                <a:cs typeface="Gantari"/>
                <a:sym typeface="Gantari"/>
              </a:rPr>
              <a:t> and </a:t>
            </a:r>
            <a:r>
              <a:rPr b="1" lang="en">
                <a:latin typeface="Gantari"/>
                <a:ea typeface="Gantari"/>
                <a:cs typeface="Gantari"/>
                <a:sym typeface="Gantari"/>
              </a:rPr>
              <a:t>resulting inaccurate and inconclusive results</a:t>
            </a:r>
            <a:r>
              <a:rPr lang="en">
                <a:latin typeface="Gantari"/>
                <a:ea typeface="Gantari"/>
                <a:cs typeface="Gantari"/>
                <a:sym typeface="Gantari"/>
              </a:rPr>
              <a:t>. </a:t>
            </a:r>
            <a:r>
              <a:rPr b="1" lang="en">
                <a:latin typeface="Gantari"/>
                <a:ea typeface="Gantari"/>
                <a:cs typeface="Gantari"/>
                <a:sym typeface="Gantari"/>
              </a:rPr>
              <a:t>This highlights that dataset quality is critical for model selection</a:t>
            </a:r>
            <a:endParaRPr b="1">
              <a:latin typeface="Gantari"/>
              <a:ea typeface="Gantari"/>
              <a:cs typeface="Gantari"/>
              <a:sym typeface="Gantari"/>
            </a:endParaRPr>
          </a:p>
          <a:p>
            <a:pPr indent="-317500" lvl="0" marL="457200" rtl="0" algn="l">
              <a:lnSpc>
                <a:spcPct val="115000"/>
              </a:lnSpc>
              <a:spcBef>
                <a:spcPts val="0"/>
              </a:spcBef>
              <a:spcAft>
                <a:spcPts val="0"/>
              </a:spcAft>
              <a:buSzPts val="1400"/>
              <a:buFont typeface="Gantari"/>
              <a:buChar char="●"/>
            </a:pPr>
            <a:r>
              <a:rPr lang="en">
                <a:latin typeface="Gantari"/>
                <a:ea typeface="Gantari"/>
                <a:cs typeface="Gantari"/>
                <a:sym typeface="Gantari"/>
              </a:rPr>
              <a:t>Future Improvements:</a:t>
            </a:r>
            <a:endParaRPr>
              <a:latin typeface="Gantari"/>
              <a:ea typeface="Gantari"/>
              <a:cs typeface="Gantari"/>
              <a:sym typeface="Gantari"/>
            </a:endParaRPr>
          </a:p>
          <a:p>
            <a:pPr indent="-317500" lvl="1" marL="914400" rtl="0" algn="l">
              <a:lnSpc>
                <a:spcPct val="115000"/>
              </a:lnSpc>
              <a:spcBef>
                <a:spcPts val="0"/>
              </a:spcBef>
              <a:spcAft>
                <a:spcPts val="0"/>
              </a:spcAft>
              <a:buSzPts val="1400"/>
              <a:buFont typeface="Gantari"/>
              <a:buChar char="○"/>
            </a:pPr>
            <a:r>
              <a:rPr lang="en">
                <a:latin typeface="Gantari"/>
                <a:ea typeface="Gantari"/>
                <a:cs typeface="Gantari"/>
                <a:sym typeface="Gantari"/>
              </a:rPr>
              <a:t>Adopt contextual embeddings such as </a:t>
            </a:r>
            <a:r>
              <a:rPr lang="en">
                <a:latin typeface="Gantari"/>
                <a:ea typeface="Gantari"/>
                <a:cs typeface="Gantari"/>
                <a:sym typeface="Gantari"/>
              </a:rPr>
              <a:t>BERT, Word2Vec</a:t>
            </a:r>
            <a:r>
              <a:rPr lang="en">
                <a:latin typeface="Gantari"/>
                <a:ea typeface="Gantari"/>
                <a:cs typeface="Gantari"/>
                <a:sym typeface="Gantari"/>
              </a:rPr>
              <a:t> over TF-IDF</a:t>
            </a:r>
            <a:endParaRPr>
              <a:latin typeface="Gantari"/>
              <a:ea typeface="Gantari"/>
              <a:cs typeface="Gantari"/>
              <a:sym typeface="Gantari"/>
            </a:endParaRPr>
          </a:p>
          <a:p>
            <a:pPr indent="-317500" lvl="1" marL="914400" rtl="0" algn="l">
              <a:lnSpc>
                <a:spcPct val="115000"/>
              </a:lnSpc>
              <a:spcBef>
                <a:spcPts val="0"/>
              </a:spcBef>
              <a:spcAft>
                <a:spcPts val="0"/>
              </a:spcAft>
              <a:buSzPts val="1400"/>
              <a:buFont typeface="Gantari"/>
              <a:buChar char="○"/>
            </a:pPr>
            <a:r>
              <a:rPr lang="en">
                <a:latin typeface="Gantari"/>
                <a:ea typeface="Gantari"/>
                <a:cs typeface="Gantari"/>
                <a:sym typeface="Gantari"/>
              </a:rPr>
              <a:t>Perform hyperparameter tuning such as GridSearchCV</a:t>
            </a:r>
            <a:endParaRPr>
              <a:latin typeface="Gantari"/>
              <a:ea typeface="Gantari"/>
              <a:cs typeface="Gantari"/>
              <a:sym typeface="Gantari"/>
            </a:endParaRPr>
          </a:p>
          <a:p>
            <a:pPr indent="0" lvl="0" marL="0" rtl="0" algn="l">
              <a:lnSpc>
                <a:spcPct val="115000"/>
              </a:lnSpc>
              <a:spcBef>
                <a:spcPts val="1200"/>
              </a:spcBef>
              <a:spcAft>
                <a:spcPts val="1100"/>
              </a:spcAft>
              <a:buNone/>
            </a:pPr>
            <a:r>
              <a:t/>
            </a:r>
            <a:endParaRPr>
              <a:latin typeface="Gantari"/>
              <a:ea typeface="Gantari"/>
              <a:cs typeface="Gantari"/>
              <a:sym typeface="Ganta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id="917" name="Google Shape;917;p61"/>
          <p:cNvPicPr preferRelativeResize="0"/>
          <p:nvPr/>
        </p:nvPicPr>
        <p:blipFill>
          <a:blip r:embed="rId3">
            <a:alphaModFix/>
          </a:blip>
          <a:stretch>
            <a:fillRect/>
          </a:stretch>
        </p:blipFill>
        <p:spPr>
          <a:xfrm>
            <a:off x="7150150" y="1143363"/>
            <a:ext cx="342900" cy="371475"/>
          </a:xfrm>
          <a:prstGeom prst="rect">
            <a:avLst/>
          </a:prstGeom>
          <a:noFill/>
          <a:ln>
            <a:noFill/>
          </a:ln>
        </p:spPr>
      </p:pic>
      <p:grpSp>
        <p:nvGrpSpPr>
          <p:cNvPr id="918" name="Google Shape;918;p61"/>
          <p:cNvGrpSpPr/>
          <p:nvPr/>
        </p:nvGrpSpPr>
        <p:grpSpPr>
          <a:xfrm rot="1511165">
            <a:off x="7534874" y="365793"/>
            <a:ext cx="1102593" cy="1030845"/>
            <a:chOff x="10415772" y="-60500"/>
            <a:chExt cx="1156567" cy="1081307"/>
          </a:xfrm>
        </p:grpSpPr>
        <p:sp>
          <p:nvSpPr>
            <p:cNvPr id="919" name="Google Shape;919;p61"/>
            <p:cNvSpPr/>
            <p:nvPr/>
          </p:nvSpPr>
          <p:spPr>
            <a:xfrm>
              <a:off x="10418403" y="-53382"/>
              <a:ext cx="1153935" cy="1074189"/>
            </a:xfrm>
            <a:custGeom>
              <a:rect b="b" l="l" r="r" t="t"/>
              <a:pathLst>
                <a:path extrusionOk="0" h="30981" w="33281">
                  <a:moveTo>
                    <a:pt x="33125" y="16172"/>
                  </a:moveTo>
                  <a:cubicBezTo>
                    <a:pt x="33096" y="16158"/>
                    <a:pt x="33068" y="16144"/>
                    <a:pt x="33040" y="16144"/>
                  </a:cubicBezTo>
                  <a:cubicBezTo>
                    <a:pt x="33054" y="16115"/>
                    <a:pt x="33082" y="16087"/>
                    <a:pt x="33125" y="16073"/>
                  </a:cubicBezTo>
                  <a:cubicBezTo>
                    <a:pt x="33111" y="16030"/>
                    <a:pt x="33111" y="15959"/>
                    <a:pt x="33082" y="15945"/>
                  </a:cubicBezTo>
                  <a:cubicBezTo>
                    <a:pt x="32898" y="15846"/>
                    <a:pt x="32798" y="15633"/>
                    <a:pt x="32855" y="15434"/>
                  </a:cubicBezTo>
                  <a:cubicBezTo>
                    <a:pt x="32869" y="15264"/>
                    <a:pt x="32855" y="15093"/>
                    <a:pt x="32784" y="14937"/>
                  </a:cubicBezTo>
                  <a:cubicBezTo>
                    <a:pt x="32741" y="14838"/>
                    <a:pt x="32727" y="14738"/>
                    <a:pt x="32741" y="14625"/>
                  </a:cubicBezTo>
                  <a:cubicBezTo>
                    <a:pt x="32741" y="14525"/>
                    <a:pt x="32812" y="14454"/>
                    <a:pt x="32912" y="14454"/>
                  </a:cubicBezTo>
                  <a:cubicBezTo>
                    <a:pt x="32912" y="14426"/>
                    <a:pt x="32912" y="14397"/>
                    <a:pt x="32912" y="14383"/>
                  </a:cubicBezTo>
                  <a:lnTo>
                    <a:pt x="32812" y="14284"/>
                  </a:lnTo>
                  <a:cubicBezTo>
                    <a:pt x="32727" y="14213"/>
                    <a:pt x="32727" y="14142"/>
                    <a:pt x="32827" y="14085"/>
                  </a:cubicBezTo>
                  <a:cubicBezTo>
                    <a:pt x="32784" y="13972"/>
                    <a:pt x="32756" y="13858"/>
                    <a:pt x="32642" y="13801"/>
                  </a:cubicBezTo>
                  <a:lnTo>
                    <a:pt x="32557" y="13318"/>
                  </a:lnTo>
                  <a:lnTo>
                    <a:pt x="32642" y="13318"/>
                  </a:lnTo>
                  <a:lnTo>
                    <a:pt x="32741" y="13219"/>
                  </a:lnTo>
                  <a:lnTo>
                    <a:pt x="32741" y="13134"/>
                  </a:lnTo>
                  <a:cubicBezTo>
                    <a:pt x="32628" y="13134"/>
                    <a:pt x="32543" y="13049"/>
                    <a:pt x="32543" y="12935"/>
                  </a:cubicBezTo>
                  <a:lnTo>
                    <a:pt x="32244" y="12949"/>
                  </a:lnTo>
                  <a:lnTo>
                    <a:pt x="32173" y="12850"/>
                  </a:lnTo>
                  <a:cubicBezTo>
                    <a:pt x="32287" y="12751"/>
                    <a:pt x="32372" y="12651"/>
                    <a:pt x="32259" y="12495"/>
                  </a:cubicBezTo>
                  <a:cubicBezTo>
                    <a:pt x="32202" y="12438"/>
                    <a:pt x="32173" y="12353"/>
                    <a:pt x="32173" y="12282"/>
                  </a:cubicBezTo>
                  <a:cubicBezTo>
                    <a:pt x="32230" y="12097"/>
                    <a:pt x="32088" y="11970"/>
                    <a:pt x="32060" y="11799"/>
                  </a:cubicBezTo>
                  <a:cubicBezTo>
                    <a:pt x="31946" y="11799"/>
                    <a:pt x="31918" y="11700"/>
                    <a:pt x="31889" y="11615"/>
                  </a:cubicBezTo>
                  <a:cubicBezTo>
                    <a:pt x="31847" y="11544"/>
                    <a:pt x="31776" y="11529"/>
                    <a:pt x="31691" y="11586"/>
                  </a:cubicBezTo>
                  <a:cubicBezTo>
                    <a:pt x="31648" y="11629"/>
                    <a:pt x="31606" y="11700"/>
                    <a:pt x="31549" y="11629"/>
                  </a:cubicBezTo>
                  <a:cubicBezTo>
                    <a:pt x="31520" y="11600"/>
                    <a:pt x="31535" y="11544"/>
                    <a:pt x="31549" y="11501"/>
                  </a:cubicBezTo>
                  <a:cubicBezTo>
                    <a:pt x="31634" y="11359"/>
                    <a:pt x="31549" y="11302"/>
                    <a:pt x="31421" y="11288"/>
                  </a:cubicBezTo>
                  <a:lnTo>
                    <a:pt x="31421" y="11288"/>
                  </a:lnTo>
                  <a:cubicBezTo>
                    <a:pt x="31364" y="11118"/>
                    <a:pt x="31478" y="10990"/>
                    <a:pt x="31563" y="10862"/>
                  </a:cubicBezTo>
                  <a:lnTo>
                    <a:pt x="31307" y="10749"/>
                  </a:lnTo>
                  <a:cubicBezTo>
                    <a:pt x="31307" y="10678"/>
                    <a:pt x="31307" y="10621"/>
                    <a:pt x="31279" y="10564"/>
                  </a:cubicBezTo>
                  <a:cubicBezTo>
                    <a:pt x="31180" y="10337"/>
                    <a:pt x="31066" y="10110"/>
                    <a:pt x="30754" y="10181"/>
                  </a:cubicBezTo>
                  <a:cubicBezTo>
                    <a:pt x="30754" y="10081"/>
                    <a:pt x="30725" y="9982"/>
                    <a:pt x="30810" y="9911"/>
                  </a:cubicBezTo>
                  <a:cubicBezTo>
                    <a:pt x="30853" y="9882"/>
                    <a:pt x="30881" y="9868"/>
                    <a:pt x="30924" y="9840"/>
                  </a:cubicBezTo>
                  <a:cubicBezTo>
                    <a:pt x="31023" y="9726"/>
                    <a:pt x="31009" y="9655"/>
                    <a:pt x="30867" y="9584"/>
                  </a:cubicBezTo>
                  <a:cubicBezTo>
                    <a:pt x="30810" y="9556"/>
                    <a:pt x="30754" y="9528"/>
                    <a:pt x="30697" y="9513"/>
                  </a:cubicBezTo>
                  <a:cubicBezTo>
                    <a:pt x="30782" y="9471"/>
                    <a:pt x="30867" y="9400"/>
                    <a:pt x="30938" y="9315"/>
                  </a:cubicBezTo>
                  <a:lnTo>
                    <a:pt x="30938" y="9315"/>
                  </a:lnTo>
                  <a:cubicBezTo>
                    <a:pt x="30967" y="9286"/>
                    <a:pt x="30995" y="9258"/>
                    <a:pt x="31038" y="9229"/>
                  </a:cubicBezTo>
                  <a:lnTo>
                    <a:pt x="31038" y="9229"/>
                  </a:lnTo>
                  <a:cubicBezTo>
                    <a:pt x="31066" y="9187"/>
                    <a:pt x="31094" y="9158"/>
                    <a:pt x="31123" y="9116"/>
                  </a:cubicBezTo>
                  <a:cubicBezTo>
                    <a:pt x="31123" y="9087"/>
                    <a:pt x="31123" y="9073"/>
                    <a:pt x="31123" y="9045"/>
                  </a:cubicBezTo>
                  <a:cubicBezTo>
                    <a:pt x="31094" y="9002"/>
                    <a:pt x="31066" y="8974"/>
                    <a:pt x="31038" y="8945"/>
                  </a:cubicBezTo>
                  <a:lnTo>
                    <a:pt x="31038" y="8945"/>
                  </a:lnTo>
                  <a:cubicBezTo>
                    <a:pt x="30938" y="8874"/>
                    <a:pt x="30796" y="8874"/>
                    <a:pt x="30739" y="8747"/>
                  </a:cubicBezTo>
                  <a:lnTo>
                    <a:pt x="30739" y="8747"/>
                  </a:lnTo>
                  <a:cubicBezTo>
                    <a:pt x="30725" y="8718"/>
                    <a:pt x="30683" y="8718"/>
                    <a:pt x="30654" y="8747"/>
                  </a:cubicBezTo>
                  <a:cubicBezTo>
                    <a:pt x="30626" y="8747"/>
                    <a:pt x="30597" y="8747"/>
                    <a:pt x="30555" y="8747"/>
                  </a:cubicBezTo>
                  <a:cubicBezTo>
                    <a:pt x="30384" y="8860"/>
                    <a:pt x="30186" y="8661"/>
                    <a:pt x="30015" y="8789"/>
                  </a:cubicBezTo>
                  <a:cubicBezTo>
                    <a:pt x="30001" y="8803"/>
                    <a:pt x="30001" y="8832"/>
                    <a:pt x="29987" y="8846"/>
                  </a:cubicBezTo>
                  <a:lnTo>
                    <a:pt x="29987" y="8846"/>
                  </a:lnTo>
                  <a:lnTo>
                    <a:pt x="29902" y="8761"/>
                  </a:lnTo>
                  <a:cubicBezTo>
                    <a:pt x="30044" y="8633"/>
                    <a:pt x="30058" y="8619"/>
                    <a:pt x="29973" y="8406"/>
                  </a:cubicBezTo>
                  <a:lnTo>
                    <a:pt x="30015" y="8363"/>
                  </a:lnTo>
                  <a:cubicBezTo>
                    <a:pt x="30001" y="8335"/>
                    <a:pt x="29987" y="8307"/>
                    <a:pt x="29973" y="8278"/>
                  </a:cubicBezTo>
                  <a:cubicBezTo>
                    <a:pt x="29916" y="8023"/>
                    <a:pt x="30214" y="8108"/>
                    <a:pt x="30271" y="7966"/>
                  </a:cubicBezTo>
                  <a:cubicBezTo>
                    <a:pt x="30271" y="7937"/>
                    <a:pt x="30271" y="7909"/>
                    <a:pt x="30271" y="7895"/>
                  </a:cubicBezTo>
                  <a:cubicBezTo>
                    <a:pt x="30214" y="7838"/>
                    <a:pt x="30228" y="7753"/>
                    <a:pt x="30172" y="7696"/>
                  </a:cubicBezTo>
                  <a:lnTo>
                    <a:pt x="30172" y="7696"/>
                  </a:lnTo>
                  <a:cubicBezTo>
                    <a:pt x="29973" y="7497"/>
                    <a:pt x="29746" y="7895"/>
                    <a:pt x="29561" y="7653"/>
                  </a:cubicBezTo>
                  <a:cubicBezTo>
                    <a:pt x="29547" y="7611"/>
                    <a:pt x="29518" y="7554"/>
                    <a:pt x="29504" y="7511"/>
                  </a:cubicBezTo>
                  <a:lnTo>
                    <a:pt x="29504" y="7412"/>
                  </a:lnTo>
                  <a:lnTo>
                    <a:pt x="29447" y="7412"/>
                  </a:lnTo>
                  <a:cubicBezTo>
                    <a:pt x="29433" y="7384"/>
                    <a:pt x="29419" y="7355"/>
                    <a:pt x="29391" y="7327"/>
                  </a:cubicBezTo>
                  <a:cubicBezTo>
                    <a:pt x="29362" y="7298"/>
                    <a:pt x="29334" y="7270"/>
                    <a:pt x="29291" y="7256"/>
                  </a:cubicBezTo>
                  <a:cubicBezTo>
                    <a:pt x="29249" y="7242"/>
                    <a:pt x="29206" y="7227"/>
                    <a:pt x="29163" y="7227"/>
                  </a:cubicBezTo>
                  <a:lnTo>
                    <a:pt x="29149" y="7227"/>
                  </a:lnTo>
                  <a:cubicBezTo>
                    <a:pt x="29107" y="7213"/>
                    <a:pt x="29078" y="7213"/>
                    <a:pt x="29036" y="7213"/>
                  </a:cubicBezTo>
                  <a:cubicBezTo>
                    <a:pt x="29092" y="7142"/>
                    <a:pt x="29163" y="7085"/>
                    <a:pt x="29220" y="7014"/>
                  </a:cubicBezTo>
                  <a:lnTo>
                    <a:pt x="29220" y="7014"/>
                  </a:lnTo>
                  <a:cubicBezTo>
                    <a:pt x="29249" y="6986"/>
                    <a:pt x="29277" y="6943"/>
                    <a:pt x="29305" y="6915"/>
                  </a:cubicBezTo>
                  <a:cubicBezTo>
                    <a:pt x="29305" y="6887"/>
                    <a:pt x="29305" y="6858"/>
                    <a:pt x="29305" y="6830"/>
                  </a:cubicBezTo>
                  <a:cubicBezTo>
                    <a:pt x="29277" y="6802"/>
                    <a:pt x="29249" y="6759"/>
                    <a:pt x="29220" y="6731"/>
                  </a:cubicBezTo>
                  <a:lnTo>
                    <a:pt x="29220" y="6731"/>
                  </a:lnTo>
                  <a:cubicBezTo>
                    <a:pt x="29206" y="6716"/>
                    <a:pt x="29178" y="6688"/>
                    <a:pt x="29149" y="6688"/>
                  </a:cubicBezTo>
                  <a:cubicBezTo>
                    <a:pt x="29163" y="6660"/>
                    <a:pt x="29163" y="6631"/>
                    <a:pt x="29163" y="6603"/>
                  </a:cubicBezTo>
                  <a:cubicBezTo>
                    <a:pt x="29149" y="6589"/>
                    <a:pt x="29135" y="6560"/>
                    <a:pt x="29121" y="6546"/>
                  </a:cubicBezTo>
                  <a:cubicBezTo>
                    <a:pt x="29092" y="6546"/>
                    <a:pt x="29064" y="6546"/>
                    <a:pt x="29036" y="6546"/>
                  </a:cubicBezTo>
                  <a:cubicBezTo>
                    <a:pt x="28965" y="6617"/>
                    <a:pt x="28865" y="6574"/>
                    <a:pt x="28794" y="6603"/>
                  </a:cubicBezTo>
                  <a:cubicBezTo>
                    <a:pt x="28794" y="6546"/>
                    <a:pt x="28780" y="6489"/>
                    <a:pt x="28752" y="6447"/>
                  </a:cubicBezTo>
                  <a:lnTo>
                    <a:pt x="28752" y="6262"/>
                  </a:lnTo>
                  <a:cubicBezTo>
                    <a:pt x="28723" y="6219"/>
                    <a:pt x="28667" y="6205"/>
                    <a:pt x="28638" y="6234"/>
                  </a:cubicBezTo>
                  <a:lnTo>
                    <a:pt x="28624" y="6248"/>
                  </a:lnTo>
                  <a:cubicBezTo>
                    <a:pt x="28525" y="6177"/>
                    <a:pt x="28411" y="6148"/>
                    <a:pt x="28283" y="6163"/>
                  </a:cubicBezTo>
                  <a:lnTo>
                    <a:pt x="28269" y="6134"/>
                  </a:lnTo>
                  <a:cubicBezTo>
                    <a:pt x="28212" y="6106"/>
                    <a:pt x="28127" y="6092"/>
                    <a:pt x="28084" y="6035"/>
                  </a:cubicBezTo>
                  <a:cubicBezTo>
                    <a:pt x="28113" y="6021"/>
                    <a:pt x="28155" y="5992"/>
                    <a:pt x="28184" y="5978"/>
                  </a:cubicBezTo>
                  <a:lnTo>
                    <a:pt x="28184" y="5978"/>
                  </a:lnTo>
                  <a:cubicBezTo>
                    <a:pt x="28212" y="5935"/>
                    <a:pt x="28241" y="5907"/>
                    <a:pt x="28269" y="5879"/>
                  </a:cubicBezTo>
                  <a:lnTo>
                    <a:pt x="28269" y="5879"/>
                  </a:lnTo>
                  <a:cubicBezTo>
                    <a:pt x="28297" y="5850"/>
                    <a:pt x="28297" y="5808"/>
                    <a:pt x="28269" y="5779"/>
                  </a:cubicBezTo>
                  <a:lnTo>
                    <a:pt x="28269" y="5779"/>
                  </a:lnTo>
                  <a:cubicBezTo>
                    <a:pt x="28226" y="5722"/>
                    <a:pt x="28141" y="5722"/>
                    <a:pt x="28084" y="5779"/>
                  </a:cubicBezTo>
                  <a:lnTo>
                    <a:pt x="27999" y="5779"/>
                  </a:lnTo>
                  <a:cubicBezTo>
                    <a:pt x="27871" y="5850"/>
                    <a:pt x="27786" y="5779"/>
                    <a:pt x="27715" y="5708"/>
                  </a:cubicBezTo>
                  <a:cubicBezTo>
                    <a:pt x="27658" y="5623"/>
                    <a:pt x="27786" y="5637"/>
                    <a:pt x="27800" y="5580"/>
                  </a:cubicBezTo>
                  <a:lnTo>
                    <a:pt x="27800" y="5580"/>
                  </a:lnTo>
                  <a:cubicBezTo>
                    <a:pt x="27857" y="5538"/>
                    <a:pt x="27857" y="5453"/>
                    <a:pt x="27800" y="5396"/>
                  </a:cubicBezTo>
                  <a:lnTo>
                    <a:pt x="27800" y="5396"/>
                  </a:lnTo>
                  <a:cubicBezTo>
                    <a:pt x="27744" y="5339"/>
                    <a:pt x="27758" y="5254"/>
                    <a:pt x="27701" y="5211"/>
                  </a:cubicBezTo>
                  <a:lnTo>
                    <a:pt x="27701" y="5211"/>
                  </a:lnTo>
                  <a:cubicBezTo>
                    <a:pt x="27587" y="5098"/>
                    <a:pt x="27488" y="4998"/>
                    <a:pt x="27318" y="5112"/>
                  </a:cubicBezTo>
                  <a:lnTo>
                    <a:pt x="27318" y="5112"/>
                  </a:lnTo>
                  <a:cubicBezTo>
                    <a:pt x="27119" y="5183"/>
                    <a:pt x="27218" y="4970"/>
                    <a:pt x="27133" y="4913"/>
                  </a:cubicBezTo>
                  <a:lnTo>
                    <a:pt x="27133" y="4913"/>
                  </a:lnTo>
                  <a:cubicBezTo>
                    <a:pt x="27091" y="4856"/>
                    <a:pt x="27034" y="4814"/>
                    <a:pt x="26977" y="4785"/>
                  </a:cubicBezTo>
                  <a:cubicBezTo>
                    <a:pt x="26977" y="4771"/>
                    <a:pt x="26977" y="4743"/>
                    <a:pt x="26949" y="4729"/>
                  </a:cubicBezTo>
                  <a:lnTo>
                    <a:pt x="26949" y="4729"/>
                  </a:lnTo>
                  <a:cubicBezTo>
                    <a:pt x="26906" y="4700"/>
                    <a:pt x="26878" y="4672"/>
                    <a:pt x="26849" y="4629"/>
                  </a:cubicBezTo>
                  <a:lnTo>
                    <a:pt x="26750" y="4530"/>
                  </a:lnTo>
                  <a:cubicBezTo>
                    <a:pt x="26807" y="4359"/>
                    <a:pt x="26878" y="4175"/>
                    <a:pt x="26565" y="4246"/>
                  </a:cubicBezTo>
                  <a:lnTo>
                    <a:pt x="26466" y="4246"/>
                  </a:lnTo>
                  <a:cubicBezTo>
                    <a:pt x="26437" y="4288"/>
                    <a:pt x="26395" y="4317"/>
                    <a:pt x="26366" y="4345"/>
                  </a:cubicBezTo>
                  <a:lnTo>
                    <a:pt x="26366" y="4345"/>
                  </a:lnTo>
                  <a:cubicBezTo>
                    <a:pt x="26338" y="4374"/>
                    <a:pt x="26310" y="4402"/>
                    <a:pt x="26295" y="4445"/>
                  </a:cubicBezTo>
                  <a:lnTo>
                    <a:pt x="26210" y="4430"/>
                  </a:lnTo>
                  <a:cubicBezTo>
                    <a:pt x="26210" y="4430"/>
                    <a:pt x="26210" y="4416"/>
                    <a:pt x="26210" y="4402"/>
                  </a:cubicBezTo>
                  <a:cubicBezTo>
                    <a:pt x="26182" y="4274"/>
                    <a:pt x="25997" y="4288"/>
                    <a:pt x="25983" y="4146"/>
                  </a:cubicBezTo>
                  <a:cubicBezTo>
                    <a:pt x="25955" y="4161"/>
                    <a:pt x="25926" y="4161"/>
                    <a:pt x="25898" y="4146"/>
                  </a:cubicBezTo>
                  <a:lnTo>
                    <a:pt x="25855" y="4132"/>
                  </a:lnTo>
                  <a:lnTo>
                    <a:pt x="25827" y="4090"/>
                  </a:lnTo>
                  <a:lnTo>
                    <a:pt x="25841" y="4047"/>
                  </a:lnTo>
                  <a:cubicBezTo>
                    <a:pt x="25841" y="4019"/>
                    <a:pt x="25827" y="3990"/>
                    <a:pt x="25799" y="3962"/>
                  </a:cubicBezTo>
                  <a:lnTo>
                    <a:pt x="25799" y="3877"/>
                  </a:lnTo>
                  <a:cubicBezTo>
                    <a:pt x="25770" y="3834"/>
                    <a:pt x="25742" y="3806"/>
                    <a:pt x="25699" y="3777"/>
                  </a:cubicBezTo>
                  <a:cubicBezTo>
                    <a:pt x="25614" y="3692"/>
                    <a:pt x="25699" y="3564"/>
                    <a:pt x="25614" y="3493"/>
                  </a:cubicBezTo>
                  <a:cubicBezTo>
                    <a:pt x="25571" y="3422"/>
                    <a:pt x="25500" y="3380"/>
                    <a:pt x="25415" y="3394"/>
                  </a:cubicBezTo>
                  <a:cubicBezTo>
                    <a:pt x="25373" y="3337"/>
                    <a:pt x="25344" y="3238"/>
                    <a:pt x="25231" y="3295"/>
                  </a:cubicBezTo>
                  <a:lnTo>
                    <a:pt x="25046" y="3295"/>
                  </a:lnTo>
                  <a:cubicBezTo>
                    <a:pt x="25018" y="3266"/>
                    <a:pt x="25003" y="3266"/>
                    <a:pt x="24975" y="3266"/>
                  </a:cubicBezTo>
                  <a:lnTo>
                    <a:pt x="24975" y="3252"/>
                  </a:lnTo>
                  <a:lnTo>
                    <a:pt x="24932" y="3195"/>
                  </a:lnTo>
                  <a:lnTo>
                    <a:pt x="24932" y="3195"/>
                  </a:lnTo>
                  <a:cubicBezTo>
                    <a:pt x="24876" y="3153"/>
                    <a:pt x="24904" y="3067"/>
                    <a:pt x="24847" y="3011"/>
                  </a:cubicBezTo>
                  <a:lnTo>
                    <a:pt x="24847" y="2911"/>
                  </a:lnTo>
                  <a:lnTo>
                    <a:pt x="24748" y="2826"/>
                  </a:lnTo>
                  <a:cubicBezTo>
                    <a:pt x="24407" y="2982"/>
                    <a:pt x="24407" y="2982"/>
                    <a:pt x="24180" y="2727"/>
                  </a:cubicBezTo>
                  <a:cubicBezTo>
                    <a:pt x="24081" y="2812"/>
                    <a:pt x="23981" y="2741"/>
                    <a:pt x="23896" y="2727"/>
                  </a:cubicBezTo>
                  <a:lnTo>
                    <a:pt x="23797" y="2727"/>
                  </a:lnTo>
                  <a:cubicBezTo>
                    <a:pt x="23740" y="2684"/>
                    <a:pt x="23740" y="2599"/>
                    <a:pt x="23797" y="2542"/>
                  </a:cubicBezTo>
                  <a:lnTo>
                    <a:pt x="23797" y="2542"/>
                  </a:lnTo>
                  <a:cubicBezTo>
                    <a:pt x="23797" y="2542"/>
                    <a:pt x="23811" y="2542"/>
                    <a:pt x="23825" y="2514"/>
                  </a:cubicBezTo>
                  <a:cubicBezTo>
                    <a:pt x="23825" y="2500"/>
                    <a:pt x="23825" y="2471"/>
                    <a:pt x="23797" y="2457"/>
                  </a:cubicBezTo>
                  <a:lnTo>
                    <a:pt x="23782" y="2457"/>
                  </a:lnTo>
                  <a:cubicBezTo>
                    <a:pt x="23797" y="2443"/>
                    <a:pt x="23811" y="2429"/>
                    <a:pt x="23825" y="2429"/>
                  </a:cubicBezTo>
                  <a:cubicBezTo>
                    <a:pt x="23768" y="2216"/>
                    <a:pt x="23669" y="2074"/>
                    <a:pt x="23413" y="2173"/>
                  </a:cubicBezTo>
                  <a:lnTo>
                    <a:pt x="23413" y="2173"/>
                  </a:lnTo>
                  <a:cubicBezTo>
                    <a:pt x="23300" y="2230"/>
                    <a:pt x="23271" y="2130"/>
                    <a:pt x="23229" y="2074"/>
                  </a:cubicBezTo>
                  <a:lnTo>
                    <a:pt x="23229" y="2074"/>
                  </a:lnTo>
                  <a:cubicBezTo>
                    <a:pt x="23129" y="2003"/>
                    <a:pt x="23229" y="1861"/>
                    <a:pt x="23129" y="1790"/>
                  </a:cubicBezTo>
                  <a:lnTo>
                    <a:pt x="23129" y="1790"/>
                  </a:lnTo>
                  <a:cubicBezTo>
                    <a:pt x="23058" y="1747"/>
                    <a:pt x="23058" y="1662"/>
                    <a:pt x="23030" y="1591"/>
                  </a:cubicBezTo>
                  <a:cubicBezTo>
                    <a:pt x="22973" y="1548"/>
                    <a:pt x="22902" y="1548"/>
                    <a:pt x="22845" y="1591"/>
                  </a:cubicBezTo>
                  <a:cubicBezTo>
                    <a:pt x="22817" y="1605"/>
                    <a:pt x="22789" y="1605"/>
                    <a:pt x="22760" y="1591"/>
                  </a:cubicBezTo>
                  <a:cubicBezTo>
                    <a:pt x="22561" y="1690"/>
                    <a:pt x="22334" y="1662"/>
                    <a:pt x="22178" y="1506"/>
                  </a:cubicBezTo>
                  <a:cubicBezTo>
                    <a:pt x="22022" y="1520"/>
                    <a:pt x="21851" y="1477"/>
                    <a:pt x="21780" y="1676"/>
                  </a:cubicBezTo>
                  <a:lnTo>
                    <a:pt x="21709" y="1676"/>
                  </a:lnTo>
                  <a:cubicBezTo>
                    <a:pt x="21596" y="1591"/>
                    <a:pt x="21482" y="1491"/>
                    <a:pt x="21525" y="1307"/>
                  </a:cubicBezTo>
                  <a:lnTo>
                    <a:pt x="21525" y="1307"/>
                  </a:lnTo>
                  <a:lnTo>
                    <a:pt x="21695" y="1278"/>
                  </a:lnTo>
                  <a:lnTo>
                    <a:pt x="21695" y="1321"/>
                  </a:lnTo>
                  <a:lnTo>
                    <a:pt x="21795" y="1207"/>
                  </a:lnTo>
                  <a:cubicBezTo>
                    <a:pt x="21823" y="1179"/>
                    <a:pt x="21851" y="1179"/>
                    <a:pt x="21880" y="1207"/>
                  </a:cubicBezTo>
                  <a:lnTo>
                    <a:pt x="21880" y="1207"/>
                  </a:lnTo>
                  <a:cubicBezTo>
                    <a:pt x="21965" y="1278"/>
                    <a:pt x="22079" y="1264"/>
                    <a:pt x="22164" y="1207"/>
                  </a:cubicBezTo>
                  <a:cubicBezTo>
                    <a:pt x="22164" y="1179"/>
                    <a:pt x="22164" y="1151"/>
                    <a:pt x="22164" y="1122"/>
                  </a:cubicBezTo>
                  <a:cubicBezTo>
                    <a:pt x="22079" y="753"/>
                    <a:pt x="21809" y="909"/>
                    <a:pt x="21596" y="924"/>
                  </a:cubicBezTo>
                  <a:cubicBezTo>
                    <a:pt x="21568" y="924"/>
                    <a:pt x="21539" y="924"/>
                    <a:pt x="21511" y="924"/>
                  </a:cubicBezTo>
                  <a:cubicBezTo>
                    <a:pt x="21482" y="938"/>
                    <a:pt x="21468" y="980"/>
                    <a:pt x="21468" y="1009"/>
                  </a:cubicBezTo>
                  <a:cubicBezTo>
                    <a:pt x="21454" y="1009"/>
                    <a:pt x="21426" y="1009"/>
                    <a:pt x="21411" y="1009"/>
                  </a:cubicBezTo>
                  <a:lnTo>
                    <a:pt x="21411" y="1009"/>
                  </a:lnTo>
                  <a:cubicBezTo>
                    <a:pt x="21312" y="980"/>
                    <a:pt x="21298" y="909"/>
                    <a:pt x="21312" y="810"/>
                  </a:cubicBezTo>
                  <a:cubicBezTo>
                    <a:pt x="21284" y="810"/>
                    <a:pt x="21241" y="810"/>
                    <a:pt x="21213" y="810"/>
                  </a:cubicBezTo>
                  <a:cubicBezTo>
                    <a:pt x="21170" y="767"/>
                    <a:pt x="21085" y="767"/>
                    <a:pt x="21028" y="810"/>
                  </a:cubicBezTo>
                  <a:lnTo>
                    <a:pt x="21028" y="810"/>
                  </a:lnTo>
                  <a:cubicBezTo>
                    <a:pt x="21000" y="838"/>
                    <a:pt x="20957" y="838"/>
                    <a:pt x="20929" y="810"/>
                  </a:cubicBezTo>
                  <a:cubicBezTo>
                    <a:pt x="20900" y="810"/>
                    <a:pt x="20872" y="810"/>
                    <a:pt x="20843" y="810"/>
                  </a:cubicBezTo>
                  <a:cubicBezTo>
                    <a:pt x="20843" y="810"/>
                    <a:pt x="20829" y="796"/>
                    <a:pt x="20815" y="782"/>
                  </a:cubicBezTo>
                  <a:cubicBezTo>
                    <a:pt x="20815" y="767"/>
                    <a:pt x="20815" y="739"/>
                    <a:pt x="20843" y="725"/>
                  </a:cubicBezTo>
                  <a:lnTo>
                    <a:pt x="20843" y="725"/>
                  </a:lnTo>
                  <a:cubicBezTo>
                    <a:pt x="20943" y="554"/>
                    <a:pt x="20801" y="455"/>
                    <a:pt x="20744" y="341"/>
                  </a:cubicBezTo>
                  <a:lnTo>
                    <a:pt x="20645" y="341"/>
                  </a:lnTo>
                  <a:cubicBezTo>
                    <a:pt x="20616" y="370"/>
                    <a:pt x="20588" y="398"/>
                    <a:pt x="20559" y="427"/>
                  </a:cubicBezTo>
                  <a:lnTo>
                    <a:pt x="20446" y="540"/>
                  </a:lnTo>
                  <a:cubicBezTo>
                    <a:pt x="20417" y="569"/>
                    <a:pt x="20389" y="597"/>
                    <a:pt x="20361" y="625"/>
                  </a:cubicBezTo>
                  <a:lnTo>
                    <a:pt x="20261" y="640"/>
                  </a:lnTo>
                  <a:lnTo>
                    <a:pt x="20261" y="640"/>
                  </a:lnTo>
                  <a:lnTo>
                    <a:pt x="20176" y="640"/>
                  </a:lnTo>
                  <a:lnTo>
                    <a:pt x="20176" y="640"/>
                  </a:lnTo>
                  <a:lnTo>
                    <a:pt x="20077" y="625"/>
                  </a:lnTo>
                  <a:cubicBezTo>
                    <a:pt x="20077" y="640"/>
                    <a:pt x="20077" y="654"/>
                    <a:pt x="20077" y="668"/>
                  </a:cubicBezTo>
                  <a:lnTo>
                    <a:pt x="19992" y="668"/>
                  </a:lnTo>
                  <a:cubicBezTo>
                    <a:pt x="19821" y="597"/>
                    <a:pt x="19665" y="498"/>
                    <a:pt x="19523" y="384"/>
                  </a:cubicBezTo>
                  <a:cubicBezTo>
                    <a:pt x="19367" y="270"/>
                    <a:pt x="19253" y="114"/>
                    <a:pt x="19026" y="242"/>
                  </a:cubicBezTo>
                  <a:lnTo>
                    <a:pt x="19026" y="242"/>
                  </a:lnTo>
                  <a:cubicBezTo>
                    <a:pt x="18770" y="114"/>
                    <a:pt x="18472" y="72"/>
                    <a:pt x="18188" y="114"/>
                  </a:cubicBezTo>
                  <a:lnTo>
                    <a:pt x="18160" y="114"/>
                  </a:lnTo>
                  <a:cubicBezTo>
                    <a:pt x="18146" y="86"/>
                    <a:pt x="18103" y="72"/>
                    <a:pt x="18075" y="57"/>
                  </a:cubicBezTo>
                  <a:lnTo>
                    <a:pt x="17975" y="57"/>
                  </a:lnTo>
                  <a:cubicBezTo>
                    <a:pt x="17933" y="1"/>
                    <a:pt x="17848" y="1"/>
                    <a:pt x="17791" y="57"/>
                  </a:cubicBezTo>
                  <a:lnTo>
                    <a:pt x="17791" y="57"/>
                  </a:lnTo>
                  <a:cubicBezTo>
                    <a:pt x="17748" y="114"/>
                    <a:pt x="17649" y="114"/>
                    <a:pt x="17606" y="57"/>
                  </a:cubicBezTo>
                  <a:cubicBezTo>
                    <a:pt x="17578" y="57"/>
                    <a:pt x="17549" y="57"/>
                    <a:pt x="17507" y="57"/>
                  </a:cubicBezTo>
                  <a:cubicBezTo>
                    <a:pt x="17493" y="15"/>
                    <a:pt x="17450" y="15"/>
                    <a:pt x="17422" y="57"/>
                  </a:cubicBezTo>
                  <a:lnTo>
                    <a:pt x="17308" y="157"/>
                  </a:lnTo>
                  <a:cubicBezTo>
                    <a:pt x="17294" y="270"/>
                    <a:pt x="17223" y="370"/>
                    <a:pt x="17138" y="441"/>
                  </a:cubicBezTo>
                  <a:lnTo>
                    <a:pt x="17138" y="441"/>
                  </a:lnTo>
                  <a:cubicBezTo>
                    <a:pt x="17010" y="412"/>
                    <a:pt x="16939" y="228"/>
                    <a:pt x="16783" y="270"/>
                  </a:cubicBezTo>
                  <a:lnTo>
                    <a:pt x="16769" y="341"/>
                  </a:lnTo>
                  <a:cubicBezTo>
                    <a:pt x="16740" y="341"/>
                    <a:pt x="16726" y="341"/>
                    <a:pt x="16712" y="341"/>
                  </a:cubicBezTo>
                  <a:cubicBezTo>
                    <a:pt x="16698" y="341"/>
                    <a:pt x="16683" y="327"/>
                    <a:pt x="16669" y="327"/>
                  </a:cubicBezTo>
                  <a:cubicBezTo>
                    <a:pt x="16641" y="313"/>
                    <a:pt x="16598" y="327"/>
                    <a:pt x="16570" y="356"/>
                  </a:cubicBezTo>
                  <a:lnTo>
                    <a:pt x="16570" y="356"/>
                  </a:lnTo>
                  <a:cubicBezTo>
                    <a:pt x="16541" y="384"/>
                    <a:pt x="16513" y="412"/>
                    <a:pt x="16485" y="441"/>
                  </a:cubicBezTo>
                  <a:lnTo>
                    <a:pt x="16286" y="441"/>
                  </a:lnTo>
                  <a:cubicBezTo>
                    <a:pt x="16286" y="441"/>
                    <a:pt x="16272" y="427"/>
                    <a:pt x="16272" y="398"/>
                  </a:cubicBezTo>
                  <a:cubicBezTo>
                    <a:pt x="16257" y="384"/>
                    <a:pt x="16272" y="370"/>
                    <a:pt x="16286" y="341"/>
                  </a:cubicBezTo>
                  <a:lnTo>
                    <a:pt x="16286" y="341"/>
                  </a:lnTo>
                  <a:cubicBezTo>
                    <a:pt x="16286" y="341"/>
                    <a:pt x="16300" y="327"/>
                    <a:pt x="16300" y="313"/>
                  </a:cubicBezTo>
                  <a:cubicBezTo>
                    <a:pt x="16314" y="285"/>
                    <a:pt x="16300" y="270"/>
                    <a:pt x="16286" y="256"/>
                  </a:cubicBezTo>
                  <a:lnTo>
                    <a:pt x="16286" y="256"/>
                  </a:lnTo>
                  <a:cubicBezTo>
                    <a:pt x="16257" y="214"/>
                    <a:pt x="16215" y="185"/>
                    <a:pt x="16172" y="157"/>
                  </a:cubicBezTo>
                  <a:lnTo>
                    <a:pt x="16002" y="157"/>
                  </a:lnTo>
                  <a:cubicBezTo>
                    <a:pt x="15917" y="199"/>
                    <a:pt x="15874" y="398"/>
                    <a:pt x="15718" y="256"/>
                  </a:cubicBezTo>
                  <a:cubicBezTo>
                    <a:pt x="15690" y="256"/>
                    <a:pt x="15661" y="256"/>
                    <a:pt x="15633" y="256"/>
                  </a:cubicBezTo>
                  <a:cubicBezTo>
                    <a:pt x="15590" y="270"/>
                    <a:pt x="15576" y="313"/>
                    <a:pt x="15562" y="341"/>
                  </a:cubicBezTo>
                  <a:lnTo>
                    <a:pt x="15249" y="356"/>
                  </a:lnTo>
                  <a:cubicBezTo>
                    <a:pt x="15207" y="412"/>
                    <a:pt x="15136" y="441"/>
                    <a:pt x="15079" y="441"/>
                  </a:cubicBezTo>
                  <a:cubicBezTo>
                    <a:pt x="15107" y="412"/>
                    <a:pt x="15122" y="384"/>
                    <a:pt x="15150" y="341"/>
                  </a:cubicBezTo>
                  <a:lnTo>
                    <a:pt x="15150" y="256"/>
                  </a:lnTo>
                  <a:cubicBezTo>
                    <a:pt x="15093" y="199"/>
                    <a:pt x="15008" y="214"/>
                    <a:pt x="14965" y="157"/>
                  </a:cubicBezTo>
                  <a:lnTo>
                    <a:pt x="14866" y="157"/>
                  </a:lnTo>
                  <a:cubicBezTo>
                    <a:pt x="14809" y="185"/>
                    <a:pt x="14752" y="214"/>
                    <a:pt x="14696" y="199"/>
                  </a:cubicBezTo>
                  <a:cubicBezTo>
                    <a:pt x="14681" y="242"/>
                    <a:pt x="14653" y="256"/>
                    <a:pt x="14625" y="270"/>
                  </a:cubicBezTo>
                  <a:lnTo>
                    <a:pt x="14582" y="242"/>
                  </a:lnTo>
                  <a:lnTo>
                    <a:pt x="14483" y="341"/>
                  </a:lnTo>
                  <a:cubicBezTo>
                    <a:pt x="14341" y="455"/>
                    <a:pt x="14142" y="327"/>
                    <a:pt x="14000" y="441"/>
                  </a:cubicBezTo>
                  <a:lnTo>
                    <a:pt x="14000" y="540"/>
                  </a:lnTo>
                  <a:cubicBezTo>
                    <a:pt x="13929" y="625"/>
                    <a:pt x="13801" y="540"/>
                    <a:pt x="13730" y="625"/>
                  </a:cubicBezTo>
                  <a:lnTo>
                    <a:pt x="13730" y="625"/>
                  </a:lnTo>
                  <a:cubicBezTo>
                    <a:pt x="13702" y="654"/>
                    <a:pt x="13688" y="668"/>
                    <a:pt x="13688" y="696"/>
                  </a:cubicBezTo>
                  <a:cubicBezTo>
                    <a:pt x="13645" y="668"/>
                    <a:pt x="13574" y="682"/>
                    <a:pt x="13531" y="725"/>
                  </a:cubicBezTo>
                  <a:lnTo>
                    <a:pt x="13446" y="725"/>
                  </a:lnTo>
                  <a:cubicBezTo>
                    <a:pt x="13418" y="753"/>
                    <a:pt x="13375" y="782"/>
                    <a:pt x="13347" y="810"/>
                  </a:cubicBezTo>
                  <a:lnTo>
                    <a:pt x="13247" y="909"/>
                  </a:lnTo>
                  <a:cubicBezTo>
                    <a:pt x="13205" y="980"/>
                    <a:pt x="13134" y="995"/>
                    <a:pt x="13063" y="1009"/>
                  </a:cubicBezTo>
                  <a:lnTo>
                    <a:pt x="12396" y="1094"/>
                  </a:lnTo>
                  <a:lnTo>
                    <a:pt x="12396" y="1094"/>
                  </a:lnTo>
                  <a:lnTo>
                    <a:pt x="12396" y="1094"/>
                  </a:lnTo>
                  <a:lnTo>
                    <a:pt x="12396" y="1094"/>
                  </a:lnTo>
                  <a:lnTo>
                    <a:pt x="12424" y="1066"/>
                  </a:lnTo>
                  <a:cubicBezTo>
                    <a:pt x="12438" y="1023"/>
                    <a:pt x="12495" y="980"/>
                    <a:pt x="12495" y="952"/>
                  </a:cubicBezTo>
                  <a:cubicBezTo>
                    <a:pt x="12481" y="924"/>
                    <a:pt x="12424" y="909"/>
                    <a:pt x="12381" y="909"/>
                  </a:cubicBezTo>
                  <a:cubicBezTo>
                    <a:pt x="12254" y="895"/>
                    <a:pt x="12126" y="924"/>
                    <a:pt x="12026" y="1009"/>
                  </a:cubicBezTo>
                  <a:cubicBezTo>
                    <a:pt x="11941" y="1066"/>
                    <a:pt x="11870" y="1151"/>
                    <a:pt x="11728" y="1122"/>
                  </a:cubicBezTo>
                  <a:cubicBezTo>
                    <a:pt x="11671" y="1108"/>
                    <a:pt x="11686" y="1179"/>
                    <a:pt x="11714" y="1222"/>
                  </a:cubicBezTo>
                  <a:cubicBezTo>
                    <a:pt x="11742" y="1264"/>
                    <a:pt x="11771" y="1293"/>
                    <a:pt x="11742" y="1349"/>
                  </a:cubicBezTo>
                  <a:cubicBezTo>
                    <a:pt x="11402" y="1278"/>
                    <a:pt x="11416" y="1278"/>
                    <a:pt x="11089" y="1463"/>
                  </a:cubicBezTo>
                  <a:cubicBezTo>
                    <a:pt x="10990" y="1506"/>
                    <a:pt x="10876" y="1548"/>
                    <a:pt x="10777" y="1577"/>
                  </a:cubicBezTo>
                  <a:lnTo>
                    <a:pt x="10493" y="1577"/>
                  </a:lnTo>
                  <a:cubicBezTo>
                    <a:pt x="10408" y="1648"/>
                    <a:pt x="10294" y="1690"/>
                    <a:pt x="10209" y="1761"/>
                  </a:cubicBezTo>
                  <a:lnTo>
                    <a:pt x="9925" y="1761"/>
                  </a:lnTo>
                  <a:cubicBezTo>
                    <a:pt x="9868" y="1818"/>
                    <a:pt x="9854" y="1889"/>
                    <a:pt x="9897" y="1946"/>
                  </a:cubicBezTo>
                  <a:lnTo>
                    <a:pt x="9897" y="1946"/>
                  </a:lnTo>
                  <a:lnTo>
                    <a:pt x="9499" y="2074"/>
                  </a:lnTo>
                  <a:cubicBezTo>
                    <a:pt x="9457" y="2145"/>
                    <a:pt x="9386" y="2173"/>
                    <a:pt x="9300" y="2173"/>
                  </a:cubicBezTo>
                  <a:lnTo>
                    <a:pt x="9300" y="2343"/>
                  </a:lnTo>
                  <a:cubicBezTo>
                    <a:pt x="9315" y="2443"/>
                    <a:pt x="9244" y="2542"/>
                    <a:pt x="9144" y="2556"/>
                  </a:cubicBezTo>
                  <a:lnTo>
                    <a:pt x="9144" y="2556"/>
                  </a:lnTo>
                  <a:cubicBezTo>
                    <a:pt x="9116" y="2514"/>
                    <a:pt x="9059" y="2528"/>
                    <a:pt x="9031" y="2556"/>
                  </a:cubicBezTo>
                  <a:lnTo>
                    <a:pt x="9031" y="2556"/>
                  </a:lnTo>
                  <a:cubicBezTo>
                    <a:pt x="9002" y="2599"/>
                    <a:pt x="8960" y="2613"/>
                    <a:pt x="8931" y="2656"/>
                  </a:cubicBezTo>
                  <a:cubicBezTo>
                    <a:pt x="8903" y="2656"/>
                    <a:pt x="8874" y="2656"/>
                    <a:pt x="8832" y="2656"/>
                  </a:cubicBezTo>
                  <a:cubicBezTo>
                    <a:pt x="8803" y="2684"/>
                    <a:pt x="8775" y="2712"/>
                    <a:pt x="8747" y="2741"/>
                  </a:cubicBezTo>
                  <a:lnTo>
                    <a:pt x="8747" y="2741"/>
                  </a:lnTo>
                  <a:cubicBezTo>
                    <a:pt x="8676" y="2812"/>
                    <a:pt x="8661" y="2925"/>
                    <a:pt x="8718" y="3011"/>
                  </a:cubicBezTo>
                  <a:cubicBezTo>
                    <a:pt x="8718" y="3011"/>
                    <a:pt x="8732" y="3025"/>
                    <a:pt x="8747" y="3025"/>
                  </a:cubicBezTo>
                  <a:lnTo>
                    <a:pt x="8747" y="3025"/>
                  </a:lnTo>
                  <a:lnTo>
                    <a:pt x="8747" y="3025"/>
                  </a:lnTo>
                  <a:lnTo>
                    <a:pt x="8647" y="3110"/>
                  </a:lnTo>
                  <a:lnTo>
                    <a:pt x="8647" y="3110"/>
                  </a:lnTo>
                  <a:lnTo>
                    <a:pt x="8590" y="3110"/>
                  </a:lnTo>
                  <a:cubicBezTo>
                    <a:pt x="8576" y="2982"/>
                    <a:pt x="8576" y="2826"/>
                    <a:pt x="8378" y="2826"/>
                  </a:cubicBezTo>
                  <a:cubicBezTo>
                    <a:pt x="8264" y="3025"/>
                    <a:pt x="8065" y="3039"/>
                    <a:pt x="7895" y="3110"/>
                  </a:cubicBezTo>
                  <a:lnTo>
                    <a:pt x="7895" y="3110"/>
                  </a:lnTo>
                  <a:cubicBezTo>
                    <a:pt x="7866" y="3153"/>
                    <a:pt x="7838" y="3181"/>
                    <a:pt x="7795" y="3209"/>
                  </a:cubicBezTo>
                  <a:lnTo>
                    <a:pt x="7795" y="3295"/>
                  </a:lnTo>
                  <a:lnTo>
                    <a:pt x="7795" y="3295"/>
                  </a:lnTo>
                  <a:cubicBezTo>
                    <a:pt x="7739" y="3323"/>
                    <a:pt x="7668" y="3366"/>
                    <a:pt x="7625" y="3351"/>
                  </a:cubicBezTo>
                  <a:cubicBezTo>
                    <a:pt x="7497" y="3295"/>
                    <a:pt x="7412" y="3366"/>
                    <a:pt x="7313" y="3408"/>
                  </a:cubicBezTo>
                  <a:cubicBezTo>
                    <a:pt x="7298" y="3422"/>
                    <a:pt x="7284" y="3451"/>
                    <a:pt x="7298" y="3479"/>
                  </a:cubicBezTo>
                  <a:lnTo>
                    <a:pt x="7270" y="3465"/>
                  </a:lnTo>
                  <a:lnTo>
                    <a:pt x="7227" y="3493"/>
                  </a:lnTo>
                  <a:lnTo>
                    <a:pt x="7128" y="3493"/>
                  </a:lnTo>
                  <a:lnTo>
                    <a:pt x="7128" y="3593"/>
                  </a:lnTo>
                  <a:cubicBezTo>
                    <a:pt x="7029" y="3650"/>
                    <a:pt x="6901" y="3678"/>
                    <a:pt x="6844" y="3777"/>
                  </a:cubicBezTo>
                  <a:cubicBezTo>
                    <a:pt x="6702" y="3863"/>
                    <a:pt x="6532" y="3891"/>
                    <a:pt x="6461" y="4047"/>
                  </a:cubicBezTo>
                  <a:cubicBezTo>
                    <a:pt x="6376" y="4061"/>
                    <a:pt x="6319" y="4104"/>
                    <a:pt x="6276" y="4161"/>
                  </a:cubicBezTo>
                  <a:lnTo>
                    <a:pt x="6276" y="4161"/>
                  </a:lnTo>
                  <a:cubicBezTo>
                    <a:pt x="6063" y="4175"/>
                    <a:pt x="5964" y="4359"/>
                    <a:pt x="5808" y="4445"/>
                  </a:cubicBezTo>
                  <a:lnTo>
                    <a:pt x="5722" y="4516"/>
                  </a:lnTo>
                  <a:lnTo>
                    <a:pt x="5722" y="4516"/>
                  </a:lnTo>
                  <a:cubicBezTo>
                    <a:pt x="5651" y="4487"/>
                    <a:pt x="5580" y="4501"/>
                    <a:pt x="5524" y="4558"/>
                  </a:cubicBezTo>
                  <a:lnTo>
                    <a:pt x="5524" y="4558"/>
                  </a:lnTo>
                  <a:cubicBezTo>
                    <a:pt x="5495" y="4587"/>
                    <a:pt x="5453" y="4615"/>
                    <a:pt x="5424" y="4643"/>
                  </a:cubicBezTo>
                  <a:cubicBezTo>
                    <a:pt x="5396" y="4643"/>
                    <a:pt x="5368" y="4643"/>
                    <a:pt x="5339" y="4643"/>
                  </a:cubicBezTo>
                  <a:cubicBezTo>
                    <a:pt x="5240" y="4700"/>
                    <a:pt x="5140" y="4757"/>
                    <a:pt x="5041" y="4828"/>
                  </a:cubicBezTo>
                  <a:lnTo>
                    <a:pt x="5041" y="4828"/>
                  </a:lnTo>
                  <a:cubicBezTo>
                    <a:pt x="5013" y="4856"/>
                    <a:pt x="4984" y="4899"/>
                    <a:pt x="4942" y="4927"/>
                  </a:cubicBezTo>
                  <a:lnTo>
                    <a:pt x="4942" y="4927"/>
                  </a:lnTo>
                  <a:cubicBezTo>
                    <a:pt x="4899" y="5069"/>
                    <a:pt x="4785" y="5197"/>
                    <a:pt x="4629" y="5240"/>
                  </a:cubicBezTo>
                  <a:cubicBezTo>
                    <a:pt x="4516" y="5254"/>
                    <a:pt x="4487" y="5382"/>
                    <a:pt x="4473" y="5495"/>
                  </a:cubicBezTo>
                  <a:lnTo>
                    <a:pt x="4374" y="5595"/>
                  </a:lnTo>
                  <a:cubicBezTo>
                    <a:pt x="4217" y="5708"/>
                    <a:pt x="4076" y="5864"/>
                    <a:pt x="3976" y="6049"/>
                  </a:cubicBezTo>
                  <a:cubicBezTo>
                    <a:pt x="3863" y="6077"/>
                    <a:pt x="3763" y="6106"/>
                    <a:pt x="3749" y="6248"/>
                  </a:cubicBezTo>
                  <a:cubicBezTo>
                    <a:pt x="3749" y="6376"/>
                    <a:pt x="3664" y="6347"/>
                    <a:pt x="3579" y="6347"/>
                  </a:cubicBezTo>
                  <a:cubicBezTo>
                    <a:pt x="3508" y="6333"/>
                    <a:pt x="3465" y="6305"/>
                    <a:pt x="3408" y="6305"/>
                  </a:cubicBezTo>
                  <a:cubicBezTo>
                    <a:pt x="3408" y="6305"/>
                    <a:pt x="3380" y="6347"/>
                    <a:pt x="3380" y="6376"/>
                  </a:cubicBezTo>
                  <a:cubicBezTo>
                    <a:pt x="3394" y="6404"/>
                    <a:pt x="3408" y="6418"/>
                    <a:pt x="3437" y="6432"/>
                  </a:cubicBezTo>
                  <a:cubicBezTo>
                    <a:pt x="3522" y="6461"/>
                    <a:pt x="3607" y="6489"/>
                    <a:pt x="3607" y="6574"/>
                  </a:cubicBezTo>
                  <a:cubicBezTo>
                    <a:pt x="3607" y="6674"/>
                    <a:pt x="3536" y="6716"/>
                    <a:pt x="3465" y="6759"/>
                  </a:cubicBezTo>
                  <a:cubicBezTo>
                    <a:pt x="3394" y="6802"/>
                    <a:pt x="3309" y="6873"/>
                    <a:pt x="3238" y="6929"/>
                  </a:cubicBezTo>
                  <a:cubicBezTo>
                    <a:pt x="3167" y="6901"/>
                    <a:pt x="3096" y="6887"/>
                    <a:pt x="3025" y="6901"/>
                  </a:cubicBezTo>
                  <a:cubicBezTo>
                    <a:pt x="2897" y="6915"/>
                    <a:pt x="2783" y="6929"/>
                    <a:pt x="2670" y="6929"/>
                  </a:cubicBezTo>
                  <a:lnTo>
                    <a:pt x="2670" y="6929"/>
                  </a:lnTo>
                  <a:cubicBezTo>
                    <a:pt x="2642" y="6972"/>
                    <a:pt x="2599" y="7000"/>
                    <a:pt x="2571" y="7029"/>
                  </a:cubicBezTo>
                  <a:cubicBezTo>
                    <a:pt x="2542" y="7114"/>
                    <a:pt x="2471" y="7185"/>
                    <a:pt x="2386" y="7213"/>
                  </a:cubicBezTo>
                  <a:cubicBezTo>
                    <a:pt x="2358" y="7171"/>
                    <a:pt x="2315" y="7171"/>
                    <a:pt x="2287" y="7213"/>
                  </a:cubicBezTo>
                  <a:lnTo>
                    <a:pt x="2187" y="7298"/>
                  </a:lnTo>
                  <a:cubicBezTo>
                    <a:pt x="2187" y="7298"/>
                    <a:pt x="2173" y="7313"/>
                    <a:pt x="2173" y="7341"/>
                  </a:cubicBezTo>
                  <a:cubicBezTo>
                    <a:pt x="2159" y="7355"/>
                    <a:pt x="2173" y="7384"/>
                    <a:pt x="2187" y="7398"/>
                  </a:cubicBezTo>
                  <a:cubicBezTo>
                    <a:pt x="2315" y="7398"/>
                    <a:pt x="2400" y="7469"/>
                    <a:pt x="2372" y="7597"/>
                  </a:cubicBezTo>
                  <a:cubicBezTo>
                    <a:pt x="2343" y="7739"/>
                    <a:pt x="2358" y="7781"/>
                    <a:pt x="2485" y="7781"/>
                  </a:cubicBezTo>
                  <a:cubicBezTo>
                    <a:pt x="2542" y="7810"/>
                    <a:pt x="2613" y="7781"/>
                    <a:pt x="2670" y="7810"/>
                  </a:cubicBezTo>
                  <a:cubicBezTo>
                    <a:pt x="2656" y="7866"/>
                    <a:pt x="2642" y="7937"/>
                    <a:pt x="2556" y="7952"/>
                  </a:cubicBezTo>
                  <a:cubicBezTo>
                    <a:pt x="2471" y="7966"/>
                    <a:pt x="2400" y="7980"/>
                    <a:pt x="2329" y="8008"/>
                  </a:cubicBezTo>
                  <a:cubicBezTo>
                    <a:pt x="2272" y="8023"/>
                    <a:pt x="2244" y="8065"/>
                    <a:pt x="2272" y="8122"/>
                  </a:cubicBezTo>
                  <a:cubicBezTo>
                    <a:pt x="2187" y="8136"/>
                    <a:pt x="2102" y="8221"/>
                    <a:pt x="2003" y="8150"/>
                  </a:cubicBezTo>
                  <a:lnTo>
                    <a:pt x="1917" y="8150"/>
                  </a:lnTo>
                  <a:cubicBezTo>
                    <a:pt x="1861" y="8108"/>
                    <a:pt x="1775" y="8108"/>
                    <a:pt x="1719" y="8150"/>
                  </a:cubicBezTo>
                  <a:lnTo>
                    <a:pt x="1719" y="8150"/>
                  </a:lnTo>
                  <a:cubicBezTo>
                    <a:pt x="1690" y="8193"/>
                    <a:pt x="1662" y="8221"/>
                    <a:pt x="1633" y="8250"/>
                  </a:cubicBezTo>
                  <a:lnTo>
                    <a:pt x="1633" y="8349"/>
                  </a:lnTo>
                  <a:cubicBezTo>
                    <a:pt x="1633" y="8349"/>
                    <a:pt x="1619" y="8363"/>
                    <a:pt x="1605" y="8378"/>
                  </a:cubicBezTo>
                  <a:cubicBezTo>
                    <a:pt x="1605" y="8406"/>
                    <a:pt x="1605" y="8434"/>
                    <a:pt x="1633" y="8448"/>
                  </a:cubicBezTo>
                  <a:lnTo>
                    <a:pt x="1633" y="8448"/>
                  </a:lnTo>
                  <a:cubicBezTo>
                    <a:pt x="1861" y="8505"/>
                    <a:pt x="1690" y="8562"/>
                    <a:pt x="1633" y="8633"/>
                  </a:cubicBezTo>
                  <a:lnTo>
                    <a:pt x="1534" y="8732"/>
                  </a:lnTo>
                  <a:cubicBezTo>
                    <a:pt x="1534" y="8732"/>
                    <a:pt x="1520" y="8747"/>
                    <a:pt x="1506" y="8761"/>
                  </a:cubicBezTo>
                  <a:cubicBezTo>
                    <a:pt x="1506" y="8789"/>
                    <a:pt x="1506" y="8803"/>
                    <a:pt x="1534" y="8818"/>
                  </a:cubicBezTo>
                  <a:lnTo>
                    <a:pt x="1633" y="8917"/>
                  </a:lnTo>
                  <a:cubicBezTo>
                    <a:pt x="1591" y="8945"/>
                    <a:pt x="1562" y="8988"/>
                    <a:pt x="1534" y="9016"/>
                  </a:cubicBezTo>
                  <a:lnTo>
                    <a:pt x="1435" y="9016"/>
                  </a:lnTo>
                  <a:cubicBezTo>
                    <a:pt x="1420" y="9031"/>
                    <a:pt x="1406" y="9073"/>
                    <a:pt x="1406" y="9102"/>
                  </a:cubicBezTo>
                  <a:cubicBezTo>
                    <a:pt x="1420" y="9116"/>
                    <a:pt x="1420" y="9130"/>
                    <a:pt x="1435" y="9144"/>
                  </a:cubicBezTo>
                  <a:lnTo>
                    <a:pt x="1435" y="9201"/>
                  </a:lnTo>
                  <a:lnTo>
                    <a:pt x="1477" y="9201"/>
                  </a:lnTo>
                  <a:lnTo>
                    <a:pt x="1491" y="9229"/>
                  </a:lnTo>
                  <a:cubicBezTo>
                    <a:pt x="1477" y="9244"/>
                    <a:pt x="1449" y="9272"/>
                    <a:pt x="1435" y="9300"/>
                  </a:cubicBezTo>
                  <a:lnTo>
                    <a:pt x="1435" y="9386"/>
                  </a:lnTo>
                  <a:cubicBezTo>
                    <a:pt x="1349" y="9329"/>
                    <a:pt x="1236" y="9329"/>
                    <a:pt x="1151" y="9386"/>
                  </a:cubicBezTo>
                  <a:cubicBezTo>
                    <a:pt x="1293" y="9499"/>
                    <a:pt x="1293" y="9499"/>
                    <a:pt x="1435" y="9386"/>
                  </a:cubicBezTo>
                  <a:lnTo>
                    <a:pt x="1506" y="9386"/>
                  </a:lnTo>
                  <a:lnTo>
                    <a:pt x="1506" y="9386"/>
                  </a:lnTo>
                  <a:cubicBezTo>
                    <a:pt x="1491" y="9400"/>
                    <a:pt x="1491" y="9428"/>
                    <a:pt x="1506" y="9442"/>
                  </a:cubicBezTo>
                  <a:cubicBezTo>
                    <a:pt x="1392" y="9627"/>
                    <a:pt x="1307" y="9826"/>
                    <a:pt x="1051" y="9868"/>
                  </a:cubicBezTo>
                  <a:lnTo>
                    <a:pt x="1051" y="9868"/>
                  </a:lnTo>
                  <a:cubicBezTo>
                    <a:pt x="1023" y="9897"/>
                    <a:pt x="995" y="9925"/>
                    <a:pt x="966" y="9968"/>
                  </a:cubicBezTo>
                  <a:cubicBezTo>
                    <a:pt x="966" y="9996"/>
                    <a:pt x="966" y="10024"/>
                    <a:pt x="966" y="10053"/>
                  </a:cubicBezTo>
                  <a:cubicBezTo>
                    <a:pt x="966" y="10053"/>
                    <a:pt x="952" y="10067"/>
                    <a:pt x="938" y="10081"/>
                  </a:cubicBezTo>
                  <a:cubicBezTo>
                    <a:pt x="938" y="10110"/>
                    <a:pt x="938" y="10138"/>
                    <a:pt x="966" y="10152"/>
                  </a:cubicBezTo>
                  <a:cubicBezTo>
                    <a:pt x="966" y="10152"/>
                    <a:pt x="980" y="10152"/>
                    <a:pt x="980" y="10181"/>
                  </a:cubicBezTo>
                  <a:cubicBezTo>
                    <a:pt x="995" y="10209"/>
                    <a:pt x="980" y="10223"/>
                    <a:pt x="966" y="10237"/>
                  </a:cubicBezTo>
                  <a:lnTo>
                    <a:pt x="966" y="10237"/>
                  </a:lnTo>
                  <a:cubicBezTo>
                    <a:pt x="853" y="10308"/>
                    <a:pt x="924" y="10450"/>
                    <a:pt x="867" y="10536"/>
                  </a:cubicBezTo>
                  <a:lnTo>
                    <a:pt x="867" y="10536"/>
                  </a:lnTo>
                  <a:lnTo>
                    <a:pt x="782" y="10621"/>
                  </a:lnTo>
                  <a:lnTo>
                    <a:pt x="682" y="10720"/>
                  </a:lnTo>
                  <a:cubicBezTo>
                    <a:pt x="682" y="10720"/>
                    <a:pt x="668" y="10734"/>
                    <a:pt x="654" y="10749"/>
                  </a:cubicBezTo>
                  <a:cubicBezTo>
                    <a:pt x="654" y="10777"/>
                    <a:pt x="654" y="10805"/>
                    <a:pt x="682" y="10820"/>
                  </a:cubicBezTo>
                  <a:lnTo>
                    <a:pt x="867" y="10820"/>
                  </a:lnTo>
                  <a:cubicBezTo>
                    <a:pt x="980" y="10763"/>
                    <a:pt x="1108" y="10749"/>
                    <a:pt x="1222" y="10734"/>
                  </a:cubicBezTo>
                  <a:cubicBezTo>
                    <a:pt x="1207" y="10749"/>
                    <a:pt x="1193" y="10749"/>
                    <a:pt x="1193" y="10763"/>
                  </a:cubicBezTo>
                  <a:lnTo>
                    <a:pt x="1151" y="10763"/>
                  </a:lnTo>
                  <a:cubicBezTo>
                    <a:pt x="1066" y="10763"/>
                    <a:pt x="995" y="10834"/>
                    <a:pt x="966" y="10905"/>
                  </a:cubicBezTo>
                  <a:lnTo>
                    <a:pt x="966" y="11004"/>
                  </a:lnTo>
                  <a:cubicBezTo>
                    <a:pt x="924" y="11018"/>
                    <a:pt x="881" y="11061"/>
                    <a:pt x="838" y="11047"/>
                  </a:cubicBezTo>
                  <a:cubicBezTo>
                    <a:pt x="611" y="10976"/>
                    <a:pt x="498" y="11118"/>
                    <a:pt x="398" y="11288"/>
                  </a:cubicBezTo>
                  <a:cubicBezTo>
                    <a:pt x="498" y="11345"/>
                    <a:pt x="611" y="11373"/>
                    <a:pt x="725" y="11373"/>
                  </a:cubicBezTo>
                  <a:cubicBezTo>
                    <a:pt x="696" y="11473"/>
                    <a:pt x="782" y="11586"/>
                    <a:pt x="696" y="11671"/>
                  </a:cubicBezTo>
                  <a:lnTo>
                    <a:pt x="696" y="11671"/>
                  </a:lnTo>
                  <a:cubicBezTo>
                    <a:pt x="654" y="11700"/>
                    <a:pt x="625" y="11742"/>
                    <a:pt x="597" y="11771"/>
                  </a:cubicBezTo>
                  <a:lnTo>
                    <a:pt x="597" y="11771"/>
                  </a:lnTo>
                  <a:cubicBezTo>
                    <a:pt x="512" y="11856"/>
                    <a:pt x="384" y="11771"/>
                    <a:pt x="313" y="11856"/>
                  </a:cubicBezTo>
                  <a:cubicBezTo>
                    <a:pt x="299" y="11998"/>
                    <a:pt x="327" y="12126"/>
                    <a:pt x="412" y="12239"/>
                  </a:cubicBezTo>
                  <a:lnTo>
                    <a:pt x="412" y="12239"/>
                  </a:lnTo>
                  <a:cubicBezTo>
                    <a:pt x="455" y="12296"/>
                    <a:pt x="512" y="12353"/>
                    <a:pt x="583" y="12381"/>
                  </a:cubicBezTo>
                  <a:cubicBezTo>
                    <a:pt x="554" y="12452"/>
                    <a:pt x="540" y="12523"/>
                    <a:pt x="668" y="12538"/>
                  </a:cubicBezTo>
                  <a:cubicBezTo>
                    <a:pt x="711" y="12538"/>
                    <a:pt x="739" y="12594"/>
                    <a:pt x="782" y="12623"/>
                  </a:cubicBezTo>
                  <a:lnTo>
                    <a:pt x="725" y="12623"/>
                  </a:lnTo>
                  <a:cubicBezTo>
                    <a:pt x="540" y="12609"/>
                    <a:pt x="398" y="12637"/>
                    <a:pt x="398" y="12878"/>
                  </a:cubicBezTo>
                  <a:cubicBezTo>
                    <a:pt x="398" y="12963"/>
                    <a:pt x="313" y="12992"/>
                    <a:pt x="228" y="13020"/>
                  </a:cubicBezTo>
                  <a:cubicBezTo>
                    <a:pt x="228" y="13034"/>
                    <a:pt x="228" y="13063"/>
                    <a:pt x="228" y="13091"/>
                  </a:cubicBezTo>
                  <a:cubicBezTo>
                    <a:pt x="469" y="13034"/>
                    <a:pt x="526" y="13290"/>
                    <a:pt x="668" y="13389"/>
                  </a:cubicBezTo>
                  <a:cubicBezTo>
                    <a:pt x="682" y="13389"/>
                    <a:pt x="696" y="13432"/>
                    <a:pt x="696" y="13446"/>
                  </a:cubicBezTo>
                  <a:cubicBezTo>
                    <a:pt x="611" y="13517"/>
                    <a:pt x="483" y="13432"/>
                    <a:pt x="398" y="13531"/>
                  </a:cubicBezTo>
                  <a:cubicBezTo>
                    <a:pt x="455" y="13617"/>
                    <a:pt x="640" y="13531"/>
                    <a:pt x="625" y="13659"/>
                  </a:cubicBezTo>
                  <a:cubicBezTo>
                    <a:pt x="583" y="13801"/>
                    <a:pt x="583" y="13943"/>
                    <a:pt x="625" y="14085"/>
                  </a:cubicBezTo>
                  <a:cubicBezTo>
                    <a:pt x="625" y="14128"/>
                    <a:pt x="597" y="14170"/>
                    <a:pt x="569" y="14213"/>
                  </a:cubicBezTo>
                  <a:cubicBezTo>
                    <a:pt x="526" y="14241"/>
                    <a:pt x="483" y="14199"/>
                    <a:pt x="455" y="14170"/>
                  </a:cubicBezTo>
                  <a:cubicBezTo>
                    <a:pt x="313" y="14099"/>
                    <a:pt x="270" y="14114"/>
                    <a:pt x="285" y="14241"/>
                  </a:cubicBezTo>
                  <a:cubicBezTo>
                    <a:pt x="327" y="14497"/>
                    <a:pt x="214" y="14752"/>
                    <a:pt x="228" y="15022"/>
                  </a:cubicBezTo>
                  <a:lnTo>
                    <a:pt x="228" y="15022"/>
                  </a:lnTo>
                  <a:cubicBezTo>
                    <a:pt x="171" y="15079"/>
                    <a:pt x="143" y="15178"/>
                    <a:pt x="157" y="15278"/>
                  </a:cubicBezTo>
                  <a:lnTo>
                    <a:pt x="157" y="15604"/>
                  </a:lnTo>
                  <a:lnTo>
                    <a:pt x="242" y="15604"/>
                  </a:lnTo>
                  <a:lnTo>
                    <a:pt x="270" y="15576"/>
                  </a:lnTo>
                  <a:lnTo>
                    <a:pt x="270" y="15576"/>
                  </a:lnTo>
                  <a:lnTo>
                    <a:pt x="242" y="15590"/>
                  </a:lnTo>
                  <a:lnTo>
                    <a:pt x="157" y="15689"/>
                  </a:lnTo>
                  <a:lnTo>
                    <a:pt x="157" y="15775"/>
                  </a:lnTo>
                  <a:cubicBezTo>
                    <a:pt x="128" y="15789"/>
                    <a:pt x="100" y="15789"/>
                    <a:pt x="86" y="15789"/>
                  </a:cubicBezTo>
                  <a:cubicBezTo>
                    <a:pt x="57" y="16030"/>
                    <a:pt x="57" y="16030"/>
                    <a:pt x="256" y="15973"/>
                  </a:cubicBezTo>
                  <a:cubicBezTo>
                    <a:pt x="285" y="16002"/>
                    <a:pt x="327" y="16059"/>
                    <a:pt x="327" y="16073"/>
                  </a:cubicBezTo>
                  <a:cubicBezTo>
                    <a:pt x="270" y="16229"/>
                    <a:pt x="270" y="16428"/>
                    <a:pt x="72" y="16499"/>
                  </a:cubicBezTo>
                  <a:cubicBezTo>
                    <a:pt x="43" y="16513"/>
                    <a:pt x="29" y="16541"/>
                    <a:pt x="15" y="16570"/>
                  </a:cubicBezTo>
                  <a:cubicBezTo>
                    <a:pt x="1" y="16598"/>
                    <a:pt x="1" y="16627"/>
                    <a:pt x="15" y="16655"/>
                  </a:cubicBezTo>
                  <a:cubicBezTo>
                    <a:pt x="43" y="16698"/>
                    <a:pt x="100" y="16712"/>
                    <a:pt x="143" y="16683"/>
                  </a:cubicBezTo>
                  <a:cubicBezTo>
                    <a:pt x="185" y="16655"/>
                    <a:pt x="214" y="16627"/>
                    <a:pt x="242" y="16598"/>
                  </a:cubicBezTo>
                  <a:cubicBezTo>
                    <a:pt x="341" y="16470"/>
                    <a:pt x="455" y="16485"/>
                    <a:pt x="569" y="16556"/>
                  </a:cubicBezTo>
                  <a:cubicBezTo>
                    <a:pt x="625" y="16584"/>
                    <a:pt x="682" y="16598"/>
                    <a:pt x="739" y="16627"/>
                  </a:cubicBezTo>
                  <a:lnTo>
                    <a:pt x="739" y="16627"/>
                  </a:lnTo>
                  <a:lnTo>
                    <a:pt x="824" y="16698"/>
                  </a:lnTo>
                  <a:lnTo>
                    <a:pt x="838" y="16698"/>
                  </a:lnTo>
                  <a:lnTo>
                    <a:pt x="838" y="16698"/>
                  </a:lnTo>
                  <a:cubicBezTo>
                    <a:pt x="824" y="16769"/>
                    <a:pt x="753" y="16797"/>
                    <a:pt x="696" y="16783"/>
                  </a:cubicBezTo>
                  <a:cubicBezTo>
                    <a:pt x="597" y="16769"/>
                    <a:pt x="512" y="16740"/>
                    <a:pt x="427" y="16726"/>
                  </a:cubicBezTo>
                  <a:cubicBezTo>
                    <a:pt x="370" y="16726"/>
                    <a:pt x="327" y="16754"/>
                    <a:pt x="299" y="16783"/>
                  </a:cubicBezTo>
                  <a:cubicBezTo>
                    <a:pt x="299" y="16825"/>
                    <a:pt x="299" y="16882"/>
                    <a:pt x="313" y="16925"/>
                  </a:cubicBezTo>
                  <a:cubicBezTo>
                    <a:pt x="356" y="17053"/>
                    <a:pt x="512" y="17109"/>
                    <a:pt x="540" y="17280"/>
                  </a:cubicBezTo>
                  <a:cubicBezTo>
                    <a:pt x="583" y="17450"/>
                    <a:pt x="341" y="17507"/>
                    <a:pt x="370" y="17677"/>
                  </a:cubicBezTo>
                  <a:cubicBezTo>
                    <a:pt x="540" y="17805"/>
                    <a:pt x="554" y="17833"/>
                    <a:pt x="469" y="17975"/>
                  </a:cubicBezTo>
                  <a:cubicBezTo>
                    <a:pt x="512" y="18259"/>
                    <a:pt x="654" y="18529"/>
                    <a:pt x="867" y="18728"/>
                  </a:cubicBezTo>
                  <a:cubicBezTo>
                    <a:pt x="980" y="18841"/>
                    <a:pt x="895" y="18813"/>
                    <a:pt x="838" y="18841"/>
                  </a:cubicBezTo>
                  <a:cubicBezTo>
                    <a:pt x="782" y="18870"/>
                    <a:pt x="696" y="18983"/>
                    <a:pt x="782" y="19026"/>
                  </a:cubicBezTo>
                  <a:cubicBezTo>
                    <a:pt x="909" y="19097"/>
                    <a:pt x="952" y="19168"/>
                    <a:pt x="881" y="19310"/>
                  </a:cubicBezTo>
                  <a:cubicBezTo>
                    <a:pt x="853" y="19367"/>
                    <a:pt x="796" y="19452"/>
                    <a:pt x="810" y="19523"/>
                  </a:cubicBezTo>
                  <a:cubicBezTo>
                    <a:pt x="824" y="19580"/>
                    <a:pt x="938" y="19566"/>
                    <a:pt x="1009" y="19594"/>
                  </a:cubicBezTo>
                  <a:cubicBezTo>
                    <a:pt x="1080" y="19608"/>
                    <a:pt x="1066" y="19693"/>
                    <a:pt x="1066" y="19750"/>
                  </a:cubicBezTo>
                  <a:cubicBezTo>
                    <a:pt x="1066" y="19892"/>
                    <a:pt x="1108" y="19992"/>
                    <a:pt x="1264" y="20006"/>
                  </a:cubicBezTo>
                  <a:cubicBezTo>
                    <a:pt x="1293" y="20006"/>
                    <a:pt x="1307" y="20048"/>
                    <a:pt x="1321" y="20062"/>
                  </a:cubicBezTo>
                  <a:cubicBezTo>
                    <a:pt x="1307" y="20105"/>
                    <a:pt x="1278" y="20148"/>
                    <a:pt x="1264" y="20190"/>
                  </a:cubicBezTo>
                  <a:cubicBezTo>
                    <a:pt x="1236" y="20304"/>
                    <a:pt x="1264" y="20346"/>
                    <a:pt x="1378" y="20332"/>
                  </a:cubicBezTo>
                  <a:cubicBezTo>
                    <a:pt x="1420" y="20332"/>
                    <a:pt x="1477" y="20247"/>
                    <a:pt x="1534" y="20346"/>
                  </a:cubicBezTo>
                  <a:cubicBezTo>
                    <a:pt x="1378" y="20517"/>
                    <a:pt x="1236" y="20687"/>
                    <a:pt x="1406" y="20929"/>
                  </a:cubicBezTo>
                  <a:cubicBezTo>
                    <a:pt x="1463" y="21000"/>
                    <a:pt x="1307" y="21099"/>
                    <a:pt x="1420" y="21170"/>
                  </a:cubicBezTo>
                  <a:cubicBezTo>
                    <a:pt x="1534" y="21170"/>
                    <a:pt x="1591" y="21028"/>
                    <a:pt x="1719" y="21056"/>
                  </a:cubicBezTo>
                  <a:cubicBezTo>
                    <a:pt x="1818" y="21198"/>
                    <a:pt x="1861" y="21383"/>
                    <a:pt x="1832" y="21567"/>
                  </a:cubicBezTo>
                  <a:cubicBezTo>
                    <a:pt x="1832" y="21624"/>
                    <a:pt x="1875" y="21638"/>
                    <a:pt x="1889" y="21681"/>
                  </a:cubicBezTo>
                  <a:cubicBezTo>
                    <a:pt x="1946" y="21795"/>
                    <a:pt x="1988" y="21908"/>
                    <a:pt x="2017" y="22036"/>
                  </a:cubicBezTo>
                  <a:cubicBezTo>
                    <a:pt x="2045" y="22079"/>
                    <a:pt x="1974" y="22164"/>
                    <a:pt x="2059" y="22192"/>
                  </a:cubicBezTo>
                  <a:cubicBezTo>
                    <a:pt x="2130" y="22192"/>
                    <a:pt x="2187" y="22178"/>
                    <a:pt x="2244" y="22164"/>
                  </a:cubicBezTo>
                  <a:cubicBezTo>
                    <a:pt x="2201" y="22490"/>
                    <a:pt x="2201" y="22490"/>
                    <a:pt x="2429" y="22746"/>
                  </a:cubicBezTo>
                  <a:cubicBezTo>
                    <a:pt x="2514" y="22860"/>
                    <a:pt x="2627" y="22973"/>
                    <a:pt x="2755" y="23044"/>
                  </a:cubicBezTo>
                  <a:cubicBezTo>
                    <a:pt x="2911" y="23129"/>
                    <a:pt x="3011" y="23285"/>
                    <a:pt x="3011" y="23456"/>
                  </a:cubicBezTo>
                  <a:cubicBezTo>
                    <a:pt x="3011" y="23697"/>
                    <a:pt x="3124" y="23924"/>
                    <a:pt x="3309" y="24081"/>
                  </a:cubicBezTo>
                  <a:cubicBezTo>
                    <a:pt x="3493" y="24223"/>
                    <a:pt x="3635" y="24407"/>
                    <a:pt x="3749" y="24620"/>
                  </a:cubicBezTo>
                  <a:cubicBezTo>
                    <a:pt x="3806" y="24734"/>
                    <a:pt x="3820" y="24833"/>
                    <a:pt x="3962" y="24876"/>
                  </a:cubicBezTo>
                  <a:cubicBezTo>
                    <a:pt x="4047" y="24890"/>
                    <a:pt x="4104" y="24975"/>
                    <a:pt x="4189" y="25032"/>
                  </a:cubicBezTo>
                  <a:cubicBezTo>
                    <a:pt x="4345" y="25145"/>
                    <a:pt x="4161" y="25358"/>
                    <a:pt x="4260" y="25401"/>
                  </a:cubicBezTo>
                  <a:cubicBezTo>
                    <a:pt x="4345" y="25444"/>
                    <a:pt x="4530" y="25373"/>
                    <a:pt x="4558" y="25571"/>
                  </a:cubicBezTo>
                  <a:cubicBezTo>
                    <a:pt x="4587" y="25671"/>
                    <a:pt x="4643" y="25756"/>
                    <a:pt x="4743" y="25784"/>
                  </a:cubicBezTo>
                  <a:cubicBezTo>
                    <a:pt x="4743" y="25898"/>
                    <a:pt x="4842" y="25983"/>
                    <a:pt x="4814" y="26097"/>
                  </a:cubicBezTo>
                  <a:cubicBezTo>
                    <a:pt x="4814" y="26139"/>
                    <a:pt x="4856" y="26210"/>
                    <a:pt x="4871" y="26210"/>
                  </a:cubicBezTo>
                  <a:cubicBezTo>
                    <a:pt x="5084" y="26196"/>
                    <a:pt x="5055" y="26437"/>
                    <a:pt x="5169" y="26494"/>
                  </a:cubicBezTo>
                  <a:cubicBezTo>
                    <a:pt x="5311" y="26565"/>
                    <a:pt x="5410" y="26693"/>
                    <a:pt x="5481" y="26821"/>
                  </a:cubicBezTo>
                  <a:cubicBezTo>
                    <a:pt x="5552" y="26934"/>
                    <a:pt x="5623" y="27020"/>
                    <a:pt x="5708" y="27119"/>
                  </a:cubicBezTo>
                  <a:cubicBezTo>
                    <a:pt x="5737" y="27204"/>
                    <a:pt x="5808" y="27275"/>
                    <a:pt x="5907" y="27289"/>
                  </a:cubicBezTo>
                  <a:lnTo>
                    <a:pt x="5907" y="27488"/>
                  </a:lnTo>
                  <a:cubicBezTo>
                    <a:pt x="5964" y="27531"/>
                    <a:pt x="5992" y="27602"/>
                    <a:pt x="5978" y="27687"/>
                  </a:cubicBezTo>
                  <a:cubicBezTo>
                    <a:pt x="5978" y="27758"/>
                    <a:pt x="6021" y="27829"/>
                    <a:pt x="6092" y="27871"/>
                  </a:cubicBezTo>
                  <a:cubicBezTo>
                    <a:pt x="6120" y="27815"/>
                    <a:pt x="6148" y="27729"/>
                    <a:pt x="6234" y="27758"/>
                  </a:cubicBezTo>
                  <a:cubicBezTo>
                    <a:pt x="6262" y="27758"/>
                    <a:pt x="6262" y="27829"/>
                    <a:pt x="6276" y="27871"/>
                  </a:cubicBezTo>
                  <a:cubicBezTo>
                    <a:pt x="6305" y="27871"/>
                    <a:pt x="6319" y="27871"/>
                    <a:pt x="6347" y="27871"/>
                  </a:cubicBezTo>
                  <a:lnTo>
                    <a:pt x="6347" y="27871"/>
                  </a:lnTo>
                  <a:cubicBezTo>
                    <a:pt x="6361" y="27999"/>
                    <a:pt x="6234" y="28113"/>
                    <a:pt x="6276" y="28255"/>
                  </a:cubicBezTo>
                  <a:lnTo>
                    <a:pt x="6276" y="28255"/>
                  </a:lnTo>
                  <a:cubicBezTo>
                    <a:pt x="6333" y="28312"/>
                    <a:pt x="6418" y="28283"/>
                    <a:pt x="6475" y="28340"/>
                  </a:cubicBezTo>
                  <a:lnTo>
                    <a:pt x="6475" y="28340"/>
                  </a:lnTo>
                  <a:cubicBezTo>
                    <a:pt x="6546" y="28468"/>
                    <a:pt x="6702" y="28510"/>
                    <a:pt x="6759" y="28624"/>
                  </a:cubicBezTo>
                  <a:cubicBezTo>
                    <a:pt x="6787" y="28624"/>
                    <a:pt x="6830" y="28624"/>
                    <a:pt x="6858" y="28624"/>
                  </a:cubicBezTo>
                  <a:cubicBezTo>
                    <a:pt x="6929" y="28681"/>
                    <a:pt x="7029" y="28681"/>
                    <a:pt x="7114" y="28652"/>
                  </a:cubicBezTo>
                  <a:cubicBezTo>
                    <a:pt x="7114" y="28638"/>
                    <a:pt x="7114" y="28624"/>
                    <a:pt x="7114" y="28610"/>
                  </a:cubicBezTo>
                  <a:lnTo>
                    <a:pt x="7142" y="28624"/>
                  </a:lnTo>
                  <a:lnTo>
                    <a:pt x="7142" y="28624"/>
                  </a:lnTo>
                  <a:lnTo>
                    <a:pt x="7142" y="28723"/>
                  </a:lnTo>
                  <a:lnTo>
                    <a:pt x="7227" y="28723"/>
                  </a:lnTo>
                  <a:lnTo>
                    <a:pt x="7227" y="28723"/>
                  </a:lnTo>
                  <a:cubicBezTo>
                    <a:pt x="7242" y="28723"/>
                    <a:pt x="7242" y="28723"/>
                    <a:pt x="7256" y="28738"/>
                  </a:cubicBezTo>
                  <a:lnTo>
                    <a:pt x="7227" y="28738"/>
                  </a:lnTo>
                  <a:cubicBezTo>
                    <a:pt x="7171" y="28823"/>
                    <a:pt x="7171" y="28922"/>
                    <a:pt x="7227" y="29007"/>
                  </a:cubicBezTo>
                  <a:lnTo>
                    <a:pt x="7327" y="29021"/>
                  </a:lnTo>
                  <a:lnTo>
                    <a:pt x="7426" y="28993"/>
                  </a:lnTo>
                  <a:cubicBezTo>
                    <a:pt x="7469" y="29021"/>
                    <a:pt x="7540" y="29036"/>
                    <a:pt x="7540" y="29050"/>
                  </a:cubicBezTo>
                  <a:cubicBezTo>
                    <a:pt x="7568" y="29206"/>
                    <a:pt x="7682" y="29192"/>
                    <a:pt x="7781" y="29206"/>
                  </a:cubicBezTo>
                  <a:lnTo>
                    <a:pt x="7781" y="29206"/>
                  </a:lnTo>
                  <a:cubicBezTo>
                    <a:pt x="7881" y="29462"/>
                    <a:pt x="8179" y="29447"/>
                    <a:pt x="8335" y="29618"/>
                  </a:cubicBezTo>
                  <a:cubicBezTo>
                    <a:pt x="8420" y="29703"/>
                    <a:pt x="8534" y="29675"/>
                    <a:pt x="8647" y="29646"/>
                  </a:cubicBezTo>
                  <a:cubicBezTo>
                    <a:pt x="8747" y="29632"/>
                    <a:pt x="8732" y="29717"/>
                    <a:pt x="8761" y="29760"/>
                  </a:cubicBezTo>
                  <a:cubicBezTo>
                    <a:pt x="8846" y="29902"/>
                    <a:pt x="9002" y="29902"/>
                    <a:pt x="9130" y="29916"/>
                  </a:cubicBezTo>
                  <a:cubicBezTo>
                    <a:pt x="9187" y="29930"/>
                    <a:pt x="9244" y="29831"/>
                    <a:pt x="9315" y="29774"/>
                  </a:cubicBezTo>
                  <a:cubicBezTo>
                    <a:pt x="9315" y="29774"/>
                    <a:pt x="9329" y="29760"/>
                    <a:pt x="9329" y="29760"/>
                  </a:cubicBezTo>
                  <a:lnTo>
                    <a:pt x="9329" y="29760"/>
                  </a:lnTo>
                  <a:lnTo>
                    <a:pt x="9315" y="29774"/>
                  </a:lnTo>
                  <a:cubicBezTo>
                    <a:pt x="9329" y="29873"/>
                    <a:pt x="9315" y="29987"/>
                    <a:pt x="9414" y="30058"/>
                  </a:cubicBezTo>
                  <a:lnTo>
                    <a:pt x="9428" y="30030"/>
                  </a:lnTo>
                  <a:lnTo>
                    <a:pt x="9428" y="30030"/>
                  </a:lnTo>
                  <a:lnTo>
                    <a:pt x="9414" y="30058"/>
                  </a:lnTo>
                  <a:cubicBezTo>
                    <a:pt x="9485" y="30172"/>
                    <a:pt x="9655" y="30186"/>
                    <a:pt x="9712" y="30313"/>
                  </a:cubicBezTo>
                  <a:cubicBezTo>
                    <a:pt x="9741" y="30313"/>
                    <a:pt x="9755" y="30328"/>
                    <a:pt x="9783" y="30328"/>
                  </a:cubicBezTo>
                  <a:cubicBezTo>
                    <a:pt x="9854" y="30285"/>
                    <a:pt x="9939" y="30285"/>
                    <a:pt x="10010" y="30328"/>
                  </a:cubicBezTo>
                  <a:cubicBezTo>
                    <a:pt x="10039" y="30328"/>
                    <a:pt x="10067" y="30342"/>
                    <a:pt x="10081" y="30342"/>
                  </a:cubicBezTo>
                  <a:cubicBezTo>
                    <a:pt x="10592" y="30541"/>
                    <a:pt x="11132" y="30626"/>
                    <a:pt x="11686" y="30569"/>
                  </a:cubicBezTo>
                  <a:cubicBezTo>
                    <a:pt x="11700" y="30569"/>
                    <a:pt x="11714" y="30555"/>
                    <a:pt x="11728" y="30541"/>
                  </a:cubicBezTo>
                  <a:lnTo>
                    <a:pt x="11757" y="30541"/>
                  </a:lnTo>
                  <a:lnTo>
                    <a:pt x="11799" y="30541"/>
                  </a:lnTo>
                  <a:lnTo>
                    <a:pt x="11799" y="30612"/>
                  </a:lnTo>
                  <a:cubicBezTo>
                    <a:pt x="11884" y="30626"/>
                    <a:pt x="11955" y="30612"/>
                    <a:pt x="12026" y="30597"/>
                  </a:cubicBezTo>
                  <a:cubicBezTo>
                    <a:pt x="12140" y="30526"/>
                    <a:pt x="12225" y="30526"/>
                    <a:pt x="12310" y="30640"/>
                  </a:cubicBezTo>
                  <a:cubicBezTo>
                    <a:pt x="12339" y="30683"/>
                    <a:pt x="12410" y="30697"/>
                    <a:pt x="12467" y="30725"/>
                  </a:cubicBezTo>
                  <a:lnTo>
                    <a:pt x="12467" y="30810"/>
                  </a:lnTo>
                  <a:lnTo>
                    <a:pt x="12566" y="30810"/>
                  </a:lnTo>
                  <a:cubicBezTo>
                    <a:pt x="12637" y="30896"/>
                    <a:pt x="12708" y="30981"/>
                    <a:pt x="12850" y="30910"/>
                  </a:cubicBezTo>
                  <a:cubicBezTo>
                    <a:pt x="12949" y="30896"/>
                    <a:pt x="13063" y="30910"/>
                    <a:pt x="13134" y="30810"/>
                  </a:cubicBezTo>
                  <a:cubicBezTo>
                    <a:pt x="13162" y="30796"/>
                    <a:pt x="13191" y="30796"/>
                    <a:pt x="13219" y="30796"/>
                  </a:cubicBezTo>
                  <a:cubicBezTo>
                    <a:pt x="13318" y="30825"/>
                    <a:pt x="13418" y="30910"/>
                    <a:pt x="13517" y="30796"/>
                  </a:cubicBezTo>
                  <a:cubicBezTo>
                    <a:pt x="13560" y="30683"/>
                    <a:pt x="13673" y="30612"/>
                    <a:pt x="13801" y="30626"/>
                  </a:cubicBezTo>
                  <a:cubicBezTo>
                    <a:pt x="13830" y="30683"/>
                    <a:pt x="13886" y="30711"/>
                    <a:pt x="13957" y="30711"/>
                  </a:cubicBezTo>
                  <a:cubicBezTo>
                    <a:pt x="14142" y="30711"/>
                    <a:pt x="14312" y="30825"/>
                    <a:pt x="14511" y="30768"/>
                  </a:cubicBezTo>
                  <a:cubicBezTo>
                    <a:pt x="14625" y="30924"/>
                    <a:pt x="14738" y="30839"/>
                    <a:pt x="14866" y="30768"/>
                  </a:cubicBezTo>
                  <a:cubicBezTo>
                    <a:pt x="15008" y="30711"/>
                    <a:pt x="15164" y="30597"/>
                    <a:pt x="15349" y="30739"/>
                  </a:cubicBezTo>
                  <a:cubicBezTo>
                    <a:pt x="15406" y="30796"/>
                    <a:pt x="15491" y="30697"/>
                    <a:pt x="15519" y="30640"/>
                  </a:cubicBezTo>
                  <a:lnTo>
                    <a:pt x="15519" y="30640"/>
                  </a:lnTo>
                  <a:cubicBezTo>
                    <a:pt x="15548" y="30626"/>
                    <a:pt x="15576" y="30626"/>
                    <a:pt x="15604" y="30597"/>
                  </a:cubicBezTo>
                  <a:cubicBezTo>
                    <a:pt x="15690" y="30583"/>
                    <a:pt x="15775" y="30526"/>
                    <a:pt x="15846" y="30640"/>
                  </a:cubicBezTo>
                  <a:cubicBezTo>
                    <a:pt x="15917" y="30754"/>
                    <a:pt x="16044" y="30825"/>
                    <a:pt x="16186" y="30796"/>
                  </a:cubicBezTo>
                  <a:cubicBezTo>
                    <a:pt x="16243" y="30796"/>
                    <a:pt x="16314" y="30796"/>
                    <a:pt x="16371" y="30810"/>
                  </a:cubicBezTo>
                  <a:cubicBezTo>
                    <a:pt x="16385" y="30796"/>
                    <a:pt x="16414" y="30796"/>
                    <a:pt x="16442" y="30796"/>
                  </a:cubicBezTo>
                  <a:cubicBezTo>
                    <a:pt x="16485" y="30782"/>
                    <a:pt x="16499" y="30739"/>
                    <a:pt x="16485" y="30697"/>
                  </a:cubicBezTo>
                  <a:lnTo>
                    <a:pt x="16598" y="30640"/>
                  </a:lnTo>
                  <a:cubicBezTo>
                    <a:pt x="16598" y="30725"/>
                    <a:pt x="16570" y="30825"/>
                    <a:pt x="16655" y="30896"/>
                  </a:cubicBezTo>
                  <a:lnTo>
                    <a:pt x="16840" y="30896"/>
                  </a:lnTo>
                  <a:cubicBezTo>
                    <a:pt x="16953" y="30810"/>
                    <a:pt x="17109" y="30896"/>
                    <a:pt x="17223" y="30825"/>
                  </a:cubicBezTo>
                  <a:lnTo>
                    <a:pt x="17322" y="30711"/>
                  </a:lnTo>
                  <a:cubicBezTo>
                    <a:pt x="17379" y="30654"/>
                    <a:pt x="17478" y="30683"/>
                    <a:pt x="17521" y="30626"/>
                  </a:cubicBezTo>
                  <a:lnTo>
                    <a:pt x="17706" y="30626"/>
                  </a:lnTo>
                  <a:cubicBezTo>
                    <a:pt x="17805" y="30484"/>
                    <a:pt x="17961" y="30541"/>
                    <a:pt x="18089" y="30512"/>
                  </a:cubicBezTo>
                  <a:cubicBezTo>
                    <a:pt x="18203" y="30484"/>
                    <a:pt x="18274" y="30384"/>
                    <a:pt x="18359" y="30342"/>
                  </a:cubicBezTo>
                  <a:cubicBezTo>
                    <a:pt x="18274" y="30441"/>
                    <a:pt x="18160" y="30541"/>
                    <a:pt x="18288" y="30711"/>
                  </a:cubicBezTo>
                  <a:lnTo>
                    <a:pt x="18316" y="30711"/>
                  </a:lnTo>
                  <a:lnTo>
                    <a:pt x="18359" y="30711"/>
                  </a:lnTo>
                  <a:cubicBezTo>
                    <a:pt x="18416" y="30654"/>
                    <a:pt x="18501" y="30683"/>
                    <a:pt x="18558" y="30612"/>
                  </a:cubicBezTo>
                  <a:lnTo>
                    <a:pt x="18558" y="30612"/>
                  </a:lnTo>
                  <a:cubicBezTo>
                    <a:pt x="18629" y="30512"/>
                    <a:pt x="18770" y="30597"/>
                    <a:pt x="18841" y="30526"/>
                  </a:cubicBezTo>
                  <a:lnTo>
                    <a:pt x="18841" y="30526"/>
                  </a:lnTo>
                  <a:cubicBezTo>
                    <a:pt x="18870" y="30498"/>
                    <a:pt x="18898" y="30470"/>
                    <a:pt x="18941" y="30441"/>
                  </a:cubicBezTo>
                  <a:lnTo>
                    <a:pt x="19211" y="30427"/>
                  </a:lnTo>
                  <a:cubicBezTo>
                    <a:pt x="19253" y="30399"/>
                    <a:pt x="19296" y="30370"/>
                    <a:pt x="19324" y="30328"/>
                  </a:cubicBezTo>
                  <a:lnTo>
                    <a:pt x="19324" y="30328"/>
                  </a:lnTo>
                  <a:cubicBezTo>
                    <a:pt x="19551" y="30228"/>
                    <a:pt x="19892" y="30328"/>
                    <a:pt x="20006" y="30001"/>
                  </a:cubicBezTo>
                  <a:cubicBezTo>
                    <a:pt x="19906" y="30328"/>
                    <a:pt x="19921" y="30328"/>
                    <a:pt x="20176" y="30328"/>
                  </a:cubicBezTo>
                  <a:lnTo>
                    <a:pt x="20176" y="30328"/>
                  </a:lnTo>
                  <a:cubicBezTo>
                    <a:pt x="20204" y="30299"/>
                    <a:pt x="20247" y="30271"/>
                    <a:pt x="20275" y="30243"/>
                  </a:cubicBezTo>
                  <a:lnTo>
                    <a:pt x="20275" y="30243"/>
                  </a:lnTo>
                  <a:cubicBezTo>
                    <a:pt x="20290" y="30200"/>
                    <a:pt x="20346" y="30200"/>
                    <a:pt x="20375" y="30243"/>
                  </a:cubicBezTo>
                  <a:lnTo>
                    <a:pt x="20460" y="30243"/>
                  </a:lnTo>
                  <a:cubicBezTo>
                    <a:pt x="20488" y="30200"/>
                    <a:pt x="20531" y="30172"/>
                    <a:pt x="20559" y="30143"/>
                  </a:cubicBezTo>
                  <a:lnTo>
                    <a:pt x="20559" y="30143"/>
                  </a:lnTo>
                  <a:cubicBezTo>
                    <a:pt x="20630" y="30058"/>
                    <a:pt x="20758" y="30129"/>
                    <a:pt x="20843" y="30044"/>
                  </a:cubicBezTo>
                  <a:cubicBezTo>
                    <a:pt x="20872" y="30015"/>
                    <a:pt x="20900" y="29987"/>
                    <a:pt x="20929" y="29959"/>
                  </a:cubicBezTo>
                  <a:cubicBezTo>
                    <a:pt x="20971" y="29959"/>
                    <a:pt x="21000" y="29959"/>
                    <a:pt x="21028" y="29959"/>
                  </a:cubicBezTo>
                  <a:cubicBezTo>
                    <a:pt x="21056" y="29916"/>
                    <a:pt x="21099" y="29916"/>
                    <a:pt x="21127" y="29959"/>
                  </a:cubicBezTo>
                  <a:lnTo>
                    <a:pt x="21213" y="29959"/>
                  </a:lnTo>
                  <a:cubicBezTo>
                    <a:pt x="21284" y="29902"/>
                    <a:pt x="21213" y="29788"/>
                    <a:pt x="21312" y="29760"/>
                  </a:cubicBezTo>
                  <a:lnTo>
                    <a:pt x="21411" y="29760"/>
                  </a:lnTo>
                  <a:cubicBezTo>
                    <a:pt x="21468" y="29817"/>
                    <a:pt x="21553" y="29817"/>
                    <a:pt x="21596" y="29760"/>
                  </a:cubicBezTo>
                  <a:lnTo>
                    <a:pt x="21596" y="29760"/>
                  </a:lnTo>
                  <a:cubicBezTo>
                    <a:pt x="21624" y="29731"/>
                    <a:pt x="21624" y="29689"/>
                    <a:pt x="21596" y="29675"/>
                  </a:cubicBezTo>
                  <a:lnTo>
                    <a:pt x="21596" y="29575"/>
                  </a:lnTo>
                  <a:cubicBezTo>
                    <a:pt x="21596" y="29575"/>
                    <a:pt x="21582" y="29561"/>
                    <a:pt x="21582" y="29547"/>
                  </a:cubicBezTo>
                  <a:cubicBezTo>
                    <a:pt x="21568" y="29518"/>
                    <a:pt x="21582" y="29504"/>
                    <a:pt x="21596" y="29476"/>
                  </a:cubicBezTo>
                  <a:lnTo>
                    <a:pt x="21695" y="29476"/>
                  </a:lnTo>
                  <a:cubicBezTo>
                    <a:pt x="21752" y="29533"/>
                    <a:pt x="21837" y="29533"/>
                    <a:pt x="21880" y="29476"/>
                  </a:cubicBezTo>
                  <a:cubicBezTo>
                    <a:pt x="21922" y="29447"/>
                    <a:pt x="21951" y="29419"/>
                    <a:pt x="21979" y="29376"/>
                  </a:cubicBezTo>
                  <a:cubicBezTo>
                    <a:pt x="22022" y="29348"/>
                    <a:pt x="22050" y="29320"/>
                    <a:pt x="22079" y="29277"/>
                  </a:cubicBezTo>
                  <a:cubicBezTo>
                    <a:pt x="22121" y="29249"/>
                    <a:pt x="22135" y="29192"/>
                    <a:pt x="22121" y="29135"/>
                  </a:cubicBezTo>
                  <a:cubicBezTo>
                    <a:pt x="22164" y="29149"/>
                    <a:pt x="22235" y="29149"/>
                    <a:pt x="22277" y="29192"/>
                  </a:cubicBezTo>
                  <a:cubicBezTo>
                    <a:pt x="22306" y="29192"/>
                    <a:pt x="22334" y="29192"/>
                    <a:pt x="22363" y="29192"/>
                  </a:cubicBezTo>
                  <a:cubicBezTo>
                    <a:pt x="22391" y="29149"/>
                    <a:pt x="22434" y="29121"/>
                    <a:pt x="22462" y="29092"/>
                  </a:cubicBezTo>
                  <a:cubicBezTo>
                    <a:pt x="22462" y="29064"/>
                    <a:pt x="22462" y="29021"/>
                    <a:pt x="22462" y="28993"/>
                  </a:cubicBezTo>
                  <a:lnTo>
                    <a:pt x="22462" y="28894"/>
                  </a:lnTo>
                  <a:cubicBezTo>
                    <a:pt x="22618" y="28766"/>
                    <a:pt x="22831" y="28709"/>
                    <a:pt x="23030" y="28709"/>
                  </a:cubicBezTo>
                  <a:cubicBezTo>
                    <a:pt x="23243" y="28695"/>
                    <a:pt x="23456" y="28652"/>
                    <a:pt x="23655" y="28553"/>
                  </a:cubicBezTo>
                  <a:cubicBezTo>
                    <a:pt x="23811" y="28312"/>
                    <a:pt x="24109" y="28411"/>
                    <a:pt x="24294" y="28255"/>
                  </a:cubicBezTo>
                  <a:cubicBezTo>
                    <a:pt x="24577" y="28312"/>
                    <a:pt x="24776" y="28127"/>
                    <a:pt x="24961" y="27971"/>
                  </a:cubicBezTo>
                  <a:cubicBezTo>
                    <a:pt x="25344" y="27673"/>
                    <a:pt x="25699" y="27360"/>
                    <a:pt x="26111" y="27105"/>
                  </a:cubicBezTo>
                  <a:lnTo>
                    <a:pt x="26267" y="26977"/>
                  </a:lnTo>
                  <a:cubicBezTo>
                    <a:pt x="26295" y="26892"/>
                    <a:pt x="26338" y="26807"/>
                    <a:pt x="26381" y="26721"/>
                  </a:cubicBezTo>
                  <a:lnTo>
                    <a:pt x="27034" y="26693"/>
                  </a:lnTo>
                  <a:cubicBezTo>
                    <a:pt x="27133" y="26508"/>
                    <a:pt x="27332" y="26537"/>
                    <a:pt x="27502" y="26508"/>
                  </a:cubicBezTo>
                  <a:cubicBezTo>
                    <a:pt x="27516" y="26409"/>
                    <a:pt x="27559" y="26324"/>
                    <a:pt x="27644" y="26267"/>
                  </a:cubicBezTo>
                  <a:cubicBezTo>
                    <a:pt x="27900" y="26139"/>
                    <a:pt x="28099" y="25926"/>
                    <a:pt x="28198" y="25671"/>
                  </a:cubicBezTo>
                  <a:cubicBezTo>
                    <a:pt x="28226" y="25628"/>
                    <a:pt x="28255" y="25600"/>
                    <a:pt x="28297" y="25586"/>
                  </a:cubicBezTo>
                  <a:cubicBezTo>
                    <a:pt x="28525" y="25543"/>
                    <a:pt x="28581" y="25358"/>
                    <a:pt x="28667" y="25188"/>
                  </a:cubicBezTo>
                  <a:cubicBezTo>
                    <a:pt x="28766" y="25103"/>
                    <a:pt x="28837" y="25003"/>
                    <a:pt x="28936" y="24918"/>
                  </a:cubicBezTo>
                  <a:cubicBezTo>
                    <a:pt x="29121" y="24776"/>
                    <a:pt x="29263" y="24592"/>
                    <a:pt x="29376" y="24379"/>
                  </a:cubicBezTo>
                  <a:cubicBezTo>
                    <a:pt x="29504" y="24166"/>
                    <a:pt x="29675" y="23981"/>
                    <a:pt x="29888" y="23853"/>
                  </a:cubicBezTo>
                  <a:cubicBezTo>
                    <a:pt x="29888" y="23711"/>
                    <a:pt x="29888" y="23569"/>
                    <a:pt x="29902" y="23427"/>
                  </a:cubicBezTo>
                  <a:cubicBezTo>
                    <a:pt x="29930" y="23271"/>
                    <a:pt x="29973" y="23115"/>
                    <a:pt x="30172" y="23072"/>
                  </a:cubicBezTo>
                  <a:cubicBezTo>
                    <a:pt x="30172" y="22973"/>
                    <a:pt x="30257" y="22888"/>
                    <a:pt x="30370" y="22888"/>
                  </a:cubicBezTo>
                  <a:cubicBezTo>
                    <a:pt x="30384" y="22789"/>
                    <a:pt x="30370" y="22661"/>
                    <a:pt x="30498" y="22618"/>
                  </a:cubicBezTo>
                  <a:cubicBezTo>
                    <a:pt x="30626" y="22590"/>
                    <a:pt x="30697" y="22448"/>
                    <a:pt x="30754" y="22334"/>
                  </a:cubicBezTo>
                  <a:lnTo>
                    <a:pt x="30739" y="22306"/>
                  </a:lnTo>
                  <a:lnTo>
                    <a:pt x="30739" y="22306"/>
                  </a:lnTo>
                  <a:lnTo>
                    <a:pt x="30754" y="22334"/>
                  </a:lnTo>
                  <a:lnTo>
                    <a:pt x="30952" y="22050"/>
                  </a:lnTo>
                  <a:lnTo>
                    <a:pt x="30952" y="22050"/>
                  </a:lnTo>
                  <a:lnTo>
                    <a:pt x="31123" y="21937"/>
                  </a:lnTo>
                  <a:lnTo>
                    <a:pt x="31208" y="21837"/>
                  </a:lnTo>
                  <a:cubicBezTo>
                    <a:pt x="31222" y="21752"/>
                    <a:pt x="31251" y="21681"/>
                    <a:pt x="31322" y="21638"/>
                  </a:cubicBezTo>
                  <a:lnTo>
                    <a:pt x="31364" y="21638"/>
                  </a:lnTo>
                  <a:lnTo>
                    <a:pt x="31407" y="21638"/>
                  </a:lnTo>
                  <a:cubicBezTo>
                    <a:pt x="31407" y="21567"/>
                    <a:pt x="31449" y="21497"/>
                    <a:pt x="31506" y="21454"/>
                  </a:cubicBezTo>
                  <a:cubicBezTo>
                    <a:pt x="31563" y="21340"/>
                    <a:pt x="31563" y="21213"/>
                    <a:pt x="31520" y="21085"/>
                  </a:cubicBezTo>
                  <a:cubicBezTo>
                    <a:pt x="31520" y="21014"/>
                    <a:pt x="31535" y="20929"/>
                    <a:pt x="31535" y="20858"/>
                  </a:cubicBezTo>
                  <a:cubicBezTo>
                    <a:pt x="31535" y="20716"/>
                    <a:pt x="31606" y="20588"/>
                    <a:pt x="31733" y="20531"/>
                  </a:cubicBezTo>
                  <a:cubicBezTo>
                    <a:pt x="31790" y="20503"/>
                    <a:pt x="31833" y="20460"/>
                    <a:pt x="31875" y="20403"/>
                  </a:cubicBezTo>
                  <a:cubicBezTo>
                    <a:pt x="31889" y="20219"/>
                    <a:pt x="32003" y="20034"/>
                    <a:pt x="32173" y="19935"/>
                  </a:cubicBezTo>
                  <a:lnTo>
                    <a:pt x="32173" y="19850"/>
                  </a:lnTo>
                  <a:lnTo>
                    <a:pt x="32259" y="19850"/>
                  </a:lnTo>
                  <a:cubicBezTo>
                    <a:pt x="32259" y="19665"/>
                    <a:pt x="32358" y="19495"/>
                    <a:pt x="32202" y="19310"/>
                  </a:cubicBezTo>
                  <a:cubicBezTo>
                    <a:pt x="32145" y="19253"/>
                    <a:pt x="32188" y="19140"/>
                    <a:pt x="32259" y="19069"/>
                  </a:cubicBezTo>
                  <a:cubicBezTo>
                    <a:pt x="32330" y="18998"/>
                    <a:pt x="32401" y="18941"/>
                    <a:pt x="32472" y="18884"/>
                  </a:cubicBezTo>
                  <a:cubicBezTo>
                    <a:pt x="32543" y="18841"/>
                    <a:pt x="32571" y="18756"/>
                    <a:pt x="32543" y="18685"/>
                  </a:cubicBezTo>
                  <a:cubicBezTo>
                    <a:pt x="32514" y="18600"/>
                    <a:pt x="32486" y="18501"/>
                    <a:pt x="32457" y="18416"/>
                  </a:cubicBezTo>
                  <a:lnTo>
                    <a:pt x="32557" y="18430"/>
                  </a:lnTo>
                  <a:lnTo>
                    <a:pt x="32557" y="18430"/>
                  </a:lnTo>
                  <a:lnTo>
                    <a:pt x="32557" y="18430"/>
                  </a:lnTo>
                  <a:lnTo>
                    <a:pt x="32557" y="18430"/>
                  </a:lnTo>
                  <a:cubicBezTo>
                    <a:pt x="32599" y="18501"/>
                    <a:pt x="32670" y="18529"/>
                    <a:pt x="32741" y="18501"/>
                  </a:cubicBezTo>
                  <a:cubicBezTo>
                    <a:pt x="32741" y="18430"/>
                    <a:pt x="32770" y="18359"/>
                    <a:pt x="32855" y="18330"/>
                  </a:cubicBezTo>
                  <a:cubicBezTo>
                    <a:pt x="32855" y="18217"/>
                    <a:pt x="32784" y="18103"/>
                    <a:pt x="32883" y="17975"/>
                  </a:cubicBezTo>
                  <a:cubicBezTo>
                    <a:pt x="32983" y="17862"/>
                    <a:pt x="32713" y="17805"/>
                    <a:pt x="32798" y="17663"/>
                  </a:cubicBezTo>
                  <a:cubicBezTo>
                    <a:pt x="32855" y="17592"/>
                    <a:pt x="32841" y="17507"/>
                    <a:pt x="32770" y="17450"/>
                  </a:cubicBezTo>
                  <a:lnTo>
                    <a:pt x="32770" y="17450"/>
                  </a:lnTo>
                  <a:cubicBezTo>
                    <a:pt x="32756" y="17336"/>
                    <a:pt x="32855" y="17209"/>
                    <a:pt x="32756" y="17095"/>
                  </a:cubicBezTo>
                  <a:lnTo>
                    <a:pt x="32756" y="17095"/>
                  </a:lnTo>
                  <a:cubicBezTo>
                    <a:pt x="32756" y="16911"/>
                    <a:pt x="32898" y="16911"/>
                    <a:pt x="33040" y="16896"/>
                  </a:cubicBezTo>
                  <a:lnTo>
                    <a:pt x="33040" y="16811"/>
                  </a:lnTo>
                  <a:cubicBezTo>
                    <a:pt x="33040" y="16740"/>
                    <a:pt x="33111" y="16740"/>
                    <a:pt x="33139" y="16712"/>
                  </a:cubicBezTo>
                  <a:lnTo>
                    <a:pt x="33139" y="16712"/>
                  </a:lnTo>
                  <a:cubicBezTo>
                    <a:pt x="33139" y="16712"/>
                    <a:pt x="33153" y="16712"/>
                    <a:pt x="33167" y="16683"/>
                  </a:cubicBezTo>
                  <a:cubicBezTo>
                    <a:pt x="33182" y="16655"/>
                    <a:pt x="33167" y="16641"/>
                    <a:pt x="33139" y="16612"/>
                  </a:cubicBezTo>
                  <a:lnTo>
                    <a:pt x="33139" y="16527"/>
                  </a:lnTo>
                  <a:cubicBezTo>
                    <a:pt x="33167" y="16499"/>
                    <a:pt x="33196" y="16456"/>
                    <a:pt x="33238" y="16428"/>
                  </a:cubicBezTo>
                  <a:cubicBezTo>
                    <a:pt x="33281" y="16328"/>
                    <a:pt x="33167" y="16272"/>
                    <a:pt x="33125" y="16172"/>
                  </a:cubicBezTo>
                  <a:close/>
                  <a:moveTo>
                    <a:pt x="16158" y="30285"/>
                  </a:moveTo>
                  <a:close/>
                  <a:moveTo>
                    <a:pt x="17876" y="739"/>
                  </a:moveTo>
                  <a:lnTo>
                    <a:pt x="17876" y="725"/>
                  </a:lnTo>
                  <a:lnTo>
                    <a:pt x="17890" y="739"/>
                  </a:lnTo>
                  <a:lnTo>
                    <a:pt x="17876" y="739"/>
                  </a:lnTo>
                  <a:lnTo>
                    <a:pt x="17876" y="753"/>
                  </a:lnTo>
                  <a:lnTo>
                    <a:pt x="17876" y="753"/>
                  </a:lnTo>
                  <a:close/>
                  <a:moveTo>
                    <a:pt x="19125" y="1406"/>
                  </a:moveTo>
                  <a:lnTo>
                    <a:pt x="19125" y="1406"/>
                  </a:lnTo>
                  <a:lnTo>
                    <a:pt x="19111" y="1406"/>
                  </a:lnTo>
                  <a:lnTo>
                    <a:pt x="19111" y="1406"/>
                  </a:lnTo>
                  <a:close/>
                  <a:moveTo>
                    <a:pt x="21312" y="4090"/>
                  </a:moveTo>
                  <a:cubicBezTo>
                    <a:pt x="21312" y="4090"/>
                    <a:pt x="21298" y="4104"/>
                    <a:pt x="21298" y="4104"/>
                  </a:cubicBezTo>
                  <a:lnTo>
                    <a:pt x="21298" y="4090"/>
                  </a:lnTo>
                  <a:close/>
                  <a:moveTo>
                    <a:pt x="31677" y="13617"/>
                  </a:moveTo>
                  <a:cubicBezTo>
                    <a:pt x="31691" y="13602"/>
                    <a:pt x="31691" y="13602"/>
                    <a:pt x="31705" y="13602"/>
                  </a:cubicBezTo>
                  <a:lnTo>
                    <a:pt x="31705" y="13602"/>
                  </a:lnTo>
                  <a:close/>
                  <a:moveTo>
                    <a:pt x="4345" y="7980"/>
                  </a:moveTo>
                  <a:cubicBezTo>
                    <a:pt x="4345" y="7980"/>
                    <a:pt x="4345" y="7994"/>
                    <a:pt x="4345" y="7994"/>
                  </a:cubicBezTo>
                  <a:close/>
                  <a:moveTo>
                    <a:pt x="16371" y="6063"/>
                  </a:moveTo>
                  <a:lnTo>
                    <a:pt x="16371" y="6077"/>
                  </a:lnTo>
                  <a:lnTo>
                    <a:pt x="16357" y="6077"/>
                  </a:lnTo>
                  <a:close/>
                  <a:moveTo>
                    <a:pt x="20460" y="27020"/>
                  </a:moveTo>
                  <a:lnTo>
                    <a:pt x="20460" y="27034"/>
                  </a:lnTo>
                  <a:lnTo>
                    <a:pt x="20446" y="27034"/>
                  </a:lnTo>
                  <a:close/>
                  <a:moveTo>
                    <a:pt x="20446" y="27048"/>
                  </a:moveTo>
                  <a:lnTo>
                    <a:pt x="20446" y="27034"/>
                  </a:lnTo>
                  <a:lnTo>
                    <a:pt x="20446" y="27048"/>
                  </a:lnTo>
                  <a:close/>
                  <a:moveTo>
                    <a:pt x="20275" y="27048"/>
                  </a:moveTo>
                  <a:lnTo>
                    <a:pt x="20261" y="27048"/>
                  </a:lnTo>
                  <a:lnTo>
                    <a:pt x="20261" y="27048"/>
                  </a:lnTo>
                  <a:cubicBezTo>
                    <a:pt x="20261" y="27048"/>
                    <a:pt x="20261" y="27034"/>
                    <a:pt x="20275" y="27048"/>
                  </a:cubicBezTo>
                  <a:close/>
                  <a:moveTo>
                    <a:pt x="6745" y="7966"/>
                  </a:moveTo>
                  <a:lnTo>
                    <a:pt x="6745" y="7994"/>
                  </a:lnTo>
                  <a:lnTo>
                    <a:pt x="6731" y="7994"/>
                  </a:lnTo>
                  <a:lnTo>
                    <a:pt x="6731" y="7994"/>
                  </a:lnTo>
                  <a:close/>
                  <a:moveTo>
                    <a:pt x="26182" y="19523"/>
                  </a:moveTo>
                  <a:lnTo>
                    <a:pt x="26168" y="19509"/>
                  </a:lnTo>
                  <a:lnTo>
                    <a:pt x="26182" y="19509"/>
                  </a:lnTo>
                  <a:cubicBezTo>
                    <a:pt x="26182" y="19523"/>
                    <a:pt x="26168" y="19523"/>
                    <a:pt x="26182" y="19523"/>
                  </a:cubicBezTo>
                  <a:close/>
                  <a:moveTo>
                    <a:pt x="12580" y="23995"/>
                  </a:moveTo>
                  <a:lnTo>
                    <a:pt x="12651" y="23995"/>
                  </a:lnTo>
                  <a:cubicBezTo>
                    <a:pt x="12651" y="23995"/>
                    <a:pt x="12651" y="24010"/>
                    <a:pt x="12651" y="24024"/>
                  </a:cubicBezTo>
                  <a:close/>
                  <a:moveTo>
                    <a:pt x="11246" y="24024"/>
                  </a:moveTo>
                  <a:lnTo>
                    <a:pt x="11217" y="23995"/>
                  </a:lnTo>
                  <a:lnTo>
                    <a:pt x="11246" y="24024"/>
                  </a:lnTo>
                  <a:cubicBezTo>
                    <a:pt x="11260" y="24024"/>
                    <a:pt x="11260" y="24038"/>
                    <a:pt x="11274" y="24052"/>
                  </a:cubicBezTo>
                  <a:lnTo>
                    <a:pt x="11274" y="24052"/>
                  </a:lnTo>
                  <a:cubicBezTo>
                    <a:pt x="11274" y="24038"/>
                    <a:pt x="11274" y="24038"/>
                    <a:pt x="11246" y="24024"/>
                  </a:cubicBezTo>
                  <a:close/>
                  <a:moveTo>
                    <a:pt x="9102" y="7114"/>
                  </a:moveTo>
                  <a:cubicBezTo>
                    <a:pt x="9116" y="7114"/>
                    <a:pt x="9130" y="7100"/>
                    <a:pt x="9144" y="7085"/>
                  </a:cubicBezTo>
                  <a:lnTo>
                    <a:pt x="9173" y="7057"/>
                  </a:lnTo>
                  <a:lnTo>
                    <a:pt x="9187" y="7057"/>
                  </a:lnTo>
                  <a:lnTo>
                    <a:pt x="9158" y="7085"/>
                  </a:lnTo>
                  <a:lnTo>
                    <a:pt x="9144" y="7100"/>
                  </a:lnTo>
                  <a:lnTo>
                    <a:pt x="9116" y="7128"/>
                  </a:lnTo>
                  <a:cubicBezTo>
                    <a:pt x="9116" y="7128"/>
                    <a:pt x="9116" y="7114"/>
                    <a:pt x="9102" y="7114"/>
                  </a:cubicBezTo>
                  <a:close/>
                  <a:moveTo>
                    <a:pt x="17195" y="5495"/>
                  </a:moveTo>
                  <a:cubicBezTo>
                    <a:pt x="17180" y="5467"/>
                    <a:pt x="17180" y="5439"/>
                    <a:pt x="17195" y="5410"/>
                  </a:cubicBezTo>
                  <a:cubicBezTo>
                    <a:pt x="17195" y="5396"/>
                    <a:pt x="17251" y="5368"/>
                    <a:pt x="17265" y="5382"/>
                  </a:cubicBezTo>
                  <a:lnTo>
                    <a:pt x="17280" y="5396"/>
                  </a:lnTo>
                  <a:cubicBezTo>
                    <a:pt x="17251" y="5424"/>
                    <a:pt x="17209" y="5467"/>
                    <a:pt x="17180" y="5509"/>
                  </a:cubicBezTo>
                  <a:close/>
                  <a:moveTo>
                    <a:pt x="4729" y="10933"/>
                  </a:moveTo>
                  <a:lnTo>
                    <a:pt x="4729" y="10933"/>
                  </a:lnTo>
                  <a:lnTo>
                    <a:pt x="4729" y="10933"/>
                  </a:lnTo>
                  <a:lnTo>
                    <a:pt x="4714" y="10933"/>
                  </a:lnTo>
                  <a:close/>
                  <a:moveTo>
                    <a:pt x="29021" y="17038"/>
                  </a:moveTo>
                  <a:lnTo>
                    <a:pt x="29021" y="17038"/>
                  </a:lnTo>
                  <a:close/>
                  <a:moveTo>
                    <a:pt x="9684" y="21426"/>
                  </a:moveTo>
                  <a:lnTo>
                    <a:pt x="9684" y="21426"/>
                  </a:lnTo>
                  <a:close/>
                  <a:moveTo>
                    <a:pt x="15533" y="5694"/>
                  </a:moveTo>
                  <a:lnTo>
                    <a:pt x="15533" y="5694"/>
                  </a:lnTo>
                  <a:lnTo>
                    <a:pt x="15533" y="5708"/>
                  </a:lnTo>
                  <a:close/>
                  <a:moveTo>
                    <a:pt x="28950" y="14071"/>
                  </a:moveTo>
                  <a:lnTo>
                    <a:pt x="28950" y="14071"/>
                  </a:lnTo>
                  <a:cubicBezTo>
                    <a:pt x="28979" y="14071"/>
                    <a:pt x="28993" y="14071"/>
                    <a:pt x="29007" y="14057"/>
                  </a:cubicBezTo>
                  <a:cubicBezTo>
                    <a:pt x="28993" y="14071"/>
                    <a:pt x="28965" y="14071"/>
                    <a:pt x="28950" y="14071"/>
                  </a:cubicBezTo>
                  <a:close/>
                  <a:moveTo>
                    <a:pt x="29220" y="13404"/>
                  </a:moveTo>
                  <a:close/>
                  <a:moveTo>
                    <a:pt x="28269" y="14738"/>
                  </a:moveTo>
                  <a:lnTo>
                    <a:pt x="28269" y="14738"/>
                  </a:lnTo>
                  <a:lnTo>
                    <a:pt x="28269" y="14696"/>
                  </a:lnTo>
                  <a:cubicBezTo>
                    <a:pt x="28269" y="14710"/>
                    <a:pt x="28283" y="14738"/>
                    <a:pt x="28283" y="14752"/>
                  </a:cubicBezTo>
                  <a:close/>
                  <a:moveTo>
                    <a:pt x="26551" y="15391"/>
                  </a:moveTo>
                  <a:lnTo>
                    <a:pt x="26551" y="15406"/>
                  </a:lnTo>
                  <a:lnTo>
                    <a:pt x="26537" y="15391"/>
                  </a:lnTo>
                  <a:close/>
                  <a:moveTo>
                    <a:pt x="17152" y="23853"/>
                  </a:moveTo>
                  <a:cubicBezTo>
                    <a:pt x="17152" y="23839"/>
                    <a:pt x="17152" y="23839"/>
                    <a:pt x="17152" y="23839"/>
                  </a:cubicBezTo>
                  <a:lnTo>
                    <a:pt x="17152" y="23839"/>
                  </a:lnTo>
                  <a:lnTo>
                    <a:pt x="17152" y="23839"/>
                  </a:lnTo>
                  <a:close/>
                  <a:moveTo>
                    <a:pt x="17024" y="23498"/>
                  </a:moveTo>
                  <a:lnTo>
                    <a:pt x="17024" y="23513"/>
                  </a:lnTo>
                  <a:lnTo>
                    <a:pt x="17024" y="23513"/>
                  </a:lnTo>
                  <a:lnTo>
                    <a:pt x="17024" y="23513"/>
                  </a:lnTo>
                  <a:lnTo>
                    <a:pt x="17024" y="23513"/>
                  </a:lnTo>
                  <a:close/>
                  <a:moveTo>
                    <a:pt x="12566" y="8832"/>
                  </a:moveTo>
                  <a:cubicBezTo>
                    <a:pt x="12566" y="8832"/>
                    <a:pt x="12566" y="8832"/>
                    <a:pt x="12566" y="8818"/>
                  </a:cubicBezTo>
                  <a:close/>
                  <a:moveTo>
                    <a:pt x="11714" y="18671"/>
                  </a:moveTo>
                  <a:lnTo>
                    <a:pt x="11714" y="18671"/>
                  </a:lnTo>
                  <a:close/>
                  <a:moveTo>
                    <a:pt x="9116" y="15533"/>
                  </a:moveTo>
                  <a:lnTo>
                    <a:pt x="9102" y="15533"/>
                  </a:lnTo>
                  <a:lnTo>
                    <a:pt x="9116" y="15519"/>
                  </a:lnTo>
                  <a:cubicBezTo>
                    <a:pt x="9116" y="15519"/>
                    <a:pt x="9116" y="15533"/>
                    <a:pt x="9116" y="15533"/>
                  </a:cubicBezTo>
                  <a:close/>
                  <a:moveTo>
                    <a:pt x="8449" y="17351"/>
                  </a:moveTo>
                  <a:cubicBezTo>
                    <a:pt x="8491" y="17308"/>
                    <a:pt x="8449" y="17422"/>
                    <a:pt x="8420" y="17365"/>
                  </a:cubicBezTo>
                  <a:cubicBezTo>
                    <a:pt x="8420" y="17336"/>
                    <a:pt x="8434" y="17322"/>
                    <a:pt x="8434" y="17308"/>
                  </a:cubicBezTo>
                  <a:cubicBezTo>
                    <a:pt x="8434" y="17322"/>
                    <a:pt x="8434" y="17336"/>
                    <a:pt x="8449" y="17351"/>
                  </a:cubicBezTo>
                  <a:close/>
                  <a:moveTo>
                    <a:pt x="6447" y="19211"/>
                  </a:moveTo>
                  <a:close/>
                  <a:moveTo>
                    <a:pt x="10152" y="21497"/>
                  </a:moveTo>
                  <a:close/>
                  <a:moveTo>
                    <a:pt x="12452" y="21894"/>
                  </a:moveTo>
                  <a:lnTo>
                    <a:pt x="12452" y="21894"/>
                  </a:lnTo>
                  <a:lnTo>
                    <a:pt x="12452" y="21894"/>
                  </a:lnTo>
                  <a:lnTo>
                    <a:pt x="12438" y="21880"/>
                  </a:lnTo>
                  <a:close/>
                  <a:moveTo>
                    <a:pt x="12736" y="8747"/>
                  </a:moveTo>
                  <a:lnTo>
                    <a:pt x="12736" y="8747"/>
                  </a:lnTo>
                  <a:lnTo>
                    <a:pt x="12736" y="8732"/>
                  </a:lnTo>
                  <a:lnTo>
                    <a:pt x="12736" y="8732"/>
                  </a:lnTo>
                  <a:lnTo>
                    <a:pt x="12736" y="8732"/>
                  </a:lnTo>
                  <a:lnTo>
                    <a:pt x="12736" y="8732"/>
                  </a:lnTo>
                  <a:lnTo>
                    <a:pt x="12736" y="8732"/>
                  </a:lnTo>
                  <a:close/>
                  <a:moveTo>
                    <a:pt x="12637" y="8463"/>
                  </a:moveTo>
                  <a:lnTo>
                    <a:pt x="12637" y="8463"/>
                  </a:lnTo>
                  <a:cubicBezTo>
                    <a:pt x="12637" y="8448"/>
                    <a:pt x="12637" y="8448"/>
                    <a:pt x="12623" y="8448"/>
                  </a:cubicBezTo>
                  <a:lnTo>
                    <a:pt x="12637" y="8448"/>
                  </a:lnTo>
                  <a:close/>
                  <a:moveTo>
                    <a:pt x="4658" y="14795"/>
                  </a:moveTo>
                  <a:cubicBezTo>
                    <a:pt x="4615" y="14795"/>
                    <a:pt x="4587" y="14809"/>
                    <a:pt x="4544" y="14809"/>
                  </a:cubicBezTo>
                  <a:cubicBezTo>
                    <a:pt x="4572" y="14752"/>
                    <a:pt x="4615" y="14710"/>
                    <a:pt x="4672" y="14681"/>
                  </a:cubicBezTo>
                  <a:cubicBezTo>
                    <a:pt x="4672" y="14724"/>
                    <a:pt x="4672" y="14752"/>
                    <a:pt x="4658" y="14795"/>
                  </a:cubicBezTo>
                  <a:close/>
                  <a:moveTo>
                    <a:pt x="23456" y="14114"/>
                  </a:moveTo>
                  <a:cubicBezTo>
                    <a:pt x="23456" y="14114"/>
                    <a:pt x="23470" y="14128"/>
                    <a:pt x="23470" y="14142"/>
                  </a:cubicBezTo>
                  <a:cubicBezTo>
                    <a:pt x="23470" y="14128"/>
                    <a:pt x="23456" y="14114"/>
                    <a:pt x="23456" y="14099"/>
                  </a:cubicBezTo>
                  <a:close/>
                  <a:moveTo>
                    <a:pt x="23612" y="13077"/>
                  </a:moveTo>
                  <a:cubicBezTo>
                    <a:pt x="23669" y="13049"/>
                    <a:pt x="23711" y="13049"/>
                    <a:pt x="23768" y="13049"/>
                  </a:cubicBezTo>
                  <a:lnTo>
                    <a:pt x="23768" y="13049"/>
                  </a:lnTo>
                  <a:cubicBezTo>
                    <a:pt x="23726" y="13077"/>
                    <a:pt x="23669" y="13077"/>
                    <a:pt x="23626" y="13077"/>
                  </a:cubicBezTo>
                  <a:close/>
                  <a:moveTo>
                    <a:pt x="6617" y="10422"/>
                  </a:moveTo>
                  <a:lnTo>
                    <a:pt x="6617" y="10422"/>
                  </a:lnTo>
                  <a:lnTo>
                    <a:pt x="6617" y="10422"/>
                  </a:lnTo>
                  <a:close/>
                  <a:moveTo>
                    <a:pt x="5311" y="15789"/>
                  </a:moveTo>
                  <a:lnTo>
                    <a:pt x="5282" y="15817"/>
                  </a:lnTo>
                  <a:cubicBezTo>
                    <a:pt x="5282" y="15803"/>
                    <a:pt x="5282" y="15803"/>
                    <a:pt x="5282" y="15789"/>
                  </a:cubicBezTo>
                  <a:close/>
                  <a:moveTo>
                    <a:pt x="21482" y="18586"/>
                  </a:moveTo>
                  <a:lnTo>
                    <a:pt x="21482" y="18572"/>
                  </a:lnTo>
                  <a:lnTo>
                    <a:pt x="21482" y="18572"/>
                  </a:lnTo>
                  <a:close/>
                  <a:moveTo>
                    <a:pt x="21227" y="16243"/>
                  </a:moveTo>
                  <a:close/>
                  <a:moveTo>
                    <a:pt x="23498" y="14142"/>
                  </a:moveTo>
                  <a:close/>
                  <a:moveTo>
                    <a:pt x="10678" y="9428"/>
                  </a:moveTo>
                  <a:cubicBezTo>
                    <a:pt x="10635" y="9457"/>
                    <a:pt x="10592" y="9457"/>
                    <a:pt x="10550" y="9428"/>
                  </a:cubicBezTo>
                  <a:cubicBezTo>
                    <a:pt x="10621" y="9428"/>
                    <a:pt x="10692" y="9414"/>
                    <a:pt x="10749" y="9400"/>
                  </a:cubicBezTo>
                  <a:close/>
                  <a:moveTo>
                    <a:pt x="5978" y="10450"/>
                  </a:moveTo>
                  <a:close/>
                  <a:moveTo>
                    <a:pt x="5211" y="9130"/>
                  </a:moveTo>
                  <a:close/>
                  <a:moveTo>
                    <a:pt x="3976" y="14838"/>
                  </a:moveTo>
                  <a:lnTo>
                    <a:pt x="3976" y="14838"/>
                  </a:lnTo>
                  <a:close/>
                  <a:moveTo>
                    <a:pt x="9769" y="21426"/>
                  </a:moveTo>
                  <a:lnTo>
                    <a:pt x="9755" y="21426"/>
                  </a:lnTo>
                  <a:cubicBezTo>
                    <a:pt x="9755" y="21426"/>
                    <a:pt x="9769" y="21411"/>
                    <a:pt x="9769" y="21426"/>
                  </a:cubicBezTo>
                  <a:close/>
                  <a:moveTo>
                    <a:pt x="14923" y="25330"/>
                  </a:moveTo>
                  <a:close/>
                  <a:moveTo>
                    <a:pt x="24549" y="17819"/>
                  </a:moveTo>
                  <a:lnTo>
                    <a:pt x="24549" y="17791"/>
                  </a:lnTo>
                  <a:lnTo>
                    <a:pt x="24549" y="17791"/>
                  </a:lnTo>
                  <a:lnTo>
                    <a:pt x="24549" y="17805"/>
                  </a:lnTo>
                  <a:close/>
                  <a:moveTo>
                    <a:pt x="25642" y="12097"/>
                  </a:moveTo>
                  <a:lnTo>
                    <a:pt x="25657" y="12126"/>
                  </a:lnTo>
                  <a:cubicBezTo>
                    <a:pt x="25657" y="12126"/>
                    <a:pt x="25642" y="12112"/>
                    <a:pt x="25642" y="12097"/>
                  </a:cubicBezTo>
                  <a:close/>
                  <a:moveTo>
                    <a:pt x="24663" y="7526"/>
                  </a:moveTo>
                  <a:close/>
                  <a:moveTo>
                    <a:pt x="14355" y="5595"/>
                  </a:moveTo>
                  <a:close/>
                  <a:moveTo>
                    <a:pt x="7682" y="7298"/>
                  </a:moveTo>
                  <a:cubicBezTo>
                    <a:pt x="7682" y="7298"/>
                    <a:pt x="7682" y="7298"/>
                    <a:pt x="7668" y="7298"/>
                  </a:cubicBezTo>
                  <a:lnTo>
                    <a:pt x="7682" y="7298"/>
                  </a:lnTo>
                  <a:close/>
                  <a:moveTo>
                    <a:pt x="4842" y="10962"/>
                  </a:moveTo>
                  <a:close/>
                  <a:moveTo>
                    <a:pt x="7937" y="23910"/>
                  </a:moveTo>
                  <a:cubicBezTo>
                    <a:pt x="7909" y="23896"/>
                    <a:pt x="7895" y="23882"/>
                    <a:pt x="7881" y="23853"/>
                  </a:cubicBezTo>
                  <a:lnTo>
                    <a:pt x="7881" y="23782"/>
                  </a:lnTo>
                  <a:cubicBezTo>
                    <a:pt x="7937" y="23811"/>
                    <a:pt x="7980" y="23825"/>
                    <a:pt x="8037" y="23853"/>
                  </a:cubicBezTo>
                  <a:cubicBezTo>
                    <a:pt x="8037" y="23853"/>
                    <a:pt x="8037" y="23853"/>
                    <a:pt x="8037" y="23868"/>
                  </a:cubicBezTo>
                  <a:cubicBezTo>
                    <a:pt x="8008" y="23896"/>
                    <a:pt x="7980" y="23910"/>
                    <a:pt x="7937" y="23910"/>
                  </a:cubicBezTo>
                  <a:close/>
                  <a:moveTo>
                    <a:pt x="28922" y="17975"/>
                  </a:moveTo>
                  <a:close/>
                  <a:moveTo>
                    <a:pt x="22050" y="7653"/>
                  </a:moveTo>
                  <a:lnTo>
                    <a:pt x="22064" y="7653"/>
                  </a:lnTo>
                  <a:close/>
                  <a:moveTo>
                    <a:pt x="12552" y="5311"/>
                  </a:moveTo>
                  <a:cubicBezTo>
                    <a:pt x="12566" y="5325"/>
                    <a:pt x="12566" y="5339"/>
                    <a:pt x="12580" y="5353"/>
                  </a:cubicBezTo>
                  <a:lnTo>
                    <a:pt x="12623" y="5382"/>
                  </a:lnTo>
                  <a:cubicBezTo>
                    <a:pt x="12623" y="5396"/>
                    <a:pt x="12637" y="5396"/>
                    <a:pt x="12651" y="5410"/>
                  </a:cubicBezTo>
                  <a:lnTo>
                    <a:pt x="12651" y="5410"/>
                  </a:lnTo>
                  <a:cubicBezTo>
                    <a:pt x="12637" y="5396"/>
                    <a:pt x="12637" y="5396"/>
                    <a:pt x="12637" y="5382"/>
                  </a:cubicBezTo>
                  <a:lnTo>
                    <a:pt x="12637" y="5382"/>
                  </a:lnTo>
                  <a:lnTo>
                    <a:pt x="12637" y="5382"/>
                  </a:lnTo>
                  <a:lnTo>
                    <a:pt x="12594" y="5339"/>
                  </a:lnTo>
                  <a:lnTo>
                    <a:pt x="12566" y="5311"/>
                  </a:lnTo>
                  <a:close/>
                  <a:moveTo>
                    <a:pt x="13503" y="24180"/>
                  </a:moveTo>
                  <a:close/>
                  <a:moveTo>
                    <a:pt x="24648" y="23243"/>
                  </a:moveTo>
                  <a:lnTo>
                    <a:pt x="24648" y="23229"/>
                  </a:lnTo>
                  <a:cubicBezTo>
                    <a:pt x="24648" y="23214"/>
                    <a:pt x="24648" y="23229"/>
                    <a:pt x="24634" y="23214"/>
                  </a:cubicBezTo>
                  <a:lnTo>
                    <a:pt x="24648" y="23229"/>
                  </a:lnTo>
                  <a:lnTo>
                    <a:pt x="24648" y="23229"/>
                  </a:lnTo>
                  <a:lnTo>
                    <a:pt x="24648" y="23229"/>
                  </a:lnTo>
                  <a:cubicBezTo>
                    <a:pt x="24648" y="23229"/>
                    <a:pt x="24648" y="23229"/>
                    <a:pt x="24648" y="23243"/>
                  </a:cubicBezTo>
                  <a:close/>
                  <a:moveTo>
                    <a:pt x="30455" y="16754"/>
                  </a:moveTo>
                  <a:lnTo>
                    <a:pt x="30455" y="16754"/>
                  </a:lnTo>
                  <a:lnTo>
                    <a:pt x="30470" y="16754"/>
                  </a:lnTo>
                  <a:close/>
                  <a:moveTo>
                    <a:pt x="16783" y="4189"/>
                  </a:moveTo>
                  <a:close/>
                  <a:moveTo>
                    <a:pt x="5992" y="8818"/>
                  </a:moveTo>
                  <a:lnTo>
                    <a:pt x="5992" y="8846"/>
                  </a:lnTo>
                  <a:lnTo>
                    <a:pt x="5992" y="8846"/>
                  </a:lnTo>
                  <a:cubicBezTo>
                    <a:pt x="5992" y="8832"/>
                    <a:pt x="5992" y="8818"/>
                    <a:pt x="5992" y="8818"/>
                  </a:cubicBezTo>
                  <a:close/>
                  <a:moveTo>
                    <a:pt x="11884" y="26395"/>
                  </a:moveTo>
                  <a:close/>
                  <a:moveTo>
                    <a:pt x="20446" y="25969"/>
                  </a:moveTo>
                  <a:lnTo>
                    <a:pt x="20432" y="25969"/>
                  </a:lnTo>
                  <a:lnTo>
                    <a:pt x="20432" y="25969"/>
                  </a:lnTo>
                  <a:close/>
                  <a:moveTo>
                    <a:pt x="27786" y="21894"/>
                  </a:moveTo>
                  <a:close/>
                  <a:moveTo>
                    <a:pt x="29348" y="11089"/>
                  </a:moveTo>
                  <a:close/>
                  <a:moveTo>
                    <a:pt x="24052" y="5268"/>
                  </a:moveTo>
                  <a:lnTo>
                    <a:pt x="24052" y="5254"/>
                  </a:lnTo>
                  <a:close/>
                  <a:moveTo>
                    <a:pt x="20602" y="5623"/>
                  </a:moveTo>
                  <a:lnTo>
                    <a:pt x="20602" y="5609"/>
                  </a:lnTo>
                  <a:lnTo>
                    <a:pt x="20616" y="5609"/>
                  </a:lnTo>
                  <a:close/>
                  <a:moveTo>
                    <a:pt x="8079" y="27304"/>
                  </a:moveTo>
                  <a:lnTo>
                    <a:pt x="8079" y="27304"/>
                  </a:lnTo>
                  <a:lnTo>
                    <a:pt x="8065" y="27318"/>
                  </a:lnTo>
                  <a:lnTo>
                    <a:pt x="8065" y="27318"/>
                  </a:lnTo>
                  <a:close/>
                  <a:moveTo>
                    <a:pt x="15888" y="28283"/>
                  </a:moveTo>
                  <a:lnTo>
                    <a:pt x="15888" y="28269"/>
                  </a:lnTo>
                  <a:lnTo>
                    <a:pt x="15888" y="28269"/>
                  </a:lnTo>
                  <a:lnTo>
                    <a:pt x="15888" y="28269"/>
                  </a:lnTo>
                  <a:close/>
                  <a:moveTo>
                    <a:pt x="19693" y="27886"/>
                  </a:moveTo>
                  <a:lnTo>
                    <a:pt x="19693" y="27886"/>
                  </a:lnTo>
                  <a:lnTo>
                    <a:pt x="19693" y="27886"/>
                  </a:lnTo>
                  <a:close/>
                  <a:moveTo>
                    <a:pt x="29405" y="19977"/>
                  </a:moveTo>
                  <a:lnTo>
                    <a:pt x="29405" y="19977"/>
                  </a:lnTo>
                  <a:lnTo>
                    <a:pt x="29433" y="20006"/>
                  </a:lnTo>
                  <a:lnTo>
                    <a:pt x="29433" y="20006"/>
                  </a:lnTo>
                  <a:cubicBezTo>
                    <a:pt x="29419" y="19992"/>
                    <a:pt x="29419" y="19992"/>
                    <a:pt x="29405" y="19977"/>
                  </a:cubicBezTo>
                  <a:close/>
                  <a:moveTo>
                    <a:pt x="31719" y="13617"/>
                  </a:moveTo>
                  <a:lnTo>
                    <a:pt x="31719" y="13631"/>
                  </a:lnTo>
                  <a:lnTo>
                    <a:pt x="31677" y="13617"/>
                  </a:lnTo>
                  <a:lnTo>
                    <a:pt x="31691" y="13602"/>
                  </a:lnTo>
                  <a:close/>
                  <a:moveTo>
                    <a:pt x="30257" y="11217"/>
                  </a:moveTo>
                  <a:close/>
                  <a:moveTo>
                    <a:pt x="22774" y="5765"/>
                  </a:moveTo>
                  <a:cubicBezTo>
                    <a:pt x="22746" y="5765"/>
                    <a:pt x="22718" y="5765"/>
                    <a:pt x="22703" y="5779"/>
                  </a:cubicBezTo>
                  <a:lnTo>
                    <a:pt x="22845" y="5708"/>
                  </a:lnTo>
                  <a:cubicBezTo>
                    <a:pt x="22831" y="5722"/>
                    <a:pt x="22803" y="5751"/>
                    <a:pt x="22774" y="5765"/>
                  </a:cubicBezTo>
                  <a:close/>
                  <a:moveTo>
                    <a:pt x="12963" y="4175"/>
                  </a:moveTo>
                  <a:cubicBezTo>
                    <a:pt x="13006" y="4217"/>
                    <a:pt x="13034" y="4246"/>
                    <a:pt x="13063" y="4274"/>
                  </a:cubicBezTo>
                  <a:cubicBezTo>
                    <a:pt x="13020" y="4274"/>
                    <a:pt x="12978" y="4232"/>
                    <a:pt x="12978" y="4175"/>
                  </a:cubicBezTo>
                  <a:close/>
                  <a:moveTo>
                    <a:pt x="19509" y="28269"/>
                  </a:moveTo>
                  <a:lnTo>
                    <a:pt x="19509" y="28269"/>
                  </a:lnTo>
                  <a:lnTo>
                    <a:pt x="19509" y="28269"/>
                  </a:lnTo>
                  <a:cubicBezTo>
                    <a:pt x="19523" y="28269"/>
                    <a:pt x="19523" y="28269"/>
                    <a:pt x="19509" y="28269"/>
                  </a:cubicBezTo>
                  <a:close/>
                  <a:moveTo>
                    <a:pt x="27502" y="23612"/>
                  </a:moveTo>
                  <a:close/>
                  <a:moveTo>
                    <a:pt x="22916" y="3976"/>
                  </a:moveTo>
                  <a:close/>
                  <a:moveTo>
                    <a:pt x="19793" y="1690"/>
                  </a:moveTo>
                  <a:lnTo>
                    <a:pt x="19793" y="1690"/>
                  </a:lnTo>
                  <a:cubicBezTo>
                    <a:pt x="19793" y="1690"/>
                    <a:pt x="19793" y="1690"/>
                    <a:pt x="19793" y="1690"/>
                  </a:cubicBezTo>
                  <a:close/>
                  <a:moveTo>
                    <a:pt x="5495" y="7227"/>
                  </a:moveTo>
                  <a:close/>
                  <a:moveTo>
                    <a:pt x="12822" y="27815"/>
                  </a:moveTo>
                  <a:lnTo>
                    <a:pt x="12822" y="27800"/>
                  </a:lnTo>
                  <a:lnTo>
                    <a:pt x="12822" y="27800"/>
                  </a:lnTo>
                  <a:lnTo>
                    <a:pt x="12822" y="27800"/>
                  </a:lnTo>
                  <a:lnTo>
                    <a:pt x="12807" y="27800"/>
                  </a:lnTo>
                  <a:lnTo>
                    <a:pt x="12807" y="27786"/>
                  </a:lnTo>
                  <a:close/>
                  <a:moveTo>
                    <a:pt x="16840" y="29334"/>
                  </a:moveTo>
                  <a:close/>
                  <a:moveTo>
                    <a:pt x="23484" y="25742"/>
                  </a:moveTo>
                  <a:lnTo>
                    <a:pt x="23484" y="25742"/>
                  </a:lnTo>
                  <a:cubicBezTo>
                    <a:pt x="23456" y="25685"/>
                    <a:pt x="23555" y="25657"/>
                    <a:pt x="23612" y="25699"/>
                  </a:cubicBezTo>
                  <a:lnTo>
                    <a:pt x="23640" y="25713"/>
                  </a:lnTo>
                  <a:cubicBezTo>
                    <a:pt x="23584" y="25713"/>
                    <a:pt x="23527" y="25728"/>
                    <a:pt x="23484" y="25742"/>
                  </a:cubicBezTo>
                  <a:close/>
                  <a:moveTo>
                    <a:pt x="26352" y="5382"/>
                  </a:moveTo>
                  <a:cubicBezTo>
                    <a:pt x="26338" y="5368"/>
                    <a:pt x="26324" y="5339"/>
                    <a:pt x="26324" y="5325"/>
                  </a:cubicBezTo>
                  <a:cubicBezTo>
                    <a:pt x="26352" y="5325"/>
                    <a:pt x="26366" y="5339"/>
                    <a:pt x="26366" y="5353"/>
                  </a:cubicBezTo>
                  <a:cubicBezTo>
                    <a:pt x="26352" y="5368"/>
                    <a:pt x="26366" y="5368"/>
                    <a:pt x="26352" y="5382"/>
                  </a:cubicBezTo>
                  <a:close/>
                  <a:moveTo>
                    <a:pt x="1974" y="9130"/>
                  </a:moveTo>
                  <a:close/>
                  <a:moveTo>
                    <a:pt x="7866" y="27687"/>
                  </a:moveTo>
                  <a:cubicBezTo>
                    <a:pt x="7866" y="27687"/>
                    <a:pt x="7881" y="27701"/>
                    <a:pt x="7881" y="27701"/>
                  </a:cubicBezTo>
                  <a:lnTo>
                    <a:pt x="7881" y="27701"/>
                  </a:lnTo>
                  <a:close/>
                  <a:moveTo>
                    <a:pt x="18330" y="29036"/>
                  </a:moveTo>
                  <a:lnTo>
                    <a:pt x="18359" y="29036"/>
                  </a:lnTo>
                  <a:cubicBezTo>
                    <a:pt x="18345" y="29050"/>
                    <a:pt x="18345" y="29064"/>
                    <a:pt x="18330" y="29078"/>
                  </a:cubicBezTo>
                  <a:close/>
                  <a:moveTo>
                    <a:pt x="26466" y="25018"/>
                  </a:moveTo>
                  <a:lnTo>
                    <a:pt x="26551" y="24932"/>
                  </a:lnTo>
                  <a:lnTo>
                    <a:pt x="26551" y="24932"/>
                  </a:lnTo>
                  <a:cubicBezTo>
                    <a:pt x="26523" y="24961"/>
                    <a:pt x="26494" y="24989"/>
                    <a:pt x="26466" y="25018"/>
                  </a:cubicBezTo>
                  <a:close/>
                  <a:moveTo>
                    <a:pt x="20275" y="1804"/>
                  </a:moveTo>
                  <a:cubicBezTo>
                    <a:pt x="20304" y="1804"/>
                    <a:pt x="20332" y="1790"/>
                    <a:pt x="20375" y="1790"/>
                  </a:cubicBezTo>
                  <a:cubicBezTo>
                    <a:pt x="20417" y="1790"/>
                    <a:pt x="20460" y="1818"/>
                    <a:pt x="20474" y="1861"/>
                  </a:cubicBezTo>
                  <a:cubicBezTo>
                    <a:pt x="20417" y="1846"/>
                    <a:pt x="20346" y="1818"/>
                    <a:pt x="20275" y="1804"/>
                  </a:cubicBezTo>
                  <a:close/>
                  <a:moveTo>
                    <a:pt x="20460" y="924"/>
                  </a:moveTo>
                  <a:lnTo>
                    <a:pt x="20432" y="938"/>
                  </a:lnTo>
                  <a:lnTo>
                    <a:pt x="20432" y="938"/>
                  </a:lnTo>
                  <a:lnTo>
                    <a:pt x="20460" y="924"/>
                  </a:lnTo>
                  <a:close/>
                  <a:moveTo>
                    <a:pt x="4260" y="6262"/>
                  </a:moveTo>
                  <a:close/>
                  <a:moveTo>
                    <a:pt x="1207" y="18841"/>
                  </a:moveTo>
                  <a:lnTo>
                    <a:pt x="1222" y="18841"/>
                  </a:lnTo>
                  <a:close/>
                  <a:moveTo>
                    <a:pt x="3465" y="22959"/>
                  </a:moveTo>
                  <a:cubicBezTo>
                    <a:pt x="3493" y="22931"/>
                    <a:pt x="3536" y="22916"/>
                    <a:pt x="3579" y="22902"/>
                  </a:cubicBezTo>
                  <a:cubicBezTo>
                    <a:pt x="3579" y="22916"/>
                    <a:pt x="3579" y="22931"/>
                    <a:pt x="3564" y="22931"/>
                  </a:cubicBezTo>
                  <a:cubicBezTo>
                    <a:pt x="3522" y="22973"/>
                    <a:pt x="3493" y="22973"/>
                    <a:pt x="3465" y="22959"/>
                  </a:cubicBezTo>
                  <a:close/>
                  <a:moveTo>
                    <a:pt x="5410" y="25231"/>
                  </a:moveTo>
                  <a:lnTo>
                    <a:pt x="5410" y="25231"/>
                  </a:lnTo>
                  <a:lnTo>
                    <a:pt x="5410" y="25231"/>
                  </a:lnTo>
                  <a:lnTo>
                    <a:pt x="5410" y="25231"/>
                  </a:lnTo>
                  <a:lnTo>
                    <a:pt x="5410" y="25231"/>
                  </a:lnTo>
                  <a:lnTo>
                    <a:pt x="5410" y="25259"/>
                  </a:lnTo>
                  <a:lnTo>
                    <a:pt x="5410" y="25259"/>
                  </a:lnTo>
                  <a:cubicBezTo>
                    <a:pt x="5410" y="25245"/>
                    <a:pt x="5396" y="25245"/>
                    <a:pt x="5396" y="25231"/>
                  </a:cubicBezTo>
                  <a:close/>
                  <a:moveTo>
                    <a:pt x="5992" y="25543"/>
                  </a:moveTo>
                  <a:cubicBezTo>
                    <a:pt x="5992" y="25500"/>
                    <a:pt x="6021" y="25458"/>
                    <a:pt x="6077" y="25458"/>
                  </a:cubicBezTo>
                  <a:cubicBezTo>
                    <a:pt x="6077" y="25458"/>
                    <a:pt x="6092" y="25472"/>
                    <a:pt x="6092" y="25472"/>
                  </a:cubicBezTo>
                  <a:cubicBezTo>
                    <a:pt x="6063" y="25486"/>
                    <a:pt x="6021" y="25515"/>
                    <a:pt x="5992" y="25543"/>
                  </a:cubicBezTo>
                  <a:close/>
                  <a:moveTo>
                    <a:pt x="15690" y="30172"/>
                  </a:moveTo>
                  <a:cubicBezTo>
                    <a:pt x="15690" y="30172"/>
                    <a:pt x="15675" y="30172"/>
                    <a:pt x="15675" y="30157"/>
                  </a:cubicBezTo>
                  <a:close/>
                  <a:moveTo>
                    <a:pt x="27375" y="25571"/>
                  </a:moveTo>
                  <a:cubicBezTo>
                    <a:pt x="27389" y="25571"/>
                    <a:pt x="27431" y="25600"/>
                    <a:pt x="27431" y="25628"/>
                  </a:cubicBezTo>
                  <a:cubicBezTo>
                    <a:pt x="27445" y="25628"/>
                    <a:pt x="27445" y="25628"/>
                    <a:pt x="27431" y="25628"/>
                  </a:cubicBezTo>
                  <a:lnTo>
                    <a:pt x="27375" y="25571"/>
                  </a:lnTo>
                  <a:close/>
                  <a:moveTo>
                    <a:pt x="29107" y="23243"/>
                  </a:moveTo>
                  <a:close/>
                  <a:moveTo>
                    <a:pt x="31776" y="17620"/>
                  </a:moveTo>
                  <a:lnTo>
                    <a:pt x="31776" y="17606"/>
                  </a:lnTo>
                  <a:lnTo>
                    <a:pt x="31790" y="17635"/>
                  </a:lnTo>
                  <a:close/>
                  <a:moveTo>
                    <a:pt x="32557" y="16641"/>
                  </a:moveTo>
                  <a:lnTo>
                    <a:pt x="32557" y="16641"/>
                  </a:lnTo>
                  <a:close/>
                  <a:moveTo>
                    <a:pt x="16769" y="554"/>
                  </a:moveTo>
                  <a:lnTo>
                    <a:pt x="16797" y="554"/>
                  </a:lnTo>
                  <a:lnTo>
                    <a:pt x="16797" y="554"/>
                  </a:lnTo>
                  <a:cubicBezTo>
                    <a:pt x="16783" y="569"/>
                    <a:pt x="16769" y="569"/>
                    <a:pt x="16754" y="583"/>
                  </a:cubicBezTo>
                  <a:cubicBezTo>
                    <a:pt x="16754" y="569"/>
                    <a:pt x="16769" y="569"/>
                    <a:pt x="16769" y="554"/>
                  </a:cubicBezTo>
                  <a:close/>
                  <a:moveTo>
                    <a:pt x="4544" y="24180"/>
                  </a:moveTo>
                  <a:close/>
                  <a:moveTo>
                    <a:pt x="6816" y="26239"/>
                  </a:moveTo>
                  <a:cubicBezTo>
                    <a:pt x="6802" y="26239"/>
                    <a:pt x="6773" y="26239"/>
                    <a:pt x="6759" y="26239"/>
                  </a:cubicBezTo>
                  <a:lnTo>
                    <a:pt x="6759" y="26210"/>
                  </a:lnTo>
                  <a:close/>
                  <a:moveTo>
                    <a:pt x="18359" y="30086"/>
                  </a:moveTo>
                  <a:close/>
                  <a:moveTo>
                    <a:pt x="22292" y="28865"/>
                  </a:moveTo>
                  <a:close/>
                  <a:moveTo>
                    <a:pt x="21681" y="1293"/>
                  </a:moveTo>
                  <a:close/>
                  <a:moveTo>
                    <a:pt x="16442" y="938"/>
                  </a:moveTo>
                  <a:lnTo>
                    <a:pt x="16442" y="938"/>
                  </a:lnTo>
                  <a:cubicBezTo>
                    <a:pt x="16470" y="938"/>
                    <a:pt x="16485" y="938"/>
                    <a:pt x="16499" y="952"/>
                  </a:cubicBezTo>
                  <a:cubicBezTo>
                    <a:pt x="16485" y="952"/>
                    <a:pt x="16470" y="938"/>
                    <a:pt x="16456" y="938"/>
                  </a:cubicBezTo>
                  <a:close/>
                  <a:moveTo>
                    <a:pt x="228" y="15022"/>
                  </a:moveTo>
                  <a:cubicBezTo>
                    <a:pt x="242" y="15022"/>
                    <a:pt x="256" y="15022"/>
                    <a:pt x="270" y="15036"/>
                  </a:cubicBezTo>
                  <a:lnTo>
                    <a:pt x="270" y="15036"/>
                  </a:lnTo>
                  <a:close/>
                  <a:moveTo>
                    <a:pt x="867" y="16712"/>
                  </a:moveTo>
                  <a:cubicBezTo>
                    <a:pt x="853" y="16655"/>
                    <a:pt x="895" y="16669"/>
                    <a:pt x="895" y="16726"/>
                  </a:cubicBezTo>
                  <a:lnTo>
                    <a:pt x="867" y="16726"/>
                  </a:lnTo>
                  <a:close/>
                  <a:moveTo>
                    <a:pt x="2443" y="22079"/>
                  </a:moveTo>
                  <a:lnTo>
                    <a:pt x="2443" y="22079"/>
                  </a:lnTo>
                  <a:lnTo>
                    <a:pt x="2443" y="22079"/>
                  </a:lnTo>
                  <a:lnTo>
                    <a:pt x="2443" y="22079"/>
                  </a:lnTo>
                  <a:cubicBezTo>
                    <a:pt x="2457" y="22036"/>
                    <a:pt x="2500" y="22022"/>
                    <a:pt x="2528" y="22008"/>
                  </a:cubicBezTo>
                  <a:cubicBezTo>
                    <a:pt x="2500" y="22036"/>
                    <a:pt x="2471" y="22050"/>
                    <a:pt x="2443" y="22079"/>
                  </a:cubicBezTo>
                  <a:close/>
                  <a:moveTo>
                    <a:pt x="19977" y="29987"/>
                  </a:moveTo>
                  <a:lnTo>
                    <a:pt x="19992" y="29987"/>
                  </a:lnTo>
                  <a:lnTo>
                    <a:pt x="19992" y="29987"/>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0" name="Google Shape;920;p61"/>
            <p:cNvPicPr preferRelativeResize="0"/>
            <p:nvPr/>
          </p:nvPicPr>
          <p:blipFill>
            <a:blip r:embed="rId4">
              <a:alphaModFix/>
            </a:blip>
            <a:stretch>
              <a:fillRect/>
            </a:stretch>
          </p:blipFill>
          <p:spPr>
            <a:xfrm>
              <a:off x="10415772" y="-60500"/>
              <a:ext cx="1155836" cy="1075904"/>
            </a:xfrm>
            <a:prstGeom prst="rect">
              <a:avLst/>
            </a:prstGeom>
            <a:noFill/>
            <a:ln>
              <a:noFill/>
            </a:ln>
          </p:spPr>
        </p:pic>
      </p:grpSp>
      <p:pic>
        <p:nvPicPr>
          <p:cNvPr id="921" name="Google Shape;921;p61"/>
          <p:cNvPicPr preferRelativeResize="0"/>
          <p:nvPr/>
        </p:nvPicPr>
        <p:blipFill>
          <a:blip r:embed="rId5">
            <a:alphaModFix/>
          </a:blip>
          <a:stretch>
            <a:fillRect/>
          </a:stretch>
        </p:blipFill>
        <p:spPr>
          <a:xfrm>
            <a:off x="3931688" y="4498838"/>
            <a:ext cx="342900" cy="371475"/>
          </a:xfrm>
          <a:prstGeom prst="rect">
            <a:avLst/>
          </a:prstGeom>
          <a:noFill/>
          <a:ln>
            <a:noFill/>
          </a:ln>
        </p:spPr>
      </p:pic>
      <p:sp>
        <p:nvSpPr>
          <p:cNvPr id="922" name="Google Shape;922;p61"/>
          <p:cNvSpPr txBox="1"/>
          <p:nvPr/>
        </p:nvSpPr>
        <p:spPr>
          <a:xfrm>
            <a:off x="2741100" y="2033100"/>
            <a:ext cx="68580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800">
                <a:solidFill>
                  <a:schemeClr val="dk1"/>
                </a:solidFill>
                <a:latin typeface="Gantari"/>
                <a:ea typeface="Gantari"/>
                <a:cs typeface="Gantari"/>
                <a:sym typeface="Gantari"/>
              </a:rPr>
              <a:t>Thank you!</a:t>
            </a:r>
            <a:endParaRPr sz="5800">
              <a:solidFill>
                <a:schemeClr val="dk1"/>
              </a:solidFill>
              <a:latin typeface="Gantari"/>
              <a:ea typeface="Gantari"/>
              <a:cs typeface="Gantari"/>
              <a:sym typeface="Ganta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6" name="Shape 926"/>
        <p:cNvGrpSpPr/>
        <p:nvPr/>
      </p:nvGrpSpPr>
      <p:grpSpPr>
        <a:xfrm>
          <a:off x="0" y="0"/>
          <a:ext cx="0" cy="0"/>
          <a:chOff x="0" y="0"/>
          <a:chExt cx="0" cy="0"/>
        </a:xfrm>
      </p:grpSpPr>
      <p:sp>
        <p:nvSpPr>
          <p:cNvPr id="927" name="Google Shape;927;p62"/>
          <p:cNvSpPr txBox="1"/>
          <p:nvPr>
            <p:ph idx="6" type="title"/>
          </p:nvPr>
        </p:nvSpPr>
        <p:spPr>
          <a:xfrm>
            <a:off x="717300" y="184700"/>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Insights</a:t>
            </a:r>
            <a:endParaRPr/>
          </a:p>
        </p:txBody>
      </p:sp>
      <p:pic>
        <p:nvPicPr>
          <p:cNvPr id="928" name="Google Shape;928;p62"/>
          <p:cNvPicPr preferRelativeResize="0"/>
          <p:nvPr/>
        </p:nvPicPr>
        <p:blipFill>
          <a:blip r:embed="rId3">
            <a:alphaModFix amt="86000"/>
          </a:blip>
          <a:stretch>
            <a:fillRect/>
          </a:stretch>
        </p:blipFill>
        <p:spPr>
          <a:xfrm rot="-1379977">
            <a:off x="7501388" y="4121837"/>
            <a:ext cx="942975" cy="1866900"/>
          </a:xfrm>
          <a:prstGeom prst="rect">
            <a:avLst/>
          </a:prstGeom>
          <a:noFill/>
          <a:ln>
            <a:noFill/>
          </a:ln>
        </p:spPr>
      </p:pic>
      <p:pic>
        <p:nvPicPr>
          <p:cNvPr id="929" name="Google Shape;929;p62"/>
          <p:cNvPicPr preferRelativeResize="0"/>
          <p:nvPr/>
        </p:nvPicPr>
        <p:blipFill>
          <a:blip r:embed="rId4">
            <a:alphaModFix/>
          </a:blip>
          <a:stretch>
            <a:fillRect/>
          </a:stretch>
        </p:blipFill>
        <p:spPr>
          <a:xfrm>
            <a:off x="5808125" y="4359475"/>
            <a:ext cx="342900" cy="371475"/>
          </a:xfrm>
          <a:prstGeom prst="rect">
            <a:avLst/>
          </a:prstGeom>
          <a:noFill/>
          <a:ln cap="flat" cmpd="sng" w="28575">
            <a:solidFill>
              <a:schemeClr val="dk2"/>
            </a:solidFill>
            <a:prstDash val="solid"/>
            <a:round/>
            <a:headEnd len="sm" w="sm" type="none"/>
            <a:tailEnd len="sm" w="sm" type="none"/>
          </a:ln>
        </p:spPr>
      </p:pic>
      <p:pic>
        <p:nvPicPr>
          <p:cNvPr id="930" name="Google Shape;930;p62"/>
          <p:cNvPicPr preferRelativeResize="0"/>
          <p:nvPr/>
        </p:nvPicPr>
        <p:blipFill>
          <a:blip r:embed="rId5">
            <a:alphaModFix/>
          </a:blip>
          <a:stretch>
            <a:fillRect/>
          </a:stretch>
        </p:blipFill>
        <p:spPr>
          <a:xfrm>
            <a:off x="7761600" y="1260888"/>
            <a:ext cx="342900" cy="371475"/>
          </a:xfrm>
          <a:prstGeom prst="rect">
            <a:avLst/>
          </a:prstGeom>
          <a:noFill/>
          <a:ln>
            <a:noFill/>
          </a:ln>
        </p:spPr>
      </p:pic>
      <p:pic>
        <p:nvPicPr>
          <p:cNvPr id="931" name="Google Shape;931;p62"/>
          <p:cNvPicPr preferRelativeResize="0"/>
          <p:nvPr/>
        </p:nvPicPr>
        <p:blipFill>
          <a:blip r:embed="rId5">
            <a:alphaModFix/>
          </a:blip>
          <a:stretch>
            <a:fillRect/>
          </a:stretch>
        </p:blipFill>
        <p:spPr>
          <a:xfrm>
            <a:off x="1301975" y="4240900"/>
            <a:ext cx="342900" cy="371475"/>
          </a:xfrm>
          <a:prstGeom prst="rect">
            <a:avLst/>
          </a:prstGeom>
          <a:noFill/>
          <a:ln>
            <a:noFill/>
          </a:ln>
        </p:spPr>
      </p:pic>
      <p:pic>
        <p:nvPicPr>
          <p:cNvPr id="932" name="Google Shape;932;p62"/>
          <p:cNvPicPr preferRelativeResize="0"/>
          <p:nvPr/>
        </p:nvPicPr>
        <p:blipFill>
          <a:blip r:embed="rId6">
            <a:alphaModFix/>
          </a:blip>
          <a:stretch>
            <a:fillRect/>
          </a:stretch>
        </p:blipFill>
        <p:spPr>
          <a:xfrm>
            <a:off x="2404550" y="1436600"/>
            <a:ext cx="342900" cy="371475"/>
          </a:xfrm>
          <a:prstGeom prst="rect">
            <a:avLst/>
          </a:prstGeom>
          <a:noFill/>
          <a:ln cap="flat" cmpd="sng" w="28575">
            <a:solidFill>
              <a:schemeClr val="dk2"/>
            </a:solidFill>
            <a:prstDash val="solid"/>
            <a:round/>
            <a:headEnd len="sm" w="sm" type="none"/>
            <a:tailEnd len="sm" w="sm" type="none"/>
          </a:ln>
        </p:spPr>
      </p:pic>
      <p:pic>
        <p:nvPicPr>
          <p:cNvPr id="933" name="Google Shape;933;p62"/>
          <p:cNvPicPr preferRelativeResize="0"/>
          <p:nvPr/>
        </p:nvPicPr>
        <p:blipFill>
          <a:blip r:embed="rId4">
            <a:alphaModFix/>
          </a:blip>
          <a:stretch>
            <a:fillRect/>
          </a:stretch>
        </p:blipFill>
        <p:spPr>
          <a:xfrm>
            <a:off x="5560463" y="1623288"/>
            <a:ext cx="342900" cy="371475"/>
          </a:xfrm>
          <a:prstGeom prst="rect">
            <a:avLst/>
          </a:prstGeom>
          <a:noFill/>
          <a:ln cap="flat" cmpd="sng" w="28575">
            <a:solidFill>
              <a:schemeClr val="dk2"/>
            </a:solidFill>
            <a:prstDash val="solid"/>
            <a:round/>
            <a:headEnd len="sm" w="sm" type="none"/>
            <a:tailEnd len="sm" w="sm" type="none"/>
          </a:ln>
        </p:spPr>
      </p:pic>
      <p:graphicFrame>
        <p:nvGraphicFramePr>
          <p:cNvPr id="934" name="Google Shape;934;p62"/>
          <p:cNvGraphicFramePr/>
          <p:nvPr/>
        </p:nvGraphicFramePr>
        <p:xfrm>
          <a:off x="717300" y="991388"/>
          <a:ext cx="3000000" cy="3000000"/>
        </p:xfrm>
        <a:graphic>
          <a:graphicData uri="http://schemas.openxmlformats.org/drawingml/2006/table">
            <a:tbl>
              <a:tblPr>
                <a:noFill/>
                <a:tableStyleId>{FB88F5EA-AF5F-45D1-B4E8-06C1573A6736}</a:tableStyleId>
              </a:tblPr>
              <a:tblGrid>
                <a:gridCol w="1352675"/>
                <a:gridCol w="1043625"/>
                <a:gridCol w="1088900"/>
                <a:gridCol w="2112100"/>
                <a:gridCol w="2112100"/>
              </a:tblGrid>
              <a:tr h="427475">
                <a:tc>
                  <a:txBody>
                    <a:bodyPr/>
                    <a:lstStyle/>
                    <a:p>
                      <a:pPr indent="0" lvl="0" marL="0" rtl="0" algn="l">
                        <a:spcBef>
                          <a:spcPts val="0"/>
                        </a:spcBef>
                        <a:spcAft>
                          <a:spcPts val="0"/>
                        </a:spcAft>
                        <a:buNone/>
                      </a:pPr>
                      <a:r>
                        <a:rPr b="1" lang="en" sz="1300">
                          <a:latin typeface="Artifika"/>
                          <a:ea typeface="Artifika"/>
                          <a:cs typeface="Artifika"/>
                          <a:sym typeface="Artifika"/>
                        </a:rPr>
                        <a:t>Class</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1300">
                          <a:latin typeface="Artifika"/>
                          <a:ea typeface="Artifika"/>
                          <a:cs typeface="Artifika"/>
                          <a:sym typeface="Artifika"/>
                        </a:rPr>
                        <a:t>Precision</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1300">
                          <a:latin typeface="Artifika"/>
                          <a:ea typeface="Artifika"/>
                          <a:cs typeface="Artifika"/>
                          <a:sym typeface="Artifika"/>
                        </a:rPr>
                        <a:t>Recall</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1300">
                          <a:latin typeface="Artifika"/>
                          <a:ea typeface="Artifika"/>
                          <a:cs typeface="Artifika"/>
                          <a:sym typeface="Artifika"/>
                        </a:rPr>
                        <a:t>F1-Score</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1300">
                          <a:latin typeface="Artifika"/>
                          <a:ea typeface="Artifika"/>
                          <a:cs typeface="Artifika"/>
                          <a:sym typeface="Artifika"/>
                        </a:rPr>
                        <a:t>Comments</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r>
              <a:tr h="480625">
                <a:tc>
                  <a:txBody>
                    <a:bodyPr/>
                    <a:lstStyle/>
                    <a:p>
                      <a:pPr indent="0" lvl="0" marL="0" rtl="0" algn="l">
                        <a:spcBef>
                          <a:spcPts val="0"/>
                        </a:spcBef>
                        <a:spcAft>
                          <a:spcPts val="0"/>
                        </a:spcAft>
                        <a:buNone/>
                      </a:pPr>
                      <a:r>
                        <a:rPr lang="en" sz="1300">
                          <a:latin typeface="Gantari"/>
                          <a:ea typeface="Gantari"/>
                          <a:cs typeface="Gantari"/>
                          <a:sym typeface="Gantari"/>
                        </a:rPr>
                        <a:t>Negative</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300">
                          <a:latin typeface="Gantari"/>
                          <a:ea typeface="Gantari"/>
                          <a:cs typeface="Gantari"/>
                          <a:sym typeface="Gantari"/>
                        </a:rPr>
                        <a:t>0.56</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0.70</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Gantari"/>
                          <a:ea typeface="Gantari"/>
                          <a:cs typeface="Gantari"/>
                          <a:sym typeface="Gantari"/>
                        </a:rPr>
                        <a:t>0.62</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Clear negative language</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363075">
                <a:tc>
                  <a:txBody>
                    <a:bodyPr/>
                    <a:lstStyle/>
                    <a:p>
                      <a:pPr indent="0" lvl="0" marL="0" rtl="0" algn="l">
                        <a:spcBef>
                          <a:spcPts val="0"/>
                        </a:spcBef>
                        <a:spcAft>
                          <a:spcPts val="0"/>
                        </a:spcAft>
                        <a:buNone/>
                      </a:pPr>
                      <a:r>
                        <a:rPr lang="en" sz="1300">
                          <a:latin typeface="Gantari"/>
                          <a:ea typeface="Gantari"/>
                          <a:cs typeface="Gantari"/>
                          <a:sym typeface="Gantari"/>
                        </a:rPr>
                        <a:t>Neutral</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300">
                          <a:latin typeface="Gantari"/>
                          <a:ea typeface="Gantari"/>
                          <a:cs typeface="Gantari"/>
                          <a:sym typeface="Gantari"/>
                        </a:rPr>
                        <a:t>0.29</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0.45</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Gantari"/>
                          <a:ea typeface="Gantari"/>
                          <a:cs typeface="Gantari"/>
                          <a:sym typeface="Gantari"/>
                        </a:rPr>
                        <a:t>0.35</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Ambiguous tone</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480625">
                <a:tc>
                  <a:txBody>
                    <a:bodyPr/>
                    <a:lstStyle/>
                    <a:p>
                      <a:pPr indent="0" lvl="0" marL="0" rtl="0" algn="l">
                        <a:spcBef>
                          <a:spcPts val="0"/>
                        </a:spcBef>
                        <a:spcAft>
                          <a:spcPts val="0"/>
                        </a:spcAft>
                        <a:buNone/>
                      </a:pPr>
                      <a:r>
                        <a:rPr lang="en" sz="1300">
                          <a:latin typeface="Gantari"/>
                          <a:ea typeface="Gantari"/>
                          <a:cs typeface="Gantari"/>
                          <a:sym typeface="Gantari"/>
                        </a:rPr>
                        <a:t>Positive</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300">
                          <a:latin typeface="Gantari"/>
                          <a:ea typeface="Gantari"/>
                          <a:cs typeface="Gantari"/>
                          <a:sym typeface="Gantari"/>
                        </a:rPr>
                        <a:t>0.93</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0.83</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Gantari"/>
                          <a:ea typeface="Gantari"/>
                          <a:cs typeface="Gantari"/>
                          <a:sym typeface="Gantari"/>
                        </a:rPr>
                        <a:t>0.87</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Strong keywords</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bl>
          </a:graphicData>
        </a:graphic>
      </p:graphicFrame>
      <p:pic>
        <p:nvPicPr>
          <p:cNvPr id="935" name="Google Shape;935;p62"/>
          <p:cNvPicPr preferRelativeResize="0"/>
          <p:nvPr/>
        </p:nvPicPr>
        <p:blipFill>
          <a:blip r:embed="rId6">
            <a:alphaModFix/>
          </a:blip>
          <a:stretch>
            <a:fillRect/>
          </a:stretch>
        </p:blipFill>
        <p:spPr>
          <a:xfrm>
            <a:off x="3418288" y="4126813"/>
            <a:ext cx="342900" cy="371475"/>
          </a:xfrm>
          <a:prstGeom prst="rect">
            <a:avLst/>
          </a:prstGeom>
          <a:noFill/>
          <a:ln cap="flat" cmpd="sng" w="28575">
            <a:solidFill>
              <a:schemeClr val="dk2"/>
            </a:solidFill>
            <a:prstDash val="solid"/>
            <a:round/>
            <a:headEnd len="sm" w="sm" type="none"/>
            <a:tailEnd len="sm" w="sm" type="none"/>
          </a:ln>
        </p:spPr>
      </p:pic>
      <p:pic>
        <p:nvPicPr>
          <p:cNvPr id="936" name="Google Shape;936;p62"/>
          <p:cNvPicPr preferRelativeResize="0"/>
          <p:nvPr/>
        </p:nvPicPr>
        <p:blipFill>
          <a:blip r:embed="rId4">
            <a:alphaModFix/>
          </a:blip>
          <a:stretch>
            <a:fillRect/>
          </a:stretch>
        </p:blipFill>
        <p:spPr>
          <a:xfrm>
            <a:off x="6574200" y="4313500"/>
            <a:ext cx="342900" cy="371475"/>
          </a:xfrm>
          <a:prstGeom prst="rect">
            <a:avLst/>
          </a:prstGeom>
          <a:noFill/>
          <a:ln>
            <a:noFill/>
          </a:ln>
        </p:spPr>
      </p:pic>
      <p:pic>
        <p:nvPicPr>
          <p:cNvPr id="937" name="Google Shape;937;p62"/>
          <p:cNvPicPr preferRelativeResize="0"/>
          <p:nvPr/>
        </p:nvPicPr>
        <p:blipFill>
          <a:blip r:embed="rId5">
            <a:alphaModFix/>
          </a:blip>
          <a:stretch>
            <a:fillRect/>
          </a:stretch>
        </p:blipFill>
        <p:spPr>
          <a:xfrm>
            <a:off x="7761600" y="3267488"/>
            <a:ext cx="342900" cy="371475"/>
          </a:xfrm>
          <a:prstGeom prst="rect">
            <a:avLst/>
          </a:prstGeom>
          <a:noFill/>
          <a:ln>
            <a:noFill/>
          </a:ln>
        </p:spPr>
      </p:pic>
      <p:pic>
        <p:nvPicPr>
          <p:cNvPr id="938" name="Google Shape;938;p62"/>
          <p:cNvPicPr preferRelativeResize="0"/>
          <p:nvPr/>
        </p:nvPicPr>
        <p:blipFill>
          <a:blip r:embed="rId6">
            <a:alphaModFix/>
          </a:blip>
          <a:stretch>
            <a:fillRect/>
          </a:stretch>
        </p:blipFill>
        <p:spPr>
          <a:xfrm>
            <a:off x="2404550" y="3443200"/>
            <a:ext cx="342900" cy="371475"/>
          </a:xfrm>
          <a:prstGeom prst="rect">
            <a:avLst/>
          </a:prstGeom>
          <a:noFill/>
          <a:ln cap="flat" cmpd="sng" w="28575">
            <a:solidFill>
              <a:schemeClr val="dk2"/>
            </a:solidFill>
            <a:prstDash val="solid"/>
            <a:round/>
            <a:headEnd len="sm" w="sm" type="none"/>
            <a:tailEnd len="sm" w="sm" type="none"/>
          </a:ln>
        </p:spPr>
      </p:pic>
      <p:pic>
        <p:nvPicPr>
          <p:cNvPr id="939" name="Google Shape;939;p62"/>
          <p:cNvPicPr preferRelativeResize="0"/>
          <p:nvPr/>
        </p:nvPicPr>
        <p:blipFill>
          <a:blip r:embed="rId4">
            <a:alphaModFix/>
          </a:blip>
          <a:stretch>
            <a:fillRect/>
          </a:stretch>
        </p:blipFill>
        <p:spPr>
          <a:xfrm>
            <a:off x="5560463" y="3629888"/>
            <a:ext cx="342900" cy="371475"/>
          </a:xfrm>
          <a:prstGeom prst="rect">
            <a:avLst/>
          </a:prstGeom>
          <a:noFill/>
          <a:ln cap="flat" cmpd="sng" w="28575">
            <a:solidFill>
              <a:schemeClr val="dk2"/>
            </a:solidFill>
            <a:prstDash val="solid"/>
            <a:round/>
            <a:headEnd len="sm" w="sm" type="none"/>
            <a:tailEnd len="sm" w="sm" type="none"/>
          </a:ln>
        </p:spPr>
      </p:pic>
      <p:graphicFrame>
        <p:nvGraphicFramePr>
          <p:cNvPr id="940" name="Google Shape;940;p62"/>
          <p:cNvGraphicFramePr/>
          <p:nvPr/>
        </p:nvGraphicFramePr>
        <p:xfrm>
          <a:off x="717300" y="2995075"/>
          <a:ext cx="3000000" cy="3000000"/>
        </p:xfrm>
        <a:graphic>
          <a:graphicData uri="http://schemas.openxmlformats.org/drawingml/2006/table">
            <a:tbl>
              <a:tblPr>
                <a:noFill/>
                <a:tableStyleId>{FB88F5EA-AF5F-45D1-B4E8-06C1573A6736}</a:tableStyleId>
              </a:tblPr>
              <a:tblGrid>
                <a:gridCol w="1863100"/>
                <a:gridCol w="1437425"/>
                <a:gridCol w="1499775"/>
                <a:gridCol w="2909100"/>
              </a:tblGrid>
              <a:tr h="427475">
                <a:tc>
                  <a:txBody>
                    <a:bodyPr/>
                    <a:lstStyle/>
                    <a:p>
                      <a:pPr indent="0" lvl="0" marL="0" rtl="0" algn="l">
                        <a:spcBef>
                          <a:spcPts val="0"/>
                        </a:spcBef>
                        <a:spcAft>
                          <a:spcPts val="0"/>
                        </a:spcAft>
                        <a:buNone/>
                      </a:pPr>
                      <a:r>
                        <a:rPr b="1" lang="en" sz="1300">
                          <a:latin typeface="Artifika"/>
                          <a:ea typeface="Artifika"/>
                          <a:cs typeface="Artifika"/>
                          <a:sym typeface="Artifika"/>
                        </a:rPr>
                        <a:t>Aspect</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1300">
                          <a:latin typeface="Artifika"/>
                          <a:ea typeface="Artifika"/>
                          <a:cs typeface="Artifika"/>
                          <a:sym typeface="Artifika"/>
                        </a:rPr>
                        <a:t>(1,2) n-gram</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1300">
                          <a:latin typeface="Artifika"/>
                          <a:ea typeface="Artifika"/>
                          <a:cs typeface="Artifika"/>
                          <a:sym typeface="Artifika"/>
                        </a:rPr>
                        <a:t>(1,3) n-gram</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1300">
                          <a:latin typeface="Artifika"/>
                          <a:ea typeface="Artifika"/>
                          <a:cs typeface="Artifika"/>
                          <a:sym typeface="Artifika"/>
                        </a:rPr>
                        <a:t>Insight</a:t>
                      </a:r>
                      <a:endParaRPr b="1" sz="1300">
                        <a:latin typeface="Artifika"/>
                        <a:ea typeface="Artifika"/>
                        <a:cs typeface="Artifika"/>
                        <a:sym typeface="Artifika"/>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r>
              <a:tr h="480625">
                <a:tc>
                  <a:txBody>
                    <a:bodyPr/>
                    <a:lstStyle/>
                    <a:p>
                      <a:pPr indent="0" lvl="0" marL="0" rtl="0" algn="l">
                        <a:spcBef>
                          <a:spcPts val="0"/>
                        </a:spcBef>
                        <a:spcAft>
                          <a:spcPts val="0"/>
                        </a:spcAft>
                        <a:buNone/>
                      </a:pPr>
                      <a:r>
                        <a:rPr lang="en" sz="1300">
                          <a:latin typeface="Gantari"/>
                          <a:ea typeface="Gantari"/>
                          <a:cs typeface="Gantari"/>
                          <a:sym typeface="Gantari"/>
                        </a:rPr>
                        <a:t>Macro F1</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300">
                          <a:latin typeface="Gantari"/>
                          <a:ea typeface="Gantari"/>
                          <a:cs typeface="Gantari"/>
                          <a:sym typeface="Gantari"/>
                        </a:rPr>
                        <a:t>0.610</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0.616</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Gantari"/>
                          <a:ea typeface="Gantari"/>
                          <a:cs typeface="Gantari"/>
                          <a:sym typeface="Gantari"/>
                        </a:rPr>
                        <a:t>Slight gain from including trigram.</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363075">
                <a:tc>
                  <a:txBody>
                    <a:bodyPr/>
                    <a:lstStyle/>
                    <a:p>
                      <a:pPr indent="0" lvl="0" marL="0" rtl="0" algn="l">
                        <a:spcBef>
                          <a:spcPts val="0"/>
                        </a:spcBef>
                        <a:spcAft>
                          <a:spcPts val="0"/>
                        </a:spcAft>
                        <a:buNone/>
                      </a:pPr>
                      <a:r>
                        <a:rPr lang="en" sz="1300">
                          <a:latin typeface="Gantari"/>
                          <a:ea typeface="Gantari"/>
                          <a:cs typeface="Gantari"/>
                          <a:sym typeface="Gantari"/>
                        </a:rPr>
                        <a:t>Neutral Recall</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300">
                          <a:latin typeface="Gantari"/>
                          <a:ea typeface="Gantari"/>
                          <a:cs typeface="Gantari"/>
                          <a:sym typeface="Gantari"/>
                        </a:rPr>
                        <a:t>0.45</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0.45</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Gantari"/>
                          <a:ea typeface="Gantari"/>
                          <a:cs typeface="Gantari"/>
                          <a:sym typeface="Gantari"/>
                        </a:rPr>
                        <a:t>Still low &gt; Needs more data</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480625">
                <a:tc>
                  <a:txBody>
                    <a:bodyPr/>
                    <a:lstStyle/>
                    <a:p>
                      <a:pPr indent="0" lvl="0" marL="0" rtl="0" algn="l">
                        <a:spcBef>
                          <a:spcPts val="0"/>
                        </a:spcBef>
                        <a:spcAft>
                          <a:spcPts val="0"/>
                        </a:spcAft>
                        <a:buNone/>
                      </a:pPr>
                      <a:r>
                        <a:rPr lang="en" sz="1300">
                          <a:latin typeface="Gantari"/>
                          <a:ea typeface="Gantari"/>
                          <a:cs typeface="Gantari"/>
                          <a:sym typeface="Gantari"/>
                        </a:rPr>
                        <a:t>Completion Time</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1300">
                          <a:latin typeface="Gantari"/>
                          <a:ea typeface="Gantari"/>
                          <a:cs typeface="Gantari"/>
                          <a:sym typeface="Gantari"/>
                        </a:rPr>
                        <a:t>Faster</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latin typeface="Gantari"/>
                          <a:ea typeface="Gantari"/>
                          <a:cs typeface="Gantari"/>
                          <a:sym typeface="Gantari"/>
                        </a:rPr>
                        <a:t>Slightly Slower</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Gantari"/>
                          <a:ea typeface="Gantari"/>
                          <a:cs typeface="Gantari"/>
                          <a:sym typeface="Gantari"/>
                        </a:rPr>
                        <a:t>Extra features increase training time mildly</a:t>
                      </a:r>
                      <a:endParaRPr sz="1300">
                        <a:latin typeface="Gantari"/>
                        <a:ea typeface="Gantari"/>
                        <a:cs typeface="Gantari"/>
                        <a:sym typeface="Gantari"/>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bl>
          </a:graphicData>
        </a:graphic>
      </p:graphicFrame>
      <p:sp>
        <p:nvSpPr>
          <p:cNvPr id="941" name="Google Shape;941;p62"/>
          <p:cNvSpPr/>
          <p:nvPr/>
        </p:nvSpPr>
        <p:spPr>
          <a:xfrm rot="1262656">
            <a:off x="8023250" y="146841"/>
            <a:ext cx="548053" cy="548053"/>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2" name="Google Shape;942;p62"/>
          <p:cNvGrpSpPr/>
          <p:nvPr/>
        </p:nvGrpSpPr>
        <p:grpSpPr>
          <a:xfrm>
            <a:off x="8170851" y="293425"/>
            <a:ext cx="253475" cy="254825"/>
            <a:chOff x="1015650" y="3577225"/>
            <a:chExt cx="253475" cy="254825"/>
          </a:xfrm>
        </p:grpSpPr>
        <p:sp>
          <p:nvSpPr>
            <p:cNvPr id="943" name="Google Shape;943;p62"/>
            <p:cNvSpPr/>
            <p:nvPr/>
          </p:nvSpPr>
          <p:spPr>
            <a:xfrm>
              <a:off x="1089175" y="3577225"/>
              <a:ext cx="157225" cy="134675"/>
            </a:xfrm>
            <a:custGeom>
              <a:rect b="b" l="l" r="r" t="t"/>
              <a:pathLst>
                <a:path extrusionOk="0" h="5387" w="6289">
                  <a:moveTo>
                    <a:pt x="1519" y="1711"/>
                  </a:moveTo>
                  <a:cubicBezTo>
                    <a:pt x="1668" y="1711"/>
                    <a:pt x="1818" y="1813"/>
                    <a:pt x="1818" y="2016"/>
                  </a:cubicBezTo>
                  <a:lnTo>
                    <a:pt x="1818" y="2422"/>
                  </a:lnTo>
                  <a:cubicBezTo>
                    <a:pt x="1818" y="2614"/>
                    <a:pt x="1668" y="2709"/>
                    <a:pt x="1519" y="2709"/>
                  </a:cubicBezTo>
                  <a:cubicBezTo>
                    <a:pt x="1369" y="2709"/>
                    <a:pt x="1220" y="2614"/>
                    <a:pt x="1220" y="2422"/>
                  </a:cubicBezTo>
                  <a:lnTo>
                    <a:pt x="1220" y="2016"/>
                  </a:lnTo>
                  <a:cubicBezTo>
                    <a:pt x="1220" y="1813"/>
                    <a:pt x="1369" y="1711"/>
                    <a:pt x="1519" y="1711"/>
                  </a:cubicBezTo>
                  <a:close/>
                  <a:moveTo>
                    <a:pt x="3886" y="1711"/>
                  </a:moveTo>
                  <a:cubicBezTo>
                    <a:pt x="4035" y="1711"/>
                    <a:pt x="4185" y="1813"/>
                    <a:pt x="4185" y="2016"/>
                  </a:cubicBezTo>
                  <a:lnTo>
                    <a:pt x="4185" y="2422"/>
                  </a:lnTo>
                  <a:cubicBezTo>
                    <a:pt x="4185" y="2614"/>
                    <a:pt x="4035" y="2709"/>
                    <a:pt x="3886" y="2709"/>
                  </a:cubicBezTo>
                  <a:cubicBezTo>
                    <a:pt x="3736" y="2709"/>
                    <a:pt x="3587" y="2614"/>
                    <a:pt x="3587" y="2422"/>
                  </a:cubicBezTo>
                  <a:lnTo>
                    <a:pt x="3587" y="2016"/>
                  </a:lnTo>
                  <a:cubicBezTo>
                    <a:pt x="3587" y="1813"/>
                    <a:pt x="3736" y="1711"/>
                    <a:pt x="3886" y="1711"/>
                  </a:cubicBezTo>
                  <a:close/>
                  <a:moveTo>
                    <a:pt x="3204" y="3600"/>
                  </a:moveTo>
                  <a:cubicBezTo>
                    <a:pt x="3282" y="3600"/>
                    <a:pt x="3360" y="3630"/>
                    <a:pt x="3420" y="3689"/>
                  </a:cubicBezTo>
                  <a:cubicBezTo>
                    <a:pt x="3539" y="3809"/>
                    <a:pt x="3539" y="3976"/>
                    <a:pt x="3420" y="4096"/>
                  </a:cubicBezTo>
                  <a:cubicBezTo>
                    <a:pt x="3228" y="4299"/>
                    <a:pt x="2971" y="4401"/>
                    <a:pt x="2714" y="4401"/>
                  </a:cubicBezTo>
                  <a:cubicBezTo>
                    <a:pt x="2457" y="4401"/>
                    <a:pt x="2200" y="4299"/>
                    <a:pt x="2009" y="4096"/>
                  </a:cubicBezTo>
                  <a:cubicBezTo>
                    <a:pt x="1889" y="3976"/>
                    <a:pt x="1889" y="3809"/>
                    <a:pt x="2009" y="3689"/>
                  </a:cubicBezTo>
                  <a:lnTo>
                    <a:pt x="1985" y="3689"/>
                  </a:lnTo>
                  <a:cubicBezTo>
                    <a:pt x="2045" y="3630"/>
                    <a:pt x="2123" y="3600"/>
                    <a:pt x="2200" y="3600"/>
                  </a:cubicBezTo>
                  <a:cubicBezTo>
                    <a:pt x="2278" y="3600"/>
                    <a:pt x="2356" y="3630"/>
                    <a:pt x="2415" y="3689"/>
                  </a:cubicBezTo>
                  <a:cubicBezTo>
                    <a:pt x="2487" y="3761"/>
                    <a:pt x="2583" y="3809"/>
                    <a:pt x="2702" y="3809"/>
                  </a:cubicBezTo>
                  <a:cubicBezTo>
                    <a:pt x="2822" y="3809"/>
                    <a:pt x="2917" y="3761"/>
                    <a:pt x="2989" y="3689"/>
                  </a:cubicBezTo>
                  <a:cubicBezTo>
                    <a:pt x="3049" y="3630"/>
                    <a:pt x="3127" y="3600"/>
                    <a:pt x="3204" y="3600"/>
                  </a:cubicBezTo>
                  <a:close/>
                  <a:moveTo>
                    <a:pt x="2706" y="1"/>
                  </a:moveTo>
                  <a:cubicBezTo>
                    <a:pt x="1324" y="1"/>
                    <a:pt x="1" y="1076"/>
                    <a:pt x="1" y="2709"/>
                  </a:cubicBezTo>
                  <a:cubicBezTo>
                    <a:pt x="1" y="4192"/>
                    <a:pt x="1220" y="5387"/>
                    <a:pt x="2702" y="5387"/>
                  </a:cubicBezTo>
                  <a:cubicBezTo>
                    <a:pt x="5093" y="5387"/>
                    <a:pt x="6289" y="2494"/>
                    <a:pt x="4591" y="797"/>
                  </a:cubicBezTo>
                  <a:cubicBezTo>
                    <a:pt x="4042" y="247"/>
                    <a:pt x="3367" y="1"/>
                    <a:pt x="27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2"/>
            <p:cNvSpPr/>
            <p:nvPr/>
          </p:nvSpPr>
          <p:spPr>
            <a:xfrm>
              <a:off x="1015650" y="3719150"/>
              <a:ext cx="253475" cy="112900"/>
            </a:xfrm>
            <a:custGeom>
              <a:rect b="b" l="l" r="r" t="t"/>
              <a:pathLst>
                <a:path extrusionOk="0" h="4516" w="10139">
                  <a:moveTo>
                    <a:pt x="3317" y="0"/>
                  </a:moveTo>
                  <a:cubicBezTo>
                    <a:pt x="2788" y="0"/>
                    <a:pt x="2261" y="210"/>
                    <a:pt x="1866" y="618"/>
                  </a:cubicBezTo>
                  <a:lnTo>
                    <a:pt x="73" y="2435"/>
                  </a:lnTo>
                  <a:cubicBezTo>
                    <a:pt x="25" y="2483"/>
                    <a:pt x="1" y="2555"/>
                    <a:pt x="1" y="2651"/>
                  </a:cubicBezTo>
                  <a:lnTo>
                    <a:pt x="1" y="4229"/>
                  </a:lnTo>
                  <a:cubicBezTo>
                    <a:pt x="1" y="4396"/>
                    <a:pt x="121" y="4515"/>
                    <a:pt x="288" y="4515"/>
                  </a:cubicBezTo>
                  <a:lnTo>
                    <a:pt x="2272" y="4515"/>
                  </a:lnTo>
                  <a:cubicBezTo>
                    <a:pt x="2344" y="4515"/>
                    <a:pt x="2416" y="4492"/>
                    <a:pt x="2487" y="4444"/>
                  </a:cubicBezTo>
                  <a:lnTo>
                    <a:pt x="2990" y="3918"/>
                  </a:lnTo>
                  <a:lnTo>
                    <a:pt x="6576" y="3918"/>
                  </a:lnTo>
                  <a:cubicBezTo>
                    <a:pt x="6958" y="3918"/>
                    <a:pt x="7341" y="3774"/>
                    <a:pt x="7628" y="3511"/>
                  </a:cubicBezTo>
                  <a:lnTo>
                    <a:pt x="9851" y="1527"/>
                  </a:lnTo>
                  <a:cubicBezTo>
                    <a:pt x="10018" y="1360"/>
                    <a:pt x="10138" y="1121"/>
                    <a:pt x="10114" y="881"/>
                  </a:cubicBezTo>
                  <a:cubicBezTo>
                    <a:pt x="10065" y="441"/>
                    <a:pt x="9694" y="157"/>
                    <a:pt x="9311" y="157"/>
                  </a:cubicBezTo>
                  <a:cubicBezTo>
                    <a:pt x="9132" y="157"/>
                    <a:pt x="8951" y="219"/>
                    <a:pt x="8799" y="355"/>
                  </a:cubicBezTo>
                  <a:lnTo>
                    <a:pt x="7699" y="1312"/>
                  </a:lnTo>
                  <a:cubicBezTo>
                    <a:pt x="7676" y="2053"/>
                    <a:pt x="7078" y="2627"/>
                    <a:pt x="6361" y="2627"/>
                  </a:cubicBezTo>
                  <a:lnTo>
                    <a:pt x="4567" y="2627"/>
                  </a:lnTo>
                  <a:cubicBezTo>
                    <a:pt x="4161" y="2627"/>
                    <a:pt x="4161" y="2029"/>
                    <a:pt x="4567" y="2029"/>
                  </a:cubicBezTo>
                  <a:lnTo>
                    <a:pt x="6361" y="2029"/>
                  </a:lnTo>
                  <a:cubicBezTo>
                    <a:pt x="7365" y="2029"/>
                    <a:pt x="7365" y="523"/>
                    <a:pt x="6361" y="523"/>
                  </a:cubicBezTo>
                  <a:lnTo>
                    <a:pt x="5141" y="523"/>
                  </a:lnTo>
                  <a:cubicBezTo>
                    <a:pt x="4878" y="523"/>
                    <a:pt x="4615" y="451"/>
                    <a:pt x="4376" y="308"/>
                  </a:cubicBezTo>
                  <a:cubicBezTo>
                    <a:pt x="4052" y="102"/>
                    <a:pt x="3684" y="0"/>
                    <a:pt x="3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8" name="Shape 948"/>
        <p:cNvGrpSpPr/>
        <p:nvPr/>
      </p:nvGrpSpPr>
      <p:grpSpPr>
        <a:xfrm>
          <a:off x="0" y="0"/>
          <a:ext cx="0" cy="0"/>
          <a:chOff x="0" y="0"/>
          <a:chExt cx="0" cy="0"/>
        </a:xfrm>
      </p:grpSpPr>
      <p:sp>
        <p:nvSpPr>
          <p:cNvPr id="949" name="Google Shape;949;p63"/>
          <p:cNvSpPr txBox="1"/>
          <p:nvPr>
            <p:ph idx="15"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950" name="Google Shape;950;p63"/>
          <p:cNvSpPr txBox="1"/>
          <p:nvPr>
            <p:ph type="title"/>
          </p:nvPr>
        </p:nvSpPr>
        <p:spPr>
          <a:xfrm>
            <a:off x="2790181" y="1502674"/>
            <a:ext cx="7107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51" name="Google Shape;951;p63"/>
          <p:cNvSpPr txBox="1"/>
          <p:nvPr>
            <p:ph idx="2" type="title"/>
          </p:nvPr>
        </p:nvSpPr>
        <p:spPr>
          <a:xfrm>
            <a:off x="5681260" y="1502674"/>
            <a:ext cx="7104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52" name="Google Shape;952;p63"/>
          <p:cNvSpPr txBox="1"/>
          <p:nvPr>
            <p:ph idx="6" type="title"/>
          </p:nvPr>
        </p:nvSpPr>
        <p:spPr>
          <a:xfrm>
            <a:off x="1131149" y="3039070"/>
            <a:ext cx="7104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53" name="Google Shape;953;p63"/>
          <p:cNvSpPr txBox="1"/>
          <p:nvPr>
            <p:ph idx="8" type="subTitle"/>
          </p:nvPr>
        </p:nvSpPr>
        <p:spPr>
          <a:xfrm>
            <a:off x="1655431" y="2150184"/>
            <a:ext cx="2980200" cy="40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Introduction</a:t>
            </a:r>
            <a:endParaRPr sz="2000"/>
          </a:p>
        </p:txBody>
      </p:sp>
      <p:sp>
        <p:nvSpPr>
          <p:cNvPr id="954" name="Google Shape;954;p63"/>
          <p:cNvSpPr txBox="1"/>
          <p:nvPr>
            <p:ph idx="14" type="subTitle"/>
          </p:nvPr>
        </p:nvSpPr>
        <p:spPr>
          <a:xfrm>
            <a:off x="4546069" y="2379809"/>
            <a:ext cx="2980800" cy="40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Dataset </a:t>
            </a:r>
            <a:r>
              <a:rPr lang="en" sz="2000"/>
              <a:t>and </a:t>
            </a:r>
            <a:endParaRPr sz="2000"/>
          </a:p>
          <a:p>
            <a:pPr indent="0" lvl="0" marL="0" rtl="0" algn="ctr">
              <a:spcBef>
                <a:spcPts val="0"/>
              </a:spcBef>
              <a:spcAft>
                <a:spcPts val="0"/>
              </a:spcAft>
              <a:buNone/>
            </a:pPr>
            <a:r>
              <a:rPr lang="en" sz="2000"/>
              <a:t>Classifiers </a:t>
            </a:r>
            <a:r>
              <a:rPr lang="en" sz="2000"/>
              <a:t>used </a:t>
            </a:r>
            <a:endParaRPr sz="2000"/>
          </a:p>
        </p:txBody>
      </p:sp>
      <p:pic>
        <p:nvPicPr>
          <p:cNvPr id="955" name="Google Shape;955;p63"/>
          <p:cNvPicPr preferRelativeResize="0"/>
          <p:nvPr/>
        </p:nvPicPr>
        <p:blipFill>
          <a:blip r:embed="rId3">
            <a:alphaModFix/>
          </a:blip>
          <a:stretch>
            <a:fillRect/>
          </a:stretch>
        </p:blipFill>
        <p:spPr>
          <a:xfrm flipH="1">
            <a:off x="1351614" y="4629713"/>
            <a:ext cx="342900" cy="371475"/>
          </a:xfrm>
          <a:prstGeom prst="rect">
            <a:avLst/>
          </a:prstGeom>
          <a:noFill/>
          <a:ln>
            <a:noFill/>
          </a:ln>
        </p:spPr>
      </p:pic>
      <p:pic>
        <p:nvPicPr>
          <p:cNvPr id="956" name="Google Shape;956;p63"/>
          <p:cNvPicPr preferRelativeResize="0"/>
          <p:nvPr/>
        </p:nvPicPr>
        <p:blipFill>
          <a:blip r:embed="rId4">
            <a:alphaModFix/>
          </a:blip>
          <a:stretch>
            <a:fillRect/>
          </a:stretch>
        </p:blipFill>
        <p:spPr>
          <a:xfrm flipH="1">
            <a:off x="4597601" y="4063925"/>
            <a:ext cx="342900" cy="371475"/>
          </a:xfrm>
          <a:prstGeom prst="rect">
            <a:avLst/>
          </a:prstGeom>
          <a:noFill/>
          <a:ln>
            <a:noFill/>
          </a:ln>
        </p:spPr>
      </p:pic>
      <p:sp>
        <p:nvSpPr>
          <p:cNvPr id="957" name="Google Shape;957;p63"/>
          <p:cNvSpPr txBox="1"/>
          <p:nvPr>
            <p:ph idx="6" type="title"/>
          </p:nvPr>
        </p:nvSpPr>
        <p:spPr>
          <a:xfrm>
            <a:off x="4022074" y="3065232"/>
            <a:ext cx="710400" cy="5934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58" name="Google Shape;958;p63"/>
          <p:cNvSpPr txBox="1"/>
          <p:nvPr>
            <p:ph idx="14" type="subTitle"/>
          </p:nvPr>
        </p:nvSpPr>
        <p:spPr>
          <a:xfrm>
            <a:off x="32675" y="3711256"/>
            <a:ext cx="2980800" cy="8004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2000"/>
              <a:t>I</a:t>
            </a:r>
            <a:r>
              <a:rPr lang="en" sz="2000"/>
              <a:t>mplementation steps</a:t>
            </a:r>
            <a:endParaRPr sz="2000"/>
          </a:p>
        </p:txBody>
      </p:sp>
      <p:sp>
        <p:nvSpPr>
          <p:cNvPr id="959" name="Google Shape;959;p63"/>
          <p:cNvSpPr txBox="1"/>
          <p:nvPr>
            <p:ph idx="6" type="title"/>
          </p:nvPr>
        </p:nvSpPr>
        <p:spPr>
          <a:xfrm>
            <a:off x="7407172" y="3052144"/>
            <a:ext cx="710400" cy="593400"/>
          </a:xfrm>
          <a:prstGeom prst="rect">
            <a:avLst/>
          </a:prstGeom>
          <a:solidFill>
            <a:schemeClr val="accent5"/>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960" name="Google Shape;960;p63"/>
          <p:cNvSpPr txBox="1"/>
          <p:nvPr>
            <p:ph idx="14" type="subTitle"/>
          </p:nvPr>
        </p:nvSpPr>
        <p:spPr>
          <a:xfrm>
            <a:off x="3015686" y="3711262"/>
            <a:ext cx="2980800" cy="8004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2000"/>
              <a:t>Results and </a:t>
            </a:r>
            <a:br>
              <a:rPr lang="en" sz="2000"/>
            </a:br>
            <a:r>
              <a:rPr lang="en" sz="2000"/>
              <a:t>Discussion</a:t>
            </a:r>
            <a:endParaRPr sz="2000"/>
          </a:p>
        </p:txBody>
      </p:sp>
      <p:sp>
        <p:nvSpPr>
          <p:cNvPr id="961" name="Google Shape;961;p63"/>
          <p:cNvSpPr txBox="1"/>
          <p:nvPr>
            <p:ph idx="14" type="subTitle"/>
          </p:nvPr>
        </p:nvSpPr>
        <p:spPr>
          <a:xfrm>
            <a:off x="6199561" y="3772062"/>
            <a:ext cx="2980800" cy="4926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2000"/>
              <a:t>Conclusion</a:t>
            </a:r>
            <a:endParaRPr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5" name="Shape 965"/>
        <p:cNvGrpSpPr/>
        <p:nvPr/>
      </p:nvGrpSpPr>
      <p:grpSpPr>
        <a:xfrm>
          <a:off x="0" y="0"/>
          <a:ext cx="0" cy="0"/>
          <a:chOff x="0" y="0"/>
          <a:chExt cx="0" cy="0"/>
        </a:xfrm>
      </p:grpSpPr>
      <p:sp>
        <p:nvSpPr>
          <p:cNvPr id="966" name="Google Shape;966;p64"/>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Support Vector Machine (SVM)</a:t>
            </a:r>
            <a:endParaRPr/>
          </a:p>
        </p:txBody>
      </p:sp>
      <p:sp>
        <p:nvSpPr>
          <p:cNvPr id="967" name="Google Shape;967;p64"/>
          <p:cNvSpPr txBox="1"/>
          <p:nvPr/>
        </p:nvSpPr>
        <p:spPr>
          <a:xfrm>
            <a:off x="848226" y="1427467"/>
            <a:ext cx="7439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antari"/>
                <a:ea typeface="Gantari"/>
                <a:cs typeface="Gantari"/>
                <a:sym typeface="Gantari"/>
              </a:rPr>
              <a:t>Support Vector Machine is a</a:t>
            </a:r>
            <a:r>
              <a:rPr b="1" lang="en">
                <a:latin typeface="Gantari"/>
                <a:ea typeface="Gantari"/>
                <a:cs typeface="Gantari"/>
                <a:sym typeface="Gantari"/>
              </a:rPr>
              <a:t> discriminative classifier</a:t>
            </a:r>
            <a:r>
              <a:rPr lang="en">
                <a:latin typeface="Gantari"/>
                <a:ea typeface="Gantari"/>
                <a:cs typeface="Gantari"/>
                <a:sym typeface="Gantari"/>
              </a:rPr>
              <a:t> that aims to find the optimal hyperplane that maximally separates data points of different sentiment classes in the feature space. </a:t>
            </a:r>
            <a:r>
              <a:rPr lang="en">
                <a:latin typeface="Gantari"/>
                <a:ea typeface="Gantari"/>
                <a:cs typeface="Gantari"/>
                <a:sym typeface="Gantari"/>
              </a:rPr>
              <a:t>Unlike nonlinear SVM, which uses kernel functions to curve the decision boundary and capture more complex patterns, linear SVM learns a straight hyperplane in the TF-IDF feature space and is faster and more suitable for high-dimensional text data. </a:t>
            </a:r>
            <a:endParaRPr>
              <a:latin typeface="Gantari"/>
              <a:ea typeface="Gantari"/>
              <a:cs typeface="Gantari"/>
              <a:sym typeface="Gantari"/>
            </a:endParaRPr>
          </a:p>
          <a:p>
            <a:pPr indent="0" lvl="0" marL="0" rtl="0" algn="l">
              <a:spcBef>
                <a:spcPts val="0"/>
              </a:spcBef>
              <a:spcAft>
                <a:spcPts val="0"/>
              </a:spcAft>
              <a:buNone/>
            </a:pPr>
            <a:r>
              <a:t/>
            </a:r>
            <a:endParaRPr b="1">
              <a:latin typeface="Gantari"/>
              <a:ea typeface="Gantari"/>
              <a:cs typeface="Gantari"/>
              <a:sym typeface="Gantari"/>
            </a:endParaRPr>
          </a:p>
          <a:p>
            <a:pPr indent="0" lvl="0" marL="0" rtl="0" algn="l">
              <a:spcBef>
                <a:spcPts val="0"/>
              </a:spcBef>
              <a:spcAft>
                <a:spcPts val="0"/>
              </a:spcAft>
              <a:buNone/>
            </a:pPr>
            <a:r>
              <a:rPr b="1" lang="en">
                <a:latin typeface="Gantari"/>
                <a:ea typeface="Gantari"/>
                <a:cs typeface="Gantari"/>
                <a:sym typeface="Gantari"/>
              </a:rPr>
              <a:t>Hence, linear SVM is chosen for this project due to its efficiency and strong performance on text-based features.</a:t>
            </a:r>
            <a:endParaRPr b="1">
              <a:latin typeface="Gantari"/>
              <a:ea typeface="Gantari"/>
              <a:cs typeface="Gantari"/>
              <a:sym typeface="Ganta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1" name="Shape 971"/>
        <p:cNvGrpSpPr/>
        <p:nvPr/>
      </p:nvGrpSpPr>
      <p:grpSpPr>
        <a:xfrm>
          <a:off x="0" y="0"/>
          <a:ext cx="0" cy="0"/>
          <a:chOff x="0" y="0"/>
          <a:chExt cx="0" cy="0"/>
        </a:xfrm>
      </p:grpSpPr>
      <p:sp>
        <p:nvSpPr>
          <p:cNvPr id="972" name="Google Shape;972;p65"/>
          <p:cNvSpPr txBox="1"/>
          <p:nvPr>
            <p:ph idx="15" type="title"/>
          </p:nvPr>
        </p:nvSpPr>
        <p:spPr>
          <a:xfrm>
            <a:off x="713225" y="363761"/>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Models used for testing</a:t>
            </a:r>
            <a:endParaRPr/>
          </a:p>
        </p:txBody>
      </p:sp>
      <p:grpSp>
        <p:nvGrpSpPr>
          <p:cNvPr id="973" name="Google Shape;973;p65"/>
          <p:cNvGrpSpPr/>
          <p:nvPr/>
        </p:nvGrpSpPr>
        <p:grpSpPr>
          <a:xfrm>
            <a:off x="1955708" y="3137779"/>
            <a:ext cx="277034" cy="277629"/>
            <a:chOff x="10733000" y="1277725"/>
            <a:chExt cx="1150950" cy="1153425"/>
          </a:xfrm>
        </p:grpSpPr>
        <p:sp>
          <p:nvSpPr>
            <p:cNvPr id="974" name="Google Shape;974;p65"/>
            <p:cNvSpPr/>
            <p:nvPr/>
          </p:nvSpPr>
          <p:spPr>
            <a:xfrm>
              <a:off x="11070925" y="1277725"/>
              <a:ext cx="608275" cy="608275"/>
            </a:xfrm>
            <a:custGeom>
              <a:rect b="b" l="l" r="r" t="t"/>
              <a:pathLst>
                <a:path extrusionOk="0" h="24331" w="24331">
                  <a:moveTo>
                    <a:pt x="6763" y="7663"/>
                  </a:moveTo>
                  <a:cubicBezTo>
                    <a:pt x="7505" y="7663"/>
                    <a:pt x="8111" y="8261"/>
                    <a:pt x="8111" y="9011"/>
                  </a:cubicBezTo>
                  <a:lnTo>
                    <a:pt x="8111" y="10813"/>
                  </a:lnTo>
                  <a:cubicBezTo>
                    <a:pt x="8111" y="11563"/>
                    <a:pt x="7505" y="12161"/>
                    <a:pt x="6763" y="12161"/>
                  </a:cubicBezTo>
                  <a:cubicBezTo>
                    <a:pt x="6013" y="12161"/>
                    <a:pt x="5407" y="11563"/>
                    <a:pt x="5407" y="10813"/>
                  </a:cubicBezTo>
                  <a:lnTo>
                    <a:pt x="5407" y="9011"/>
                  </a:lnTo>
                  <a:cubicBezTo>
                    <a:pt x="5407" y="8261"/>
                    <a:pt x="6013" y="7663"/>
                    <a:pt x="6763" y="7663"/>
                  </a:cubicBezTo>
                  <a:close/>
                  <a:moveTo>
                    <a:pt x="17576" y="7663"/>
                  </a:moveTo>
                  <a:cubicBezTo>
                    <a:pt x="18319" y="7663"/>
                    <a:pt x="18924" y="8261"/>
                    <a:pt x="18924" y="9011"/>
                  </a:cubicBezTo>
                  <a:lnTo>
                    <a:pt x="18924" y="10813"/>
                  </a:lnTo>
                  <a:cubicBezTo>
                    <a:pt x="18924" y="11563"/>
                    <a:pt x="18319" y="12161"/>
                    <a:pt x="17576" y="12161"/>
                  </a:cubicBezTo>
                  <a:cubicBezTo>
                    <a:pt x="16826" y="12161"/>
                    <a:pt x="16221" y="11563"/>
                    <a:pt x="16221" y="10813"/>
                  </a:cubicBezTo>
                  <a:lnTo>
                    <a:pt x="16221" y="9011"/>
                  </a:lnTo>
                  <a:cubicBezTo>
                    <a:pt x="16221" y="8261"/>
                    <a:pt x="16826" y="7663"/>
                    <a:pt x="17576" y="7663"/>
                  </a:cubicBezTo>
                  <a:close/>
                  <a:moveTo>
                    <a:pt x="14419" y="16186"/>
                  </a:moveTo>
                  <a:cubicBezTo>
                    <a:pt x="14765" y="16186"/>
                    <a:pt x="15111" y="16317"/>
                    <a:pt x="15377" y="16580"/>
                  </a:cubicBezTo>
                  <a:cubicBezTo>
                    <a:pt x="15904" y="17107"/>
                    <a:pt x="15904" y="17965"/>
                    <a:pt x="15377" y="18491"/>
                  </a:cubicBezTo>
                  <a:cubicBezTo>
                    <a:pt x="14491" y="19378"/>
                    <a:pt x="13328" y="19821"/>
                    <a:pt x="12166" y="19821"/>
                  </a:cubicBezTo>
                  <a:cubicBezTo>
                    <a:pt x="11003" y="19821"/>
                    <a:pt x="9841" y="19378"/>
                    <a:pt x="8954" y="18491"/>
                  </a:cubicBezTo>
                  <a:cubicBezTo>
                    <a:pt x="8428" y="17965"/>
                    <a:pt x="8428" y="17107"/>
                    <a:pt x="8954" y="16580"/>
                  </a:cubicBezTo>
                  <a:cubicBezTo>
                    <a:pt x="9221" y="16317"/>
                    <a:pt x="9567" y="16186"/>
                    <a:pt x="9913" y="16186"/>
                  </a:cubicBezTo>
                  <a:cubicBezTo>
                    <a:pt x="10259" y="16186"/>
                    <a:pt x="10605" y="16317"/>
                    <a:pt x="10872" y="16580"/>
                  </a:cubicBezTo>
                  <a:cubicBezTo>
                    <a:pt x="11229" y="16937"/>
                    <a:pt x="11697" y="17116"/>
                    <a:pt x="12166" y="17116"/>
                  </a:cubicBezTo>
                  <a:cubicBezTo>
                    <a:pt x="12634" y="17116"/>
                    <a:pt x="13103" y="16937"/>
                    <a:pt x="13460" y="16580"/>
                  </a:cubicBezTo>
                  <a:cubicBezTo>
                    <a:pt x="13727" y="16317"/>
                    <a:pt x="14073" y="16186"/>
                    <a:pt x="14419" y="16186"/>
                  </a:cubicBezTo>
                  <a:close/>
                  <a:moveTo>
                    <a:pt x="12169" y="0"/>
                  </a:moveTo>
                  <a:cubicBezTo>
                    <a:pt x="5458" y="0"/>
                    <a:pt x="1" y="5457"/>
                    <a:pt x="1" y="12169"/>
                  </a:cubicBezTo>
                  <a:cubicBezTo>
                    <a:pt x="1" y="18873"/>
                    <a:pt x="5458" y="24330"/>
                    <a:pt x="12169" y="24330"/>
                  </a:cubicBezTo>
                  <a:cubicBezTo>
                    <a:pt x="18874" y="24330"/>
                    <a:pt x="24331" y="18873"/>
                    <a:pt x="24331" y="12169"/>
                  </a:cubicBezTo>
                  <a:cubicBezTo>
                    <a:pt x="24331" y="5457"/>
                    <a:pt x="18874" y="0"/>
                    <a:pt x="121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5"/>
            <p:cNvSpPr/>
            <p:nvPr/>
          </p:nvSpPr>
          <p:spPr>
            <a:xfrm>
              <a:off x="10733000" y="1919225"/>
              <a:ext cx="1150950" cy="511925"/>
            </a:xfrm>
            <a:custGeom>
              <a:rect b="b" l="l" r="r" t="t"/>
              <a:pathLst>
                <a:path extrusionOk="0" h="20477" w="46038">
                  <a:moveTo>
                    <a:pt x="15124" y="1"/>
                  </a:moveTo>
                  <a:cubicBezTo>
                    <a:pt x="12739" y="1"/>
                    <a:pt x="10375" y="927"/>
                    <a:pt x="8601" y="2714"/>
                  </a:cubicBezTo>
                  <a:lnTo>
                    <a:pt x="390" y="10997"/>
                  </a:lnTo>
                  <a:cubicBezTo>
                    <a:pt x="145" y="11250"/>
                    <a:pt x="1" y="11596"/>
                    <a:pt x="1" y="11949"/>
                  </a:cubicBezTo>
                  <a:lnTo>
                    <a:pt x="1" y="19129"/>
                  </a:lnTo>
                  <a:cubicBezTo>
                    <a:pt x="1" y="19871"/>
                    <a:pt x="606" y="20477"/>
                    <a:pt x="1356" y="20477"/>
                  </a:cubicBezTo>
                  <a:lnTo>
                    <a:pt x="10367" y="20477"/>
                  </a:lnTo>
                  <a:cubicBezTo>
                    <a:pt x="10728" y="20477"/>
                    <a:pt x="11081" y="20333"/>
                    <a:pt x="11333" y="20066"/>
                  </a:cubicBezTo>
                  <a:lnTo>
                    <a:pt x="13640" y="17702"/>
                  </a:lnTo>
                  <a:lnTo>
                    <a:pt x="29904" y="17702"/>
                  </a:lnTo>
                  <a:cubicBezTo>
                    <a:pt x="31684" y="17702"/>
                    <a:pt x="33400" y="17046"/>
                    <a:pt x="34719" y="15856"/>
                  </a:cubicBezTo>
                  <a:lnTo>
                    <a:pt x="44776" y="6823"/>
                  </a:lnTo>
                  <a:cubicBezTo>
                    <a:pt x="45605" y="6088"/>
                    <a:pt x="46037" y="4999"/>
                    <a:pt x="45944" y="3889"/>
                  </a:cubicBezTo>
                  <a:lnTo>
                    <a:pt x="45944" y="3889"/>
                  </a:lnTo>
                  <a:lnTo>
                    <a:pt x="45944" y="3897"/>
                  </a:lnTo>
                  <a:cubicBezTo>
                    <a:pt x="45864" y="2786"/>
                    <a:pt x="45266" y="1784"/>
                    <a:pt x="44329" y="1179"/>
                  </a:cubicBezTo>
                  <a:cubicBezTo>
                    <a:pt x="43737" y="797"/>
                    <a:pt x="43065" y="609"/>
                    <a:pt x="42394" y="609"/>
                  </a:cubicBezTo>
                  <a:cubicBezTo>
                    <a:pt x="41544" y="609"/>
                    <a:pt x="40698" y="911"/>
                    <a:pt x="40025" y="1503"/>
                  </a:cubicBezTo>
                  <a:lnTo>
                    <a:pt x="35044" y="5908"/>
                  </a:lnTo>
                  <a:cubicBezTo>
                    <a:pt x="34957" y="9202"/>
                    <a:pt x="32261" y="11841"/>
                    <a:pt x="28967" y="11841"/>
                  </a:cubicBezTo>
                  <a:lnTo>
                    <a:pt x="20792" y="11841"/>
                  </a:lnTo>
                  <a:cubicBezTo>
                    <a:pt x="20042" y="11841"/>
                    <a:pt x="19436" y="11235"/>
                    <a:pt x="19436" y="10493"/>
                  </a:cubicBezTo>
                  <a:cubicBezTo>
                    <a:pt x="19436" y="9743"/>
                    <a:pt x="20042" y="9137"/>
                    <a:pt x="20792" y="9137"/>
                  </a:cubicBezTo>
                  <a:lnTo>
                    <a:pt x="28967" y="9137"/>
                  </a:lnTo>
                  <a:cubicBezTo>
                    <a:pt x="30834" y="9137"/>
                    <a:pt x="32340" y="7624"/>
                    <a:pt x="32340" y="5756"/>
                  </a:cubicBezTo>
                  <a:cubicBezTo>
                    <a:pt x="32340" y="3889"/>
                    <a:pt x="30834" y="2383"/>
                    <a:pt x="28967" y="2383"/>
                  </a:cubicBezTo>
                  <a:lnTo>
                    <a:pt x="23423" y="2383"/>
                  </a:lnTo>
                  <a:cubicBezTo>
                    <a:pt x="22204" y="2383"/>
                    <a:pt x="21015" y="2037"/>
                    <a:pt x="19984" y="1395"/>
                  </a:cubicBezTo>
                  <a:cubicBezTo>
                    <a:pt x="18485" y="458"/>
                    <a:pt x="16799" y="1"/>
                    <a:pt x="151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76" name="Google Shape;976;p65" title="34725nv1.png"/>
          <p:cNvPicPr preferRelativeResize="0"/>
          <p:nvPr/>
        </p:nvPicPr>
        <p:blipFill>
          <a:blip r:embed="rId3">
            <a:alphaModFix/>
          </a:blip>
          <a:stretch>
            <a:fillRect/>
          </a:stretch>
        </p:blipFill>
        <p:spPr>
          <a:xfrm>
            <a:off x="881775" y="3259969"/>
            <a:ext cx="2424900" cy="876965"/>
          </a:xfrm>
          <a:prstGeom prst="rect">
            <a:avLst/>
          </a:prstGeom>
          <a:noFill/>
          <a:ln>
            <a:noFill/>
          </a:ln>
        </p:spPr>
      </p:pic>
      <p:pic>
        <p:nvPicPr>
          <p:cNvPr id="977" name="Google Shape;977;p65" title="download35-300x154.jpg"/>
          <p:cNvPicPr preferRelativeResize="0"/>
          <p:nvPr/>
        </p:nvPicPr>
        <p:blipFill>
          <a:blip r:embed="rId4">
            <a:alphaModFix/>
          </a:blip>
          <a:stretch>
            <a:fillRect/>
          </a:stretch>
        </p:blipFill>
        <p:spPr>
          <a:xfrm>
            <a:off x="3440675" y="3259971"/>
            <a:ext cx="2254500" cy="1157310"/>
          </a:xfrm>
          <a:prstGeom prst="rect">
            <a:avLst/>
          </a:prstGeom>
          <a:noFill/>
          <a:ln>
            <a:noFill/>
          </a:ln>
        </p:spPr>
      </p:pic>
      <p:pic>
        <p:nvPicPr>
          <p:cNvPr id="978" name="Google Shape;978;p65" title="Classification-of-data-by-support-vector-machine-SVM.png"/>
          <p:cNvPicPr preferRelativeResize="0"/>
          <p:nvPr/>
        </p:nvPicPr>
        <p:blipFill>
          <a:blip r:embed="rId5">
            <a:alphaModFix/>
          </a:blip>
          <a:stretch>
            <a:fillRect/>
          </a:stretch>
        </p:blipFill>
        <p:spPr>
          <a:xfrm>
            <a:off x="5837325" y="3259971"/>
            <a:ext cx="2424900" cy="1618525"/>
          </a:xfrm>
          <a:prstGeom prst="rect">
            <a:avLst/>
          </a:prstGeom>
          <a:noFill/>
          <a:ln>
            <a:noFill/>
          </a:ln>
        </p:spPr>
      </p:pic>
      <p:sp>
        <p:nvSpPr>
          <p:cNvPr id="979" name="Google Shape;979;p65"/>
          <p:cNvSpPr txBox="1"/>
          <p:nvPr>
            <p:ph idx="5" type="subTitle"/>
          </p:nvPr>
        </p:nvSpPr>
        <p:spPr>
          <a:xfrm>
            <a:off x="1210179" y="1128123"/>
            <a:ext cx="6715500" cy="181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“To understand model performance</a:t>
            </a:r>
            <a:endParaRPr sz="2500"/>
          </a:p>
          <a:p>
            <a:pPr indent="0" lvl="0" marL="0" rtl="0" algn="ctr">
              <a:spcBef>
                <a:spcPts val="0"/>
              </a:spcBef>
              <a:spcAft>
                <a:spcPts val="0"/>
              </a:spcAft>
              <a:buNone/>
            </a:pPr>
            <a:r>
              <a:rPr lang="en" sz="2500"/>
              <a:t> under different assumptions</a:t>
            </a:r>
            <a:endParaRPr sz="2500"/>
          </a:p>
          <a:p>
            <a:pPr indent="0" lvl="0" marL="0" rtl="0" algn="ctr">
              <a:spcBef>
                <a:spcPts val="0"/>
              </a:spcBef>
              <a:spcAft>
                <a:spcPts val="0"/>
              </a:spcAft>
              <a:buNone/>
            </a:pPr>
            <a:r>
              <a:rPr lang="en" sz="2500"/>
              <a:t>and complexity</a:t>
            </a:r>
            <a:r>
              <a:rPr lang="en" sz="2500"/>
              <a:t>.</a:t>
            </a:r>
            <a:r>
              <a:rPr lang="en" sz="2500"/>
              <a:t>”</a:t>
            </a:r>
            <a:endParaRPr sz="25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3" name="Shape 983"/>
        <p:cNvGrpSpPr/>
        <p:nvPr/>
      </p:nvGrpSpPr>
      <p:grpSpPr>
        <a:xfrm>
          <a:off x="0" y="0"/>
          <a:ext cx="0" cy="0"/>
          <a:chOff x="0" y="0"/>
          <a:chExt cx="0" cy="0"/>
        </a:xfrm>
      </p:grpSpPr>
      <p:pic>
        <p:nvPicPr>
          <p:cNvPr id="984" name="Google Shape;984;p66"/>
          <p:cNvPicPr preferRelativeResize="0"/>
          <p:nvPr/>
        </p:nvPicPr>
        <p:blipFill>
          <a:blip r:embed="rId3">
            <a:alphaModFix amt="86000"/>
          </a:blip>
          <a:stretch>
            <a:fillRect/>
          </a:stretch>
        </p:blipFill>
        <p:spPr>
          <a:xfrm flipH="1">
            <a:off x="163638" y="2009838"/>
            <a:ext cx="1352550" cy="3600450"/>
          </a:xfrm>
          <a:prstGeom prst="rect">
            <a:avLst/>
          </a:prstGeom>
          <a:noFill/>
          <a:ln>
            <a:noFill/>
          </a:ln>
        </p:spPr>
      </p:pic>
      <p:pic>
        <p:nvPicPr>
          <p:cNvPr id="985" name="Google Shape;985;p66"/>
          <p:cNvPicPr preferRelativeResize="0"/>
          <p:nvPr/>
        </p:nvPicPr>
        <p:blipFill>
          <a:blip r:embed="rId4">
            <a:alphaModFix amt="86000"/>
          </a:blip>
          <a:stretch>
            <a:fillRect/>
          </a:stretch>
        </p:blipFill>
        <p:spPr>
          <a:xfrm flipH="1">
            <a:off x="1360063" y="3749513"/>
            <a:ext cx="733425" cy="1857375"/>
          </a:xfrm>
          <a:prstGeom prst="rect">
            <a:avLst/>
          </a:prstGeom>
          <a:noFill/>
          <a:ln>
            <a:noFill/>
          </a:ln>
        </p:spPr>
      </p:pic>
      <p:pic>
        <p:nvPicPr>
          <p:cNvPr id="986" name="Google Shape;986;p66"/>
          <p:cNvPicPr preferRelativeResize="0"/>
          <p:nvPr/>
        </p:nvPicPr>
        <p:blipFill>
          <a:blip r:embed="rId5">
            <a:alphaModFix amt="86000"/>
          </a:blip>
          <a:stretch>
            <a:fillRect/>
          </a:stretch>
        </p:blipFill>
        <p:spPr>
          <a:xfrm flipH="1">
            <a:off x="3754000" y="2692638"/>
            <a:ext cx="1304925" cy="2809875"/>
          </a:xfrm>
          <a:prstGeom prst="rect">
            <a:avLst/>
          </a:prstGeom>
          <a:noFill/>
          <a:ln>
            <a:noFill/>
          </a:ln>
        </p:spPr>
      </p:pic>
      <p:pic>
        <p:nvPicPr>
          <p:cNvPr id="987" name="Google Shape;987;p66"/>
          <p:cNvPicPr preferRelativeResize="0"/>
          <p:nvPr/>
        </p:nvPicPr>
        <p:blipFill>
          <a:blip r:embed="rId6">
            <a:alphaModFix amt="86000"/>
          </a:blip>
          <a:stretch>
            <a:fillRect/>
          </a:stretch>
        </p:blipFill>
        <p:spPr>
          <a:xfrm flipH="1" rot="1379977">
            <a:off x="2420750" y="3744762"/>
            <a:ext cx="942975" cy="1866900"/>
          </a:xfrm>
          <a:prstGeom prst="rect">
            <a:avLst/>
          </a:prstGeom>
          <a:noFill/>
          <a:ln>
            <a:noFill/>
          </a:ln>
        </p:spPr>
      </p:pic>
      <p:sp>
        <p:nvSpPr>
          <p:cNvPr id="988" name="Google Shape;988;p66"/>
          <p:cNvSpPr txBox="1"/>
          <p:nvPr>
            <p:ph idx="1" type="subTitle"/>
          </p:nvPr>
        </p:nvSpPr>
        <p:spPr>
          <a:xfrm>
            <a:off x="1480950" y="666750"/>
            <a:ext cx="6715500" cy="1818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“To understand model performance under different assumptions</a:t>
            </a:r>
            <a:endParaRPr/>
          </a:p>
          <a:p>
            <a:pPr indent="0" lvl="0" marL="0" rtl="0" algn="r">
              <a:spcBef>
                <a:spcPts val="0"/>
              </a:spcBef>
              <a:spcAft>
                <a:spcPts val="0"/>
              </a:spcAft>
              <a:buNone/>
            </a:pPr>
            <a:r>
              <a:rPr lang="en"/>
              <a:t>and complexity.”</a:t>
            </a:r>
            <a:endParaRPr/>
          </a:p>
        </p:txBody>
      </p:sp>
      <p:sp>
        <p:nvSpPr>
          <p:cNvPr id="989" name="Google Shape;989;p66"/>
          <p:cNvSpPr txBox="1"/>
          <p:nvPr>
            <p:ph type="title"/>
          </p:nvPr>
        </p:nvSpPr>
        <p:spPr>
          <a:xfrm>
            <a:off x="3836250" y="2443063"/>
            <a:ext cx="4360200" cy="53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—Someone Famous</a:t>
            </a:r>
            <a:endParaRPr/>
          </a:p>
        </p:txBody>
      </p:sp>
      <p:grpSp>
        <p:nvGrpSpPr>
          <p:cNvPr id="990" name="Google Shape;990;p66"/>
          <p:cNvGrpSpPr/>
          <p:nvPr/>
        </p:nvGrpSpPr>
        <p:grpSpPr>
          <a:xfrm rot="965751">
            <a:off x="7465374" y="3475312"/>
            <a:ext cx="1215201" cy="1244560"/>
            <a:chOff x="11865109" y="1321965"/>
            <a:chExt cx="1133227" cy="1160606"/>
          </a:xfrm>
        </p:grpSpPr>
        <p:sp>
          <p:nvSpPr>
            <p:cNvPr id="991" name="Google Shape;991;p66"/>
            <p:cNvSpPr/>
            <p:nvPr/>
          </p:nvSpPr>
          <p:spPr>
            <a:xfrm>
              <a:off x="11872451" y="1321965"/>
              <a:ext cx="1125885" cy="1152965"/>
            </a:xfrm>
            <a:custGeom>
              <a:rect b="b" l="l" r="r" t="t"/>
              <a:pathLst>
                <a:path extrusionOk="0" h="33253" w="32472">
                  <a:moveTo>
                    <a:pt x="32344" y="17535"/>
                  </a:moveTo>
                  <a:lnTo>
                    <a:pt x="32344" y="17535"/>
                  </a:lnTo>
                  <a:cubicBezTo>
                    <a:pt x="32372" y="17549"/>
                    <a:pt x="32401" y="17535"/>
                    <a:pt x="32415" y="17507"/>
                  </a:cubicBezTo>
                  <a:cubicBezTo>
                    <a:pt x="32415" y="17464"/>
                    <a:pt x="32415" y="17421"/>
                    <a:pt x="32415" y="17379"/>
                  </a:cubicBezTo>
                  <a:cubicBezTo>
                    <a:pt x="32443" y="17294"/>
                    <a:pt x="32457" y="17208"/>
                    <a:pt x="32457" y="17137"/>
                  </a:cubicBezTo>
                  <a:cubicBezTo>
                    <a:pt x="32415" y="16811"/>
                    <a:pt x="32372" y="16484"/>
                    <a:pt x="32316" y="16158"/>
                  </a:cubicBezTo>
                  <a:lnTo>
                    <a:pt x="32316" y="15774"/>
                  </a:lnTo>
                  <a:cubicBezTo>
                    <a:pt x="32429" y="15306"/>
                    <a:pt x="32330" y="14866"/>
                    <a:pt x="32216" y="14411"/>
                  </a:cubicBezTo>
                  <a:lnTo>
                    <a:pt x="32216" y="14411"/>
                  </a:lnTo>
                  <a:cubicBezTo>
                    <a:pt x="32103" y="14170"/>
                    <a:pt x="32088" y="13872"/>
                    <a:pt x="31918" y="13645"/>
                  </a:cubicBezTo>
                  <a:lnTo>
                    <a:pt x="31918" y="13645"/>
                  </a:lnTo>
                  <a:cubicBezTo>
                    <a:pt x="31847" y="13474"/>
                    <a:pt x="31875" y="13290"/>
                    <a:pt x="31719" y="13148"/>
                  </a:cubicBezTo>
                  <a:lnTo>
                    <a:pt x="31719" y="13148"/>
                  </a:lnTo>
                  <a:cubicBezTo>
                    <a:pt x="31591" y="12963"/>
                    <a:pt x="31705" y="12679"/>
                    <a:pt x="31478" y="12523"/>
                  </a:cubicBezTo>
                  <a:lnTo>
                    <a:pt x="31449" y="12523"/>
                  </a:lnTo>
                  <a:cubicBezTo>
                    <a:pt x="31435" y="12268"/>
                    <a:pt x="31393" y="12026"/>
                    <a:pt x="31322" y="11785"/>
                  </a:cubicBezTo>
                  <a:cubicBezTo>
                    <a:pt x="31293" y="11700"/>
                    <a:pt x="31293" y="11600"/>
                    <a:pt x="31322" y="11515"/>
                  </a:cubicBezTo>
                  <a:lnTo>
                    <a:pt x="31194" y="11373"/>
                  </a:lnTo>
                  <a:lnTo>
                    <a:pt x="31208" y="11359"/>
                  </a:lnTo>
                  <a:cubicBezTo>
                    <a:pt x="31208" y="11302"/>
                    <a:pt x="31208" y="11260"/>
                    <a:pt x="31180" y="11217"/>
                  </a:cubicBezTo>
                  <a:cubicBezTo>
                    <a:pt x="31151" y="11160"/>
                    <a:pt x="31123" y="11089"/>
                    <a:pt x="31094" y="11018"/>
                  </a:cubicBezTo>
                  <a:cubicBezTo>
                    <a:pt x="31009" y="10706"/>
                    <a:pt x="31023" y="10365"/>
                    <a:pt x="30839" y="10067"/>
                  </a:cubicBezTo>
                  <a:cubicBezTo>
                    <a:pt x="30796" y="10010"/>
                    <a:pt x="30811" y="9911"/>
                    <a:pt x="30754" y="9868"/>
                  </a:cubicBezTo>
                  <a:lnTo>
                    <a:pt x="30754" y="9868"/>
                  </a:lnTo>
                  <a:cubicBezTo>
                    <a:pt x="30697" y="9811"/>
                    <a:pt x="30711" y="9726"/>
                    <a:pt x="30654" y="9669"/>
                  </a:cubicBezTo>
                  <a:lnTo>
                    <a:pt x="30654" y="9669"/>
                  </a:lnTo>
                  <a:lnTo>
                    <a:pt x="30654" y="9669"/>
                  </a:lnTo>
                  <a:cubicBezTo>
                    <a:pt x="30569" y="9513"/>
                    <a:pt x="30541" y="9343"/>
                    <a:pt x="30456" y="9187"/>
                  </a:cubicBezTo>
                  <a:cubicBezTo>
                    <a:pt x="30370" y="9116"/>
                    <a:pt x="30456" y="8974"/>
                    <a:pt x="30356" y="8903"/>
                  </a:cubicBezTo>
                  <a:lnTo>
                    <a:pt x="30356" y="8903"/>
                  </a:lnTo>
                  <a:lnTo>
                    <a:pt x="30356" y="8903"/>
                  </a:lnTo>
                  <a:lnTo>
                    <a:pt x="30356" y="8903"/>
                  </a:lnTo>
                  <a:cubicBezTo>
                    <a:pt x="30314" y="8846"/>
                    <a:pt x="30328" y="8746"/>
                    <a:pt x="30257" y="8704"/>
                  </a:cubicBezTo>
                  <a:lnTo>
                    <a:pt x="30257" y="8704"/>
                  </a:lnTo>
                  <a:cubicBezTo>
                    <a:pt x="30228" y="8675"/>
                    <a:pt x="30200" y="8633"/>
                    <a:pt x="30172" y="8604"/>
                  </a:cubicBezTo>
                  <a:cubicBezTo>
                    <a:pt x="30157" y="8576"/>
                    <a:pt x="30157" y="8548"/>
                    <a:pt x="30157" y="8533"/>
                  </a:cubicBezTo>
                  <a:cubicBezTo>
                    <a:pt x="30129" y="8477"/>
                    <a:pt x="30101" y="8434"/>
                    <a:pt x="30072" y="8406"/>
                  </a:cubicBezTo>
                  <a:lnTo>
                    <a:pt x="30072" y="8406"/>
                  </a:lnTo>
                  <a:cubicBezTo>
                    <a:pt x="30015" y="8363"/>
                    <a:pt x="30030" y="8264"/>
                    <a:pt x="29973" y="8221"/>
                  </a:cubicBezTo>
                  <a:lnTo>
                    <a:pt x="29973" y="8221"/>
                  </a:lnTo>
                  <a:lnTo>
                    <a:pt x="29973" y="8221"/>
                  </a:lnTo>
                  <a:lnTo>
                    <a:pt x="29973" y="8221"/>
                  </a:lnTo>
                  <a:cubicBezTo>
                    <a:pt x="29916" y="8164"/>
                    <a:pt x="29930" y="8079"/>
                    <a:pt x="29873" y="8022"/>
                  </a:cubicBezTo>
                  <a:lnTo>
                    <a:pt x="29873" y="8022"/>
                  </a:lnTo>
                  <a:cubicBezTo>
                    <a:pt x="29817" y="7966"/>
                    <a:pt x="29831" y="7880"/>
                    <a:pt x="29774" y="7824"/>
                  </a:cubicBezTo>
                  <a:lnTo>
                    <a:pt x="29774" y="7824"/>
                  </a:lnTo>
                  <a:cubicBezTo>
                    <a:pt x="29746" y="7795"/>
                    <a:pt x="29703" y="7767"/>
                    <a:pt x="29689" y="7724"/>
                  </a:cubicBezTo>
                  <a:lnTo>
                    <a:pt x="29689" y="7724"/>
                  </a:lnTo>
                  <a:cubicBezTo>
                    <a:pt x="29575" y="7625"/>
                    <a:pt x="29547" y="7440"/>
                    <a:pt x="29405" y="7369"/>
                  </a:cubicBezTo>
                  <a:cubicBezTo>
                    <a:pt x="29405" y="7327"/>
                    <a:pt x="29405" y="7284"/>
                    <a:pt x="29391" y="7241"/>
                  </a:cubicBezTo>
                  <a:cubicBezTo>
                    <a:pt x="29334" y="7199"/>
                    <a:pt x="29291" y="7142"/>
                    <a:pt x="29277" y="7071"/>
                  </a:cubicBezTo>
                  <a:lnTo>
                    <a:pt x="29192" y="6972"/>
                  </a:lnTo>
                  <a:lnTo>
                    <a:pt x="29093" y="6872"/>
                  </a:lnTo>
                  <a:lnTo>
                    <a:pt x="28993" y="6773"/>
                  </a:lnTo>
                  <a:cubicBezTo>
                    <a:pt x="28965" y="6773"/>
                    <a:pt x="28951" y="6773"/>
                    <a:pt x="28922" y="6773"/>
                  </a:cubicBezTo>
                  <a:cubicBezTo>
                    <a:pt x="28922" y="6773"/>
                    <a:pt x="28922" y="6773"/>
                    <a:pt x="28922" y="6759"/>
                  </a:cubicBezTo>
                  <a:lnTo>
                    <a:pt x="28936" y="6745"/>
                  </a:lnTo>
                  <a:cubicBezTo>
                    <a:pt x="28951" y="6730"/>
                    <a:pt x="28936" y="6702"/>
                    <a:pt x="28922" y="6674"/>
                  </a:cubicBezTo>
                  <a:cubicBezTo>
                    <a:pt x="28908" y="6659"/>
                    <a:pt x="28894" y="6631"/>
                    <a:pt x="28908" y="6603"/>
                  </a:cubicBezTo>
                  <a:cubicBezTo>
                    <a:pt x="28880" y="6574"/>
                    <a:pt x="28865" y="6560"/>
                    <a:pt x="28851" y="6560"/>
                  </a:cubicBezTo>
                  <a:cubicBezTo>
                    <a:pt x="28837" y="6532"/>
                    <a:pt x="28823" y="6503"/>
                    <a:pt x="28794" y="6489"/>
                  </a:cubicBezTo>
                  <a:lnTo>
                    <a:pt x="28794" y="6489"/>
                  </a:lnTo>
                  <a:cubicBezTo>
                    <a:pt x="28766" y="6446"/>
                    <a:pt x="28738" y="6418"/>
                    <a:pt x="28709" y="6375"/>
                  </a:cubicBezTo>
                  <a:lnTo>
                    <a:pt x="28709" y="6375"/>
                  </a:lnTo>
                  <a:cubicBezTo>
                    <a:pt x="28652" y="6333"/>
                    <a:pt x="28667" y="6233"/>
                    <a:pt x="28596" y="6205"/>
                  </a:cubicBezTo>
                  <a:lnTo>
                    <a:pt x="28596" y="6205"/>
                  </a:lnTo>
                  <a:cubicBezTo>
                    <a:pt x="28581" y="6162"/>
                    <a:pt x="28539" y="6120"/>
                    <a:pt x="28510" y="6091"/>
                  </a:cubicBezTo>
                  <a:lnTo>
                    <a:pt x="28510" y="6091"/>
                  </a:lnTo>
                  <a:cubicBezTo>
                    <a:pt x="28482" y="6063"/>
                    <a:pt x="28439" y="6035"/>
                    <a:pt x="28425" y="5992"/>
                  </a:cubicBezTo>
                  <a:lnTo>
                    <a:pt x="28425" y="5992"/>
                  </a:lnTo>
                  <a:cubicBezTo>
                    <a:pt x="28312" y="5878"/>
                    <a:pt x="28212" y="5736"/>
                    <a:pt x="28113" y="5623"/>
                  </a:cubicBezTo>
                  <a:lnTo>
                    <a:pt x="28113" y="5623"/>
                  </a:lnTo>
                  <a:cubicBezTo>
                    <a:pt x="28084" y="5580"/>
                    <a:pt x="28056" y="5538"/>
                    <a:pt x="28014" y="5523"/>
                  </a:cubicBezTo>
                  <a:lnTo>
                    <a:pt x="28014" y="5523"/>
                  </a:lnTo>
                  <a:lnTo>
                    <a:pt x="28014" y="5523"/>
                  </a:lnTo>
                  <a:lnTo>
                    <a:pt x="28014" y="5523"/>
                  </a:lnTo>
                  <a:cubicBezTo>
                    <a:pt x="27985" y="5481"/>
                    <a:pt x="27957" y="5452"/>
                    <a:pt x="27914" y="5424"/>
                  </a:cubicBezTo>
                  <a:lnTo>
                    <a:pt x="27914" y="5424"/>
                  </a:lnTo>
                  <a:cubicBezTo>
                    <a:pt x="27886" y="5382"/>
                    <a:pt x="27857" y="5353"/>
                    <a:pt x="27829" y="5311"/>
                  </a:cubicBezTo>
                  <a:lnTo>
                    <a:pt x="27829" y="5311"/>
                  </a:lnTo>
                  <a:cubicBezTo>
                    <a:pt x="27758" y="5268"/>
                    <a:pt x="27786" y="5169"/>
                    <a:pt x="27715" y="5140"/>
                  </a:cubicBezTo>
                  <a:lnTo>
                    <a:pt x="27715" y="5140"/>
                  </a:lnTo>
                  <a:cubicBezTo>
                    <a:pt x="27687" y="5098"/>
                    <a:pt x="27659" y="5055"/>
                    <a:pt x="27616" y="5041"/>
                  </a:cubicBezTo>
                  <a:lnTo>
                    <a:pt x="27616" y="5041"/>
                  </a:lnTo>
                  <a:lnTo>
                    <a:pt x="27616" y="5041"/>
                  </a:lnTo>
                  <a:lnTo>
                    <a:pt x="27616" y="5041"/>
                  </a:lnTo>
                  <a:cubicBezTo>
                    <a:pt x="27588" y="4998"/>
                    <a:pt x="27559" y="4956"/>
                    <a:pt x="27517" y="4941"/>
                  </a:cubicBezTo>
                  <a:lnTo>
                    <a:pt x="27517" y="4941"/>
                  </a:lnTo>
                  <a:cubicBezTo>
                    <a:pt x="27474" y="4870"/>
                    <a:pt x="27375" y="4899"/>
                    <a:pt x="27346" y="4828"/>
                  </a:cubicBezTo>
                  <a:lnTo>
                    <a:pt x="27346" y="4828"/>
                  </a:lnTo>
                  <a:cubicBezTo>
                    <a:pt x="27304" y="4799"/>
                    <a:pt x="27275" y="4771"/>
                    <a:pt x="27261" y="4743"/>
                  </a:cubicBezTo>
                  <a:lnTo>
                    <a:pt x="27247" y="4714"/>
                  </a:lnTo>
                  <a:cubicBezTo>
                    <a:pt x="27204" y="4700"/>
                    <a:pt x="27176" y="4672"/>
                    <a:pt x="27147" y="4643"/>
                  </a:cubicBezTo>
                  <a:lnTo>
                    <a:pt x="27147" y="4643"/>
                  </a:lnTo>
                  <a:cubicBezTo>
                    <a:pt x="27119" y="4615"/>
                    <a:pt x="27091" y="4586"/>
                    <a:pt x="27048" y="4558"/>
                  </a:cubicBezTo>
                  <a:lnTo>
                    <a:pt x="27048" y="4558"/>
                  </a:lnTo>
                  <a:lnTo>
                    <a:pt x="27048" y="4558"/>
                  </a:lnTo>
                  <a:lnTo>
                    <a:pt x="27048" y="4558"/>
                  </a:lnTo>
                  <a:cubicBezTo>
                    <a:pt x="27020" y="4515"/>
                    <a:pt x="26977" y="4473"/>
                    <a:pt x="26920" y="4459"/>
                  </a:cubicBezTo>
                  <a:cubicBezTo>
                    <a:pt x="26892" y="4459"/>
                    <a:pt x="26863" y="4459"/>
                    <a:pt x="26849" y="4430"/>
                  </a:cubicBezTo>
                  <a:cubicBezTo>
                    <a:pt x="26821" y="4416"/>
                    <a:pt x="26792" y="4416"/>
                    <a:pt x="26764" y="4430"/>
                  </a:cubicBezTo>
                  <a:cubicBezTo>
                    <a:pt x="26764" y="4416"/>
                    <a:pt x="26750" y="4388"/>
                    <a:pt x="26750" y="4359"/>
                  </a:cubicBezTo>
                  <a:cubicBezTo>
                    <a:pt x="26721" y="4373"/>
                    <a:pt x="26693" y="4359"/>
                    <a:pt x="26679" y="4359"/>
                  </a:cubicBezTo>
                  <a:cubicBezTo>
                    <a:pt x="26679" y="4331"/>
                    <a:pt x="26665" y="4288"/>
                    <a:pt x="26665" y="4260"/>
                  </a:cubicBezTo>
                  <a:cubicBezTo>
                    <a:pt x="26608" y="4260"/>
                    <a:pt x="26580" y="4217"/>
                    <a:pt x="26565" y="4175"/>
                  </a:cubicBezTo>
                  <a:lnTo>
                    <a:pt x="26452" y="4075"/>
                  </a:lnTo>
                  <a:lnTo>
                    <a:pt x="26352" y="4004"/>
                  </a:lnTo>
                  <a:cubicBezTo>
                    <a:pt x="26239" y="3962"/>
                    <a:pt x="26139" y="3891"/>
                    <a:pt x="26068" y="3791"/>
                  </a:cubicBezTo>
                  <a:lnTo>
                    <a:pt x="25969" y="3706"/>
                  </a:lnTo>
                  <a:cubicBezTo>
                    <a:pt x="25884" y="3706"/>
                    <a:pt x="25813" y="3649"/>
                    <a:pt x="25784" y="3578"/>
                  </a:cubicBezTo>
                  <a:cubicBezTo>
                    <a:pt x="25756" y="3578"/>
                    <a:pt x="25728" y="3578"/>
                    <a:pt x="25713" y="3578"/>
                  </a:cubicBezTo>
                  <a:lnTo>
                    <a:pt x="25685" y="3493"/>
                  </a:lnTo>
                  <a:cubicBezTo>
                    <a:pt x="25642" y="3493"/>
                    <a:pt x="25600" y="3451"/>
                    <a:pt x="25586" y="3408"/>
                  </a:cubicBezTo>
                  <a:cubicBezTo>
                    <a:pt x="25415" y="3252"/>
                    <a:pt x="25202" y="3152"/>
                    <a:pt x="25004" y="3025"/>
                  </a:cubicBezTo>
                  <a:cubicBezTo>
                    <a:pt x="24989" y="3010"/>
                    <a:pt x="24947" y="3025"/>
                    <a:pt x="24918" y="3025"/>
                  </a:cubicBezTo>
                  <a:lnTo>
                    <a:pt x="24819" y="2911"/>
                  </a:lnTo>
                  <a:cubicBezTo>
                    <a:pt x="24720" y="2883"/>
                    <a:pt x="24677" y="2812"/>
                    <a:pt x="24620" y="2726"/>
                  </a:cubicBezTo>
                  <a:lnTo>
                    <a:pt x="23967" y="2712"/>
                  </a:lnTo>
                  <a:cubicBezTo>
                    <a:pt x="23782" y="2627"/>
                    <a:pt x="23598" y="2542"/>
                    <a:pt x="23527" y="2329"/>
                  </a:cubicBezTo>
                  <a:cubicBezTo>
                    <a:pt x="23499" y="2258"/>
                    <a:pt x="23428" y="2258"/>
                    <a:pt x="23371" y="2244"/>
                  </a:cubicBezTo>
                  <a:cubicBezTo>
                    <a:pt x="23172" y="2428"/>
                    <a:pt x="23016" y="2187"/>
                    <a:pt x="22831" y="2173"/>
                  </a:cubicBezTo>
                  <a:cubicBezTo>
                    <a:pt x="22746" y="2159"/>
                    <a:pt x="22860" y="2031"/>
                    <a:pt x="22817" y="1960"/>
                  </a:cubicBezTo>
                  <a:cubicBezTo>
                    <a:pt x="22789" y="1889"/>
                    <a:pt x="22774" y="1846"/>
                    <a:pt x="22760" y="1789"/>
                  </a:cubicBezTo>
                  <a:lnTo>
                    <a:pt x="22661" y="1690"/>
                  </a:lnTo>
                  <a:cubicBezTo>
                    <a:pt x="22547" y="1633"/>
                    <a:pt x="22576" y="1534"/>
                    <a:pt x="22561" y="1449"/>
                  </a:cubicBezTo>
                  <a:cubicBezTo>
                    <a:pt x="22533" y="1363"/>
                    <a:pt x="22462" y="1335"/>
                    <a:pt x="22377" y="1406"/>
                  </a:cubicBezTo>
                  <a:cubicBezTo>
                    <a:pt x="22207" y="1562"/>
                    <a:pt x="22207" y="1562"/>
                    <a:pt x="22065" y="1363"/>
                  </a:cubicBezTo>
                  <a:cubicBezTo>
                    <a:pt x="22065" y="1349"/>
                    <a:pt x="22050" y="1335"/>
                    <a:pt x="22050" y="1321"/>
                  </a:cubicBezTo>
                  <a:cubicBezTo>
                    <a:pt x="21994" y="1221"/>
                    <a:pt x="21937" y="1250"/>
                    <a:pt x="21866" y="1321"/>
                  </a:cubicBezTo>
                  <a:cubicBezTo>
                    <a:pt x="21852" y="1335"/>
                    <a:pt x="21823" y="1363"/>
                    <a:pt x="21795" y="1378"/>
                  </a:cubicBezTo>
                  <a:cubicBezTo>
                    <a:pt x="21724" y="1321"/>
                    <a:pt x="21653" y="1264"/>
                    <a:pt x="21582" y="1193"/>
                  </a:cubicBezTo>
                  <a:cubicBezTo>
                    <a:pt x="21440" y="1065"/>
                    <a:pt x="21440" y="1065"/>
                    <a:pt x="21227" y="1193"/>
                  </a:cubicBezTo>
                  <a:lnTo>
                    <a:pt x="21113" y="1477"/>
                  </a:lnTo>
                  <a:cubicBezTo>
                    <a:pt x="20971" y="1477"/>
                    <a:pt x="20900" y="1392"/>
                    <a:pt x="20943" y="1264"/>
                  </a:cubicBezTo>
                  <a:cubicBezTo>
                    <a:pt x="20971" y="1179"/>
                    <a:pt x="21042" y="1094"/>
                    <a:pt x="21028" y="994"/>
                  </a:cubicBezTo>
                  <a:cubicBezTo>
                    <a:pt x="20985" y="994"/>
                    <a:pt x="20957" y="994"/>
                    <a:pt x="20929" y="994"/>
                  </a:cubicBezTo>
                  <a:lnTo>
                    <a:pt x="20843" y="923"/>
                  </a:lnTo>
                  <a:lnTo>
                    <a:pt x="20858" y="909"/>
                  </a:lnTo>
                  <a:cubicBezTo>
                    <a:pt x="20872" y="881"/>
                    <a:pt x="20858" y="838"/>
                    <a:pt x="20829" y="810"/>
                  </a:cubicBezTo>
                  <a:lnTo>
                    <a:pt x="20829" y="810"/>
                  </a:lnTo>
                  <a:cubicBezTo>
                    <a:pt x="20787" y="781"/>
                    <a:pt x="20758" y="739"/>
                    <a:pt x="20730" y="710"/>
                  </a:cubicBezTo>
                  <a:lnTo>
                    <a:pt x="20730" y="710"/>
                  </a:lnTo>
                  <a:cubicBezTo>
                    <a:pt x="20645" y="639"/>
                    <a:pt x="20531" y="639"/>
                    <a:pt x="20446" y="710"/>
                  </a:cubicBezTo>
                  <a:lnTo>
                    <a:pt x="20446" y="710"/>
                  </a:lnTo>
                  <a:cubicBezTo>
                    <a:pt x="20403" y="739"/>
                    <a:pt x="20375" y="753"/>
                    <a:pt x="20332" y="753"/>
                  </a:cubicBezTo>
                  <a:cubicBezTo>
                    <a:pt x="20318" y="739"/>
                    <a:pt x="20304" y="725"/>
                    <a:pt x="20290" y="710"/>
                  </a:cubicBezTo>
                  <a:cubicBezTo>
                    <a:pt x="20276" y="696"/>
                    <a:pt x="20261" y="696"/>
                    <a:pt x="20247" y="682"/>
                  </a:cubicBezTo>
                  <a:lnTo>
                    <a:pt x="20247" y="611"/>
                  </a:lnTo>
                  <a:lnTo>
                    <a:pt x="20148" y="611"/>
                  </a:lnTo>
                  <a:lnTo>
                    <a:pt x="20148" y="611"/>
                  </a:lnTo>
                  <a:lnTo>
                    <a:pt x="20063" y="597"/>
                  </a:lnTo>
                  <a:cubicBezTo>
                    <a:pt x="20006" y="540"/>
                    <a:pt x="19935" y="512"/>
                    <a:pt x="19864" y="526"/>
                  </a:cubicBezTo>
                  <a:cubicBezTo>
                    <a:pt x="19793" y="583"/>
                    <a:pt x="19764" y="682"/>
                    <a:pt x="19793" y="767"/>
                  </a:cubicBezTo>
                  <a:lnTo>
                    <a:pt x="19665" y="710"/>
                  </a:lnTo>
                  <a:cubicBezTo>
                    <a:pt x="19651" y="639"/>
                    <a:pt x="19651" y="540"/>
                    <a:pt x="19537" y="554"/>
                  </a:cubicBezTo>
                  <a:cubicBezTo>
                    <a:pt x="19480" y="568"/>
                    <a:pt x="19466" y="654"/>
                    <a:pt x="19466" y="725"/>
                  </a:cubicBezTo>
                  <a:lnTo>
                    <a:pt x="19665" y="725"/>
                  </a:lnTo>
                  <a:cubicBezTo>
                    <a:pt x="19566" y="781"/>
                    <a:pt x="19580" y="881"/>
                    <a:pt x="19594" y="966"/>
                  </a:cubicBezTo>
                  <a:cubicBezTo>
                    <a:pt x="19566" y="909"/>
                    <a:pt x="19523" y="852"/>
                    <a:pt x="19466" y="824"/>
                  </a:cubicBezTo>
                  <a:lnTo>
                    <a:pt x="19239" y="810"/>
                  </a:lnTo>
                  <a:cubicBezTo>
                    <a:pt x="19225" y="739"/>
                    <a:pt x="19182" y="682"/>
                    <a:pt x="19168" y="611"/>
                  </a:cubicBezTo>
                  <a:cubicBezTo>
                    <a:pt x="19168" y="597"/>
                    <a:pt x="19168" y="554"/>
                    <a:pt x="19168" y="526"/>
                  </a:cubicBezTo>
                  <a:cubicBezTo>
                    <a:pt x="19140" y="497"/>
                    <a:pt x="19111" y="455"/>
                    <a:pt x="19083" y="426"/>
                  </a:cubicBezTo>
                  <a:lnTo>
                    <a:pt x="19083" y="426"/>
                  </a:lnTo>
                  <a:cubicBezTo>
                    <a:pt x="19026" y="370"/>
                    <a:pt x="18941" y="370"/>
                    <a:pt x="18884" y="426"/>
                  </a:cubicBezTo>
                  <a:lnTo>
                    <a:pt x="18884" y="426"/>
                  </a:lnTo>
                  <a:cubicBezTo>
                    <a:pt x="18827" y="526"/>
                    <a:pt x="18771" y="639"/>
                    <a:pt x="18614" y="583"/>
                  </a:cubicBezTo>
                  <a:lnTo>
                    <a:pt x="18671" y="583"/>
                  </a:lnTo>
                  <a:cubicBezTo>
                    <a:pt x="18671" y="568"/>
                    <a:pt x="18657" y="554"/>
                    <a:pt x="18657" y="540"/>
                  </a:cubicBezTo>
                  <a:lnTo>
                    <a:pt x="18558" y="441"/>
                  </a:lnTo>
                  <a:lnTo>
                    <a:pt x="18387" y="426"/>
                  </a:lnTo>
                  <a:lnTo>
                    <a:pt x="18387" y="483"/>
                  </a:lnTo>
                  <a:cubicBezTo>
                    <a:pt x="18316" y="469"/>
                    <a:pt x="18259" y="483"/>
                    <a:pt x="18203" y="426"/>
                  </a:cubicBezTo>
                  <a:lnTo>
                    <a:pt x="18203" y="426"/>
                  </a:lnTo>
                  <a:lnTo>
                    <a:pt x="18103" y="327"/>
                  </a:lnTo>
                  <a:lnTo>
                    <a:pt x="18103" y="327"/>
                  </a:lnTo>
                  <a:cubicBezTo>
                    <a:pt x="18075" y="299"/>
                    <a:pt x="18046" y="270"/>
                    <a:pt x="18018" y="228"/>
                  </a:cubicBezTo>
                  <a:lnTo>
                    <a:pt x="18018" y="228"/>
                  </a:lnTo>
                  <a:cubicBezTo>
                    <a:pt x="17862" y="412"/>
                    <a:pt x="17621" y="469"/>
                    <a:pt x="17507" y="682"/>
                  </a:cubicBezTo>
                  <a:cubicBezTo>
                    <a:pt x="17507" y="696"/>
                    <a:pt x="17507" y="710"/>
                    <a:pt x="17521" y="710"/>
                  </a:cubicBezTo>
                  <a:cubicBezTo>
                    <a:pt x="17422" y="682"/>
                    <a:pt x="17322" y="710"/>
                    <a:pt x="17251" y="767"/>
                  </a:cubicBezTo>
                  <a:cubicBezTo>
                    <a:pt x="17237" y="796"/>
                    <a:pt x="17209" y="781"/>
                    <a:pt x="17166" y="796"/>
                  </a:cubicBezTo>
                  <a:lnTo>
                    <a:pt x="17166" y="796"/>
                  </a:lnTo>
                  <a:cubicBezTo>
                    <a:pt x="17138" y="767"/>
                    <a:pt x="17095" y="739"/>
                    <a:pt x="17053" y="725"/>
                  </a:cubicBezTo>
                  <a:cubicBezTo>
                    <a:pt x="16896" y="654"/>
                    <a:pt x="16896" y="654"/>
                    <a:pt x="16953" y="455"/>
                  </a:cubicBezTo>
                  <a:cubicBezTo>
                    <a:pt x="16740" y="455"/>
                    <a:pt x="16740" y="455"/>
                    <a:pt x="16655" y="583"/>
                  </a:cubicBezTo>
                  <a:cubicBezTo>
                    <a:pt x="16612" y="654"/>
                    <a:pt x="16556" y="668"/>
                    <a:pt x="16513" y="611"/>
                  </a:cubicBezTo>
                  <a:cubicBezTo>
                    <a:pt x="16414" y="412"/>
                    <a:pt x="16258" y="412"/>
                    <a:pt x="16087" y="426"/>
                  </a:cubicBezTo>
                  <a:lnTo>
                    <a:pt x="16087" y="426"/>
                  </a:lnTo>
                  <a:cubicBezTo>
                    <a:pt x="16144" y="341"/>
                    <a:pt x="16172" y="256"/>
                    <a:pt x="16172" y="142"/>
                  </a:cubicBezTo>
                  <a:lnTo>
                    <a:pt x="16172" y="142"/>
                  </a:lnTo>
                  <a:cubicBezTo>
                    <a:pt x="15974" y="0"/>
                    <a:pt x="15945" y="228"/>
                    <a:pt x="15860" y="299"/>
                  </a:cubicBezTo>
                  <a:cubicBezTo>
                    <a:pt x="15846" y="313"/>
                    <a:pt x="15846" y="327"/>
                    <a:pt x="15846" y="327"/>
                  </a:cubicBezTo>
                  <a:cubicBezTo>
                    <a:pt x="15746" y="327"/>
                    <a:pt x="15647" y="299"/>
                    <a:pt x="15548" y="270"/>
                  </a:cubicBezTo>
                  <a:cubicBezTo>
                    <a:pt x="15548" y="270"/>
                    <a:pt x="15548" y="256"/>
                    <a:pt x="15548" y="242"/>
                  </a:cubicBezTo>
                  <a:cubicBezTo>
                    <a:pt x="15548" y="199"/>
                    <a:pt x="15533" y="171"/>
                    <a:pt x="15491" y="142"/>
                  </a:cubicBezTo>
                  <a:lnTo>
                    <a:pt x="15491" y="142"/>
                  </a:lnTo>
                  <a:cubicBezTo>
                    <a:pt x="15477" y="114"/>
                    <a:pt x="15434" y="114"/>
                    <a:pt x="15406" y="142"/>
                  </a:cubicBezTo>
                  <a:lnTo>
                    <a:pt x="15221" y="142"/>
                  </a:lnTo>
                  <a:cubicBezTo>
                    <a:pt x="15193" y="171"/>
                    <a:pt x="15136" y="171"/>
                    <a:pt x="15107" y="142"/>
                  </a:cubicBezTo>
                  <a:lnTo>
                    <a:pt x="15107" y="142"/>
                  </a:lnTo>
                  <a:cubicBezTo>
                    <a:pt x="15051" y="71"/>
                    <a:pt x="14965" y="86"/>
                    <a:pt x="14923" y="142"/>
                  </a:cubicBezTo>
                  <a:cubicBezTo>
                    <a:pt x="14923" y="171"/>
                    <a:pt x="14923" y="199"/>
                    <a:pt x="14923" y="228"/>
                  </a:cubicBezTo>
                  <a:cubicBezTo>
                    <a:pt x="14895" y="256"/>
                    <a:pt x="14895" y="284"/>
                    <a:pt x="14909" y="313"/>
                  </a:cubicBezTo>
                  <a:cubicBezTo>
                    <a:pt x="14866" y="299"/>
                    <a:pt x="14838" y="270"/>
                    <a:pt x="14824" y="228"/>
                  </a:cubicBezTo>
                  <a:lnTo>
                    <a:pt x="14710" y="142"/>
                  </a:lnTo>
                  <a:lnTo>
                    <a:pt x="14540" y="142"/>
                  </a:lnTo>
                  <a:cubicBezTo>
                    <a:pt x="14511" y="327"/>
                    <a:pt x="14511" y="327"/>
                    <a:pt x="14341" y="256"/>
                  </a:cubicBezTo>
                  <a:cubicBezTo>
                    <a:pt x="14312" y="242"/>
                    <a:pt x="14284" y="242"/>
                    <a:pt x="14256" y="242"/>
                  </a:cubicBezTo>
                  <a:cubicBezTo>
                    <a:pt x="14185" y="398"/>
                    <a:pt x="13943" y="384"/>
                    <a:pt x="13901" y="512"/>
                  </a:cubicBezTo>
                  <a:cubicBezTo>
                    <a:pt x="13801" y="739"/>
                    <a:pt x="13631" y="696"/>
                    <a:pt x="13475" y="725"/>
                  </a:cubicBezTo>
                  <a:lnTo>
                    <a:pt x="13375" y="725"/>
                  </a:lnTo>
                  <a:cubicBezTo>
                    <a:pt x="13248" y="881"/>
                    <a:pt x="13120" y="838"/>
                    <a:pt x="12992" y="725"/>
                  </a:cubicBezTo>
                  <a:cubicBezTo>
                    <a:pt x="12921" y="725"/>
                    <a:pt x="12864" y="739"/>
                    <a:pt x="12807" y="753"/>
                  </a:cubicBezTo>
                  <a:cubicBezTo>
                    <a:pt x="12708" y="796"/>
                    <a:pt x="12665" y="625"/>
                    <a:pt x="12552" y="725"/>
                  </a:cubicBezTo>
                  <a:cubicBezTo>
                    <a:pt x="12609" y="838"/>
                    <a:pt x="12651" y="952"/>
                    <a:pt x="12722" y="1079"/>
                  </a:cubicBezTo>
                  <a:cubicBezTo>
                    <a:pt x="12637" y="1108"/>
                    <a:pt x="12538" y="1094"/>
                    <a:pt x="12481" y="1023"/>
                  </a:cubicBezTo>
                  <a:cubicBezTo>
                    <a:pt x="12381" y="938"/>
                    <a:pt x="12254" y="895"/>
                    <a:pt x="12126" y="909"/>
                  </a:cubicBezTo>
                  <a:lnTo>
                    <a:pt x="12310" y="1207"/>
                  </a:lnTo>
                  <a:cubicBezTo>
                    <a:pt x="12154" y="1221"/>
                    <a:pt x="11998" y="1321"/>
                    <a:pt x="11828" y="1292"/>
                  </a:cubicBezTo>
                  <a:lnTo>
                    <a:pt x="11828" y="1292"/>
                  </a:lnTo>
                  <a:cubicBezTo>
                    <a:pt x="11643" y="1165"/>
                    <a:pt x="11416" y="1108"/>
                    <a:pt x="11189" y="1108"/>
                  </a:cubicBezTo>
                  <a:lnTo>
                    <a:pt x="11132" y="1065"/>
                  </a:lnTo>
                  <a:cubicBezTo>
                    <a:pt x="11047" y="1009"/>
                    <a:pt x="10947" y="1009"/>
                    <a:pt x="10862" y="966"/>
                  </a:cubicBezTo>
                  <a:cubicBezTo>
                    <a:pt x="10763" y="938"/>
                    <a:pt x="10720" y="938"/>
                    <a:pt x="10678" y="1023"/>
                  </a:cubicBezTo>
                  <a:cubicBezTo>
                    <a:pt x="10678" y="1051"/>
                    <a:pt x="10678" y="1079"/>
                    <a:pt x="10678" y="1108"/>
                  </a:cubicBezTo>
                  <a:cubicBezTo>
                    <a:pt x="10578" y="1207"/>
                    <a:pt x="10479" y="1150"/>
                    <a:pt x="10365" y="1108"/>
                  </a:cubicBezTo>
                  <a:cubicBezTo>
                    <a:pt x="10351" y="1108"/>
                    <a:pt x="10323" y="1108"/>
                    <a:pt x="10294" y="1108"/>
                  </a:cubicBezTo>
                  <a:cubicBezTo>
                    <a:pt x="10181" y="1207"/>
                    <a:pt x="10394" y="1520"/>
                    <a:pt x="10039" y="1477"/>
                  </a:cubicBezTo>
                  <a:cubicBezTo>
                    <a:pt x="9542" y="1420"/>
                    <a:pt x="9272" y="1804"/>
                    <a:pt x="8946" y="2059"/>
                  </a:cubicBezTo>
                  <a:lnTo>
                    <a:pt x="8946" y="2059"/>
                  </a:lnTo>
                  <a:cubicBezTo>
                    <a:pt x="8960" y="2130"/>
                    <a:pt x="9017" y="2201"/>
                    <a:pt x="8931" y="2258"/>
                  </a:cubicBezTo>
                  <a:cubicBezTo>
                    <a:pt x="8818" y="2258"/>
                    <a:pt x="8704" y="2258"/>
                    <a:pt x="8591" y="2230"/>
                  </a:cubicBezTo>
                  <a:cubicBezTo>
                    <a:pt x="8520" y="2230"/>
                    <a:pt x="8463" y="2215"/>
                    <a:pt x="8406" y="2258"/>
                  </a:cubicBezTo>
                  <a:cubicBezTo>
                    <a:pt x="8236" y="2414"/>
                    <a:pt x="8037" y="2528"/>
                    <a:pt x="7824" y="2584"/>
                  </a:cubicBezTo>
                  <a:cubicBezTo>
                    <a:pt x="7781" y="2599"/>
                    <a:pt x="7724" y="2670"/>
                    <a:pt x="7696" y="2726"/>
                  </a:cubicBezTo>
                  <a:cubicBezTo>
                    <a:pt x="7639" y="2797"/>
                    <a:pt x="7597" y="2883"/>
                    <a:pt x="7554" y="2968"/>
                  </a:cubicBezTo>
                  <a:cubicBezTo>
                    <a:pt x="7497" y="3081"/>
                    <a:pt x="7483" y="3081"/>
                    <a:pt x="7284" y="3039"/>
                  </a:cubicBezTo>
                  <a:cubicBezTo>
                    <a:pt x="7242" y="3039"/>
                    <a:pt x="7228" y="2996"/>
                    <a:pt x="7213" y="3053"/>
                  </a:cubicBezTo>
                  <a:cubicBezTo>
                    <a:pt x="7171" y="3167"/>
                    <a:pt x="7015" y="3167"/>
                    <a:pt x="6972" y="3266"/>
                  </a:cubicBezTo>
                  <a:cubicBezTo>
                    <a:pt x="6944" y="3337"/>
                    <a:pt x="7015" y="3436"/>
                    <a:pt x="6915" y="3493"/>
                  </a:cubicBezTo>
                  <a:cubicBezTo>
                    <a:pt x="6645" y="3294"/>
                    <a:pt x="6645" y="3294"/>
                    <a:pt x="6432" y="3451"/>
                  </a:cubicBezTo>
                  <a:cubicBezTo>
                    <a:pt x="6276" y="3593"/>
                    <a:pt x="6106" y="3692"/>
                    <a:pt x="5921" y="3777"/>
                  </a:cubicBezTo>
                  <a:cubicBezTo>
                    <a:pt x="5765" y="3806"/>
                    <a:pt x="5652" y="3862"/>
                    <a:pt x="5637" y="4047"/>
                  </a:cubicBezTo>
                  <a:cubicBezTo>
                    <a:pt x="5637" y="4118"/>
                    <a:pt x="5538" y="4118"/>
                    <a:pt x="5510" y="4146"/>
                  </a:cubicBezTo>
                  <a:cubicBezTo>
                    <a:pt x="5396" y="4288"/>
                    <a:pt x="5155" y="4317"/>
                    <a:pt x="5155" y="4558"/>
                  </a:cubicBezTo>
                  <a:cubicBezTo>
                    <a:pt x="4984" y="4530"/>
                    <a:pt x="4984" y="4714"/>
                    <a:pt x="4885" y="4771"/>
                  </a:cubicBezTo>
                  <a:lnTo>
                    <a:pt x="4885" y="4870"/>
                  </a:lnTo>
                  <a:lnTo>
                    <a:pt x="4885" y="4870"/>
                  </a:lnTo>
                  <a:cubicBezTo>
                    <a:pt x="4828" y="4870"/>
                    <a:pt x="4743" y="4870"/>
                    <a:pt x="4714" y="4941"/>
                  </a:cubicBezTo>
                  <a:cubicBezTo>
                    <a:pt x="4672" y="5069"/>
                    <a:pt x="4587" y="5154"/>
                    <a:pt x="4459" y="5197"/>
                  </a:cubicBezTo>
                  <a:cubicBezTo>
                    <a:pt x="4402" y="5211"/>
                    <a:pt x="4360" y="5296"/>
                    <a:pt x="4303" y="5353"/>
                  </a:cubicBezTo>
                  <a:lnTo>
                    <a:pt x="4303" y="5353"/>
                  </a:lnTo>
                  <a:cubicBezTo>
                    <a:pt x="4203" y="5353"/>
                    <a:pt x="4132" y="5382"/>
                    <a:pt x="4104" y="5495"/>
                  </a:cubicBezTo>
                  <a:cubicBezTo>
                    <a:pt x="4090" y="5552"/>
                    <a:pt x="4061" y="5609"/>
                    <a:pt x="4019" y="5651"/>
                  </a:cubicBezTo>
                  <a:lnTo>
                    <a:pt x="4019" y="5751"/>
                  </a:lnTo>
                  <a:cubicBezTo>
                    <a:pt x="3834" y="6035"/>
                    <a:pt x="3749" y="6375"/>
                    <a:pt x="3550" y="6659"/>
                  </a:cubicBezTo>
                  <a:cubicBezTo>
                    <a:pt x="3536" y="6702"/>
                    <a:pt x="3522" y="6745"/>
                    <a:pt x="3508" y="6787"/>
                  </a:cubicBezTo>
                  <a:cubicBezTo>
                    <a:pt x="3451" y="6801"/>
                    <a:pt x="3380" y="6816"/>
                    <a:pt x="3351" y="6872"/>
                  </a:cubicBezTo>
                  <a:cubicBezTo>
                    <a:pt x="3323" y="6943"/>
                    <a:pt x="3280" y="7014"/>
                    <a:pt x="3238" y="7085"/>
                  </a:cubicBezTo>
                  <a:cubicBezTo>
                    <a:pt x="3124" y="7256"/>
                    <a:pt x="2982" y="7398"/>
                    <a:pt x="3068" y="7639"/>
                  </a:cubicBezTo>
                  <a:cubicBezTo>
                    <a:pt x="3096" y="7724"/>
                    <a:pt x="3011" y="7824"/>
                    <a:pt x="2926" y="7880"/>
                  </a:cubicBezTo>
                  <a:cubicBezTo>
                    <a:pt x="2855" y="7923"/>
                    <a:pt x="2826" y="8008"/>
                    <a:pt x="2869" y="8093"/>
                  </a:cubicBezTo>
                  <a:cubicBezTo>
                    <a:pt x="2982" y="8349"/>
                    <a:pt x="2869" y="8562"/>
                    <a:pt x="2727" y="8789"/>
                  </a:cubicBezTo>
                  <a:cubicBezTo>
                    <a:pt x="2514" y="9073"/>
                    <a:pt x="2315" y="9371"/>
                    <a:pt x="2145" y="9684"/>
                  </a:cubicBezTo>
                  <a:lnTo>
                    <a:pt x="2145" y="9684"/>
                  </a:lnTo>
                  <a:lnTo>
                    <a:pt x="2045" y="9783"/>
                  </a:lnTo>
                  <a:lnTo>
                    <a:pt x="2088" y="9811"/>
                  </a:lnTo>
                  <a:lnTo>
                    <a:pt x="2088" y="9811"/>
                  </a:lnTo>
                  <a:lnTo>
                    <a:pt x="2045" y="9783"/>
                  </a:lnTo>
                  <a:cubicBezTo>
                    <a:pt x="1932" y="9797"/>
                    <a:pt x="1818" y="9882"/>
                    <a:pt x="1776" y="9996"/>
                  </a:cubicBezTo>
                  <a:cubicBezTo>
                    <a:pt x="1747" y="9996"/>
                    <a:pt x="1719" y="9996"/>
                    <a:pt x="1690" y="9996"/>
                  </a:cubicBezTo>
                  <a:cubicBezTo>
                    <a:pt x="1676" y="10053"/>
                    <a:pt x="1648" y="10109"/>
                    <a:pt x="1619" y="10166"/>
                  </a:cubicBezTo>
                  <a:cubicBezTo>
                    <a:pt x="1463" y="10393"/>
                    <a:pt x="1293" y="10621"/>
                    <a:pt x="1122" y="10848"/>
                  </a:cubicBezTo>
                  <a:cubicBezTo>
                    <a:pt x="1222" y="10919"/>
                    <a:pt x="1208" y="11061"/>
                    <a:pt x="1122" y="11132"/>
                  </a:cubicBezTo>
                  <a:cubicBezTo>
                    <a:pt x="1023" y="11217"/>
                    <a:pt x="909" y="11330"/>
                    <a:pt x="938" y="11401"/>
                  </a:cubicBezTo>
                  <a:cubicBezTo>
                    <a:pt x="1023" y="11586"/>
                    <a:pt x="924" y="11799"/>
                    <a:pt x="1080" y="11941"/>
                  </a:cubicBezTo>
                  <a:cubicBezTo>
                    <a:pt x="966" y="12055"/>
                    <a:pt x="924" y="11941"/>
                    <a:pt x="853" y="11884"/>
                  </a:cubicBezTo>
                  <a:cubicBezTo>
                    <a:pt x="838" y="11870"/>
                    <a:pt x="796" y="11856"/>
                    <a:pt x="767" y="11870"/>
                  </a:cubicBezTo>
                  <a:cubicBezTo>
                    <a:pt x="753" y="11898"/>
                    <a:pt x="739" y="11941"/>
                    <a:pt x="739" y="11984"/>
                  </a:cubicBezTo>
                  <a:cubicBezTo>
                    <a:pt x="739" y="12026"/>
                    <a:pt x="753" y="12055"/>
                    <a:pt x="782" y="12069"/>
                  </a:cubicBezTo>
                  <a:cubicBezTo>
                    <a:pt x="1051" y="12154"/>
                    <a:pt x="1023" y="12310"/>
                    <a:pt x="909" y="12509"/>
                  </a:cubicBezTo>
                  <a:cubicBezTo>
                    <a:pt x="881" y="12552"/>
                    <a:pt x="895" y="12623"/>
                    <a:pt x="881" y="12694"/>
                  </a:cubicBezTo>
                  <a:lnTo>
                    <a:pt x="924" y="12694"/>
                  </a:lnTo>
                  <a:lnTo>
                    <a:pt x="924" y="12694"/>
                  </a:lnTo>
                  <a:lnTo>
                    <a:pt x="924" y="12708"/>
                  </a:lnTo>
                  <a:lnTo>
                    <a:pt x="881" y="12694"/>
                  </a:lnTo>
                  <a:cubicBezTo>
                    <a:pt x="810" y="12764"/>
                    <a:pt x="824" y="12835"/>
                    <a:pt x="867" y="12921"/>
                  </a:cubicBezTo>
                  <a:cubicBezTo>
                    <a:pt x="895" y="12963"/>
                    <a:pt x="867" y="13034"/>
                    <a:pt x="838" y="13034"/>
                  </a:cubicBezTo>
                  <a:cubicBezTo>
                    <a:pt x="611" y="13006"/>
                    <a:pt x="739" y="13247"/>
                    <a:pt x="611" y="13290"/>
                  </a:cubicBezTo>
                  <a:cubicBezTo>
                    <a:pt x="640" y="13446"/>
                    <a:pt x="696" y="13602"/>
                    <a:pt x="782" y="13744"/>
                  </a:cubicBezTo>
                  <a:lnTo>
                    <a:pt x="782" y="13744"/>
                  </a:lnTo>
                  <a:cubicBezTo>
                    <a:pt x="696" y="13815"/>
                    <a:pt x="640" y="13844"/>
                    <a:pt x="583" y="13716"/>
                  </a:cubicBezTo>
                  <a:cubicBezTo>
                    <a:pt x="569" y="13702"/>
                    <a:pt x="540" y="13687"/>
                    <a:pt x="512" y="13659"/>
                  </a:cubicBezTo>
                  <a:cubicBezTo>
                    <a:pt x="512" y="13446"/>
                    <a:pt x="512" y="13446"/>
                    <a:pt x="341" y="13403"/>
                  </a:cubicBezTo>
                  <a:cubicBezTo>
                    <a:pt x="341" y="13460"/>
                    <a:pt x="341" y="13503"/>
                    <a:pt x="327" y="13560"/>
                  </a:cubicBezTo>
                  <a:lnTo>
                    <a:pt x="427" y="13659"/>
                  </a:lnTo>
                  <a:cubicBezTo>
                    <a:pt x="455" y="13858"/>
                    <a:pt x="469" y="14057"/>
                    <a:pt x="498" y="14241"/>
                  </a:cubicBezTo>
                  <a:cubicBezTo>
                    <a:pt x="285" y="14255"/>
                    <a:pt x="285" y="14255"/>
                    <a:pt x="228" y="14426"/>
                  </a:cubicBezTo>
                  <a:cubicBezTo>
                    <a:pt x="356" y="14426"/>
                    <a:pt x="455" y="14355"/>
                    <a:pt x="512" y="14241"/>
                  </a:cubicBezTo>
                  <a:cubicBezTo>
                    <a:pt x="611" y="14213"/>
                    <a:pt x="725" y="14255"/>
                    <a:pt x="796" y="14340"/>
                  </a:cubicBezTo>
                  <a:lnTo>
                    <a:pt x="597" y="14511"/>
                  </a:lnTo>
                  <a:cubicBezTo>
                    <a:pt x="483" y="14482"/>
                    <a:pt x="370" y="14539"/>
                    <a:pt x="327" y="14653"/>
                  </a:cubicBezTo>
                  <a:cubicBezTo>
                    <a:pt x="313" y="14681"/>
                    <a:pt x="313" y="14710"/>
                    <a:pt x="299" y="14738"/>
                  </a:cubicBezTo>
                  <a:cubicBezTo>
                    <a:pt x="242" y="14823"/>
                    <a:pt x="242" y="14937"/>
                    <a:pt x="299" y="15022"/>
                  </a:cubicBezTo>
                  <a:lnTo>
                    <a:pt x="299" y="15207"/>
                  </a:lnTo>
                  <a:lnTo>
                    <a:pt x="384" y="15221"/>
                  </a:lnTo>
                  <a:cubicBezTo>
                    <a:pt x="356" y="15306"/>
                    <a:pt x="341" y="15377"/>
                    <a:pt x="313" y="15448"/>
                  </a:cubicBezTo>
                  <a:cubicBezTo>
                    <a:pt x="228" y="15633"/>
                    <a:pt x="228" y="15633"/>
                    <a:pt x="412" y="15703"/>
                  </a:cubicBezTo>
                  <a:cubicBezTo>
                    <a:pt x="483" y="15732"/>
                    <a:pt x="526" y="15746"/>
                    <a:pt x="498" y="15831"/>
                  </a:cubicBezTo>
                  <a:cubicBezTo>
                    <a:pt x="483" y="15902"/>
                    <a:pt x="483" y="15973"/>
                    <a:pt x="398" y="15959"/>
                  </a:cubicBezTo>
                  <a:cubicBezTo>
                    <a:pt x="256" y="15945"/>
                    <a:pt x="171" y="15959"/>
                    <a:pt x="242" y="16129"/>
                  </a:cubicBezTo>
                  <a:cubicBezTo>
                    <a:pt x="256" y="16186"/>
                    <a:pt x="285" y="16243"/>
                    <a:pt x="228" y="16314"/>
                  </a:cubicBezTo>
                  <a:cubicBezTo>
                    <a:pt x="129" y="16385"/>
                    <a:pt x="129" y="16470"/>
                    <a:pt x="228" y="16541"/>
                  </a:cubicBezTo>
                  <a:cubicBezTo>
                    <a:pt x="299" y="16598"/>
                    <a:pt x="356" y="16683"/>
                    <a:pt x="384" y="16768"/>
                  </a:cubicBezTo>
                  <a:cubicBezTo>
                    <a:pt x="271" y="16825"/>
                    <a:pt x="171" y="16896"/>
                    <a:pt x="200" y="17052"/>
                  </a:cubicBezTo>
                  <a:lnTo>
                    <a:pt x="114" y="17166"/>
                  </a:lnTo>
                  <a:cubicBezTo>
                    <a:pt x="129" y="17194"/>
                    <a:pt x="129" y="17208"/>
                    <a:pt x="114" y="17237"/>
                  </a:cubicBezTo>
                  <a:lnTo>
                    <a:pt x="200" y="17251"/>
                  </a:lnTo>
                  <a:lnTo>
                    <a:pt x="200" y="17436"/>
                  </a:lnTo>
                  <a:cubicBezTo>
                    <a:pt x="129" y="17450"/>
                    <a:pt x="58" y="17492"/>
                    <a:pt x="1" y="17549"/>
                  </a:cubicBezTo>
                  <a:lnTo>
                    <a:pt x="1" y="17833"/>
                  </a:lnTo>
                  <a:cubicBezTo>
                    <a:pt x="29" y="17876"/>
                    <a:pt x="114" y="17847"/>
                    <a:pt x="100" y="17933"/>
                  </a:cubicBezTo>
                  <a:cubicBezTo>
                    <a:pt x="100" y="17961"/>
                    <a:pt x="100" y="18004"/>
                    <a:pt x="100" y="18032"/>
                  </a:cubicBezTo>
                  <a:cubicBezTo>
                    <a:pt x="43" y="18117"/>
                    <a:pt x="43" y="18231"/>
                    <a:pt x="100" y="18316"/>
                  </a:cubicBezTo>
                  <a:cubicBezTo>
                    <a:pt x="114" y="18344"/>
                    <a:pt x="114" y="18373"/>
                    <a:pt x="100" y="18415"/>
                  </a:cubicBezTo>
                  <a:cubicBezTo>
                    <a:pt x="143" y="18444"/>
                    <a:pt x="171" y="18472"/>
                    <a:pt x="200" y="18515"/>
                  </a:cubicBezTo>
                  <a:lnTo>
                    <a:pt x="200" y="18515"/>
                  </a:lnTo>
                  <a:cubicBezTo>
                    <a:pt x="441" y="18827"/>
                    <a:pt x="611" y="19182"/>
                    <a:pt x="682" y="19580"/>
                  </a:cubicBezTo>
                  <a:cubicBezTo>
                    <a:pt x="696" y="19580"/>
                    <a:pt x="696" y="19580"/>
                    <a:pt x="711" y="19580"/>
                  </a:cubicBezTo>
                  <a:lnTo>
                    <a:pt x="640" y="19594"/>
                  </a:lnTo>
                  <a:cubicBezTo>
                    <a:pt x="640" y="19693"/>
                    <a:pt x="611" y="19778"/>
                    <a:pt x="682" y="19864"/>
                  </a:cubicBezTo>
                  <a:lnTo>
                    <a:pt x="682" y="19949"/>
                  </a:lnTo>
                  <a:cubicBezTo>
                    <a:pt x="767" y="20034"/>
                    <a:pt x="682" y="20162"/>
                    <a:pt x="782" y="20247"/>
                  </a:cubicBezTo>
                  <a:lnTo>
                    <a:pt x="782" y="20247"/>
                  </a:lnTo>
                  <a:cubicBezTo>
                    <a:pt x="867" y="20318"/>
                    <a:pt x="796" y="20460"/>
                    <a:pt x="881" y="20531"/>
                  </a:cubicBezTo>
                  <a:cubicBezTo>
                    <a:pt x="938" y="20588"/>
                    <a:pt x="909" y="20673"/>
                    <a:pt x="966" y="20730"/>
                  </a:cubicBezTo>
                  <a:lnTo>
                    <a:pt x="966" y="20928"/>
                  </a:lnTo>
                  <a:cubicBezTo>
                    <a:pt x="1009" y="20957"/>
                    <a:pt x="1037" y="20985"/>
                    <a:pt x="1066" y="21028"/>
                  </a:cubicBezTo>
                  <a:lnTo>
                    <a:pt x="1066" y="21510"/>
                  </a:lnTo>
                  <a:cubicBezTo>
                    <a:pt x="1009" y="21567"/>
                    <a:pt x="1009" y="21652"/>
                    <a:pt x="1066" y="21695"/>
                  </a:cubicBezTo>
                  <a:lnTo>
                    <a:pt x="1066" y="21695"/>
                  </a:lnTo>
                  <a:cubicBezTo>
                    <a:pt x="1193" y="21880"/>
                    <a:pt x="1051" y="22093"/>
                    <a:pt x="1151" y="22277"/>
                  </a:cubicBezTo>
                  <a:lnTo>
                    <a:pt x="1151" y="22377"/>
                  </a:lnTo>
                  <a:cubicBezTo>
                    <a:pt x="1179" y="22405"/>
                    <a:pt x="1222" y="22405"/>
                    <a:pt x="1250" y="22391"/>
                  </a:cubicBezTo>
                  <a:cubicBezTo>
                    <a:pt x="1279" y="22462"/>
                    <a:pt x="1307" y="22519"/>
                    <a:pt x="1321" y="22590"/>
                  </a:cubicBezTo>
                  <a:cubicBezTo>
                    <a:pt x="1335" y="22675"/>
                    <a:pt x="1378" y="22732"/>
                    <a:pt x="1435" y="22774"/>
                  </a:cubicBezTo>
                  <a:cubicBezTo>
                    <a:pt x="1634" y="22930"/>
                    <a:pt x="1747" y="23157"/>
                    <a:pt x="1761" y="23413"/>
                  </a:cubicBezTo>
                  <a:cubicBezTo>
                    <a:pt x="1818" y="23427"/>
                    <a:pt x="1846" y="23456"/>
                    <a:pt x="1861" y="23512"/>
                  </a:cubicBezTo>
                  <a:cubicBezTo>
                    <a:pt x="1960" y="23683"/>
                    <a:pt x="2031" y="23882"/>
                    <a:pt x="2045" y="24080"/>
                  </a:cubicBezTo>
                  <a:lnTo>
                    <a:pt x="2003" y="24095"/>
                  </a:lnTo>
                  <a:lnTo>
                    <a:pt x="2031" y="24293"/>
                  </a:lnTo>
                  <a:lnTo>
                    <a:pt x="2116" y="24407"/>
                  </a:lnTo>
                  <a:lnTo>
                    <a:pt x="2116" y="24407"/>
                  </a:lnTo>
                  <a:cubicBezTo>
                    <a:pt x="2187" y="24449"/>
                    <a:pt x="2159" y="24535"/>
                    <a:pt x="2216" y="24591"/>
                  </a:cubicBezTo>
                  <a:lnTo>
                    <a:pt x="2216" y="24591"/>
                  </a:lnTo>
                  <a:cubicBezTo>
                    <a:pt x="2258" y="24620"/>
                    <a:pt x="2287" y="24648"/>
                    <a:pt x="2315" y="24691"/>
                  </a:cubicBezTo>
                  <a:lnTo>
                    <a:pt x="2315" y="24691"/>
                  </a:lnTo>
                  <a:cubicBezTo>
                    <a:pt x="2372" y="24748"/>
                    <a:pt x="2414" y="24833"/>
                    <a:pt x="2514" y="24776"/>
                  </a:cubicBezTo>
                  <a:lnTo>
                    <a:pt x="2514" y="24776"/>
                  </a:lnTo>
                  <a:lnTo>
                    <a:pt x="2514" y="24776"/>
                  </a:lnTo>
                  <a:cubicBezTo>
                    <a:pt x="2528" y="24819"/>
                    <a:pt x="2556" y="24861"/>
                    <a:pt x="2613" y="24861"/>
                  </a:cubicBezTo>
                  <a:lnTo>
                    <a:pt x="2599" y="24861"/>
                  </a:lnTo>
                  <a:cubicBezTo>
                    <a:pt x="2542" y="24918"/>
                    <a:pt x="2542" y="25003"/>
                    <a:pt x="2599" y="25060"/>
                  </a:cubicBezTo>
                  <a:lnTo>
                    <a:pt x="2599" y="25060"/>
                  </a:lnTo>
                  <a:cubicBezTo>
                    <a:pt x="2627" y="25088"/>
                    <a:pt x="2670" y="25117"/>
                    <a:pt x="2698" y="25159"/>
                  </a:cubicBezTo>
                  <a:cubicBezTo>
                    <a:pt x="2727" y="25188"/>
                    <a:pt x="2755" y="25216"/>
                    <a:pt x="2798" y="25259"/>
                  </a:cubicBezTo>
                  <a:cubicBezTo>
                    <a:pt x="2826" y="25287"/>
                    <a:pt x="2855" y="25316"/>
                    <a:pt x="2897" y="25344"/>
                  </a:cubicBezTo>
                  <a:lnTo>
                    <a:pt x="2897" y="25344"/>
                  </a:lnTo>
                  <a:lnTo>
                    <a:pt x="2982" y="25443"/>
                  </a:lnTo>
                  <a:lnTo>
                    <a:pt x="2982" y="25443"/>
                  </a:lnTo>
                  <a:cubicBezTo>
                    <a:pt x="3025" y="25472"/>
                    <a:pt x="3053" y="25514"/>
                    <a:pt x="3082" y="25543"/>
                  </a:cubicBezTo>
                  <a:lnTo>
                    <a:pt x="3082" y="25543"/>
                  </a:lnTo>
                  <a:cubicBezTo>
                    <a:pt x="3210" y="25614"/>
                    <a:pt x="3309" y="25713"/>
                    <a:pt x="3380" y="25841"/>
                  </a:cubicBezTo>
                  <a:lnTo>
                    <a:pt x="3380" y="25841"/>
                  </a:lnTo>
                  <a:cubicBezTo>
                    <a:pt x="3408" y="25869"/>
                    <a:pt x="3437" y="25898"/>
                    <a:pt x="3479" y="25926"/>
                  </a:cubicBezTo>
                  <a:lnTo>
                    <a:pt x="3479" y="25926"/>
                  </a:lnTo>
                  <a:lnTo>
                    <a:pt x="3564" y="26025"/>
                  </a:lnTo>
                  <a:lnTo>
                    <a:pt x="3564" y="26025"/>
                  </a:lnTo>
                  <a:cubicBezTo>
                    <a:pt x="3692" y="26210"/>
                    <a:pt x="3550" y="26437"/>
                    <a:pt x="3664" y="26608"/>
                  </a:cubicBezTo>
                  <a:lnTo>
                    <a:pt x="3664" y="26608"/>
                  </a:lnTo>
                  <a:cubicBezTo>
                    <a:pt x="3721" y="26664"/>
                    <a:pt x="3706" y="26750"/>
                    <a:pt x="3763" y="26806"/>
                  </a:cubicBezTo>
                  <a:cubicBezTo>
                    <a:pt x="3763" y="26835"/>
                    <a:pt x="3763" y="26863"/>
                    <a:pt x="3763" y="26892"/>
                  </a:cubicBezTo>
                  <a:cubicBezTo>
                    <a:pt x="3792" y="26934"/>
                    <a:pt x="3820" y="26963"/>
                    <a:pt x="3863" y="26991"/>
                  </a:cubicBezTo>
                  <a:cubicBezTo>
                    <a:pt x="3891" y="27019"/>
                    <a:pt x="3919" y="27062"/>
                    <a:pt x="3948" y="27090"/>
                  </a:cubicBezTo>
                  <a:lnTo>
                    <a:pt x="3948" y="27090"/>
                  </a:lnTo>
                  <a:cubicBezTo>
                    <a:pt x="3990" y="27119"/>
                    <a:pt x="4019" y="27161"/>
                    <a:pt x="4047" y="27190"/>
                  </a:cubicBezTo>
                  <a:cubicBezTo>
                    <a:pt x="4076" y="27218"/>
                    <a:pt x="4118" y="27261"/>
                    <a:pt x="4147" y="27289"/>
                  </a:cubicBezTo>
                  <a:lnTo>
                    <a:pt x="4147" y="27289"/>
                  </a:lnTo>
                  <a:cubicBezTo>
                    <a:pt x="4175" y="27317"/>
                    <a:pt x="4203" y="27346"/>
                    <a:pt x="4246" y="27388"/>
                  </a:cubicBezTo>
                  <a:lnTo>
                    <a:pt x="4246" y="27388"/>
                  </a:lnTo>
                  <a:cubicBezTo>
                    <a:pt x="4289" y="27431"/>
                    <a:pt x="4388" y="27417"/>
                    <a:pt x="4431" y="27474"/>
                  </a:cubicBezTo>
                  <a:lnTo>
                    <a:pt x="4431" y="27474"/>
                  </a:lnTo>
                  <a:cubicBezTo>
                    <a:pt x="4473" y="27516"/>
                    <a:pt x="4502" y="27545"/>
                    <a:pt x="4530" y="27573"/>
                  </a:cubicBezTo>
                  <a:lnTo>
                    <a:pt x="4530" y="27573"/>
                  </a:lnTo>
                  <a:lnTo>
                    <a:pt x="4629" y="27672"/>
                  </a:lnTo>
                  <a:lnTo>
                    <a:pt x="4629" y="27672"/>
                  </a:lnTo>
                  <a:cubicBezTo>
                    <a:pt x="4714" y="27743"/>
                    <a:pt x="4828" y="27786"/>
                    <a:pt x="4913" y="27871"/>
                  </a:cubicBezTo>
                  <a:lnTo>
                    <a:pt x="4913" y="27871"/>
                  </a:lnTo>
                  <a:lnTo>
                    <a:pt x="5013" y="27956"/>
                  </a:lnTo>
                  <a:lnTo>
                    <a:pt x="5013" y="27956"/>
                  </a:lnTo>
                  <a:cubicBezTo>
                    <a:pt x="5041" y="27999"/>
                    <a:pt x="5084" y="28027"/>
                    <a:pt x="5112" y="28056"/>
                  </a:cubicBezTo>
                  <a:lnTo>
                    <a:pt x="5112" y="28056"/>
                  </a:lnTo>
                  <a:cubicBezTo>
                    <a:pt x="5140" y="28084"/>
                    <a:pt x="5183" y="28127"/>
                    <a:pt x="5211" y="28155"/>
                  </a:cubicBezTo>
                  <a:lnTo>
                    <a:pt x="5211" y="28155"/>
                  </a:lnTo>
                  <a:cubicBezTo>
                    <a:pt x="5240" y="28184"/>
                    <a:pt x="5268" y="28212"/>
                    <a:pt x="5297" y="28255"/>
                  </a:cubicBezTo>
                  <a:lnTo>
                    <a:pt x="5297" y="28255"/>
                  </a:lnTo>
                  <a:lnTo>
                    <a:pt x="5396" y="28340"/>
                  </a:lnTo>
                  <a:lnTo>
                    <a:pt x="5396" y="28340"/>
                  </a:lnTo>
                  <a:cubicBezTo>
                    <a:pt x="5439" y="28382"/>
                    <a:pt x="5467" y="28411"/>
                    <a:pt x="5510" y="28439"/>
                  </a:cubicBezTo>
                  <a:cubicBezTo>
                    <a:pt x="5538" y="28439"/>
                    <a:pt x="5566" y="28439"/>
                    <a:pt x="5595" y="28439"/>
                  </a:cubicBezTo>
                  <a:lnTo>
                    <a:pt x="5694" y="28539"/>
                  </a:lnTo>
                  <a:lnTo>
                    <a:pt x="5794" y="28638"/>
                  </a:lnTo>
                  <a:cubicBezTo>
                    <a:pt x="5836" y="28695"/>
                    <a:pt x="5936" y="28666"/>
                    <a:pt x="5978" y="28723"/>
                  </a:cubicBezTo>
                  <a:lnTo>
                    <a:pt x="5978" y="28723"/>
                  </a:lnTo>
                  <a:lnTo>
                    <a:pt x="6078" y="28822"/>
                  </a:lnTo>
                  <a:lnTo>
                    <a:pt x="6078" y="28822"/>
                  </a:lnTo>
                  <a:cubicBezTo>
                    <a:pt x="6106" y="28865"/>
                    <a:pt x="6149" y="28893"/>
                    <a:pt x="6177" y="28922"/>
                  </a:cubicBezTo>
                  <a:cubicBezTo>
                    <a:pt x="6219" y="28922"/>
                    <a:pt x="6248" y="28922"/>
                    <a:pt x="6276" y="28922"/>
                  </a:cubicBezTo>
                  <a:lnTo>
                    <a:pt x="6376" y="29021"/>
                  </a:lnTo>
                  <a:lnTo>
                    <a:pt x="6376" y="29021"/>
                  </a:lnTo>
                  <a:cubicBezTo>
                    <a:pt x="6461" y="29092"/>
                    <a:pt x="6574" y="29135"/>
                    <a:pt x="6660" y="29206"/>
                  </a:cubicBezTo>
                  <a:lnTo>
                    <a:pt x="6660" y="29206"/>
                  </a:lnTo>
                  <a:cubicBezTo>
                    <a:pt x="6702" y="29248"/>
                    <a:pt x="6731" y="29277"/>
                    <a:pt x="6759" y="29305"/>
                  </a:cubicBezTo>
                  <a:cubicBezTo>
                    <a:pt x="6787" y="29348"/>
                    <a:pt x="6844" y="29348"/>
                    <a:pt x="6873" y="29305"/>
                  </a:cubicBezTo>
                  <a:lnTo>
                    <a:pt x="6873" y="29291"/>
                  </a:lnTo>
                  <a:lnTo>
                    <a:pt x="7512" y="29788"/>
                  </a:lnTo>
                  <a:cubicBezTo>
                    <a:pt x="7526" y="29774"/>
                    <a:pt x="7540" y="29760"/>
                    <a:pt x="7554" y="29731"/>
                  </a:cubicBezTo>
                  <a:cubicBezTo>
                    <a:pt x="7540" y="29760"/>
                    <a:pt x="7540" y="29774"/>
                    <a:pt x="7512" y="29788"/>
                  </a:cubicBezTo>
                  <a:cubicBezTo>
                    <a:pt x="7597" y="29887"/>
                    <a:pt x="7682" y="29973"/>
                    <a:pt x="7795" y="29887"/>
                  </a:cubicBezTo>
                  <a:cubicBezTo>
                    <a:pt x="7866" y="29845"/>
                    <a:pt x="7923" y="29831"/>
                    <a:pt x="7952" y="29902"/>
                  </a:cubicBezTo>
                  <a:cubicBezTo>
                    <a:pt x="8008" y="30100"/>
                    <a:pt x="8179" y="30256"/>
                    <a:pt x="8392" y="30271"/>
                  </a:cubicBezTo>
                  <a:lnTo>
                    <a:pt x="8406" y="30256"/>
                  </a:lnTo>
                  <a:lnTo>
                    <a:pt x="8406" y="30256"/>
                  </a:lnTo>
                  <a:lnTo>
                    <a:pt x="8392" y="30271"/>
                  </a:lnTo>
                  <a:cubicBezTo>
                    <a:pt x="8406" y="30327"/>
                    <a:pt x="8434" y="30370"/>
                    <a:pt x="8491" y="30370"/>
                  </a:cubicBezTo>
                  <a:lnTo>
                    <a:pt x="8505" y="30342"/>
                  </a:lnTo>
                  <a:lnTo>
                    <a:pt x="8505" y="30342"/>
                  </a:lnTo>
                  <a:lnTo>
                    <a:pt x="8477" y="30370"/>
                  </a:lnTo>
                  <a:cubicBezTo>
                    <a:pt x="8576" y="30569"/>
                    <a:pt x="8775" y="30682"/>
                    <a:pt x="8974" y="30654"/>
                  </a:cubicBezTo>
                  <a:cubicBezTo>
                    <a:pt x="9087" y="30640"/>
                    <a:pt x="9158" y="30711"/>
                    <a:pt x="9229" y="30782"/>
                  </a:cubicBezTo>
                  <a:cubicBezTo>
                    <a:pt x="9343" y="30895"/>
                    <a:pt x="9442" y="31052"/>
                    <a:pt x="9641" y="31066"/>
                  </a:cubicBezTo>
                  <a:cubicBezTo>
                    <a:pt x="9698" y="31151"/>
                    <a:pt x="9726" y="31279"/>
                    <a:pt x="9826" y="31336"/>
                  </a:cubicBezTo>
                  <a:lnTo>
                    <a:pt x="9826" y="31336"/>
                  </a:lnTo>
                  <a:cubicBezTo>
                    <a:pt x="9840" y="31407"/>
                    <a:pt x="9868" y="31463"/>
                    <a:pt x="9925" y="31492"/>
                  </a:cubicBezTo>
                  <a:cubicBezTo>
                    <a:pt x="10039" y="31534"/>
                    <a:pt x="10138" y="31591"/>
                    <a:pt x="10223" y="31662"/>
                  </a:cubicBezTo>
                  <a:cubicBezTo>
                    <a:pt x="10323" y="31790"/>
                    <a:pt x="10422" y="31662"/>
                    <a:pt x="10522" y="31634"/>
                  </a:cubicBezTo>
                  <a:lnTo>
                    <a:pt x="10536" y="31591"/>
                  </a:lnTo>
                  <a:lnTo>
                    <a:pt x="10550" y="31591"/>
                  </a:lnTo>
                  <a:lnTo>
                    <a:pt x="10522" y="31634"/>
                  </a:lnTo>
                  <a:cubicBezTo>
                    <a:pt x="10578" y="31747"/>
                    <a:pt x="10706" y="31818"/>
                    <a:pt x="10834" y="31818"/>
                  </a:cubicBezTo>
                  <a:cubicBezTo>
                    <a:pt x="10976" y="31818"/>
                    <a:pt x="11089" y="31918"/>
                    <a:pt x="11118" y="32045"/>
                  </a:cubicBezTo>
                  <a:cubicBezTo>
                    <a:pt x="11132" y="32074"/>
                    <a:pt x="11146" y="32145"/>
                    <a:pt x="11203" y="32088"/>
                  </a:cubicBezTo>
                  <a:cubicBezTo>
                    <a:pt x="11331" y="31960"/>
                    <a:pt x="11416" y="32031"/>
                    <a:pt x="11459" y="32159"/>
                  </a:cubicBezTo>
                  <a:cubicBezTo>
                    <a:pt x="11515" y="32344"/>
                    <a:pt x="11686" y="32471"/>
                    <a:pt x="11870" y="32486"/>
                  </a:cubicBezTo>
                  <a:cubicBezTo>
                    <a:pt x="12069" y="32528"/>
                    <a:pt x="12254" y="32557"/>
                    <a:pt x="12438" y="32557"/>
                  </a:cubicBezTo>
                  <a:cubicBezTo>
                    <a:pt x="12438" y="32528"/>
                    <a:pt x="12438" y="32500"/>
                    <a:pt x="12452" y="32471"/>
                  </a:cubicBezTo>
                  <a:lnTo>
                    <a:pt x="12623" y="32514"/>
                  </a:lnTo>
                  <a:cubicBezTo>
                    <a:pt x="12623" y="32528"/>
                    <a:pt x="12637" y="32557"/>
                    <a:pt x="12651" y="32585"/>
                  </a:cubicBezTo>
                  <a:cubicBezTo>
                    <a:pt x="12850" y="32599"/>
                    <a:pt x="13020" y="32755"/>
                    <a:pt x="13035" y="32968"/>
                  </a:cubicBezTo>
                  <a:lnTo>
                    <a:pt x="13233" y="32869"/>
                  </a:lnTo>
                  <a:lnTo>
                    <a:pt x="13319" y="32784"/>
                  </a:lnTo>
                  <a:cubicBezTo>
                    <a:pt x="13333" y="32812"/>
                    <a:pt x="13333" y="32841"/>
                    <a:pt x="13333" y="32855"/>
                  </a:cubicBezTo>
                  <a:cubicBezTo>
                    <a:pt x="13432" y="32855"/>
                    <a:pt x="13517" y="32954"/>
                    <a:pt x="13602" y="32883"/>
                  </a:cubicBezTo>
                  <a:cubicBezTo>
                    <a:pt x="13759" y="32755"/>
                    <a:pt x="13972" y="32699"/>
                    <a:pt x="14170" y="32727"/>
                  </a:cubicBezTo>
                  <a:cubicBezTo>
                    <a:pt x="14170" y="32727"/>
                    <a:pt x="14185" y="32699"/>
                    <a:pt x="14199" y="32699"/>
                  </a:cubicBezTo>
                  <a:lnTo>
                    <a:pt x="14682" y="32684"/>
                  </a:lnTo>
                  <a:cubicBezTo>
                    <a:pt x="14682" y="32713"/>
                    <a:pt x="14682" y="32741"/>
                    <a:pt x="14682" y="32770"/>
                  </a:cubicBezTo>
                  <a:cubicBezTo>
                    <a:pt x="14724" y="32770"/>
                    <a:pt x="14767" y="32770"/>
                    <a:pt x="14809" y="32755"/>
                  </a:cubicBezTo>
                  <a:cubicBezTo>
                    <a:pt x="15065" y="32670"/>
                    <a:pt x="15079" y="32670"/>
                    <a:pt x="15221" y="32883"/>
                  </a:cubicBezTo>
                  <a:cubicBezTo>
                    <a:pt x="15264" y="32940"/>
                    <a:pt x="15320" y="32997"/>
                    <a:pt x="15363" y="33054"/>
                  </a:cubicBezTo>
                  <a:cubicBezTo>
                    <a:pt x="15406" y="33068"/>
                    <a:pt x="15448" y="33110"/>
                    <a:pt x="15448" y="33153"/>
                  </a:cubicBezTo>
                  <a:lnTo>
                    <a:pt x="15647" y="33153"/>
                  </a:lnTo>
                  <a:lnTo>
                    <a:pt x="15746" y="33054"/>
                  </a:lnTo>
                  <a:cubicBezTo>
                    <a:pt x="15789" y="33096"/>
                    <a:pt x="15846" y="33139"/>
                    <a:pt x="15888" y="33167"/>
                  </a:cubicBezTo>
                  <a:cubicBezTo>
                    <a:pt x="16002" y="33252"/>
                    <a:pt x="16030" y="33167"/>
                    <a:pt x="16045" y="33096"/>
                  </a:cubicBezTo>
                  <a:cubicBezTo>
                    <a:pt x="16229" y="33210"/>
                    <a:pt x="16470" y="33153"/>
                    <a:pt x="16598" y="32968"/>
                  </a:cubicBezTo>
                  <a:cubicBezTo>
                    <a:pt x="16641" y="32940"/>
                    <a:pt x="16669" y="32912"/>
                    <a:pt x="16712" y="32883"/>
                  </a:cubicBezTo>
                  <a:cubicBezTo>
                    <a:pt x="16797" y="32983"/>
                    <a:pt x="16882" y="32983"/>
                    <a:pt x="16996" y="32897"/>
                  </a:cubicBezTo>
                  <a:cubicBezTo>
                    <a:pt x="17095" y="32812"/>
                    <a:pt x="17124" y="32812"/>
                    <a:pt x="17195" y="32968"/>
                  </a:cubicBezTo>
                  <a:cubicBezTo>
                    <a:pt x="17251" y="32983"/>
                    <a:pt x="17322" y="33039"/>
                    <a:pt x="17379" y="32983"/>
                  </a:cubicBezTo>
                  <a:cubicBezTo>
                    <a:pt x="17464" y="32869"/>
                    <a:pt x="17606" y="32812"/>
                    <a:pt x="17748" y="32826"/>
                  </a:cubicBezTo>
                  <a:cubicBezTo>
                    <a:pt x="17805" y="32812"/>
                    <a:pt x="17876" y="32798"/>
                    <a:pt x="17919" y="32755"/>
                  </a:cubicBezTo>
                  <a:cubicBezTo>
                    <a:pt x="18004" y="32684"/>
                    <a:pt x="17990" y="32571"/>
                    <a:pt x="17904" y="32514"/>
                  </a:cubicBezTo>
                  <a:cubicBezTo>
                    <a:pt x="17819" y="32471"/>
                    <a:pt x="17692" y="32500"/>
                    <a:pt x="17606" y="32400"/>
                  </a:cubicBezTo>
                  <a:lnTo>
                    <a:pt x="17692" y="32301"/>
                  </a:lnTo>
                  <a:cubicBezTo>
                    <a:pt x="17791" y="32344"/>
                    <a:pt x="17890" y="32415"/>
                    <a:pt x="17990" y="32315"/>
                  </a:cubicBezTo>
                  <a:cubicBezTo>
                    <a:pt x="18089" y="32230"/>
                    <a:pt x="18231" y="32173"/>
                    <a:pt x="18373" y="32202"/>
                  </a:cubicBezTo>
                  <a:lnTo>
                    <a:pt x="18373" y="32145"/>
                  </a:lnTo>
                  <a:cubicBezTo>
                    <a:pt x="18416" y="32145"/>
                    <a:pt x="18444" y="32116"/>
                    <a:pt x="18458" y="32102"/>
                  </a:cubicBezTo>
                  <a:lnTo>
                    <a:pt x="18458" y="32102"/>
                  </a:lnTo>
                  <a:cubicBezTo>
                    <a:pt x="18458" y="32145"/>
                    <a:pt x="18387" y="32173"/>
                    <a:pt x="18359" y="32216"/>
                  </a:cubicBezTo>
                  <a:cubicBezTo>
                    <a:pt x="18330" y="32372"/>
                    <a:pt x="18444" y="32429"/>
                    <a:pt x="18558" y="32486"/>
                  </a:cubicBezTo>
                  <a:lnTo>
                    <a:pt x="18558" y="32486"/>
                  </a:lnTo>
                  <a:cubicBezTo>
                    <a:pt x="18614" y="32542"/>
                    <a:pt x="18643" y="32642"/>
                    <a:pt x="18756" y="32585"/>
                  </a:cubicBezTo>
                  <a:lnTo>
                    <a:pt x="18756" y="32585"/>
                  </a:lnTo>
                  <a:cubicBezTo>
                    <a:pt x="18785" y="32557"/>
                    <a:pt x="18827" y="32528"/>
                    <a:pt x="18856" y="32486"/>
                  </a:cubicBezTo>
                  <a:lnTo>
                    <a:pt x="18955" y="32486"/>
                  </a:lnTo>
                  <a:cubicBezTo>
                    <a:pt x="19012" y="32528"/>
                    <a:pt x="18998" y="32628"/>
                    <a:pt x="19055" y="32670"/>
                  </a:cubicBezTo>
                  <a:lnTo>
                    <a:pt x="19055" y="32670"/>
                  </a:lnTo>
                  <a:cubicBezTo>
                    <a:pt x="19083" y="32699"/>
                    <a:pt x="19126" y="32699"/>
                    <a:pt x="19140" y="32670"/>
                  </a:cubicBezTo>
                  <a:cubicBezTo>
                    <a:pt x="19197" y="32528"/>
                    <a:pt x="19338" y="32528"/>
                    <a:pt x="19438" y="32471"/>
                  </a:cubicBezTo>
                  <a:lnTo>
                    <a:pt x="19438" y="32471"/>
                  </a:lnTo>
                  <a:cubicBezTo>
                    <a:pt x="19495" y="32415"/>
                    <a:pt x="19580" y="32415"/>
                    <a:pt x="19637" y="32471"/>
                  </a:cubicBezTo>
                  <a:lnTo>
                    <a:pt x="19679" y="32471"/>
                  </a:lnTo>
                  <a:lnTo>
                    <a:pt x="19722" y="32471"/>
                  </a:lnTo>
                  <a:cubicBezTo>
                    <a:pt x="19764" y="32443"/>
                    <a:pt x="19793" y="32400"/>
                    <a:pt x="19821" y="32372"/>
                  </a:cubicBezTo>
                  <a:cubicBezTo>
                    <a:pt x="19821" y="32344"/>
                    <a:pt x="19821" y="32301"/>
                    <a:pt x="19821" y="32273"/>
                  </a:cubicBezTo>
                  <a:cubicBezTo>
                    <a:pt x="19864" y="32202"/>
                    <a:pt x="19878" y="32116"/>
                    <a:pt x="19864" y="32031"/>
                  </a:cubicBezTo>
                  <a:lnTo>
                    <a:pt x="19906" y="32088"/>
                  </a:lnTo>
                  <a:lnTo>
                    <a:pt x="20006" y="32159"/>
                  </a:lnTo>
                  <a:lnTo>
                    <a:pt x="20006" y="32159"/>
                  </a:lnTo>
                  <a:lnTo>
                    <a:pt x="20105" y="32173"/>
                  </a:lnTo>
                  <a:cubicBezTo>
                    <a:pt x="20105" y="32145"/>
                    <a:pt x="20119" y="32116"/>
                    <a:pt x="20119" y="32088"/>
                  </a:cubicBezTo>
                  <a:cubicBezTo>
                    <a:pt x="20119" y="32060"/>
                    <a:pt x="20119" y="32017"/>
                    <a:pt x="20119" y="31989"/>
                  </a:cubicBezTo>
                  <a:lnTo>
                    <a:pt x="20290" y="31974"/>
                  </a:lnTo>
                  <a:lnTo>
                    <a:pt x="20318" y="31705"/>
                  </a:lnTo>
                  <a:cubicBezTo>
                    <a:pt x="20332" y="31719"/>
                    <a:pt x="20347" y="31719"/>
                    <a:pt x="20361" y="31733"/>
                  </a:cubicBezTo>
                  <a:cubicBezTo>
                    <a:pt x="20716" y="31960"/>
                    <a:pt x="20744" y="31960"/>
                    <a:pt x="20985" y="31605"/>
                  </a:cubicBezTo>
                  <a:cubicBezTo>
                    <a:pt x="21071" y="31492"/>
                    <a:pt x="21170" y="31520"/>
                    <a:pt x="21284" y="31520"/>
                  </a:cubicBezTo>
                  <a:cubicBezTo>
                    <a:pt x="21326" y="31563"/>
                    <a:pt x="21355" y="31549"/>
                    <a:pt x="21383" y="31506"/>
                  </a:cubicBezTo>
                  <a:lnTo>
                    <a:pt x="21468" y="31506"/>
                  </a:lnTo>
                  <a:cubicBezTo>
                    <a:pt x="21553" y="31350"/>
                    <a:pt x="21710" y="31520"/>
                    <a:pt x="21795" y="31421"/>
                  </a:cubicBezTo>
                  <a:cubicBezTo>
                    <a:pt x="21894" y="31307"/>
                    <a:pt x="22036" y="31364"/>
                    <a:pt x="22150" y="31336"/>
                  </a:cubicBezTo>
                  <a:cubicBezTo>
                    <a:pt x="22178" y="31336"/>
                    <a:pt x="22221" y="31378"/>
                    <a:pt x="22263" y="31407"/>
                  </a:cubicBezTo>
                  <a:cubicBezTo>
                    <a:pt x="22263" y="31506"/>
                    <a:pt x="22263" y="31591"/>
                    <a:pt x="22249" y="31690"/>
                  </a:cubicBezTo>
                  <a:cubicBezTo>
                    <a:pt x="22263" y="31733"/>
                    <a:pt x="22263" y="31761"/>
                    <a:pt x="22263" y="31790"/>
                  </a:cubicBezTo>
                  <a:cubicBezTo>
                    <a:pt x="22292" y="31818"/>
                    <a:pt x="22320" y="31861"/>
                    <a:pt x="22363" y="31889"/>
                  </a:cubicBezTo>
                  <a:lnTo>
                    <a:pt x="22448" y="31889"/>
                  </a:lnTo>
                  <a:cubicBezTo>
                    <a:pt x="22476" y="31861"/>
                    <a:pt x="22519" y="31818"/>
                    <a:pt x="22547" y="31790"/>
                  </a:cubicBezTo>
                  <a:lnTo>
                    <a:pt x="22547" y="31705"/>
                  </a:lnTo>
                  <a:cubicBezTo>
                    <a:pt x="22519" y="31662"/>
                    <a:pt x="22490" y="31634"/>
                    <a:pt x="22462" y="31591"/>
                  </a:cubicBezTo>
                  <a:lnTo>
                    <a:pt x="22462" y="31591"/>
                  </a:lnTo>
                  <a:cubicBezTo>
                    <a:pt x="22462" y="31591"/>
                    <a:pt x="22434" y="31591"/>
                    <a:pt x="22434" y="31563"/>
                  </a:cubicBezTo>
                  <a:cubicBezTo>
                    <a:pt x="22419" y="31549"/>
                    <a:pt x="22434" y="31520"/>
                    <a:pt x="22448" y="31506"/>
                  </a:cubicBezTo>
                  <a:cubicBezTo>
                    <a:pt x="22476" y="31478"/>
                    <a:pt x="22448" y="31435"/>
                    <a:pt x="22462" y="31407"/>
                  </a:cubicBezTo>
                  <a:lnTo>
                    <a:pt x="22434" y="31378"/>
                  </a:lnTo>
                  <a:cubicBezTo>
                    <a:pt x="22448" y="31364"/>
                    <a:pt x="22448" y="31350"/>
                    <a:pt x="22434" y="31321"/>
                  </a:cubicBezTo>
                  <a:cubicBezTo>
                    <a:pt x="22505" y="31336"/>
                    <a:pt x="22576" y="31336"/>
                    <a:pt x="22632" y="31307"/>
                  </a:cubicBezTo>
                  <a:cubicBezTo>
                    <a:pt x="22675" y="31279"/>
                    <a:pt x="22675" y="31208"/>
                    <a:pt x="22732" y="31208"/>
                  </a:cubicBezTo>
                  <a:lnTo>
                    <a:pt x="22831" y="31208"/>
                  </a:lnTo>
                  <a:cubicBezTo>
                    <a:pt x="22874" y="31165"/>
                    <a:pt x="22916" y="31108"/>
                    <a:pt x="22959" y="31052"/>
                  </a:cubicBezTo>
                  <a:cubicBezTo>
                    <a:pt x="22959" y="31123"/>
                    <a:pt x="22987" y="31165"/>
                    <a:pt x="23030" y="31208"/>
                  </a:cubicBezTo>
                  <a:lnTo>
                    <a:pt x="23030" y="31208"/>
                  </a:lnTo>
                  <a:cubicBezTo>
                    <a:pt x="23058" y="31250"/>
                    <a:pt x="23087" y="31279"/>
                    <a:pt x="23115" y="31307"/>
                  </a:cubicBezTo>
                  <a:lnTo>
                    <a:pt x="23115" y="31307"/>
                  </a:lnTo>
                  <a:cubicBezTo>
                    <a:pt x="23158" y="31336"/>
                    <a:pt x="23186" y="31364"/>
                    <a:pt x="23215" y="31392"/>
                  </a:cubicBezTo>
                  <a:lnTo>
                    <a:pt x="23300" y="31392"/>
                  </a:lnTo>
                  <a:cubicBezTo>
                    <a:pt x="23399" y="31321"/>
                    <a:pt x="23300" y="31179"/>
                    <a:pt x="23413" y="31108"/>
                  </a:cubicBezTo>
                  <a:lnTo>
                    <a:pt x="23413" y="31108"/>
                  </a:lnTo>
                  <a:cubicBezTo>
                    <a:pt x="23484" y="31037"/>
                    <a:pt x="23413" y="30895"/>
                    <a:pt x="23499" y="30824"/>
                  </a:cubicBezTo>
                  <a:cubicBezTo>
                    <a:pt x="23527" y="30796"/>
                    <a:pt x="23527" y="30768"/>
                    <a:pt x="23513" y="30725"/>
                  </a:cubicBezTo>
                  <a:cubicBezTo>
                    <a:pt x="23541" y="30725"/>
                    <a:pt x="23570" y="30725"/>
                    <a:pt x="23598" y="30725"/>
                  </a:cubicBezTo>
                  <a:lnTo>
                    <a:pt x="23896" y="30725"/>
                  </a:lnTo>
                  <a:lnTo>
                    <a:pt x="23797" y="31009"/>
                  </a:lnTo>
                  <a:lnTo>
                    <a:pt x="23797" y="31009"/>
                  </a:lnTo>
                  <a:cubicBezTo>
                    <a:pt x="23825" y="31052"/>
                    <a:pt x="23868" y="31080"/>
                    <a:pt x="23896" y="31108"/>
                  </a:cubicBezTo>
                  <a:lnTo>
                    <a:pt x="23896" y="31108"/>
                  </a:lnTo>
                  <a:cubicBezTo>
                    <a:pt x="23953" y="31165"/>
                    <a:pt x="24038" y="31165"/>
                    <a:pt x="24095" y="31108"/>
                  </a:cubicBezTo>
                  <a:lnTo>
                    <a:pt x="24095" y="31108"/>
                  </a:lnTo>
                  <a:cubicBezTo>
                    <a:pt x="24109" y="31080"/>
                    <a:pt x="24109" y="31052"/>
                    <a:pt x="24095" y="31023"/>
                  </a:cubicBezTo>
                  <a:cubicBezTo>
                    <a:pt x="24095" y="30981"/>
                    <a:pt x="24095" y="30952"/>
                    <a:pt x="24081" y="30924"/>
                  </a:cubicBezTo>
                  <a:cubicBezTo>
                    <a:pt x="24052" y="30895"/>
                    <a:pt x="24038" y="30853"/>
                    <a:pt x="24024" y="30810"/>
                  </a:cubicBezTo>
                  <a:cubicBezTo>
                    <a:pt x="24038" y="30824"/>
                    <a:pt x="24066" y="30824"/>
                    <a:pt x="24081" y="30824"/>
                  </a:cubicBezTo>
                  <a:lnTo>
                    <a:pt x="24180" y="30824"/>
                  </a:lnTo>
                  <a:cubicBezTo>
                    <a:pt x="24237" y="30753"/>
                    <a:pt x="24208" y="30626"/>
                    <a:pt x="24322" y="30583"/>
                  </a:cubicBezTo>
                  <a:cubicBezTo>
                    <a:pt x="24436" y="30555"/>
                    <a:pt x="24407" y="30682"/>
                    <a:pt x="24464" y="30725"/>
                  </a:cubicBezTo>
                  <a:lnTo>
                    <a:pt x="24464" y="30725"/>
                  </a:lnTo>
                  <a:cubicBezTo>
                    <a:pt x="24492" y="30753"/>
                    <a:pt x="24521" y="30782"/>
                    <a:pt x="24549" y="30824"/>
                  </a:cubicBezTo>
                  <a:lnTo>
                    <a:pt x="24549" y="30824"/>
                  </a:lnTo>
                  <a:cubicBezTo>
                    <a:pt x="24578" y="30839"/>
                    <a:pt x="24620" y="30839"/>
                    <a:pt x="24649" y="30824"/>
                  </a:cubicBezTo>
                  <a:lnTo>
                    <a:pt x="24649" y="30824"/>
                  </a:lnTo>
                  <a:cubicBezTo>
                    <a:pt x="24705" y="30768"/>
                    <a:pt x="24705" y="30682"/>
                    <a:pt x="24649" y="30626"/>
                  </a:cubicBezTo>
                  <a:lnTo>
                    <a:pt x="24649" y="30526"/>
                  </a:lnTo>
                  <a:lnTo>
                    <a:pt x="24649" y="30526"/>
                  </a:lnTo>
                  <a:lnTo>
                    <a:pt x="24649" y="30526"/>
                  </a:lnTo>
                  <a:lnTo>
                    <a:pt x="24649" y="30526"/>
                  </a:lnTo>
                  <a:cubicBezTo>
                    <a:pt x="24762" y="30540"/>
                    <a:pt x="24847" y="30441"/>
                    <a:pt x="24847" y="30342"/>
                  </a:cubicBezTo>
                  <a:cubicBezTo>
                    <a:pt x="24876" y="30313"/>
                    <a:pt x="24876" y="30271"/>
                    <a:pt x="24862" y="30242"/>
                  </a:cubicBezTo>
                  <a:lnTo>
                    <a:pt x="24933" y="30242"/>
                  </a:lnTo>
                  <a:lnTo>
                    <a:pt x="24961" y="30200"/>
                  </a:lnTo>
                  <a:cubicBezTo>
                    <a:pt x="25060" y="30015"/>
                    <a:pt x="25373" y="30072"/>
                    <a:pt x="25401" y="29802"/>
                  </a:cubicBezTo>
                  <a:cubicBezTo>
                    <a:pt x="25401" y="29788"/>
                    <a:pt x="25486" y="29774"/>
                    <a:pt x="25529" y="29774"/>
                  </a:cubicBezTo>
                  <a:cubicBezTo>
                    <a:pt x="25657" y="29760"/>
                    <a:pt x="25784" y="29788"/>
                    <a:pt x="25898" y="29845"/>
                  </a:cubicBezTo>
                  <a:cubicBezTo>
                    <a:pt x="25969" y="29561"/>
                    <a:pt x="25969" y="29547"/>
                    <a:pt x="26182" y="29575"/>
                  </a:cubicBezTo>
                  <a:cubicBezTo>
                    <a:pt x="26281" y="29589"/>
                    <a:pt x="26381" y="29618"/>
                    <a:pt x="26466" y="29646"/>
                  </a:cubicBezTo>
                  <a:cubicBezTo>
                    <a:pt x="26494" y="29433"/>
                    <a:pt x="26494" y="29433"/>
                    <a:pt x="26665" y="29447"/>
                  </a:cubicBezTo>
                  <a:cubicBezTo>
                    <a:pt x="26665" y="29348"/>
                    <a:pt x="26650" y="29234"/>
                    <a:pt x="26778" y="29177"/>
                  </a:cubicBezTo>
                  <a:lnTo>
                    <a:pt x="26807" y="29121"/>
                  </a:lnTo>
                  <a:lnTo>
                    <a:pt x="26878" y="29177"/>
                  </a:lnTo>
                  <a:cubicBezTo>
                    <a:pt x="27020" y="29177"/>
                    <a:pt x="27162" y="29106"/>
                    <a:pt x="27247" y="28993"/>
                  </a:cubicBezTo>
                  <a:cubicBezTo>
                    <a:pt x="27218" y="28993"/>
                    <a:pt x="27190" y="28993"/>
                    <a:pt x="27162" y="28993"/>
                  </a:cubicBezTo>
                  <a:cubicBezTo>
                    <a:pt x="27176" y="28822"/>
                    <a:pt x="27289" y="28780"/>
                    <a:pt x="27431" y="28780"/>
                  </a:cubicBezTo>
                  <a:lnTo>
                    <a:pt x="27545" y="28709"/>
                  </a:lnTo>
                  <a:lnTo>
                    <a:pt x="27559" y="28610"/>
                  </a:lnTo>
                  <a:cubicBezTo>
                    <a:pt x="27772" y="28553"/>
                    <a:pt x="27971" y="28453"/>
                    <a:pt x="28127" y="28326"/>
                  </a:cubicBezTo>
                  <a:lnTo>
                    <a:pt x="28127" y="28311"/>
                  </a:lnTo>
                  <a:lnTo>
                    <a:pt x="28127" y="28311"/>
                  </a:lnTo>
                  <a:lnTo>
                    <a:pt x="28127" y="28326"/>
                  </a:lnTo>
                  <a:cubicBezTo>
                    <a:pt x="28170" y="28311"/>
                    <a:pt x="28226" y="28283"/>
                    <a:pt x="28226" y="28226"/>
                  </a:cubicBezTo>
                  <a:lnTo>
                    <a:pt x="28212" y="28212"/>
                  </a:lnTo>
                  <a:lnTo>
                    <a:pt x="28212" y="28212"/>
                  </a:lnTo>
                  <a:lnTo>
                    <a:pt x="28226" y="28240"/>
                  </a:lnTo>
                  <a:lnTo>
                    <a:pt x="28312" y="28226"/>
                  </a:lnTo>
                  <a:cubicBezTo>
                    <a:pt x="28312" y="28198"/>
                    <a:pt x="28312" y="28155"/>
                    <a:pt x="28312" y="28127"/>
                  </a:cubicBezTo>
                  <a:cubicBezTo>
                    <a:pt x="28454" y="28113"/>
                    <a:pt x="28468" y="27956"/>
                    <a:pt x="28581" y="27914"/>
                  </a:cubicBezTo>
                  <a:cubicBezTo>
                    <a:pt x="28652" y="27573"/>
                    <a:pt x="28936" y="27431"/>
                    <a:pt x="29192" y="27275"/>
                  </a:cubicBezTo>
                  <a:cubicBezTo>
                    <a:pt x="29249" y="27275"/>
                    <a:pt x="29291" y="27218"/>
                    <a:pt x="29291" y="27176"/>
                  </a:cubicBezTo>
                  <a:lnTo>
                    <a:pt x="29377" y="27161"/>
                  </a:lnTo>
                  <a:cubicBezTo>
                    <a:pt x="29377" y="27105"/>
                    <a:pt x="29419" y="27062"/>
                    <a:pt x="29476" y="27062"/>
                  </a:cubicBezTo>
                  <a:cubicBezTo>
                    <a:pt x="29476" y="27034"/>
                    <a:pt x="29476" y="27019"/>
                    <a:pt x="29490" y="26991"/>
                  </a:cubicBezTo>
                  <a:lnTo>
                    <a:pt x="29660" y="26948"/>
                  </a:lnTo>
                  <a:cubicBezTo>
                    <a:pt x="29689" y="26764"/>
                    <a:pt x="29845" y="26679"/>
                    <a:pt x="29959" y="26579"/>
                  </a:cubicBezTo>
                  <a:cubicBezTo>
                    <a:pt x="29973" y="26537"/>
                    <a:pt x="30015" y="26494"/>
                    <a:pt x="30058" y="26480"/>
                  </a:cubicBezTo>
                  <a:lnTo>
                    <a:pt x="30157" y="26395"/>
                  </a:lnTo>
                  <a:lnTo>
                    <a:pt x="30157" y="26295"/>
                  </a:lnTo>
                  <a:lnTo>
                    <a:pt x="30385" y="26125"/>
                  </a:lnTo>
                  <a:cubicBezTo>
                    <a:pt x="30456" y="26082"/>
                    <a:pt x="30498" y="25997"/>
                    <a:pt x="30484" y="25926"/>
                  </a:cubicBezTo>
                  <a:cubicBezTo>
                    <a:pt x="30484" y="25898"/>
                    <a:pt x="30484" y="25855"/>
                    <a:pt x="30484" y="25827"/>
                  </a:cubicBezTo>
                  <a:cubicBezTo>
                    <a:pt x="30498" y="25756"/>
                    <a:pt x="30498" y="25685"/>
                    <a:pt x="30583" y="25642"/>
                  </a:cubicBezTo>
                  <a:cubicBezTo>
                    <a:pt x="30569" y="25486"/>
                    <a:pt x="30598" y="25344"/>
                    <a:pt x="30683" y="25230"/>
                  </a:cubicBezTo>
                  <a:cubicBezTo>
                    <a:pt x="30839" y="25003"/>
                    <a:pt x="30967" y="24748"/>
                    <a:pt x="31066" y="24478"/>
                  </a:cubicBezTo>
                  <a:lnTo>
                    <a:pt x="31066" y="24478"/>
                  </a:lnTo>
                  <a:cubicBezTo>
                    <a:pt x="31279" y="24393"/>
                    <a:pt x="31293" y="24379"/>
                    <a:pt x="31165" y="24180"/>
                  </a:cubicBezTo>
                  <a:cubicBezTo>
                    <a:pt x="31165" y="24123"/>
                    <a:pt x="31165" y="24052"/>
                    <a:pt x="31180" y="23995"/>
                  </a:cubicBezTo>
                  <a:lnTo>
                    <a:pt x="31180" y="23995"/>
                  </a:lnTo>
                  <a:lnTo>
                    <a:pt x="31251" y="23896"/>
                  </a:lnTo>
                  <a:lnTo>
                    <a:pt x="31350" y="23512"/>
                  </a:lnTo>
                  <a:cubicBezTo>
                    <a:pt x="31464" y="23299"/>
                    <a:pt x="31549" y="23086"/>
                    <a:pt x="31606" y="22859"/>
                  </a:cubicBezTo>
                  <a:cubicBezTo>
                    <a:pt x="31634" y="22646"/>
                    <a:pt x="31748" y="22462"/>
                    <a:pt x="31918" y="22348"/>
                  </a:cubicBezTo>
                  <a:cubicBezTo>
                    <a:pt x="31989" y="22277"/>
                    <a:pt x="32046" y="22206"/>
                    <a:pt x="32103" y="22135"/>
                  </a:cubicBezTo>
                  <a:cubicBezTo>
                    <a:pt x="32103" y="21809"/>
                    <a:pt x="32230" y="21510"/>
                    <a:pt x="32216" y="21184"/>
                  </a:cubicBezTo>
                  <a:cubicBezTo>
                    <a:pt x="32245" y="20999"/>
                    <a:pt x="32287" y="20801"/>
                    <a:pt x="32316" y="20602"/>
                  </a:cubicBezTo>
                  <a:cubicBezTo>
                    <a:pt x="32387" y="20531"/>
                    <a:pt x="32415" y="20446"/>
                    <a:pt x="32415" y="20346"/>
                  </a:cubicBezTo>
                  <a:lnTo>
                    <a:pt x="32415" y="19551"/>
                  </a:lnTo>
                  <a:lnTo>
                    <a:pt x="32415" y="19551"/>
                  </a:lnTo>
                  <a:cubicBezTo>
                    <a:pt x="32387" y="19537"/>
                    <a:pt x="32372" y="19523"/>
                    <a:pt x="32358" y="19523"/>
                  </a:cubicBezTo>
                  <a:cubicBezTo>
                    <a:pt x="32344" y="19509"/>
                    <a:pt x="32344" y="19494"/>
                    <a:pt x="32330" y="19480"/>
                  </a:cubicBezTo>
                  <a:cubicBezTo>
                    <a:pt x="32358" y="19480"/>
                    <a:pt x="32387" y="19466"/>
                    <a:pt x="32415" y="19452"/>
                  </a:cubicBezTo>
                  <a:cubicBezTo>
                    <a:pt x="32401" y="19423"/>
                    <a:pt x="32401" y="19395"/>
                    <a:pt x="32415" y="19352"/>
                  </a:cubicBezTo>
                  <a:cubicBezTo>
                    <a:pt x="32387" y="19239"/>
                    <a:pt x="32372" y="19111"/>
                    <a:pt x="32358" y="18983"/>
                  </a:cubicBezTo>
                  <a:cubicBezTo>
                    <a:pt x="32358" y="18912"/>
                    <a:pt x="32316" y="18813"/>
                    <a:pt x="32344" y="18756"/>
                  </a:cubicBezTo>
                  <a:cubicBezTo>
                    <a:pt x="32429" y="18501"/>
                    <a:pt x="32372" y="18245"/>
                    <a:pt x="32401" y="18004"/>
                  </a:cubicBezTo>
                  <a:cubicBezTo>
                    <a:pt x="32401" y="17975"/>
                    <a:pt x="32401" y="17933"/>
                    <a:pt x="32401" y="17904"/>
                  </a:cubicBezTo>
                  <a:cubicBezTo>
                    <a:pt x="32472" y="17762"/>
                    <a:pt x="32330" y="17663"/>
                    <a:pt x="32344" y="17535"/>
                  </a:cubicBezTo>
                  <a:close/>
                  <a:moveTo>
                    <a:pt x="12410" y="32230"/>
                  </a:moveTo>
                  <a:cubicBezTo>
                    <a:pt x="12410" y="32216"/>
                    <a:pt x="12424" y="32187"/>
                    <a:pt x="12438" y="32173"/>
                  </a:cubicBezTo>
                  <a:cubicBezTo>
                    <a:pt x="12452" y="32187"/>
                    <a:pt x="12467" y="32202"/>
                    <a:pt x="12467" y="32216"/>
                  </a:cubicBezTo>
                  <a:close/>
                  <a:moveTo>
                    <a:pt x="25046" y="3564"/>
                  </a:moveTo>
                  <a:cubicBezTo>
                    <a:pt x="25046" y="3564"/>
                    <a:pt x="25046" y="3564"/>
                    <a:pt x="25046" y="3578"/>
                  </a:cubicBezTo>
                  <a:lnTo>
                    <a:pt x="25046" y="3578"/>
                  </a:lnTo>
                  <a:close/>
                  <a:moveTo>
                    <a:pt x="29987" y="9527"/>
                  </a:moveTo>
                  <a:cubicBezTo>
                    <a:pt x="29973" y="9527"/>
                    <a:pt x="29959" y="9513"/>
                    <a:pt x="29959" y="9513"/>
                  </a:cubicBezTo>
                  <a:cubicBezTo>
                    <a:pt x="29944" y="9499"/>
                    <a:pt x="29930" y="9485"/>
                    <a:pt x="29930" y="9471"/>
                  </a:cubicBezTo>
                  <a:cubicBezTo>
                    <a:pt x="29944" y="9485"/>
                    <a:pt x="29959" y="9499"/>
                    <a:pt x="29987" y="9527"/>
                  </a:cubicBezTo>
                  <a:close/>
                  <a:moveTo>
                    <a:pt x="2187" y="10592"/>
                  </a:moveTo>
                  <a:cubicBezTo>
                    <a:pt x="2216" y="10592"/>
                    <a:pt x="2258" y="10578"/>
                    <a:pt x="2272" y="10592"/>
                  </a:cubicBezTo>
                  <a:cubicBezTo>
                    <a:pt x="2244" y="10592"/>
                    <a:pt x="2216" y="10606"/>
                    <a:pt x="2187" y="10621"/>
                  </a:cubicBezTo>
                  <a:cubicBezTo>
                    <a:pt x="2187" y="10606"/>
                    <a:pt x="2187" y="10592"/>
                    <a:pt x="2187" y="10578"/>
                  </a:cubicBezTo>
                  <a:close/>
                  <a:moveTo>
                    <a:pt x="23598" y="3380"/>
                  </a:moveTo>
                  <a:close/>
                  <a:moveTo>
                    <a:pt x="31748" y="20559"/>
                  </a:moveTo>
                  <a:lnTo>
                    <a:pt x="31733" y="20545"/>
                  </a:lnTo>
                  <a:lnTo>
                    <a:pt x="31748" y="20545"/>
                  </a:lnTo>
                  <a:close/>
                  <a:moveTo>
                    <a:pt x="16726" y="32329"/>
                  </a:moveTo>
                  <a:close/>
                  <a:moveTo>
                    <a:pt x="11217" y="30768"/>
                  </a:moveTo>
                  <a:close/>
                  <a:moveTo>
                    <a:pt x="29220" y="9286"/>
                  </a:moveTo>
                  <a:lnTo>
                    <a:pt x="29206" y="9286"/>
                  </a:lnTo>
                  <a:lnTo>
                    <a:pt x="29206" y="9286"/>
                  </a:lnTo>
                  <a:cubicBezTo>
                    <a:pt x="29206" y="9286"/>
                    <a:pt x="29206" y="9286"/>
                    <a:pt x="29206" y="9286"/>
                  </a:cubicBezTo>
                  <a:close/>
                  <a:moveTo>
                    <a:pt x="8889" y="4047"/>
                  </a:moveTo>
                  <a:cubicBezTo>
                    <a:pt x="8903" y="4061"/>
                    <a:pt x="8917" y="4075"/>
                    <a:pt x="8917" y="4075"/>
                  </a:cubicBezTo>
                  <a:lnTo>
                    <a:pt x="8917" y="4075"/>
                  </a:lnTo>
                  <a:lnTo>
                    <a:pt x="8889" y="4047"/>
                  </a:lnTo>
                  <a:close/>
                  <a:moveTo>
                    <a:pt x="4345" y="9982"/>
                  </a:moveTo>
                  <a:close/>
                  <a:moveTo>
                    <a:pt x="12964" y="4104"/>
                  </a:moveTo>
                  <a:close/>
                  <a:moveTo>
                    <a:pt x="3678" y="21482"/>
                  </a:moveTo>
                  <a:close/>
                  <a:moveTo>
                    <a:pt x="30243" y="16839"/>
                  </a:moveTo>
                  <a:cubicBezTo>
                    <a:pt x="30214" y="16825"/>
                    <a:pt x="30186" y="16797"/>
                    <a:pt x="30186" y="16754"/>
                  </a:cubicBezTo>
                  <a:cubicBezTo>
                    <a:pt x="30214" y="16740"/>
                    <a:pt x="30243" y="16740"/>
                    <a:pt x="30285" y="16740"/>
                  </a:cubicBezTo>
                  <a:cubicBezTo>
                    <a:pt x="30257" y="16768"/>
                    <a:pt x="30243" y="16797"/>
                    <a:pt x="30243" y="16839"/>
                  </a:cubicBezTo>
                  <a:close/>
                  <a:moveTo>
                    <a:pt x="9272" y="6290"/>
                  </a:moveTo>
                  <a:lnTo>
                    <a:pt x="9272" y="6290"/>
                  </a:lnTo>
                  <a:close/>
                  <a:moveTo>
                    <a:pt x="16030" y="4927"/>
                  </a:moveTo>
                  <a:lnTo>
                    <a:pt x="16030" y="4927"/>
                  </a:lnTo>
                  <a:lnTo>
                    <a:pt x="16030" y="4927"/>
                  </a:lnTo>
                  <a:cubicBezTo>
                    <a:pt x="16030" y="4913"/>
                    <a:pt x="16045" y="4927"/>
                    <a:pt x="16045" y="4927"/>
                  </a:cubicBezTo>
                  <a:close/>
                  <a:moveTo>
                    <a:pt x="22632" y="26735"/>
                  </a:moveTo>
                  <a:lnTo>
                    <a:pt x="22632" y="26707"/>
                  </a:lnTo>
                  <a:lnTo>
                    <a:pt x="22632" y="26707"/>
                  </a:lnTo>
                  <a:lnTo>
                    <a:pt x="22632" y="26721"/>
                  </a:lnTo>
                  <a:cubicBezTo>
                    <a:pt x="22632" y="26721"/>
                    <a:pt x="22647" y="26721"/>
                    <a:pt x="22647" y="26735"/>
                  </a:cubicBezTo>
                  <a:close/>
                  <a:moveTo>
                    <a:pt x="23981" y="26735"/>
                  </a:moveTo>
                  <a:cubicBezTo>
                    <a:pt x="23981" y="26764"/>
                    <a:pt x="23995" y="26806"/>
                    <a:pt x="24024" y="26835"/>
                  </a:cubicBezTo>
                  <a:cubicBezTo>
                    <a:pt x="23981" y="26821"/>
                    <a:pt x="23953" y="26764"/>
                    <a:pt x="23981" y="26721"/>
                  </a:cubicBezTo>
                  <a:close/>
                  <a:moveTo>
                    <a:pt x="21156" y="26636"/>
                  </a:moveTo>
                  <a:lnTo>
                    <a:pt x="21142" y="26650"/>
                  </a:lnTo>
                  <a:lnTo>
                    <a:pt x="21127" y="26650"/>
                  </a:lnTo>
                  <a:lnTo>
                    <a:pt x="21071" y="26707"/>
                  </a:lnTo>
                  <a:lnTo>
                    <a:pt x="21071" y="26707"/>
                  </a:lnTo>
                  <a:cubicBezTo>
                    <a:pt x="21099" y="26693"/>
                    <a:pt x="21113" y="26679"/>
                    <a:pt x="21127" y="26664"/>
                  </a:cubicBezTo>
                  <a:lnTo>
                    <a:pt x="21127" y="26664"/>
                  </a:lnTo>
                  <a:cubicBezTo>
                    <a:pt x="21127" y="26650"/>
                    <a:pt x="21142" y="26650"/>
                    <a:pt x="21142" y="26650"/>
                  </a:cubicBezTo>
                  <a:cubicBezTo>
                    <a:pt x="21170" y="26608"/>
                    <a:pt x="21198" y="26608"/>
                    <a:pt x="21227" y="26636"/>
                  </a:cubicBezTo>
                  <a:cubicBezTo>
                    <a:pt x="21213" y="26622"/>
                    <a:pt x="21184" y="26622"/>
                    <a:pt x="21156" y="26636"/>
                  </a:cubicBezTo>
                  <a:close/>
                  <a:moveTo>
                    <a:pt x="19040" y="8704"/>
                  </a:moveTo>
                  <a:lnTo>
                    <a:pt x="19055" y="8704"/>
                  </a:lnTo>
                  <a:lnTo>
                    <a:pt x="19055" y="8704"/>
                  </a:lnTo>
                  <a:cubicBezTo>
                    <a:pt x="19055" y="8704"/>
                    <a:pt x="19055" y="8704"/>
                    <a:pt x="19040" y="8704"/>
                  </a:cubicBezTo>
                  <a:close/>
                  <a:moveTo>
                    <a:pt x="9783" y="6773"/>
                  </a:moveTo>
                  <a:cubicBezTo>
                    <a:pt x="9783" y="6773"/>
                    <a:pt x="9769" y="6773"/>
                    <a:pt x="9769" y="6759"/>
                  </a:cubicBezTo>
                  <a:close/>
                  <a:moveTo>
                    <a:pt x="5353" y="19821"/>
                  </a:moveTo>
                  <a:lnTo>
                    <a:pt x="5353" y="19821"/>
                  </a:lnTo>
                  <a:cubicBezTo>
                    <a:pt x="5396" y="19793"/>
                    <a:pt x="5439" y="19793"/>
                    <a:pt x="5495" y="19793"/>
                  </a:cubicBezTo>
                  <a:cubicBezTo>
                    <a:pt x="5439" y="19807"/>
                    <a:pt x="5396" y="19821"/>
                    <a:pt x="5353" y="19821"/>
                  </a:cubicBezTo>
                  <a:close/>
                  <a:moveTo>
                    <a:pt x="12467" y="20900"/>
                  </a:moveTo>
                  <a:lnTo>
                    <a:pt x="12467" y="20900"/>
                  </a:lnTo>
                  <a:cubicBezTo>
                    <a:pt x="12495" y="20900"/>
                    <a:pt x="12481" y="20900"/>
                    <a:pt x="12467" y="20900"/>
                  </a:cubicBezTo>
                  <a:close/>
                  <a:moveTo>
                    <a:pt x="19452" y="16712"/>
                  </a:moveTo>
                  <a:cubicBezTo>
                    <a:pt x="19466" y="16726"/>
                    <a:pt x="19480" y="16740"/>
                    <a:pt x="19495" y="16754"/>
                  </a:cubicBezTo>
                  <a:cubicBezTo>
                    <a:pt x="19466" y="16740"/>
                    <a:pt x="19438" y="16712"/>
                    <a:pt x="19409" y="16697"/>
                  </a:cubicBezTo>
                  <a:cubicBezTo>
                    <a:pt x="19424" y="16697"/>
                    <a:pt x="19438" y="16697"/>
                    <a:pt x="19452" y="16712"/>
                  </a:cubicBezTo>
                  <a:close/>
                  <a:moveTo>
                    <a:pt x="20247" y="17393"/>
                  </a:moveTo>
                  <a:lnTo>
                    <a:pt x="20190" y="17379"/>
                  </a:lnTo>
                  <a:cubicBezTo>
                    <a:pt x="20219" y="17379"/>
                    <a:pt x="20233" y="17393"/>
                    <a:pt x="20247" y="17407"/>
                  </a:cubicBezTo>
                  <a:close/>
                  <a:moveTo>
                    <a:pt x="10891" y="17478"/>
                  </a:moveTo>
                  <a:close/>
                  <a:moveTo>
                    <a:pt x="11643" y="18174"/>
                  </a:moveTo>
                  <a:lnTo>
                    <a:pt x="11643" y="18174"/>
                  </a:lnTo>
                  <a:lnTo>
                    <a:pt x="11643" y="18160"/>
                  </a:lnTo>
                  <a:close/>
                  <a:moveTo>
                    <a:pt x="11217" y="13233"/>
                  </a:moveTo>
                  <a:close/>
                  <a:moveTo>
                    <a:pt x="11601" y="19821"/>
                  </a:moveTo>
                  <a:cubicBezTo>
                    <a:pt x="11615" y="19807"/>
                    <a:pt x="11615" y="19807"/>
                    <a:pt x="11629" y="19807"/>
                  </a:cubicBezTo>
                  <a:lnTo>
                    <a:pt x="11615" y="19821"/>
                  </a:lnTo>
                  <a:close/>
                  <a:moveTo>
                    <a:pt x="16215" y="20687"/>
                  </a:moveTo>
                  <a:lnTo>
                    <a:pt x="16243" y="20673"/>
                  </a:lnTo>
                  <a:cubicBezTo>
                    <a:pt x="16243" y="20687"/>
                    <a:pt x="16243" y="20687"/>
                    <a:pt x="16243" y="20701"/>
                  </a:cubicBezTo>
                  <a:close/>
                  <a:moveTo>
                    <a:pt x="12154" y="8746"/>
                  </a:moveTo>
                  <a:lnTo>
                    <a:pt x="12112" y="8746"/>
                  </a:lnTo>
                  <a:cubicBezTo>
                    <a:pt x="12126" y="8746"/>
                    <a:pt x="12140" y="8746"/>
                    <a:pt x="12154" y="8746"/>
                  </a:cubicBezTo>
                  <a:close/>
                  <a:moveTo>
                    <a:pt x="5978" y="15093"/>
                  </a:moveTo>
                  <a:lnTo>
                    <a:pt x="5992" y="15093"/>
                  </a:lnTo>
                  <a:lnTo>
                    <a:pt x="5992" y="15093"/>
                  </a:lnTo>
                  <a:cubicBezTo>
                    <a:pt x="5992" y="15093"/>
                    <a:pt x="5992" y="15093"/>
                    <a:pt x="5992" y="15093"/>
                  </a:cubicBezTo>
                  <a:close/>
                  <a:moveTo>
                    <a:pt x="6560" y="14994"/>
                  </a:moveTo>
                  <a:close/>
                  <a:moveTo>
                    <a:pt x="15363" y="7966"/>
                  </a:moveTo>
                  <a:cubicBezTo>
                    <a:pt x="15349" y="7937"/>
                    <a:pt x="15349" y="7895"/>
                    <a:pt x="15335" y="7866"/>
                  </a:cubicBezTo>
                  <a:cubicBezTo>
                    <a:pt x="15335" y="7824"/>
                    <a:pt x="15349" y="7795"/>
                    <a:pt x="15349" y="7753"/>
                  </a:cubicBezTo>
                  <a:cubicBezTo>
                    <a:pt x="15363" y="7838"/>
                    <a:pt x="15363" y="7895"/>
                    <a:pt x="15363" y="7966"/>
                  </a:cubicBezTo>
                  <a:close/>
                  <a:moveTo>
                    <a:pt x="22718" y="24080"/>
                  </a:moveTo>
                  <a:close/>
                  <a:moveTo>
                    <a:pt x="27091" y="18501"/>
                  </a:moveTo>
                  <a:cubicBezTo>
                    <a:pt x="27105" y="18571"/>
                    <a:pt x="27105" y="18642"/>
                    <a:pt x="27133" y="18699"/>
                  </a:cubicBezTo>
                  <a:cubicBezTo>
                    <a:pt x="27119" y="18685"/>
                    <a:pt x="27105" y="18671"/>
                    <a:pt x="27105" y="18657"/>
                  </a:cubicBezTo>
                  <a:cubicBezTo>
                    <a:pt x="27091" y="18600"/>
                    <a:pt x="27091" y="18557"/>
                    <a:pt x="27105" y="18501"/>
                  </a:cubicBezTo>
                  <a:close/>
                  <a:moveTo>
                    <a:pt x="6759" y="10606"/>
                  </a:moveTo>
                  <a:lnTo>
                    <a:pt x="6759" y="10606"/>
                  </a:lnTo>
                  <a:cubicBezTo>
                    <a:pt x="6759" y="10606"/>
                    <a:pt x="6759" y="10621"/>
                    <a:pt x="6745" y="10621"/>
                  </a:cubicBezTo>
                  <a:close/>
                  <a:moveTo>
                    <a:pt x="5254" y="17776"/>
                  </a:moveTo>
                  <a:lnTo>
                    <a:pt x="5254" y="17776"/>
                  </a:lnTo>
                  <a:lnTo>
                    <a:pt x="5254" y="17776"/>
                  </a:lnTo>
                  <a:cubicBezTo>
                    <a:pt x="5254" y="17776"/>
                    <a:pt x="5254" y="17776"/>
                    <a:pt x="5254" y="17776"/>
                  </a:cubicBezTo>
                  <a:close/>
                  <a:moveTo>
                    <a:pt x="5297" y="18671"/>
                  </a:moveTo>
                  <a:close/>
                  <a:moveTo>
                    <a:pt x="7625" y="22448"/>
                  </a:moveTo>
                  <a:close/>
                  <a:moveTo>
                    <a:pt x="9102" y="20815"/>
                  </a:moveTo>
                  <a:close/>
                  <a:moveTo>
                    <a:pt x="13035" y="24520"/>
                  </a:moveTo>
                  <a:cubicBezTo>
                    <a:pt x="13006" y="24520"/>
                    <a:pt x="12978" y="24520"/>
                    <a:pt x="12964" y="24506"/>
                  </a:cubicBezTo>
                  <a:close/>
                  <a:moveTo>
                    <a:pt x="26565" y="20233"/>
                  </a:moveTo>
                  <a:lnTo>
                    <a:pt x="26565" y="20247"/>
                  </a:lnTo>
                  <a:lnTo>
                    <a:pt x="26565" y="20176"/>
                  </a:lnTo>
                  <a:lnTo>
                    <a:pt x="26565" y="20176"/>
                  </a:lnTo>
                  <a:cubicBezTo>
                    <a:pt x="26594" y="20176"/>
                    <a:pt x="26608" y="20190"/>
                    <a:pt x="26622" y="20190"/>
                  </a:cubicBezTo>
                  <a:cubicBezTo>
                    <a:pt x="26608" y="20190"/>
                    <a:pt x="26580" y="20204"/>
                    <a:pt x="26565" y="20218"/>
                  </a:cubicBezTo>
                  <a:close/>
                  <a:moveTo>
                    <a:pt x="20985" y="7923"/>
                  </a:moveTo>
                  <a:lnTo>
                    <a:pt x="20985" y="7923"/>
                  </a:lnTo>
                  <a:lnTo>
                    <a:pt x="20985" y="7937"/>
                  </a:lnTo>
                  <a:close/>
                  <a:moveTo>
                    <a:pt x="19651" y="8661"/>
                  </a:moveTo>
                  <a:cubicBezTo>
                    <a:pt x="19637" y="8661"/>
                    <a:pt x="19622" y="8661"/>
                    <a:pt x="19608" y="8661"/>
                  </a:cubicBezTo>
                  <a:lnTo>
                    <a:pt x="19651" y="8647"/>
                  </a:lnTo>
                  <a:cubicBezTo>
                    <a:pt x="19651" y="8647"/>
                    <a:pt x="19651" y="8647"/>
                    <a:pt x="19651" y="8661"/>
                  </a:cubicBezTo>
                  <a:close/>
                  <a:moveTo>
                    <a:pt x="10564" y="7355"/>
                  </a:moveTo>
                  <a:cubicBezTo>
                    <a:pt x="10550" y="7341"/>
                    <a:pt x="10536" y="7341"/>
                    <a:pt x="10522" y="7327"/>
                  </a:cubicBezTo>
                  <a:cubicBezTo>
                    <a:pt x="10536" y="7327"/>
                    <a:pt x="10550" y="7327"/>
                    <a:pt x="10564" y="7327"/>
                  </a:cubicBezTo>
                  <a:cubicBezTo>
                    <a:pt x="10564" y="7327"/>
                    <a:pt x="10564" y="7341"/>
                    <a:pt x="10564" y="7341"/>
                  </a:cubicBezTo>
                  <a:close/>
                  <a:moveTo>
                    <a:pt x="6787" y="10550"/>
                  </a:moveTo>
                  <a:lnTo>
                    <a:pt x="6773" y="10550"/>
                  </a:lnTo>
                  <a:lnTo>
                    <a:pt x="6773" y="10550"/>
                  </a:lnTo>
                  <a:lnTo>
                    <a:pt x="6773" y="10550"/>
                  </a:lnTo>
                  <a:lnTo>
                    <a:pt x="6773" y="10535"/>
                  </a:lnTo>
                  <a:close/>
                  <a:moveTo>
                    <a:pt x="26906" y="20119"/>
                  </a:moveTo>
                  <a:close/>
                  <a:moveTo>
                    <a:pt x="22150" y="12282"/>
                  </a:moveTo>
                  <a:lnTo>
                    <a:pt x="22150" y="12282"/>
                  </a:lnTo>
                  <a:lnTo>
                    <a:pt x="22136" y="12296"/>
                  </a:lnTo>
                  <a:lnTo>
                    <a:pt x="22150" y="12282"/>
                  </a:lnTo>
                  <a:lnTo>
                    <a:pt x="22150" y="12282"/>
                  </a:lnTo>
                  <a:lnTo>
                    <a:pt x="22150" y="12282"/>
                  </a:lnTo>
                  <a:close/>
                  <a:moveTo>
                    <a:pt x="19793" y="7327"/>
                  </a:moveTo>
                  <a:lnTo>
                    <a:pt x="19793" y="7270"/>
                  </a:lnTo>
                  <a:cubicBezTo>
                    <a:pt x="19807" y="7284"/>
                    <a:pt x="19793" y="7312"/>
                    <a:pt x="19793" y="7327"/>
                  </a:cubicBezTo>
                  <a:close/>
                  <a:moveTo>
                    <a:pt x="13830" y="27545"/>
                  </a:moveTo>
                  <a:cubicBezTo>
                    <a:pt x="13830" y="27559"/>
                    <a:pt x="13830" y="27573"/>
                    <a:pt x="13844" y="27587"/>
                  </a:cubicBezTo>
                  <a:lnTo>
                    <a:pt x="13830" y="27587"/>
                  </a:lnTo>
                  <a:close/>
                  <a:moveTo>
                    <a:pt x="28454" y="18969"/>
                  </a:moveTo>
                  <a:close/>
                  <a:moveTo>
                    <a:pt x="14014" y="7156"/>
                  </a:moveTo>
                  <a:lnTo>
                    <a:pt x="14014" y="7156"/>
                  </a:lnTo>
                  <a:cubicBezTo>
                    <a:pt x="13986" y="7142"/>
                    <a:pt x="13957" y="7142"/>
                    <a:pt x="13943" y="7114"/>
                  </a:cubicBezTo>
                  <a:lnTo>
                    <a:pt x="13943" y="7114"/>
                  </a:lnTo>
                  <a:cubicBezTo>
                    <a:pt x="13972" y="7128"/>
                    <a:pt x="14000" y="7128"/>
                    <a:pt x="14028" y="7142"/>
                  </a:cubicBezTo>
                  <a:lnTo>
                    <a:pt x="14028" y="7170"/>
                  </a:lnTo>
                  <a:lnTo>
                    <a:pt x="14028" y="7170"/>
                  </a:lnTo>
                  <a:close/>
                  <a:moveTo>
                    <a:pt x="5893" y="10436"/>
                  </a:moveTo>
                  <a:lnTo>
                    <a:pt x="5893" y="10436"/>
                  </a:lnTo>
                  <a:lnTo>
                    <a:pt x="5893" y="10436"/>
                  </a:lnTo>
                  <a:lnTo>
                    <a:pt x="5893" y="10436"/>
                  </a:lnTo>
                  <a:lnTo>
                    <a:pt x="5893" y="10436"/>
                  </a:lnTo>
                  <a:close/>
                  <a:moveTo>
                    <a:pt x="6390" y="24265"/>
                  </a:moveTo>
                  <a:cubicBezTo>
                    <a:pt x="6376" y="24251"/>
                    <a:pt x="6361" y="24237"/>
                    <a:pt x="6333" y="24237"/>
                  </a:cubicBezTo>
                  <a:cubicBezTo>
                    <a:pt x="6361" y="24237"/>
                    <a:pt x="6376" y="24251"/>
                    <a:pt x="6390" y="24265"/>
                  </a:cubicBezTo>
                  <a:close/>
                  <a:moveTo>
                    <a:pt x="25912" y="24861"/>
                  </a:moveTo>
                  <a:close/>
                  <a:moveTo>
                    <a:pt x="27673" y="21397"/>
                  </a:moveTo>
                  <a:close/>
                  <a:moveTo>
                    <a:pt x="27971" y="20999"/>
                  </a:moveTo>
                  <a:cubicBezTo>
                    <a:pt x="27985" y="21014"/>
                    <a:pt x="28014" y="20999"/>
                    <a:pt x="28042" y="20999"/>
                  </a:cubicBezTo>
                  <a:lnTo>
                    <a:pt x="28042" y="20999"/>
                  </a:lnTo>
                  <a:cubicBezTo>
                    <a:pt x="28014" y="21014"/>
                    <a:pt x="27999" y="21014"/>
                    <a:pt x="27971" y="21014"/>
                  </a:cubicBezTo>
                  <a:close/>
                  <a:moveTo>
                    <a:pt x="21568" y="6574"/>
                  </a:moveTo>
                  <a:close/>
                  <a:moveTo>
                    <a:pt x="13248" y="6120"/>
                  </a:moveTo>
                  <a:lnTo>
                    <a:pt x="13248" y="6177"/>
                  </a:lnTo>
                  <a:cubicBezTo>
                    <a:pt x="13248" y="6162"/>
                    <a:pt x="13248" y="6148"/>
                    <a:pt x="13248" y="6120"/>
                  </a:cubicBezTo>
                  <a:close/>
                  <a:moveTo>
                    <a:pt x="10067" y="4899"/>
                  </a:moveTo>
                  <a:close/>
                  <a:moveTo>
                    <a:pt x="3295" y="13915"/>
                  </a:moveTo>
                  <a:lnTo>
                    <a:pt x="3280" y="13915"/>
                  </a:lnTo>
                  <a:lnTo>
                    <a:pt x="3280" y="13915"/>
                  </a:lnTo>
                  <a:lnTo>
                    <a:pt x="3280" y="13915"/>
                  </a:lnTo>
                  <a:lnTo>
                    <a:pt x="3280" y="13915"/>
                  </a:lnTo>
                  <a:cubicBezTo>
                    <a:pt x="3280" y="13900"/>
                    <a:pt x="3295" y="13886"/>
                    <a:pt x="3323" y="13872"/>
                  </a:cubicBezTo>
                  <a:cubicBezTo>
                    <a:pt x="3309" y="13886"/>
                    <a:pt x="3309" y="13900"/>
                    <a:pt x="3309" y="13915"/>
                  </a:cubicBezTo>
                  <a:close/>
                  <a:moveTo>
                    <a:pt x="2784" y="13829"/>
                  </a:moveTo>
                  <a:cubicBezTo>
                    <a:pt x="2784" y="13829"/>
                    <a:pt x="2784" y="13844"/>
                    <a:pt x="2784" y="13858"/>
                  </a:cubicBezTo>
                  <a:lnTo>
                    <a:pt x="2784" y="13858"/>
                  </a:lnTo>
                  <a:cubicBezTo>
                    <a:pt x="2784" y="13844"/>
                    <a:pt x="2784" y="13844"/>
                    <a:pt x="2784" y="13829"/>
                  </a:cubicBezTo>
                  <a:lnTo>
                    <a:pt x="2769" y="13844"/>
                  </a:lnTo>
                  <a:cubicBezTo>
                    <a:pt x="2769" y="13844"/>
                    <a:pt x="2769" y="13829"/>
                    <a:pt x="2784" y="13829"/>
                  </a:cubicBezTo>
                  <a:lnTo>
                    <a:pt x="2784" y="13829"/>
                  </a:lnTo>
                  <a:close/>
                  <a:moveTo>
                    <a:pt x="5694" y="23910"/>
                  </a:moveTo>
                  <a:cubicBezTo>
                    <a:pt x="5708" y="23924"/>
                    <a:pt x="5723" y="23924"/>
                    <a:pt x="5723" y="23938"/>
                  </a:cubicBezTo>
                  <a:cubicBezTo>
                    <a:pt x="5708" y="23924"/>
                    <a:pt x="5694" y="23910"/>
                    <a:pt x="5680" y="23896"/>
                  </a:cubicBezTo>
                  <a:close/>
                  <a:moveTo>
                    <a:pt x="6830" y="24563"/>
                  </a:moveTo>
                  <a:lnTo>
                    <a:pt x="6844" y="24563"/>
                  </a:lnTo>
                  <a:lnTo>
                    <a:pt x="6830" y="24577"/>
                  </a:lnTo>
                  <a:cubicBezTo>
                    <a:pt x="6830" y="24577"/>
                    <a:pt x="6844" y="24577"/>
                    <a:pt x="6830" y="24563"/>
                  </a:cubicBezTo>
                  <a:close/>
                  <a:moveTo>
                    <a:pt x="10919" y="28255"/>
                  </a:moveTo>
                  <a:close/>
                  <a:moveTo>
                    <a:pt x="20389" y="5069"/>
                  </a:moveTo>
                  <a:cubicBezTo>
                    <a:pt x="20389" y="5041"/>
                    <a:pt x="20389" y="5012"/>
                    <a:pt x="20389" y="4984"/>
                  </a:cubicBezTo>
                  <a:cubicBezTo>
                    <a:pt x="20403" y="5012"/>
                    <a:pt x="20418" y="5041"/>
                    <a:pt x="20403" y="5069"/>
                  </a:cubicBezTo>
                  <a:close/>
                  <a:moveTo>
                    <a:pt x="19963" y="5736"/>
                  </a:moveTo>
                  <a:close/>
                  <a:moveTo>
                    <a:pt x="13233" y="6006"/>
                  </a:moveTo>
                  <a:lnTo>
                    <a:pt x="13233" y="6006"/>
                  </a:lnTo>
                  <a:close/>
                  <a:moveTo>
                    <a:pt x="10152" y="4743"/>
                  </a:moveTo>
                  <a:lnTo>
                    <a:pt x="10152" y="4728"/>
                  </a:lnTo>
                  <a:lnTo>
                    <a:pt x="10152" y="4728"/>
                  </a:lnTo>
                  <a:cubicBezTo>
                    <a:pt x="10152" y="4728"/>
                    <a:pt x="10152" y="4743"/>
                    <a:pt x="10152" y="4743"/>
                  </a:cubicBezTo>
                  <a:close/>
                  <a:moveTo>
                    <a:pt x="10152" y="4728"/>
                  </a:moveTo>
                  <a:close/>
                  <a:moveTo>
                    <a:pt x="7767" y="6816"/>
                  </a:moveTo>
                  <a:lnTo>
                    <a:pt x="7767" y="6858"/>
                  </a:lnTo>
                  <a:lnTo>
                    <a:pt x="7739" y="6858"/>
                  </a:lnTo>
                  <a:close/>
                  <a:moveTo>
                    <a:pt x="1932" y="14951"/>
                  </a:moveTo>
                  <a:lnTo>
                    <a:pt x="1932" y="14951"/>
                  </a:lnTo>
                  <a:cubicBezTo>
                    <a:pt x="1932" y="14951"/>
                    <a:pt x="1932" y="14937"/>
                    <a:pt x="1932" y="14923"/>
                  </a:cubicBezTo>
                  <a:close/>
                  <a:moveTo>
                    <a:pt x="7923" y="24961"/>
                  </a:moveTo>
                  <a:lnTo>
                    <a:pt x="7923" y="24975"/>
                  </a:lnTo>
                  <a:lnTo>
                    <a:pt x="7909" y="24975"/>
                  </a:lnTo>
                  <a:close/>
                  <a:moveTo>
                    <a:pt x="23896" y="27105"/>
                  </a:moveTo>
                  <a:lnTo>
                    <a:pt x="23924" y="27076"/>
                  </a:lnTo>
                  <a:lnTo>
                    <a:pt x="23924" y="27076"/>
                  </a:lnTo>
                  <a:lnTo>
                    <a:pt x="23896" y="27090"/>
                  </a:lnTo>
                  <a:close/>
                  <a:moveTo>
                    <a:pt x="27943" y="21269"/>
                  </a:moveTo>
                  <a:close/>
                  <a:moveTo>
                    <a:pt x="29717" y="16257"/>
                  </a:moveTo>
                  <a:close/>
                  <a:moveTo>
                    <a:pt x="13460" y="6091"/>
                  </a:moveTo>
                  <a:lnTo>
                    <a:pt x="13460" y="6091"/>
                  </a:lnTo>
                  <a:lnTo>
                    <a:pt x="13460" y="6091"/>
                  </a:lnTo>
                  <a:lnTo>
                    <a:pt x="13460" y="6063"/>
                  </a:lnTo>
                  <a:lnTo>
                    <a:pt x="13475" y="6077"/>
                  </a:lnTo>
                  <a:lnTo>
                    <a:pt x="13475" y="6077"/>
                  </a:lnTo>
                  <a:close/>
                  <a:moveTo>
                    <a:pt x="8122" y="6858"/>
                  </a:moveTo>
                  <a:lnTo>
                    <a:pt x="8108" y="6858"/>
                  </a:lnTo>
                  <a:lnTo>
                    <a:pt x="8108" y="6844"/>
                  </a:lnTo>
                  <a:close/>
                  <a:moveTo>
                    <a:pt x="7455" y="6858"/>
                  </a:moveTo>
                  <a:lnTo>
                    <a:pt x="7441" y="6858"/>
                  </a:lnTo>
                  <a:cubicBezTo>
                    <a:pt x="7441" y="6858"/>
                    <a:pt x="7441" y="6858"/>
                    <a:pt x="7441" y="6844"/>
                  </a:cubicBezTo>
                  <a:close/>
                  <a:moveTo>
                    <a:pt x="2514" y="13730"/>
                  </a:moveTo>
                  <a:close/>
                  <a:moveTo>
                    <a:pt x="4615" y="24166"/>
                  </a:moveTo>
                  <a:cubicBezTo>
                    <a:pt x="4615" y="24180"/>
                    <a:pt x="4615" y="24180"/>
                    <a:pt x="4615" y="24194"/>
                  </a:cubicBezTo>
                  <a:cubicBezTo>
                    <a:pt x="4615" y="24180"/>
                    <a:pt x="4601" y="24166"/>
                    <a:pt x="4601" y="24151"/>
                  </a:cubicBezTo>
                  <a:close/>
                  <a:moveTo>
                    <a:pt x="12665" y="29603"/>
                  </a:moveTo>
                  <a:close/>
                  <a:moveTo>
                    <a:pt x="14014" y="27971"/>
                  </a:moveTo>
                  <a:close/>
                  <a:moveTo>
                    <a:pt x="24833" y="8420"/>
                  </a:moveTo>
                  <a:cubicBezTo>
                    <a:pt x="24890" y="8406"/>
                    <a:pt x="24947" y="8377"/>
                    <a:pt x="25004" y="8363"/>
                  </a:cubicBezTo>
                  <a:cubicBezTo>
                    <a:pt x="24961" y="8406"/>
                    <a:pt x="24890" y="8420"/>
                    <a:pt x="24833" y="8420"/>
                  </a:cubicBezTo>
                  <a:close/>
                  <a:moveTo>
                    <a:pt x="22746" y="8888"/>
                  </a:moveTo>
                  <a:lnTo>
                    <a:pt x="22746" y="8888"/>
                  </a:lnTo>
                  <a:cubicBezTo>
                    <a:pt x="22746" y="8888"/>
                    <a:pt x="22718" y="8874"/>
                    <a:pt x="22718" y="8860"/>
                  </a:cubicBezTo>
                  <a:lnTo>
                    <a:pt x="22746" y="8888"/>
                  </a:lnTo>
                  <a:close/>
                  <a:moveTo>
                    <a:pt x="22533" y="8803"/>
                  </a:moveTo>
                  <a:lnTo>
                    <a:pt x="22462" y="8803"/>
                  </a:lnTo>
                  <a:cubicBezTo>
                    <a:pt x="22490" y="8803"/>
                    <a:pt x="22505" y="8803"/>
                    <a:pt x="22533" y="8803"/>
                  </a:cubicBezTo>
                  <a:close/>
                  <a:moveTo>
                    <a:pt x="14341" y="3791"/>
                  </a:moveTo>
                  <a:lnTo>
                    <a:pt x="14327" y="3791"/>
                  </a:lnTo>
                  <a:close/>
                  <a:moveTo>
                    <a:pt x="7057" y="7057"/>
                  </a:moveTo>
                  <a:lnTo>
                    <a:pt x="7057" y="7000"/>
                  </a:lnTo>
                  <a:cubicBezTo>
                    <a:pt x="7071" y="7000"/>
                    <a:pt x="7086" y="7014"/>
                    <a:pt x="7086" y="7014"/>
                  </a:cubicBezTo>
                  <a:cubicBezTo>
                    <a:pt x="7086" y="7028"/>
                    <a:pt x="7071" y="7043"/>
                    <a:pt x="7057" y="7057"/>
                  </a:cubicBezTo>
                  <a:close/>
                  <a:moveTo>
                    <a:pt x="5595" y="7540"/>
                  </a:moveTo>
                  <a:lnTo>
                    <a:pt x="5595" y="7540"/>
                  </a:lnTo>
                  <a:lnTo>
                    <a:pt x="5595" y="7525"/>
                  </a:lnTo>
                  <a:close/>
                  <a:moveTo>
                    <a:pt x="3721" y="23129"/>
                  </a:moveTo>
                  <a:lnTo>
                    <a:pt x="3721" y="23143"/>
                  </a:lnTo>
                  <a:cubicBezTo>
                    <a:pt x="3706" y="23157"/>
                    <a:pt x="3678" y="23157"/>
                    <a:pt x="3650" y="23157"/>
                  </a:cubicBezTo>
                  <a:cubicBezTo>
                    <a:pt x="3678" y="23143"/>
                    <a:pt x="3692" y="23129"/>
                    <a:pt x="3721" y="23129"/>
                  </a:cubicBezTo>
                  <a:close/>
                  <a:moveTo>
                    <a:pt x="7668" y="26806"/>
                  </a:moveTo>
                  <a:lnTo>
                    <a:pt x="7668" y="26806"/>
                  </a:lnTo>
                  <a:cubicBezTo>
                    <a:pt x="7682" y="26835"/>
                    <a:pt x="7696" y="26863"/>
                    <a:pt x="7682" y="26892"/>
                  </a:cubicBezTo>
                  <a:cubicBezTo>
                    <a:pt x="7682" y="26906"/>
                    <a:pt x="7668" y="26906"/>
                    <a:pt x="7668" y="26906"/>
                  </a:cubicBezTo>
                  <a:cubicBezTo>
                    <a:pt x="7668" y="26877"/>
                    <a:pt x="7668" y="26849"/>
                    <a:pt x="7668" y="26806"/>
                  </a:cubicBezTo>
                  <a:close/>
                  <a:moveTo>
                    <a:pt x="10919" y="29121"/>
                  </a:moveTo>
                  <a:lnTo>
                    <a:pt x="10919" y="29121"/>
                  </a:lnTo>
                  <a:lnTo>
                    <a:pt x="10919" y="29135"/>
                  </a:lnTo>
                  <a:lnTo>
                    <a:pt x="10905" y="29135"/>
                  </a:lnTo>
                  <a:close/>
                  <a:moveTo>
                    <a:pt x="11217" y="29121"/>
                  </a:moveTo>
                  <a:close/>
                  <a:moveTo>
                    <a:pt x="18345" y="29987"/>
                  </a:moveTo>
                  <a:lnTo>
                    <a:pt x="18345" y="30015"/>
                  </a:lnTo>
                  <a:lnTo>
                    <a:pt x="18316" y="30015"/>
                  </a:lnTo>
                  <a:close/>
                  <a:moveTo>
                    <a:pt x="24847" y="27900"/>
                  </a:moveTo>
                  <a:close/>
                  <a:moveTo>
                    <a:pt x="25472" y="27786"/>
                  </a:moveTo>
                  <a:close/>
                  <a:moveTo>
                    <a:pt x="30385" y="21581"/>
                  </a:moveTo>
                  <a:lnTo>
                    <a:pt x="30385" y="21596"/>
                  </a:lnTo>
                  <a:lnTo>
                    <a:pt x="30385" y="21596"/>
                  </a:lnTo>
                  <a:lnTo>
                    <a:pt x="30385" y="21596"/>
                  </a:lnTo>
                  <a:close/>
                  <a:moveTo>
                    <a:pt x="28766" y="11913"/>
                  </a:moveTo>
                  <a:lnTo>
                    <a:pt x="28723" y="11941"/>
                  </a:lnTo>
                  <a:cubicBezTo>
                    <a:pt x="28723" y="11913"/>
                    <a:pt x="28752" y="11913"/>
                    <a:pt x="28766" y="11913"/>
                  </a:cubicBezTo>
                  <a:close/>
                  <a:moveTo>
                    <a:pt x="26608" y="9570"/>
                  </a:moveTo>
                  <a:close/>
                  <a:moveTo>
                    <a:pt x="13290" y="4061"/>
                  </a:moveTo>
                  <a:lnTo>
                    <a:pt x="13361" y="4061"/>
                  </a:lnTo>
                  <a:cubicBezTo>
                    <a:pt x="13290" y="4061"/>
                    <a:pt x="13233" y="4061"/>
                    <a:pt x="13177" y="4061"/>
                  </a:cubicBezTo>
                  <a:lnTo>
                    <a:pt x="13177" y="4061"/>
                  </a:lnTo>
                  <a:close/>
                  <a:moveTo>
                    <a:pt x="12197" y="3081"/>
                  </a:moveTo>
                  <a:lnTo>
                    <a:pt x="12197" y="3081"/>
                  </a:lnTo>
                  <a:cubicBezTo>
                    <a:pt x="12197" y="3096"/>
                    <a:pt x="12183" y="3096"/>
                    <a:pt x="12168" y="3110"/>
                  </a:cubicBezTo>
                  <a:lnTo>
                    <a:pt x="12168" y="3110"/>
                  </a:lnTo>
                  <a:close/>
                  <a:moveTo>
                    <a:pt x="10493" y="3081"/>
                  </a:moveTo>
                  <a:lnTo>
                    <a:pt x="10493" y="3096"/>
                  </a:lnTo>
                  <a:lnTo>
                    <a:pt x="10493" y="3096"/>
                  </a:lnTo>
                  <a:close/>
                  <a:moveTo>
                    <a:pt x="10167" y="3678"/>
                  </a:moveTo>
                  <a:lnTo>
                    <a:pt x="10152" y="3678"/>
                  </a:lnTo>
                  <a:lnTo>
                    <a:pt x="10152" y="3678"/>
                  </a:lnTo>
                  <a:cubicBezTo>
                    <a:pt x="10152" y="3678"/>
                    <a:pt x="10152" y="3678"/>
                    <a:pt x="10152" y="3678"/>
                  </a:cubicBezTo>
                  <a:close/>
                  <a:moveTo>
                    <a:pt x="4374" y="9982"/>
                  </a:moveTo>
                  <a:close/>
                  <a:moveTo>
                    <a:pt x="6475" y="26707"/>
                  </a:moveTo>
                  <a:lnTo>
                    <a:pt x="6475" y="26707"/>
                  </a:lnTo>
                  <a:lnTo>
                    <a:pt x="6475" y="26707"/>
                  </a:lnTo>
                  <a:close/>
                  <a:moveTo>
                    <a:pt x="9471" y="28155"/>
                  </a:moveTo>
                  <a:close/>
                  <a:moveTo>
                    <a:pt x="9215" y="28610"/>
                  </a:moveTo>
                  <a:lnTo>
                    <a:pt x="9244" y="28610"/>
                  </a:lnTo>
                  <a:close/>
                  <a:moveTo>
                    <a:pt x="25444" y="28354"/>
                  </a:moveTo>
                  <a:close/>
                  <a:moveTo>
                    <a:pt x="25444" y="28354"/>
                  </a:moveTo>
                  <a:close/>
                  <a:moveTo>
                    <a:pt x="27474" y="25259"/>
                  </a:moveTo>
                  <a:lnTo>
                    <a:pt x="27474" y="25259"/>
                  </a:lnTo>
                  <a:lnTo>
                    <a:pt x="27517" y="25259"/>
                  </a:lnTo>
                  <a:close/>
                  <a:moveTo>
                    <a:pt x="28340" y="24009"/>
                  </a:moveTo>
                  <a:close/>
                  <a:moveTo>
                    <a:pt x="31151" y="15576"/>
                  </a:moveTo>
                  <a:lnTo>
                    <a:pt x="31151" y="15576"/>
                  </a:lnTo>
                  <a:lnTo>
                    <a:pt x="31151" y="15576"/>
                  </a:lnTo>
                  <a:close/>
                  <a:moveTo>
                    <a:pt x="24279" y="7241"/>
                  </a:moveTo>
                  <a:close/>
                  <a:moveTo>
                    <a:pt x="19949" y="2755"/>
                  </a:moveTo>
                  <a:lnTo>
                    <a:pt x="19935" y="2726"/>
                  </a:lnTo>
                  <a:cubicBezTo>
                    <a:pt x="19935" y="2726"/>
                    <a:pt x="19935" y="2741"/>
                    <a:pt x="19949" y="2741"/>
                  </a:cubicBezTo>
                  <a:close/>
                  <a:moveTo>
                    <a:pt x="15363" y="2130"/>
                  </a:moveTo>
                  <a:lnTo>
                    <a:pt x="15363" y="2130"/>
                  </a:lnTo>
                  <a:lnTo>
                    <a:pt x="15363" y="2130"/>
                  </a:lnTo>
                  <a:lnTo>
                    <a:pt x="15363" y="2130"/>
                  </a:lnTo>
                  <a:cubicBezTo>
                    <a:pt x="15363" y="2130"/>
                    <a:pt x="15363" y="2116"/>
                    <a:pt x="15363" y="2116"/>
                  </a:cubicBezTo>
                  <a:close/>
                  <a:moveTo>
                    <a:pt x="13830" y="3479"/>
                  </a:moveTo>
                  <a:lnTo>
                    <a:pt x="13830" y="3479"/>
                  </a:lnTo>
                  <a:lnTo>
                    <a:pt x="13830" y="3479"/>
                  </a:lnTo>
                  <a:cubicBezTo>
                    <a:pt x="13830" y="3479"/>
                    <a:pt x="13830" y="3479"/>
                    <a:pt x="13830" y="3479"/>
                  </a:cubicBezTo>
                  <a:lnTo>
                    <a:pt x="13787" y="3465"/>
                  </a:lnTo>
                  <a:lnTo>
                    <a:pt x="13815" y="3465"/>
                  </a:lnTo>
                  <a:lnTo>
                    <a:pt x="13830" y="3479"/>
                  </a:lnTo>
                  <a:lnTo>
                    <a:pt x="13830" y="3479"/>
                  </a:lnTo>
                  <a:lnTo>
                    <a:pt x="13830" y="3479"/>
                  </a:lnTo>
                  <a:close/>
                  <a:moveTo>
                    <a:pt x="10152" y="3664"/>
                  </a:moveTo>
                  <a:close/>
                  <a:moveTo>
                    <a:pt x="8988" y="4160"/>
                  </a:moveTo>
                  <a:lnTo>
                    <a:pt x="8988" y="4160"/>
                  </a:lnTo>
                  <a:lnTo>
                    <a:pt x="8931" y="4089"/>
                  </a:lnTo>
                  <a:lnTo>
                    <a:pt x="8931" y="4089"/>
                  </a:lnTo>
                  <a:lnTo>
                    <a:pt x="8931" y="4089"/>
                  </a:lnTo>
                  <a:lnTo>
                    <a:pt x="8931" y="4089"/>
                  </a:lnTo>
                  <a:lnTo>
                    <a:pt x="8931" y="4089"/>
                  </a:lnTo>
                  <a:lnTo>
                    <a:pt x="9002" y="4160"/>
                  </a:lnTo>
                  <a:close/>
                  <a:moveTo>
                    <a:pt x="8988" y="4160"/>
                  </a:moveTo>
                  <a:lnTo>
                    <a:pt x="8946" y="4104"/>
                  </a:lnTo>
                  <a:lnTo>
                    <a:pt x="8988" y="4146"/>
                  </a:lnTo>
                  <a:close/>
                  <a:moveTo>
                    <a:pt x="5027" y="8278"/>
                  </a:moveTo>
                  <a:cubicBezTo>
                    <a:pt x="5027" y="8292"/>
                    <a:pt x="5027" y="8306"/>
                    <a:pt x="5027" y="8306"/>
                  </a:cubicBezTo>
                  <a:lnTo>
                    <a:pt x="5027" y="8306"/>
                  </a:lnTo>
                  <a:cubicBezTo>
                    <a:pt x="4998" y="8306"/>
                    <a:pt x="4956" y="8278"/>
                    <a:pt x="4942" y="8264"/>
                  </a:cubicBezTo>
                  <a:cubicBezTo>
                    <a:pt x="4970" y="8264"/>
                    <a:pt x="4998" y="8278"/>
                    <a:pt x="5013" y="8292"/>
                  </a:cubicBezTo>
                  <a:close/>
                  <a:moveTo>
                    <a:pt x="4445" y="10152"/>
                  </a:moveTo>
                  <a:lnTo>
                    <a:pt x="4445" y="10152"/>
                  </a:lnTo>
                  <a:lnTo>
                    <a:pt x="4445" y="10152"/>
                  </a:lnTo>
                  <a:lnTo>
                    <a:pt x="4459" y="10152"/>
                  </a:lnTo>
                  <a:close/>
                  <a:moveTo>
                    <a:pt x="4047" y="23924"/>
                  </a:moveTo>
                  <a:lnTo>
                    <a:pt x="4047" y="23924"/>
                  </a:lnTo>
                  <a:cubicBezTo>
                    <a:pt x="4033" y="23924"/>
                    <a:pt x="4019" y="23910"/>
                    <a:pt x="4005" y="23910"/>
                  </a:cubicBezTo>
                  <a:cubicBezTo>
                    <a:pt x="4019" y="23910"/>
                    <a:pt x="4033" y="23924"/>
                    <a:pt x="4047" y="23938"/>
                  </a:cubicBezTo>
                  <a:close/>
                  <a:moveTo>
                    <a:pt x="13233" y="30952"/>
                  </a:moveTo>
                  <a:lnTo>
                    <a:pt x="13248" y="30952"/>
                  </a:lnTo>
                  <a:cubicBezTo>
                    <a:pt x="13248" y="30952"/>
                    <a:pt x="13248" y="30952"/>
                    <a:pt x="13248" y="30952"/>
                  </a:cubicBezTo>
                  <a:lnTo>
                    <a:pt x="13248" y="30952"/>
                  </a:lnTo>
                  <a:lnTo>
                    <a:pt x="13248" y="30952"/>
                  </a:lnTo>
                  <a:lnTo>
                    <a:pt x="13248" y="30952"/>
                  </a:lnTo>
                  <a:cubicBezTo>
                    <a:pt x="13248" y="30966"/>
                    <a:pt x="13248" y="30966"/>
                    <a:pt x="13248" y="30966"/>
                  </a:cubicBezTo>
                  <a:close/>
                  <a:moveTo>
                    <a:pt x="31719" y="20218"/>
                  </a:moveTo>
                  <a:lnTo>
                    <a:pt x="31719" y="20218"/>
                  </a:lnTo>
                  <a:close/>
                  <a:moveTo>
                    <a:pt x="28553" y="10322"/>
                  </a:moveTo>
                  <a:cubicBezTo>
                    <a:pt x="28539" y="10337"/>
                    <a:pt x="28539" y="10337"/>
                    <a:pt x="28539" y="10337"/>
                  </a:cubicBezTo>
                  <a:lnTo>
                    <a:pt x="28539" y="10322"/>
                  </a:lnTo>
                  <a:close/>
                  <a:moveTo>
                    <a:pt x="16428" y="1278"/>
                  </a:moveTo>
                  <a:lnTo>
                    <a:pt x="16428" y="1264"/>
                  </a:lnTo>
                  <a:lnTo>
                    <a:pt x="16428" y="1264"/>
                  </a:lnTo>
                  <a:close/>
                  <a:moveTo>
                    <a:pt x="6759" y="3763"/>
                  </a:moveTo>
                  <a:lnTo>
                    <a:pt x="6759" y="3763"/>
                  </a:lnTo>
                  <a:close/>
                  <a:moveTo>
                    <a:pt x="6773" y="3777"/>
                  </a:moveTo>
                  <a:lnTo>
                    <a:pt x="6773" y="3777"/>
                  </a:lnTo>
                  <a:cubicBezTo>
                    <a:pt x="6759" y="3791"/>
                    <a:pt x="6773" y="3791"/>
                    <a:pt x="6787" y="3777"/>
                  </a:cubicBezTo>
                  <a:close/>
                  <a:moveTo>
                    <a:pt x="6660" y="28723"/>
                  </a:moveTo>
                  <a:lnTo>
                    <a:pt x="6674" y="28723"/>
                  </a:lnTo>
                  <a:lnTo>
                    <a:pt x="6660" y="28723"/>
                  </a:lnTo>
                  <a:close/>
                  <a:moveTo>
                    <a:pt x="9073" y="30171"/>
                  </a:moveTo>
                  <a:lnTo>
                    <a:pt x="9059" y="30171"/>
                  </a:lnTo>
                  <a:lnTo>
                    <a:pt x="9073" y="30171"/>
                  </a:lnTo>
                  <a:close/>
                  <a:moveTo>
                    <a:pt x="16726" y="32315"/>
                  </a:moveTo>
                  <a:close/>
                  <a:moveTo>
                    <a:pt x="17010" y="31648"/>
                  </a:moveTo>
                  <a:lnTo>
                    <a:pt x="17024" y="31648"/>
                  </a:lnTo>
                  <a:cubicBezTo>
                    <a:pt x="17010" y="31648"/>
                    <a:pt x="17010" y="31662"/>
                    <a:pt x="16996" y="31676"/>
                  </a:cubicBezTo>
                  <a:cubicBezTo>
                    <a:pt x="16996" y="31676"/>
                    <a:pt x="17010" y="31662"/>
                    <a:pt x="17010" y="31648"/>
                  </a:cubicBezTo>
                  <a:close/>
                  <a:moveTo>
                    <a:pt x="26012" y="29035"/>
                  </a:moveTo>
                  <a:lnTo>
                    <a:pt x="25983" y="29035"/>
                  </a:lnTo>
                  <a:lnTo>
                    <a:pt x="26012" y="29021"/>
                  </a:lnTo>
                  <a:cubicBezTo>
                    <a:pt x="26012" y="29035"/>
                    <a:pt x="26012" y="29035"/>
                    <a:pt x="26012" y="29050"/>
                  </a:cubicBezTo>
                  <a:close/>
                  <a:moveTo>
                    <a:pt x="27275" y="27956"/>
                  </a:moveTo>
                  <a:lnTo>
                    <a:pt x="27275" y="27956"/>
                  </a:lnTo>
                  <a:close/>
                  <a:moveTo>
                    <a:pt x="28383" y="27459"/>
                  </a:moveTo>
                  <a:cubicBezTo>
                    <a:pt x="28368" y="27459"/>
                    <a:pt x="28354" y="27459"/>
                    <a:pt x="28340" y="27445"/>
                  </a:cubicBezTo>
                  <a:close/>
                  <a:moveTo>
                    <a:pt x="28539" y="7525"/>
                  </a:moveTo>
                  <a:lnTo>
                    <a:pt x="28539" y="7525"/>
                  </a:lnTo>
                  <a:lnTo>
                    <a:pt x="28539" y="7525"/>
                  </a:lnTo>
                  <a:close/>
                  <a:moveTo>
                    <a:pt x="15945" y="654"/>
                  </a:moveTo>
                  <a:lnTo>
                    <a:pt x="15945" y="654"/>
                  </a:lnTo>
                  <a:lnTo>
                    <a:pt x="15945" y="668"/>
                  </a:lnTo>
                  <a:cubicBezTo>
                    <a:pt x="15945" y="668"/>
                    <a:pt x="15945" y="668"/>
                    <a:pt x="15945" y="668"/>
                  </a:cubicBezTo>
                  <a:close/>
                  <a:moveTo>
                    <a:pt x="15846" y="554"/>
                  </a:moveTo>
                  <a:close/>
                  <a:moveTo>
                    <a:pt x="2130" y="24066"/>
                  </a:moveTo>
                  <a:close/>
                  <a:moveTo>
                    <a:pt x="16016" y="668"/>
                  </a:moveTo>
                  <a:lnTo>
                    <a:pt x="16016" y="668"/>
                  </a:lnTo>
                  <a:lnTo>
                    <a:pt x="15959" y="668"/>
                  </a:lnTo>
                  <a:lnTo>
                    <a:pt x="15959" y="668"/>
                  </a:lnTo>
                  <a:cubicBezTo>
                    <a:pt x="15974" y="668"/>
                    <a:pt x="15988" y="668"/>
                    <a:pt x="16016" y="668"/>
                  </a:cubicBezTo>
                  <a:close/>
                  <a:moveTo>
                    <a:pt x="15051" y="441"/>
                  </a:moveTo>
                  <a:cubicBezTo>
                    <a:pt x="15051" y="441"/>
                    <a:pt x="15051" y="455"/>
                    <a:pt x="15051" y="469"/>
                  </a:cubicBezTo>
                  <a:lnTo>
                    <a:pt x="15051" y="469"/>
                  </a:lnTo>
                  <a:cubicBezTo>
                    <a:pt x="14980" y="455"/>
                    <a:pt x="14923" y="398"/>
                    <a:pt x="14909" y="327"/>
                  </a:cubicBezTo>
                  <a:cubicBezTo>
                    <a:pt x="14951" y="370"/>
                    <a:pt x="14994" y="412"/>
                    <a:pt x="15051" y="441"/>
                  </a:cubicBezTo>
                  <a:close/>
                  <a:moveTo>
                    <a:pt x="9670" y="2031"/>
                  </a:moveTo>
                  <a:lnTo>
                    <a:pt x="9670" y="2031"/>
                  </a:lnTo>
                  <a:close/>
                  <a:moveTo>
                    <a:pt x="2684" y="10535"/>
                  </a:moveTo>
                  <a:lnTo>
                    <a:pt x="2627" y="10592"/>
                  </a:lnTo>
                  <a:cubicBezTo>
                    <a:pt x="2613" y="10578"/>
                    <a:pt x="2599" y="10550"/>
                    <a:pt x="2585" y="10535"/>
                  </a:cubicBezTo>
                  <a:cubicBezTo>
                    <a:pt x="2613" y="10535"/>
                    <a:pt x="2642" y="10535"/>
                    <a:pt x="2670" y="10535"/>
                  </a:cubicBezTo>
                  <a:close/>
                  <a:moveTo>
                    <a:pt x="1066" y="11586"/>
                  </a:moveTo>
                  <a:cubicBezTo>
                    <a:pt x="1037" y="11600"/>
                    <a:pt x="1051" y="11586"/>
                    <a:pt x="1066" y="11572"/>
                  </a:cubicBezTo>
                  <a:close/>
                  <a:moveTo>
                    <a:pt x="384" y="14837"/>
                  </a:moveTo>
                  <a:lnTo>
                    <a:pt x="384" y="14837"/>
                  </a:lnTo>
                  <a:lnTo>
                    <a:pt x="384" y="14866"/>
                  </a:lnTo>
                  <a:cubicBezTo>
                    <a:pt x="341" y="14894"/>
                    <a:pt x="370" y="14781"/>
                    <a:pt x="384" y="14823"/>
                  </a:cubicBezTo>
                  <a:close/>
                  <a:moveTo>
                    <a:pt x="13645" y="32017"/>
                  </a:moveTo>
                  <a:lnTo>
                    <a:pt x="13673" y="32017"/>
                  </a:lnTo>
                  <a:lnTo>
                    <a:pt x="13645" y="32031"/>
                  </a:lnTo>
                  <a:cubicBezTo>
                    <a:pt x="13645" y="32017"/>
                    <a:pt x="13631" y="32017"/>
                    <a:pt x="13631" y="32003"/>
                  </a:cubicBezTo>
                  <a:close/>
                  <a:moveTo>
                    <a:pt x="15164" y="31861"/>
                  </a:moveTo>
                  <a:lnTo>
                    <a:pt x="15235" y="31790"/>
                  </a:lnTo>
                  <a:lnTo>
                    <a:pt x="15249" y="31832"/>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2" name="Google Shape;992;p66"/>
            <p:cNvPicPr preferRelativeResize="0"/>
            <p:nvPr/>
          </p:nvPicPr>
          <p:blipFill>
            <a:blip r:embed="rId7">
              <a:alphaModFix/>
            </a:blip>
            <a:stretch>
              <a:fillRect/>
            </a:stretch>
          </p:blipFill>
          <p:spPr>
            <a:xfrm>
              <a:off x="11865109" y="1326743"/>
              <a:ext cx="1131243" cy="1155829"/>
            </a:xfrm>
            <a:prstGeom prst="rect">
              <a:avLst/>
            </a:prstGeom>
            <a:noFill/>
            <a:ln>
              <a:noFill/>
            </a:ln>
          </p:spPr>
        </p:pic>
      </p:grpSp>
      <p:grpSp>
        <p:nvGrpSpPr>
          <p:cNvPr id="993" name="Google Shape;993;p66"/>
          <p:cNvGrpSpPr/>
          <p:nvPr/>
        </p:nvGrpSpPr>
        <p:grpSpPr>
          <a:xfrm rot="-1037000">
            <a:off x="1511503" y="2824225"/>
            <a:ext cx="1209759" cy="1203212"/>
            <a:chOff x="10424986" y="1339047"/>
            <a:chExt cx="1137392" cy="1131237"/>
          </a:xfrm>
        </p:grpSpPr>
        <p:sp>
          <p:nvSpPr>
            <p:cNvPr id="994" name="Google Shape;994;p66"/>
            <p:cNvSpPr/>
            <p:nvPr/>
          </p:nvSpPr>
          <p:spPr>
            <a:xfrm>
              <a:off x="10428736" y="1342284"/>
              <a:ext cx="1132785" cy="1124776"/>
            </a:xfrm>
            <a:custGeom>
              <a:rect b="b" l="l" r="r" t="t"/>
              <a:pathLst>
                <a:path extrusionOk="0" h="32440" w="32671">
                  <a:moveTo>
                    <a:pt x="17876" y="68"/>
                  </a:moveTo>
                  <a:lnTo>
                    <a:pt x="17876" y="139"/>
                  </a:lnTo>
                  <a:lnTo>
                    <a:pt x="17947" y="68"/>
                  </a:lnTo>
                  <a:close/>
                  <a:moveTo>
                    <a:pt x="15037" y="451"/>
                  </a:moveTo>
                  <a:cubicBezTo>
                    <a:pt x="15037" y="451"/>
                    <a:pt x="15037" y="451"/>
                    <a:pt x="15037" y="465"/>
                  </a:cubicBezTo>
                  <a:lnTo>
                    <a:pt x="15022" y="451"/>
                  </a:lnTo>
                  <a:close/>
                  <a:moveTo>
                    <a:pt x="18629" y="1345"/>
                  </a:moveTo>
                  <a:cubicBezTo>
                    <a:pt x="18629" y="1345"/>
                    <a:pt x="18629" y="1360"/>
                    <a:pt x="18629" y="1360"/>
                  </a:cubicBezTo>
                  <a:lnTo>
                    <a:pt x="18614" y="1345"/>
                  </a:lnTo>
                  <a:close/>
                  <a:moveTo>
                    <a:pt x="14440" y="1771"/>
                  </a:moveTo>
                  <a:lnTo>
                    <a:pt x="14412" y="1786"/>
                  </a:lnTo>
                  <a:lnTo>
                    <a:pt x="14426" y="1771"/>
                  </a:lnTo>
                  <a:close/>
                  <a:moveTo>
                    <a:pt x="17706" y="2595"/>
                  </a:moveTo>
                  <a:lnTo>
                    <a:pt x="17663" y="2609"/>
                  </a:lnTo>
                  <a:cubicBezTo>
                    <a:pt x="17677" y="2595"/>
                    <a:pt x="17692" y="2595"/>
                    <a:pt x="17706" y="2595"/>
                  </a:cubicBezTo>
                  <a:close/>
                  <a:moveTo>
                    <a:pt x="24294" y="10177"/>
                  </a:moveTo>
                  <a:lnTo>
                    <a:pt x="24294" y="10191"/>
                  </a:lnTo>
                  <a:lnTo>
                    <a:pt x="24279" y="10191"/>
                  </a:lnTo>
                  <a:cubicBezTo>
                    <a:pt x="24279" y="10191"/>
                    <a:pt x="24294" y="10177"/>
                    <a:pt x="24294" y="10177"/>
                  </a:cubicBezTo>
                  <a:close/>
                  <a:moveTo>
                    <a:pt x="26026" y="11028"/>
                  </a:moveTo>
                  <a:lnTo>
                    <a:pt x="26012" y="11043"/>
                  </a:lnTo>
                  <a:cubicBezTo>
                    <a:pt x="26012" y="11043"/>
                    <a:pt x="26012" y="11028"/>
                    <a:pt x="26026" y="11028"/>
                  </a:cubicBezTo>
                  <a:close/>
                  <a:moveTo>
                    <a:pt x="20261" y="11085"/>
                  </a:moveTo>
                  <a:lnTo>
                    <a:pt x="20276" y="11114"/>
                  </a:lnTo>
                  <a:lnTo>
                    <a:pt x="20261" y="11114"/>
                  </a:lnTo>
                  <a:lnTo>
                    <a:pt x="20261" y="11085"/>
                  </a:lnTo>
                  <a:close/>
                  <a:moveTo>
                    <a:pt x="25912" y="13783"/>
                  </a:moveTo>
                  <a:lnTo>
                    <a:pt x="25898" y="13797"/>
                  </a:lnTo>
                  <a:cubicBezTo>
                    <a:pt x="25898" y="13783"/>
                    <a:pt x="25898" y="13783"/>
                    <a:pt x="25898" y="13783"/>
                  </a:cubicBezTo>
                  <a:close/>
                  <a:moveTo>
                    <a:pt x="24492" y="14706"/>
                  </a:moveTo>
                  <a:lnTo>
                    <a:pt x="24492" y="14720"/>
                  </a:lnTo>
                  <a:lnTo>
                    <a:pt x="24478" y="14706"/>
                  </a:lnTo>
                  <a:close/>
                  <a:moveTo>
                    <a:pt x="10110" y="15785"/>
                  </a:moveTo>
                  <a:lnTo>
                    <a:pt x="10138" y="15813"/>
                  </a:lnTo>
                  <a:lnTo>
                    <a:pt x="10110" y="15842"/>
                  </a:lnTo>
                  <a:cubicBezTo>
                    <a:pt x="10110" y="15827"/>
                    <a:pt x="10110" y="15813"/>
                    <a:pt x="10110" y="15799"/>
                  </a:cubicBezTo>
                  <a:cubicBezTo>
                    <a:pt x="10110" y="15785"/>
                    <a:pt x="10110" y="15785"/>
                    <a:pt x="10110" y="15785"/>
                  </a:cubicBezTo>
                  <a:close/>
                  <a:moveTo>
                    <a:pt x="27943" y="16126"/>
                  </a:moveTo>
                  <a:lnTo>
                    <a:pt x="27957" y="16140"/>
                  </a:lnTo>
                  <a:lnTo>
                    <a:pt x="27971" y="16140"/>
                  </a:lnTo>
                  <a:lnTo>
                    <a:pt x="27957" y="16154"/>
                  </a:lnTo>
                  <a:cubicBezTo>
                    <a:pt x="27957" y="16154"/>
                    <a:pt x="27957" y="16154"/>
                    <a:pt x="27957" y="16140"/>
                  </a:cubicBezTo>
                  <a:cubicBezTo>
                    <a:pt x="27957" y="16140"/>
                    <a:pt x="27943" y="16140"/>
                    <a:pt x="27943" y="16126"/>
                  </a:cubicBezTo>
                  <a:close/>
                  <a:moveTo>
                    <a:pt x="13617" y="16779"/>
                  </a:moveTo>
                  <a:lnTo>
                    <a:pt x="13603" y="16793"/>
                  </a:lnTo>
                  <a:lnTo>
                    <a:pt x="13603" y="16779"/>
                  </a:lnTo>
                  <a:close/>
                  <a:moveTo>
                    <a:pt x="26423" y="17375"/>
                  </a:moveTo>
                  <a:cubicBezTo>
                    <a:pt x="26438" y="17389"/>
                    <a:pt x="26452" y="17403"/>
                    <a:pt x="26466" y="17418"/>
                  </a:cubicBezTo>
                  <a:lnTo>
                    <a:pt x="26423" y="17418"/>
                  </a:lnTo>
                  <a:lnTo>
                    <a:pt x="26423" y="17375"/>
                  </a:lnTo>
                  <a:close/>
                  <a:moveTo>
                    <a:pt x="6376" y="17773"/>
                  </a:moveTo>
                  <a:lnTo>
                    <a:pt x="6390" y="17787"/>
                  </a:lnTo>
                  <a:cubicBezTo>
                    <a:pt x="6390" y="17787"/>
                    <a:pt x="6376" y="17801"/>
                    <a:pt x="6376" y="17801"/>
                  </a:cubicBezTo>
                  <a:cubicBezTo>
                    <a:pt x="6376" y="17787"/>
                    <a:pt x="6376" y="17787"/>
                    <a:pt x="6376" y="17773"/>
                  </a:cubicBezTo>
                  <a:close/>
                  <a:moveTo>
                    <a:pt x="3028" y="17799"/>
                  </a:moveTo>
                  <a:cubicBezTo>
                    <a:pt x="3034" y="17799"/>
                    <a:pt x="3039" y="17807"/>
                    <a:pt x="3039" y="17815"/>
                  </a:cubicBezTo>
                  <a:cubicBezTo>
                    <a:pt x="3032" y="17808"/>
                    <a:pt x="3029" y="17804"/>
                    <a:pt x="3025" y="17804"/>
                  </a:cubicBezTo>
                  <a:cubicBezTo>
                    <a:pt x="3021" y="17804"/>
                    <a:pt x="3018" y="17808"/>
                    <a:pt x="3011" y="17815"/>
                  </a:cubicBezTo>
                  <a:cubicBezTo>
                    <a:pt x="3017" y="17803"/>
                    <a:pt x="3023" y="17799"/>
                    <a:pt x="3028" y="17799"/>
                  </a:cubicBezTo>
                  <a:close/>
                  <a:moveTo>
                    <a:pt x="3059" y="17829"/>
                  </a:moveTo>
                  <a:cubicBezTo>
                    <a:pt x="3064" y="17833"/>
                    <a:pt x="3068" y="17836"/>
                    <a:pt x="3068" y="17844"/>
                  </a:cubicBezTo>
                  <a:cubicBezTo>
                    <a:pt x="3068" y="17844"/>
                    <a:pt x="3064" y="17836"/>
                    <a:pt x="3059" y="17829"/>
                  </a:cubicBezTo>
                  <a:close/>
                  <a:moveTo>
                    <a:pt x="21511" y="19008"/>
                  </a:moveTo>
                  <a:lnTo>
                    <a:pt x="21497" y="19022"/>
                  </a:lnTo>
                  <a:lnTo>
                    <a:pt x="21497" y="19008"/>
                  </a:lnTo>
                  <a:close/>
                  <a:moveTo>
                    <a:pt x="3848" y="19675"/>
                  </a:moveTo>
                  <a:cubicBezTo>
                    <a:pt x="3905" y="19689"/>
                    <a:pt x="3962" y="19718"/>
                    <a:pt x="3990" y="19760"/>
                  </a:cubicBezTo>
                  <a:cubicBezTo>
                    <a:pt x="3948" y="19732"/>
                    <a:pt x="3891" y="19703"/>
                    <a:pt x="3848" y="19675"/>
                  </a:cubicBezTo>
                  <a:close/>
                  <a:moveTo>
                    <a:pt x="28837" y="20328"/>
                  </a:moveTo>
                  <a:cubicBezTo>
                    <a:pt x="28837" y="20342"/>
                    <a:pt x="28823" y="20371"/>
                    <a:pt x="28809" y="20385"/>
                  </a:cubicBezTo>
                  <a:cubicBezTo>
                    <a:pt x="28809" y="20380"/>
                    <a:pt x="28809" y="20371"/>
                    <a:pt x="28809" y="20371"/>
                  </a:cubicBezTo>
                  <a:cubicBezTo>
                    <a:pt x="28809" y="20357"/>
                    <a:pt x="28823" y="20342"/>
                    <a:pt x="28837" y="20328"/>
                  </a:cubicBezTo>
                  <a:close/>
                  <a:moveTo>
                    <a:pt x="23342" y="20357"/>
                  </a:moveTo>
                  <a:cubicBezTo>
                    <a:pt x="23342" y="20385"/>
                    <a:pt x="23328" y="20413"/>
                    <a:pt x="23314" y="20428"/>
                  </a:cubicBezTo>
                  <a:cubicBezTo>
                    <a:pt x="23300" y="20413"/>
                    <a:pt x="23286" y="20399"/>
                    <a:pt x="23271" y="20385"/>
                  </a:cubicBezTo>
                  <a:lnTo>
                    <a:pt x="23342" y="20357"/>
                  </a:lnTo>
                  <a:close/>
                  <a:moveTo>
                    <a:pt x="23655" y="22160"/>
                  </a:moveTo>
                  <a:lnTo>
                    <a:pt x="23683" y="22174"/>
                  </a:lnTo>
                  <a:lnTo>
                    <a:pt x="23655" y="22174"/>
                  </a:lnTo>
                  <a:lnTo>
                    <a:pt x="23655" y="22160"/>
                  </a:lnTo>
                  <a:close/>
                  <a:moveTo>
                    <a:pt x="14398" y="22273"/>
                  </a:moveTo>
                  <a:lnTo>
                    <a:pt x="14398" y="22273"/>
                  </a:lnTo>
                  <a:cubicBezTo>
                    <a:pt x="14383" y="22316"/>
                    <a:pt x="14369" y="22358"/>
                    <a:pt x="14327" y="22387"/>
                  </a:cubicBezTo>
                  <a:cubicBezTo>
                    <a:pt x="14355" y="22344"/>
                    <a:pt x="14383" y="22302"/>
                    <a:pt x="14398" y="22273"/>
                  </a:cubicBezTo>
                  <a:close/>
                  <a:moveTo>
                    <a:pt x="29050" y="22571"/>
                  </a:moveTo>
                  <a:lnTo>
                    <a:pt x="29093" y="22600"/>
                  </a:lnTo>
                  <a:cubicBezTo>
                    <a:pt x="29078" y="22600"/>
                    <a:pt x="29064" y="22586"/>
                    <a:pt x="29050" y="22586"/>
                  </a:cubicBezTo>
                  <a:lnTo>
                    <a:pt x="29050" y="22571"/>
                  </a:lnTo>
                  <a:close/>
                  <a:moveTo>
                    <a:pt x="16797" y="22586"/>
                  </a:moveTo>
                  <a:cubicBezTo>
                    <a:pt x="16797" y="22614"/>
                    <a:pt x="16797" y="22657"/>
                    <a:pt x="16797" y="22685"/>
                  </a:cubicBezTo>
                  <a:lnTo>
                    <a:pt x="16740" y="22685"/>
                  </a:lnTo>
                  <a:cubicBezTo>
                    <a:pt x="16769" y="22657"/>
                    <a:pt x="16783" y="22614"/>
                    <a:pt x="16797" y="22586"/>
                  </a:cubicBezTo>
                  <a:close/>
                  <a:moveTo>
                    <a:pt x="20631" y="23182"/>
                  </a:moveTo>
                  <a:cubicBezTo>
                    <a:pt x="20645" y="23196"/>
                    <a:pt x="20645" y="23225"/>
                    <a:pt x="20645" y="23253"/>
                  </a:cubicBezTo>
                  <a:cubicBezTo>
                    <a:pt x="20659" y="23296"/>
                    <a:pt x="20645" y="23324"/>
                    <a:pt x="20631" y="23367"/>
                  </a:cubicBezTo>
                  <a:lnTo>
                    <a:pt x="20616" y="23367"/>
                  </a:lnTo>
                  <a:cubicBezTo>
                    <a:pt x="20631" y="23310"/>
                    <a:pt x="20631" y="23239"/>
                    <a:pt x="20631" y="23182"/>
                  </a:cubicBezTo>
                  <a:close/>
                  <a:moveTo>
                    <a:pt x="24293" y="23523"/>
                  </a:moveTo>
                  <a:cubicBezTo>
                    <a:pt x="24279" y="23537"/>
                    <a:pt x="24279" y="23537"/>
                    <a:pt x="24279" y="23551"/>
                  </a:cubicBezTo>
                  <a:cubicBezTo>
                    <a:pt x="24279" y="23537"/>
                    <a:pt x="24279" y="23537"/>
                    <a:pt x="24279" y="23537"/>
                  </a:cubicBezTo>
                  <a:lnTo>
                    <a:pt x="24293" y="23523"/>
                  </a:lnTo>
                  <a:close/>
                  <a:moveTo>
                    <a:pt x="30654" y="24318"/>
                  </a:moveTo>
                  <a:lnTo>
                    <a:pt x="30654" y="24318"/>
                  </a:lnTo>
                  <a:cubicBezTo>
                    <a:pt x="30654" y="24332"/>
                    <a:pt x="30640" y="24346"/>
                    <a:pt x="30626" y="24360"/>
                  </a:cubicBezTo>
                  <a:lnTo>
                    <a:pt x="30654" y="24318"/>
                  </a:lnTo>
                  <a:close/>
                  <a:moveTo>
                    <a:pt x="16400" y="24247"/>
                  </a:moveTo>
                  <a:cubicBezTo>
                    <a:pt x="16400" y="24304"/>
                    <a:pt x="16400" y="24375"/>
                    <a:pt x="16385" y="24431"/>
                  </a:cubicBezTo>
                  <a:cubicBezTo>
                    <a:pt x="16385" y="24417"/>
                    <a:pt x="16371" y="24403"/>
                    <a:pt x="16371" y="24375"/>
                  </a:cubicBezTo>
                  <a:lnTo>
                    <a:pt x="16357" y="24375"/>
                  </a:lnTo>
                  <a:cubicBezTo>
                    <a:pt x="16357" y="24332"/>
                    <a:pt x="16371" y="24275"/>
                    <a:pt x="16400" y="24247"/>
                  </a:cubicBezTo>
                  <a:close/>
                  <a:moveTo>
                    <a:pt x="18614" y="24772"/>
                  </a:moveTo>
                  <a:cubicBezTo>
                    <a:pt x="18614" y="24772"/>
                    <a:pt x="18614" y="24786"/>
                    <a:pt x="18614" y="24801"/>
                  </a:cubicBezTo>
                  <a:lnTo>
                    <a:pt x="18600" y="24772"/>
                  </a:lnTo>
                  <a:close/>
                  <a:moveTo>
                    <a:pt x="9996" y="26859"/>
                  </a:moveTo>
                  <a:lnTo>
                    <a:pt x="10025" y="26902"/>
                  </a:lnTo>
                  <a:lnTo>
                    <a:pt x="9982" y="26873"/>
                  </a:lnTo>
                  <a:lnTo>
                    <a:pt x="9996" y="26859"/>
                  </a:lnTo>
                  <a:close/>
                  <a:moveTo>
                    <a:pt x="19452" y="27243"/>
                  </a:moveTo>
                  <a:lnTo>
                    <a:pt x="19495" y="27285"/>
                  </a:lnTo>
                  <a:lnTo>
                    <a:pt x="19452" y="27257"/>
                  </a:lnTo>
                  <a:lnTo>
                    <a:pt x="19452" y="27243"/>
                  </a:lnTo>
                  <a:close/>
                  <a:moveTo>
                    <a:pt x="26381" y="27427"/>
                  </a:moveTo>
                  <a:cubicBezTo>
                    <a:pt x="26395" y="27427"/>
                    <a:pt x="26395" y="27427"/>
                    <a:pt x="26381" y="27441"/>
                  </a:cubicBezTo>
                  <a:lnTo>
                    <a:pt x="26381" y="27427"/>
                  </a:lnTo>
                  <a:close/>
                  <a:moveTo>
                    <a:pt x="26821" y="27711"/>
                  </a:moveTo>
                  <a:lnTo>
                    <a:pt x="26835" y="27740"/>
                  </a:lnTo>
                  <a:lnTo>
                    <a:pt x="26835" y="27754"/>
                  </a:lnTo>
                  <a:lnTo>
                    <a:pt x="26793" y="27754"/>
                  </a:lnTo>
                  <a:cubicBezTo>
                    <a:pt x="26793" y="27740"/>
                    <a:pt x="26807" y="27725"/>
                    <a:pt x="26821" y="27711"/>
                  </a:cubicBezTo>
                  <a:close/>
                  <a:moveTo>
                    <a:pt x="16783" y="31090"/>
                  </a:moveTo>
                  <a:lnTo>
                    <a:pt x="16797" y="31104"/>
                  </a:lnTo>
                  <a:lnTo>
                    <a:pt x="16783" y="31104"/>
                  </a:lnTo>
                  <a:lnTo>
                    <a:pt x="16783" y="31090"/>
                  </a:lnTo>
                  <a:close/>
                  <a:moveTo>
                    <a:pt x="18268" y="0"/>
                  </a:moveTo>
                  <a:cubicBezTo>
                    <a:pt x="18231" y="0"/>
                    <a:pt x="18196" y="18"/>
                    <a:pt x="18174" y="53"/>
                  </a:cubicBezTo>
                  <a:cubicBezTo>
                    <a:pt x="18103" y="96"/>
                    <a:pt x="18032" y="139"/>
                    <a:pt x="18032" y="224"/>
                  </a:cubicBezTo>
                  <a:cubicBezTo>
                    <a:pt x="17990" y="181"/>
                    <a:pt x="17933" y="153"/>
                    <a:pt x="17876" y="139"/>
                  </a:cubicBezTo>
                  <a:cubicBezTo>
                    <a:pt x="17865" y="135"/>
                    <a:pt x="17853" y="133"/>
                    <a:pt x="17842" y="133"/>
                  </a:cubicBezTo>
                  <a:cubicBezTo>
                    <a:pt x="17812" y="133"/>
                    <a:pt x="17783" y="146"/>
                    <a:pt x="17763" y="167"/>
                  </a:cubicBezTo>
                  <a:cubicBezTo>
                    <a:pt x="17763" y="195"/>
                    <a:pt x="17763" y="224"/>
                    <a:pt x="17763" y="266"/>
                  </a:cubicBezTo>
                  <a:lnTo>
                    <a:pt x="17663" y="266"/>
                  </a:lnTo>
                  <a:lnTo>
                    <a:pt x="17663" y="167"/>
                  </a:lnTo>
                  <a:cubicBezTo>
                    <a:pt x="17578" y="139"/>
                    <a:pt x="17489" y="124"/>
                    <a:pt x="17401" y="124"/>
                  </a:cubicBezTo>
                  <a:cubicBezTo>
                    <a:pt x="17312" y="124"/>
                    <a:pt x="17223" y="139"/>
                    <a:pt x="17138" y="167"/>
                  </a:cubicBezTo>
                  <a:cubicBezTo>
                    <a:pt x="17067" y="167"/>
                    <a:pt x="16996" y="167"/>
                    <a:pt x="16925" y="181"/>
                  </a:cubicBezTo>
                  <a:cubicBezTo>
                    <a:pt x="16882" y="195"/>
                    <a:pt x="16826" y="210"/>
                    <a:pt x="16783" y="238"/>
                  </a:cubicBezTo>
                  <a:cubicBezTo>
                    <a:pt x="16783" y="210"/>
                    <a:pt x="16769" y="181"/>
                    <a:pt x="16740" y="167"/>
                  </a:cubicBezTo>
                  <a:cubicBezTo>
                    <a:pt x="16712" y="139"/>
                    <a:pt x="16676" y="124"/>
                    <a:pt x="16641" y="124"/>
                  </a:cubicBezTo>
                  <a:cubicBezTo>
                    <a:pt x="16605" y="124"/>
                    <a:pt x="16570" y="139"/>
                    <a:pt x="16542" y="167"/>
                  </a:cubicBezTo>
                  <a:cubicBezTo>
                    <a:pt x="16527" y="181"/>
                    <a:pt x="16506" y="188"/>
                    <a:pt x="16485" y="188"/>
                  </a:cubicBezTo>
                  <a:cubicBezTo>
                    <a:pt x="16463" y="188"/>
                    <a:pt x="16442" y="181"/>
                    <a:pt x="16428" y="167"/>
                  </a:cubicBezTo>
                  <a:cubicBezTo>
                    <a:pt x="16404" y="127"/>
                    <a:pt x="16362" y="109"/>
                    <a:pt x="16320" y="109"/>
                  </a:cubicBezTo>
                  <a:cubicBezTo>
                    <a:pt x="16287" y="109"/>
                    <a:pt x="16254" y="120"/>
                    <a:pt x="16229" y="139"/>
                  </a:cubicBezTo>
                  <a:lnTo>
                    <a:pt x="16030" y="153"/>
                  </a:lnTo>
                  <a:cubicBezTo>
                    <a:pt x="16016" y="174"/>
                    <a:pt x="15991" y="185"/>
                    <a:pt x="15965" y="185"/>
                  </a:cubicBezTo>
                  <a:cubicBezTo>
                    <a:pt x="15938" y="185"/>
                    <a:pt x="15910" y="174"/>
                    <a:pt x="15888" y="153"/>
                  </a:cubicBezTo>
                  <a:lnTo>
                    <a:pt x="15732" y="153"/>
                  </a:lnTo>
                  <a:cubicBezTo>
                    <a:pt x="15704" y="167"/>
                    <a:pt x="15690" y="195"/>
                    <a:pt x="15675" y="224"/>
                  </a:cubicBezTo>
                  <a:cubicBezTo>
                    <a:pt x="15675" y="238"/>
                    <a:pt x="15675" y="238"/>
                    <a:pt x="15675" y="252"/>
                  </a:cubicBezTo>
                  <a:lnTo>
                    <a:pt x="15619" y="252"/>
                  </a:lnTo>
                  <a:cubicBezTo>
                    <a:pt x="15619" y="281"/>
                    <a:pt x="15619" y="309"/>
                    <a:pt x="15604" y="337"/>
                  </a:cubicBezTo>
                  <a:cubicBezTo>
                    <a:pt x="15576" y="309"/>
                    <a:pt x="15548" y="281"/>
                    <a:pt x="15505" y="238"/>
                  </a:cubicBezTo>
                  <a:cubicBezTo>
                    <a:pt x="15427" y="210"/>
                    <a:pt x="15342" y="195"/>
                    <a:pt x="15257" y="195"/>
                  </a:cubicBezTo>
                  <a:cubicBezTo>
                    <a:pt x="15171" y="195"/>
                    <a:pt x="15086" y="210"/>
                    <a:pt x="15008" y="238"/>
                  </a:cubicBezTo>
                  <a:lnTo>
                    <a:pt x="14895" y="238"/>
                  </a:lnTo>
                  <a:cubicBezTo>
                    <a:pt x="14883" y="232"/>
                    <a:pt x="14869" y="229"/>
                    <a:pt x="14854" y="229"/>
                  </a:cubicBezTo>
                  <a:cubicBezTo>
                    <a:pt x="14833" y="229"/>
                    <a:pt x="14812" y="235"/>
                    <a:pt x="14795" y="252"/>
                  </a:cubicBezTo>
                  <a:cubicBezTo>
                    <a:pt x="14781" y="273"/>
                    <a:pt x="14760" y="284"/>
                    <a:pt x="14738" y="284"/>
                  </a:cubicBezTo>
                  <a:cubicBezTo>
                    <a:pt x="14717" y="284"/>
                    <a:pt x="14696" y="273"/>
                    <a:pt x="14682" y="252"/>
                  </a:cubicBezTo>
                  <a:cubicBezTo>
                    <a:pt x="14667" y="259"/>
                    <a:pt x="14653" y="263"/>
                    <a:pt x="14639" y="263"/>
                  </a:cubicBezTo>
                  <a:cubicBezTo>
                    <a:pt x="14625" y="263"/>
                    <a:pt x="14611" y="259"/>
                    <a:pt x="14596" y="252"/>
                  </a:cubicBezTo>
                  <a:cubicBezTo>
                    <a:pt x="14568" y="281"/>
                    <a:pt x="14525" y="309"/>
                    <a:pt x="14483" y="337"/>
                  </a:cubicBezTo>
                  <a:lnTo>
                    <a:pt x="14383" y="337"/>
                  </a:lnTo>
                  <a:cubicBezTo>
                    <a:pt x="14369" y="352"/>
                    <a:pt x="14352" y="359"/>
                    <a:pt x="14332" y="359"/>
                  </a:cubicBezTo>
                  <a:cubicBezTo>
                    <a:pt x="14312" y="359"/>
                    <a:pt x="14291" y="352"/>
                    <a:pt x="14270" y="337"/>
                  </a:cubicBezTo>
                  <a:lnTo>
                    <a:pt x="14185" y="337"/>
                  </a:lnTo>
                  <a:cubicBezTo>
                    <a:pt x="14156" y="366"/>
                    <a:pt x="14117" y="380"/>
                    <a:pt x="14078" y="380"/>
                  </a:cubicBezTo>
                  <a:cubicBezTo>
                    <a:pt x="14039" y="380"/>
                    <a:pt x="14000" y="366"/>
                    <a:pt x="13972" y="337"/>
                  </a:cubicBezTo>
                  <a:lnTo>
                    <a:pt x="13872" y="337"/>
                  </a:lnTo>
                  <a:cubicBezTo>
                    <a:pt x="13825" y="379"/>
                    <a:pt x="13767" y="386"/>
                    <a:pt x="13706" y="386"/>
                  </a:cubicBezTo>
                  <a:cubicBezTo>
                    <a:pt x="13678" y="386"/>
                    <a:pt x="13649" y="384"/>
                    <a:pt x="13621" y="384"/>
                  </a:cubicBezTo>
                  <a:cubicBezTo>
                    <a:pt x="13565" y="384"/>
                    <a:pt x="13510" y="390"/>
                    <a:pt x="13461" y="423"/>
                  </a:cubicBezTo>
                  <a:lnTo>
                    <a:pt x="13446" y="423"/>
                  </a:lnTo>
                  <a:cubicBezTo>
                    <a:pt x="13439" y="444"/>
                    <a:pt x="13422" y="454"/>
                    <a:pt x="13402" y="454"/>
                  </a:cubicBezTo>
                  <a:cubicBezTo>
                    <a:pt x="13382" y="454"/>
                    <a:pt x="13361" y="444"/>
                    <a:pt x="13347" y="423"/>
                  </a:cubicBezTo>
                  <a:lnTo>
                    <a:pt x="13162" y="423"/>
                  </a:lnTo>
                  <a:cubicBezTo>
                    <a:pt x="13072" y="502"/>
                    <a:pt x="12946" y="545"/>
                    <a:pt x="12826" y="545"/>
                  </a:cubicBezTo>
                  <a:cubicBezTo>
                    <a:pt x="12796" y="545"/>
                    <a:pt x="12765" y="542"/>
                    <a:pt x="12736" y="536"/>
                  </a:cubicBezTo>
                  <a:lnTo>
                    <a:pt x="12651" y="536"/>
                  </a:lnTo>
                  <a:cubicBezTo>
                    <a:pt x="12601" y="575"/>
                    <a:pt x="12544" y="581"/>
                    <a:pt x="12486" y="581"/>
                  </a:cubicBezTo>
                  <a:cubicBezTo>
                    <a:pt x="12459" y="581"/>
                    <a:pt x="12432" y="580"/>
                    <a:pt x="12405" y="580"/>
                  </a:cubicBezTo>
                  <a:cubicBezTo>
                    <a:pt x="12342" y="580"/>
                    <a:pt x="12280" y="587"/>
                    <a:pt x="12225" y="635"/>
                  </a:cubicBezTo>
                  <a:cubicBezTo>
                    <a:pt x="12169" y="692"/>
                    <a:pt x="12083" y="678"/>
                    <a:pt x="12027" y="735"/>
                  </a:cubicBezTo>
                  <a:cubicBezTo>
                    <a:pt x="12003" y="773"/>
                    <a:pt x="11979" y="785"/>
                    <a:pt x="11956" y="785"/>
                  </a:cubicBezTo>
                  <a:cubicBezTo>
                    <a:pt x="11908" y="785"/>
                    <a:pt x="11861" y="735"/>
                    <a:pt x="11814" y="735"/>
                  </a:cubicBezTo>
                  <a:cubicBezTo>
                    <a:pt x="11785" y="763"/>
                    <a:pt x="11743" y="806"/>
                    <a:pt x="11714" y="834"/>
                  </a:cubicBezTo>
                  <a:lnTo>
                    <a:pt x="11615" y="834"/>
                  </a:lnTo>
                  <a:cubicBezTo>
                    <a:pt x="11586" y="806"/>
                    <a:pt x="11547" y="792"/>
                    <a:pt x="11508" y="792"/>
                  </a:cubicBezTo>
                  <a:cubicBezTo>
                    <a:pt x="11469" y="792"/>
                    <a:pt x="11430" y="806"/>
                    <a:pt x="11402" y="834"/>
                  </a:cubicBezTo>
                  <a:cubicBezTo>
                    <a:pt x="11402" y="877"/>
                    <a:pt x="11416" y="934"/>
                    <a:pt x="11430" y="976"/>
                  </a:cubicBezTo>
                  <a:cubicBezTo>
                    <a:pt x="11430" y="1019"/>
                    <a:pt x="11444" y="1104"/>
                    <a:pt x="11402" y="1104"/>
                  </a:cubicBezTo>
                  <a:cubicBezTo>
                    <a:pt x="11389" y="1102"/>
                    <a:pt x="11376" y="1102"/>
                    <a:pt x="11363" y="1102"/>
                  </a:cubicBezTo>
                  <a:cubicBezTo>
                    <a:pt x="11163" y="1102"/>
                    <a:pt x="11065" y="1305"/>
                    <a:pt x="10891" y="1345"/>
                  </a:cubicBezTo>
                  <a:cubicBezTo>
                    <a:pt x="10877" y="1345"/>
                    <a:pt x="10862" y="1360"/>
                    <a:pt x="10862" y="1374"/>
                  </a:cubicBezTo>
                  <a:cubicBezTo>
                    <a:pt x="10848" y="1388"/>
                    <a:pt x="10848" y="1388"/>
                    <a:pt x="10862" y="1402"/>
                  </a:cubicBezTo>
                  <a:cubicBezTo>
                    <a:pt x="10735" y="1402"/>
                    <a:pt x="10607" y="1416"/>
                    <a:pt x="10479" y="1445"/>
                  </a:cubicBezTo>
                  <a:lnTo>
                    <a:pt x="10096" y="1445"/>
                  </a:lnTo>
                  <a:cubicBezTo>
                    <a:pt x="10081" y="1459"/>
                    <a:pt x="10064" y="1466"/>
                    <a:pt x="10046" y="1466"/>
                  </a:cubicBezTo>
                  <a:cubicBezTo>
                    <a:pt x="10028" y="1466"/>
                    <a:pt x="10010" y="1459"/>
                    <a:pt x="9996" y="1445"/>
                  </a:cubicBezTo>
                  <a:cubicBezTo>
                    <a:pt x="9968" y="1473"/>
                    <a:pt x="9925" y="1516"/>
                    <a:pt x="9911" y="1558"/>
                  </a:cubicBezTo>
                  <a:cubicBezTo>
                    <a:pt x="9853" y="1658"/>
                    <a:pt x="9829" y="1699"/>
                    <a:pt x="9773" y="1699"/>
                  </a:cubicBezTo>
                  <a:cubicBezTo>
                    <a:pt x="9734" y="1699"/>
                    <a:pt x="9679" y="1679"/>
                    <a:pt x="9585" y="1644"/>
                  </a:cubicBezTo>
                  <a:cubicBezTo>
                    <a:pt x="9542" y="1715"/>
                    <a:pt x="9443" y="1686"/>
                    <a:pt x="9386" y="1757"/>
                  </a:cubicBezTo>
                  <a:cubicBezTo>
                    <a:pt x="9378" y="1756"/>
                    <a:pt x="9369" y="1756"/>
                    <a:pt x="9361" y="1756"/>
                  </a:cubicBezTo>
                  <a:cubicBezTo>
                    <a:pt x="9246" y="1756"/>
                    <a:pt x="9159" y="1850"/>
                    <a:pt x="9173" y="1956"/>
                  </a:cubicBezTo>
                  <a:cubicBezTo>
                    <a:pt x="9159" y="1984"/>
                    <a:pt x="9173" y="2027"/>
                    <a:pt x="9187" y="2055"/>
                  </a:cubicBezTo>
                  <a:lnTo>
                    <a:pt x="9173" y="2055"/>
                  </a:lnTo>
                  <a:lnTo>
                    <a:pt x="9073" y="1956"/>
                  </a:lnTo>
                  <a:lnTo>
                    <a:pt x="8974" y="1956"/>
                  </a:lnTo>
                  <a:lnTo>
                    <a:pt x="8974" y="2169"/>
                  </a:lnTo>
                  <a:cubicBezTo>
                    <a:pt x="8690" y="2396"/>
                    <a:pt x="8406" y="2637"/>
                    <a:pt x="8108" y="2850"/>
                  </a:cubicBezTo>
                  <a:cubicBezTo>
                    <a:pt x="8018" y="2915"/>
                    <a:pt x="8009" y="3083"/>
                    <a:pt x="7882" y="3083"/>
                  </a:cubicBezTo>
                  <a:cubicBezTo>
                    <a:pt x="7869" y="3083"/>
                    <a:pt x="7854" y="3082"/>
                    <a:pt x="7838" y="3078"/>
                  </a:cubicBezTo>
                  <a:lnTo>
                    <a:pt x="7739" y="3078"/>
                  </a:lnTo>
                  <a:lnTo>
                    <a:pt x="7526" y="3092"/>
                  </a:lnTo>
                  <a:lnTo>
                    <a:pt x="7426" y="3205"/>
                  </a:lnTo>
                  <a:lnTo>
                    <a:pt x="7426" y="3305"/>
                  </a:lnTo>
                  <a:cubicBezTo>
                    <a:pt x="7441" y="3319"/>
                    <a:pt x="7455" y="3347"/>
                    <a:pt x="7483" y="3362"/>
                  </a:cubicBezTo>
                  <a:cubicBezTo>
                    <a:pt x="7469" y="3358"/>
                    <a:pt x="7455" y="3356"/>
                    <a:pt x="7441" y="3356"/>
                  </a:cubicBezTo>
                  <a:cubicBezTo>
                    <a:pt x="7399" y="3356"/>
                    <a:pt x="7359" y="3372"/>
                    <a:pt x="7327" y="3404"/>
                  </a:cubicBezTo>
                  <a:cubicBezTo>
                    <a:pt x="7299" y="3432"/>
                    <a:pt x="7260" y="3447"/>
                    <a:pt x="7221" y="3447"/>
                  </a:cubicBezTo>
                  <a:cubicBezTo>
                    <a:pt x="7181" y="3447"/>
                    <a:pt x="7142" y="3432"/>
                    <a:pt x="7114" y="3404"/>
                  </a:cubicBezTo>
                  <a:lnTo>
                    <a:pt x="7015" y="3404"/>
                  </a:lnTo>
                  <a:cubicBezTo>
                    <a:pt x="6986" y="3432"/>
                    <a:pt x="6944" y="3461"/>
                    <a:pt x="6915" y="3503"/>
                  </a:cubicBezTo>
                  <a:cubicBezTo>
                    <a:pt x="6909" y="3503"/>
                    <a:pt x="6902" y="3503"/>
                    <a:pt x="6896" y="3503"/>
                  </a:cubicBezTo>
                  <a:cubicBezTo>
                    <a:pt x="6755" y="3503"/>
                    <a:pt x="6712" y="3649"/>
                    <a:pt x="6603" y="3716"/>
                  </a:cubicBezTo>
                  <a:cubicBezTo>
                    <a:pt x="6560" y="3759"/>
                    <a:pt x="6546" y="3844"/>
                    <a:pt x="6575" y="3915"/>
                  </a:cubicBezTo>
                  <a:cubicBezTo>
                    <a:pt x="6546" y="3915"/>
                    <a:pt x="6532" y="3915"/>
                    <a:pt x="6518" y="3929"/>
                  </a:cubicBezTo>
                  <a:cubicBezTo>
                    <a:pt x="6504" y="3958"/>
                    <a:pt x="6504" y="3986"/>
                    <a:pt x="6489" y="4000"/>
                  </a:cubicBezTo>
                  <a:lnTo>
                    <a:pt x="6106" y="4029"/>
                  </a:lnTo>
                  <a:lnTo>
                    <a:pt x="6106" y="4242"/>
                  </a:lnTo>
                  <a:lnTo>
                    <a:pt x="5978" y="4426"/>
                  </a:lnTo>
                  <a:cubicBezTo>
                    <a:pt x="5966" y="4424"/>
                    <a:pt x="5954" y="4423"/>
                    <a:pt x="5942" y="4423"/>
                  </a:cubicBezTo>
                  <a:cubicBezTo>
                    <a:pt x="5799" y="4423"/>
                    <a:pt x="5674" y="4557"/>
                    <a:pt x="5532" y="4557"/>
                  </a:cubicBezTo>
                  <a:cubicBezTo>
                    <a:pt x="5520" y="4557"/>
                    <a:pt x="5508" y="4556"/>
                    <a:pt x="5495" y="4554"/>
                  </a:cubicBezTo>
                  <a:cubicBezTo>
                    <a:pt x="5495" y="4583"/>
                    <a:pt x="5481" y="4611"/>
                    <a:pt x="5467" y="4639"/>
                  </a:cubicBezTo>
                  <a:cubicBezTo>
                    <a:pt x="5467" y="4650"/>
                    <a:pt x="5455" y="4653"/>
                    <a:pt x="5441" y="4653"/>
                  </a:cubicBezTo>
                  <a:cubicBezTo>
                    <a:pt x="5425" y="4653"/>
                    <a:pt x="5405" y="4649"/>
                    <a:pt x="5393" y="4649"/>
                  </a:cubicBezTo>
                  <a:cubicBezTo>
                    <a:pt x="5386" y="4649"/>
                    <a:pt x="5382" y="4650"/>
                    <a:pt x="5382" y="4654"/>
                  </a:cubicBezTo>
                  <a:cubicBezTo>
                    <a:pt x="5311" y="4909"/>
                    <a:pt x="5084" y="4994"/>
                    <a:pt x="4899" y="5108"/>
                  </a:cubicBezTo>
                  <a:cubicBezTo>
                    <a:pt x="4814" y="5165"/>
                    <a:pt x="4743" y="5250"/>
                    <a:pt x="4729" y="5349"/>
                  </a:cubicBezTo>
                  <a:lnTo>
                    <a:pt x="4360" y="5477"/>
                  </a:lnTo>
                  <a:cubicBezTo>
                    <a:pt x="4232" y="5534"/>
                    <a:pt x="4218" y="5676"/>
                    <a:pt x="4161" y="5789"/>
                  </a:cubicBezTo>
                  <a:lnTo>
                    <a:pt x="4047" y="5775"/>
                  </a:lnTo>
                  <a:lnTo>
                    <a:pt x="3948" y="5875"/>
                  </a:lnTo>
                  <a:cubicBezTo>
                    <a:pt x="3948" y="5946"/>
                    <a:pt x="3948" y="6017"/>
                    <a:pt x="3948" y="6088"/>
                  </a:cubicBezTo>
                  <a:lnTo>
                    <a:pt x="3721" y="6371"/>
                  </a:lnTo>
                  <a:cubicBezTo>
                    <a:pt x="3565" y="6457"/>
                    <a:pt x="3423" y="6556"/>
                    <a:pt x="3323" y="6684"/>
                  </a:cubicBezTo>
                  <a:cubicBezTo>
                    <a:pt x="3252" y="6826"/>
                    <a:pt x="3110" y="6911"/>
                    <a:pt x="3096" y="7081"/>
                  </a:cubicBezTo>
                  <a:cubicBezTo>
                    <a:pt x="2997" y="7167"/>
                    <a:pt x="3011" y="7280"/>
                    <a:pt x="2997" y="7394"/>
                  </a:cubicBezTo>
                  <a:cubicBezTo>
                    <a:pt x="2883" y="7394"/>
                    <a:pt x="2769" y="7465"/>
                    <a:pt x="2741" y="7578"/>
                  </a:cubicBezTo>
                  <a:cubicBezTo>
                    <a:pt x="2670" y="7820"/>
                    <a:pt x="2599" y="8061"/>
                    <a:pt x="2556" y="8302"/>
                  </a:cubicBezTo>
                  <a:cubicBezTo>
                    <a:pt x="2514" y="8601"/>
                    <a:pt x="2429" y="8885"/>
                    <a:pt x="2301" y="9154"/>
                  </a:cubicBezTo>
                  <a:cubicBezTo>
                    <a:pt x="2088" y="9325"/>
                    <a:pt x="1918" y="9538"/>
                    <a:pt x="1804" y="9779"/>
                  </a:cubicBezTo>
                  <a:cubicBezTo>
                    <a:pt x="1776" y="9850"/>
                    <a:pt x="1776" y="9935"/>
                    <a:pt x="1690" y="9978"/>
                  </a:cubicBezTo>
                  <a:cubicBezTo>
                    <a:pt x="1719" y="10304"/>
                    <a:pt x="1577" y="10617"/>
                    <a:pt x="1335" y="10815"/>
                  </a:cubicBezTo>
                  <a:cubicBezTo>
                    <a:pt x="1293" y="10844"/>
                    <a:pt x="1293" y="10929"/>
                    <a:pt x="1279" y="10986"/>
                  </a:cubicBezTo>
                  <a:cubicBezTo>
                    <a:pt x="1260" y="10978"/>
                    <a:pt x="1243" y="10974"/>
                    <a:pt x="1227" y="10974"/>
                  </a:cubicBezTo>
                  <a:cubicBezTo>
                    <a:pt x="1159" y="10974"/>
                    <a:pt x="1115" y="11042"/>
                    <a:pt x="1080" y="11099"/>
                  </a:cubicBezTo>
                  <a:cubicBezTo>
                    <a:pt x="1009" y="11156"/>
                    <a:pt x="1023" y="11256"/>
                    <a:pt x="966" y="11312"/>
                  </a:cubicBezTo>
                  <a:cubicBezTo>
                    <a:pt x="881" y="11398"/>
                    <a:pt x="952" y="11540"/>
                    <a:pt x="867" y="11639"/>
                  </a:cubicBezTo>
                  <a:lnTo>
                    <a:pt x="867" y="11809"/>
                  </a:lnTo>
                  <a:cubicBezTo>
                    <a:pt x="909" y="12150"/>
                    <a:pt x="569" y="12391"/>
                    <a:pt x="626" y="12732"/>
                  </a:cubicBezTo>
                  <a:lnTo>
                    <a:pt x="455" y="12746"/>
                  </a:lnTo>
                  <a:cubicBezTo>
                    <a:pt x="455" y="12775"/>
                    <a:pt x="441" y="12803"/>
                    <a:pt x="441" y="12832"/>
                  </a:cubicBezTo>
                  <a:lnTo>
                    <a:pt x="58" y="13172"/>
                  </a:lnTo>
                  <a:cubicBezTo>
                    <a:pt x="15" y="13400"/>
                    <a:pt x="1" y="13641"/>
                    <a:pt x="43" y="13868"/>
                  </a:cubicBezTo>
                  <a:lnTo>
                    <a:pt x="143" y="13882"/>
                  </a:lnTo>
                  <a:lnTo>
                    <a:pt x="157" y="14180"/>
                  </a:lnTo>
                  <a:lnTo>
                    <a:pt x="256" y="14195"/>
                  </a:lnTo>
                  <a:cubicBezTo>
                    <a:pt x="256" y="14223"/>
                    <a:pt x="256" y="14251"/>
                    <a:pt x="256" y="14280"/>
                  </a:cubicBezTo>
                  <a:cubicBezTo>
                    <a:pt x="282" y="14280"/>
                    <a:pt x="307" y="14280"/>
                    <a:pt x="332" y="14290"/>
                  </a:cubicBezTo>
                  <a:lnTo>
                    <a:pt x="332" y="14290"/>
                  </a:lnTo>
                  <a:lnTo>
                    <a:pt x="327" y="14294"/>
                  </a:lnTo>
                  <a:cubicBezTo>
                    <a:pt x="327" y="14322"/>
                    <a:pt x="342" y="14365"/>
                    <a:pt x="356" y="14393"/>
                  </a:cubicBezTo>
                  <a:cubicBezTo>
                    <a:pt x="356" y="14663"/>
                    <a:pt x="342" y="14933"/>
                    <a:pt x="327" y="15203"/>
                  </a:cubicBezTo>
                  <a:cubicBezTo>
                    <a:pt x="327" y="15700"/>
                    <a:pt x="413" y="16182"/>
                    <a:pt x="356" y="16679"/>
                  </a:cubicBezTo>
                  <a:cubicBezTo>
                    <a:pt x="327" y="16807"/>
                    <a:pt x="356" y="16949"/>
                    <a:pt x="441" y="17063"/>
                  </a:cubicBezTo>
                  <a:cubicBezTo>
                    <a:pt x="299" y="17318"/>
                    <a:pt x="597" y="17531"/>
                    <a:pt x="512" y="17773"/>
                  </a:cubicBezTo>
                  <a:cubicBezTo>
                    <a:pt x="725" y="17915"/>
                    <a:pt x="569" y="18099"/>
                    <a:pt x="555" y="18269"/>
                  </a:cubicBezTo>
                  <a:cubicBezTo>
                    <a:pt x="590" y="18269"/>
                    <a:pt x="640" y="18248"/>
                    <a:pt x="675" y="18248"/>
                  </a:cubicBezTo>
                  <a:cubicBezTo>
                    <a:pt x="711" y="18248"/>
                    <a:pt x="732" y="18269"/>
                    <a:pt x="711" y="18355"/>
                  </a:cubicBezTo>
                  <a:cubicBezTo>
                    <a:pt x="682" y="18454"/>
                    <a:pt x="611" y="18553"/>
                    <a:pt x="711" y="18639"/>
                  </a:cubicBezTo>
                  <a:cubicBezTo>
                    <a:pt x="881" y="18809"/>
                    <a:pt x="839" y="19008"/>
                    <a:pt x="839" y="19207"/>
                  </a:cubicBezTo>
                  <a:cubicBezTo>
                    <a:pt x="839" y="19278"/>
                    <a:pt x="810" y="19363"/>
                    <a:pt x="839" y="19405"/>
                  </a:cubicBezTo>
                  <a:cubicBezTo>
                    <a:pt x="1023" y="19618"/>
                    <a:pt x="995" y="19916"/>
                    <a:pt x="1151" y="20144"/>
                  </a:cubicBezTo>
                  <a:cubicBezTo>
                    <a:pt x="1264" y="20328"/>
                    <a:pt x="1307" y="20555"/>
                    <a:pt x="1293" y="20768"/>
                  </a:cubicBezTo>
                  <a:cubicBezTo>
                    <a:pt x="1293" y="20981"/>
                    <a:pt x="1335" y="21208"/>
                    <a:pt x="1435" y="21407"/>
                  </a:cubicBezTo>
                  <a:cubicBezTo>
                    <a:pt x="1477" y="21492"/>
                    <a:pt x="1506" y="21592"/>
                    <a:pt x="1534" y="21677"/>
                  </a:cubicBezTo>
                  <a:cubicBezTo>
                    <a:pt x="1690" y="22089"/>
                    <a:pt x="1747" y="22529"/>
                    <a:pt x="1989" y="22912"/>
                  </a:cubicBezTo>
                  <a:cubicBezTo>
                    <a:pt x="1989" y="23054"/>
                    <a:pt x="2017" y="23210"/>
                    <a:pt x="2102" y="23338"/>
                  </a:cubicBezTo>
                  <a:cubicBezTo>
                    <a:pt x="2131" y="23438"/>
                    <a:pt x="2173" y="23523"/>
                    <a:pt x="2187" y="23622"/>
                  </a:cubicBezTo>
                  <a:cubicBezTo>
                    <a:pt x="2258" y="23665"/>
                    <a:pt x="2301" y="23736"/>
                    <a:pt x="2315" y="23821"/>
                  </a:cubicBezTo>
                  <a:lnTo>
                    <a:pt x="2400" y="23934"/>
                  </a:lnTo>
                  <a:cubicBezTo>
                    <a:pt x="2528" y="24005"/>
                    <a:pt x="2642" y="24105"/>
                    <a:pt x="2713" y="24233"/>
                  </a:cubicBezTo>
                  <a:lnTo>
                    <a:pt x="2713" y="24446"/>
                  </a:lnTo>
                  <a:cubicBezTo>
                    <a:pt x="2784" y="24488"/>
                    <a:pt x="2826" y="24573"/>
                    <a:pt x="2812" y="24644"/>
                  </a:cubicBezTo>
                  <a:lnTo>
                    <a:pt x="2926" y="24644"/>
                  </a:lnTo>
                  <a:cubicBezTo>
                    <a:pt x="2926" y="24687"/>
                    <a:pt x="2926" y="24715"/>
                    <a:pt x="2926" y="24744"/>
                  </a:cubicBezTo>
                  <a:lnTo>
                    <a:pt x="3039" y="24843"/>
                  </a:lnTo>
                  <a:cubicBezTo>
                    <a:pt x="3096" y="24886"/>
                    <a:pt x="3139" y="24957"/>
                    <a:pt x="3153" y="25042"/>
                  </a:cubicBezTo>
                  <a:cubicBezTo>
                    <a:pt x="3309" y="25156"/>
                    <a:pt x="3408" y="25354"/>
                    <a:pt x="3636" y="25383"/>
                  </a:cubicBezTo>
                  <a:cubicBezTo>
                    <a:pt x="3721" y="25624"/>
                    <a:pt x="3962" y="25794"/>
                    <a:pt x="3962" y="26078"/>
                  </a:cubicBezTo>
                  <a:cubicBezTo>
                    <a:pt x="4019" y="26121"/>
                    <a:pt x="4061" y="26192"/>
                    <a:pt x="4061" y="26277"/>
                  </a:cubicBezTo>
                  <a:lnTo>
                    <a:pt x="4147" y="26291"/>
                  </a:lnTo>
                  <a:lnTo>
                    <a:pt x="4147" y="26391"/>
                  </a:lnTo>
                  <a:lnTo>
                    <a:pt x="4260" y="26490"/>
                  </a:lnTo>
                  <a:cubicBezTo>
                    <a:pt x="4360" y="26519"/>
                    <a:pt x="4374" y="26604"/>
                    <a:pt x="4374" y="26675"/>
                  </a:cubicBezTo>
                  <a:lnTo>
                    <a:pt x="4487" y="26788"/>
                  </a:lnTo>
                  <a:lnTo>
                    <a:pt x="4573" y="26902"/>
                  </a:lnTo>
                  <a:lnTo>
                    <a:pt x="4672" y="27015"/>
                  </a:lnTo>
                  <a:lnTo>
                    <a:pt x="4757" y="27015"/>
                  </a:lnTo>
                  <a:cubicBezTo>
                    <a:pt x="4771" y="27044"/>
                    <a:pt x="4771" y="27072"/>
                    <a:pt x="4771" y="27101"/>
                  </a:cubicBezTo>
                  <a:cubicBezTo>
                    <a:pt x="4871" y="27129"/>
                    <a:pt x="4913" y="27228"/>
                    <a:pt x="4970" y="27299"/>
                  </a:cubicBezTo>
                  <a:cubicBezTo>
                    <a:pt x="5070" y="27299"/>
                    <a:pt x="5141" y="27370"/>
                    <a:pt x="5155" y="27456"/>
                  </a:cubicBezTo>
                  <a:lnTo>
                    <a:pt x="5197" y="27697"/>
                  </a:lnTo>
                  <a:lnTo>
                    <a:pt x="5282" y="27825"/>
                  </a:lnTo>
                  <a:lnTo>
                    <a:pt x="5368" y="27839"/>
                  </a:lnTo>
                  <a:cubicBezTo>
                    <a:pt x="5368" y="27853"/>
                    <a:pt x="5382" y="27867"/>
                    <a:pt x="5396" y="27867"/>
                  </a:cubicBezTo>
                  <a:cubicBezTo>
                    <a:pt x="5538" y="28080"/>
                    <a:pt x="5751" y="28208"/>
                    <a:pt x="5992" y="28236"/>
                  </a:cubicBezTo>
                  <a:cubicBezTo>
                    <a:pt x="5992" y="28350"/>
                    <a:pt x="6035" y="28449"/>
                    <a:pt x="6106" y="28535"/>
                  </a:cubicBezTo>
                  <a:lnTo>
                    <a:pt x="6205" y="28520"/>
                  </a:lnTo>
                  <a:lnTo>
                    <a:pt x="6319" y="28634"/>
                  </a:lnTo>
                  <a:cubicBezTo>
                    <a:pt x="6589" y="28719"/>
                    <a:pt x="6830" y="28861"/>
                    <a:pt x="7029" y="29060"/>
                  </a:cubicBezTo>
                  <a:lnTo>
                    <a:pt x="7128" y="29060"/>
                  </a:lnTo>
                  <a:lnTo>
                    <a:pt x="7242" y="29245"/>
                  </a:lnTo>
                  <a:lnTo>
                    <a:pt x="7341" y="29259"/>
                  </a:lnTo>
                  <a:cubicBezTo>
                    <a:pt x="7355" y="29287"/>
                    <a:pt x="7355" y="29316"/>
                    <a:pt x="7355" y="29344"/>
                  </a:cubicBezTo>
                  <a:cubicBezTo>
                    <a:pt x="7483" y="29372"/>
                    <a:pt x="7583" y="29458"/>
                    <a:pt x="7654" y="29571"/>
                  </a:cubicBezTo>
                  <a:cubicBezTo>
                    <a:pt x="7796" y="29571"/>
                    <a:pt x="7938" y="29571"/>
                    <a:pt x="7966" y="29756"/>
                  </a:cubicBezTo>
                  <a:cubicBezTo>
                    <a:pt x="8080" y="29784"/>
                    <a:pt x="8193" y="29756"/>
                    <a:pt x="8264" y="29869"/>
                  </a:cubicBezTo>
                  <a:lnTo>
                    <a:pt x="8449" y="29898"/>
                  </a:lnTo>
                  <a:cubicBezTo>
                    <a:pt x="8449" y="29926"/>
                    <a:pt x="8463" y="29940"/>
                    <a:pt x="8477" y="29969"/>
                  </a:cubicBezTo>
                  <a:cubicBezTo>
                    <a:pt x="8576" y="29969"/>
                    <a:pt x="8676" y="30054"/>
                    <a:pt x="8690" y="30167"/>
                  </a:cubicBezTo>
                  <a:cubicBezTo>
                    <a:pt x="8697" y="30160"/>
                    <a:pt x="8704" y="30157"/>
                    <a:pt x="8711" y="30157"/>
                  </a:cubicBezTo>
                  <a:cubicBezTo>
                    <a:pt x="8718" y="30157"/>
                    <a:pt x="8726" y="30160"/>
                    <a:pt x="8733" y="30167"/>
                  </a:cubicBezTo>
                  <a:cubicBezTo>
                    <a:pt x="9102" y="30338"/>
                    <a:pt x="9471" y="30522"/>
                    <a:pt x="9854" y="30707"/>
                  </a:cubicBezTo>
                  <a:cubicBezTo>
                    <a:pt x="9868" y="30721"/>
                    <a:pt x="9883" y="30764"/>
                    <a:pt x="9897" y="30792"/>
                  </a:cubicBezTo>
                  <a:cubicBezTo>
                    <a:pt x="9935" y="30787"/>
                    <a:pt x="9973" y="30785"/>
                    <a:pt x="10011" y="30785"/>
                  </a:cubicBezTo>
                  <a:cubicBezTo>
                    <a:pt x="10195" y="30785"/>
                    <a:pt x="10366" y="30842"/>
                    <a:pt x="10507" y="30948"/>
                  </a:cubicBezTo>
                  <a:cubicBezTo>
                    <a:pt x="10621" y="31048"/>
                    <a:pt x="10777" y="31090"/>
                    <a:pt x="10919" y="31090"/>
                  </a:cubicBezTo>
                  <a:lnTo>
                    <a:pt x="11033" y="31190"/>
                  </a:lnTo>
                  <a:cubicBezTo>
                    <a:pt x="11118" y="31190"/>
                    <a:pt x="11189" y="31218"/>
                    <a:pt x="11246" y="31289"/>
                  </a:cubicBezTo>
                  <a:cubicBezTo>
                    <a:pt x="11331" y="31289"/>
                    <a:pt x="11402" y="31332"/>
                    <a:pt x="11459" y="31388"/>
                  </a:cubicBezTo>
                  <a:cubicBezTo>
                    <a:pt x="11601" y="31417"/>
                    <a:pt x="11743" y="31388"/>
                    <a:pt x="11856" y="31502"/>
                  </a:cubicBezTo>
                  <a:cubicBezTo>
                    <a:pt x="11941" y="31502"/>
                    <a:pt x="12012" y="31545"/>
                    <a:pt x="12055" y="31616"/>
                  </a:cubicBezTo>
                  <a:lnTo>
                    <a:pt x="12240" y="31616"/>
                  </a:lnTo>
                  <a:cubicBezTo>
                    <a:pt x="12225" y="31658"/>
                    <a:pt x="12254" y="31701"/>
                    <a:pt x="12296" y="31701"/>
                  </a:cubicBezTo>
                  <a:lnTo>
                    <a:pt x="12339" y="31701"/>
                  </a:lnTo>
                  <a:lnTo>
                    <a:pt x="12367" y="31715"/>
                  </a:lnTo>
                  <a:cubicBezTo>
                    <a:pt x="12538" y="31786"/>
                    <a:pt x="12736" y="31786"/>
                    <a:pt x="12893" y="31914"/>
                  </a:cubicBezTo>
                  <a:cubicBezTo>
                    <a:pt x="12914" y="31949"/>
                    <a:pt x="12953" y="31967"/>
                    <a:pt x="12992" y="31967"/>
                  </a:cubicBezTo>
                  <a:cubicBezTo>
                    <a:pt x="13031" y="31967"/>
                    <a:pt x="13070" y="31949"/>
                    <a:pt x="13091" y="31914"/>
                  </a:cubicBezTo>
                  <a:cubicBezTo>
                    <a:pt x="13106" y="31900"/>
                    <a:pt x="13127" y="31892"/>
                    <a:pt x="13148" y="31892"/>
                  </a:cubicBezTo>
                  <a:cubicBezTo>
                    <a:pt x="13170" y="31892"/>
                    <a:pt x="13191" y="31900"/>
                    <a:pt x="13205" y="31914"/>
                  </a:cubicBezTo>
                  <a:cubicBezTo>
                    <a:pt x="13233" y="31942"/>
                    <a:pt x="13248" y="31956"/>
                    <a:pt x="13276" y="31956"/>
                  </a:cubicBezTo>
                  <a:cubicBezTo>
                    <a:pt x="13276" y="31985"/>
                    <a:pt x="13290" y="31999"/>
                    <a:pt x="13319" y="32013"/>
                  </a:cubicBezTo>
                  <a:lnTo>
                    <a:pt x="13617" y="32042"/>
                  </a:lnTo>
                  <a:lnTo>
                    <a:pt x="13659" y="32056"/>
                  </a:lnTo>
                  <a:lnTo>
                    <a:pt x="13674" y="32056"/>
                  </a:lnTo>
                  <a:cubicBezTo>
                    <a:pt x="13688" y="32084"/>
                    <a:pt x="13702" y="32098"/>
                    <a:pt x="13716" y="32127"/>
                  </a:cubicBezTo>
                  <a:cubicBezTo>
                    <a:pt x="13753" y="32154"/>
                    <a:pt x="13795" y="32170"/>
                    <a:pt x="13840" y="32170"/>
                  </a:cubicBezTo>
                  <a:cubicBezTo>
                    <a:pt x="13865" y="32170"/>
                    <a:pt x="13890" y="32165"/>
                    <a:pt x="13915" y="32155"/>
                  </a:cubicBezTo>
                  <a:cubicBezTo>
                    <a:pt x="13929" y="32169"/>
                    <a:pt x="13929" y="32184"/>
                    <a:pt x="13929" y="32212"/>
                  </a:cubicBezTo>
                  <a:cubicBezTo>
                    <a:pt x="14003" y="32203"/>
                    <a:pt x="14071" y="32133"/>
                    <a:pt x="14137" y="32133"/>
                  </a:cubicBezTo>
                  <a:cubicBezTo>
                    <a:pt x="14172" y="32133"/>
                    <a:pt x="14207" y="32153"/>
                    <a:pt x="14241" y="32212"/>
                  </a:cubicBezTo>
                  <a:cubicBezTo>
                    <a:pt x="14328" y="32199"/>
                    <a:pt x="14417" y="32176"/>
                    <a:pt x="14502" y="32176"/>
                  </a:cubicBezTo>
                  <a:cubicBezTo>
                    <a:pt x="14599" y="32176"/>
                    <a:pt x="14691" y="32205"/>
                    <a:pt x="14767" y="32311"/>
                  </a:cubicBezTo>
                  <a:cubicBezTo>
                    <a:pt x="14809" y="32315"/>
                    <a:pt x="14853" y="32317"/>
                    <a:pt x="14897" y="32317"/>
                  </a:cubicBezTo>
                  <a:cubicBezTo>
                    <a:pt x="15029" y="32317"/>
                    <a:pt x="15164" y="32301"/>
                    <a:pt x="15292" y="32269"/>
                  </a:cubicBezTo>
                  <a:cubicBezTo>
                    <a:pt x="15311" y="32261"/>
                    <a:pt x="15330" y="32258"/>
                    <a:pt x="15349" y="32258"/>
                  </a:cubicBezTo>
                  <a:cubicBezTo>
                    <a:pt x="15399" y="32258"/>
                    <a:pt x="15446" y="32284"/>
                    <a:pt x="15477" y="32326"/>
                  </a:cubicBezTo>
                  <a:cubicBezTo>
                    <a:pt x="15538" y="32343"/>
                    <a:pt x="15610" y="32355"/>
                    <a:pt x="15683" y="32355"/>
                  </a:cubicBezTo>
                  <a:cubicBezTo>
                    <a:pt x="15729" y="32355"/>
                    <a:pt x="15774" y="32351"/>
                    <a:pt x="15817" y="32340"/>
                  </a:cubicBezTo>
                  <a:cubicBezTo>
                    <a:pt x="15834" y="32337"/>
                    <a:pt x="15851" y="32336"/>
                    <a:pt x="15867" y="32336"/>
                  </a:cubicBezTo>
                  <a:cubicBezTo>
                    <a:pt x="15949" y="32336"/>
                    <a:pt x="16028" y="32366"/>
                    <a:pt x="16087" y="32425"/>
                  </a:cubicBezTo>
                  <a:cubicBezTo>
                    <a:pt x="16192" y="32399"/>
                    <a:pt x="16296" y="32351"/>
                    <a:pt x="16401" y="32351"/>
                  </a:cubicBezTo>
                  <a:cubicBezTo>
                    <a:pt x="16467" y="32351"/>
                    <a:pt x="16533" y="32370"/>
                    <a:pt x="16598" y="32425"/>
                  </a:cubicBezTo>
                  <a:cubicBezTo>
                    <a:pt x="16683" y="32400"/>
                    <a:pt x="16762" y="32354"/>
                    <a:pt x="16839" y="32354"/>
                  </a:cubicBezTo>
                  <a:cubicBezTo>
                    <a:pt x="16892" y="32354"/>
                    <a:pt x="16944" y="32376"/>
                    <a:pt x="16996" y="32439"/>
                  </a:cubicBezTo>
                  <a:cubicBezTo>
                    <a:pt x="17116" y="32439"/>
                    <a:pt x="17228" y="32397"/>
                    <a:pt x="17344" y="32397"/>
                  </a:cubicBezTo>
                  <a:cubicBezTo>
                    <a:pt x="17379" y="32397"/>
                    <a:pt x="17414" y="32401"/>
                    <a:pt x="17450" y="32411"/>
                  </a:cubicBezTo>
                  <a:cubicBezTo>
                    <a:pt x="17543" y="32425"/>
                    <a:pt x="17635" y="32432"/>
                    <a:pt x="17727" y="32432"/>
                  </a:cubicBezTo>
                  <a:cubicBezTo>
                    <a:pt x="17819" y="32432"/>
                    <a:pt x="17912" y="32425"/>
                    <a:pt x="18004" y="32411"/>
                  </a:cubicBezTo>
                  <a:cubicBezTo>
                    <a:pt x="18047" y="32311"/>
                    <a:pt x="18189" y="32354"/>
                    <a:pt x="18231" y="32240"/>
                  </a:cubicBezTo>
                  <a:cubicBezTo>
                    <a:pt x="18302" y="32240"/>
                    <a:pt x="18359" y="32269"/>
                    <a:pt x="18430" y="32283"/>
                  </a:cubicBezTo>
                  <a:cubicBezTo>
                    <a:pt x="18541" y="32353"/>
                    <a:pt x="18664" y="32387"/>
                    <a:pt x="18786" y="32387"/>
                  </a:cubicBezTo>
                  <a:cubicBezTo>
                    <a:pt x="18961" y="32387"/>
                    <a:pt x="19134" y="32317"/>
                    <a:pt x="19268" y="32184"/>
                  </a:cubicBezTo>
                  <a:cubicBezTo>
                    <a:pt x="19339" y="32127"/>
                    <a:pt x="19410" y="32084"/>
                    <a:pt x="19481" y="32042"/>
                  </a:cubicBezTo>
                  <a:cubicBezTo>
                    <a:pt x="19592" y="32091"/>
                    <a:pt x="19724" y="32130"/>
                    <a:pt x="19850" y="32130"/>
                  </a:cubicBezTo>
                  <a:cubicBezTo>
                    <a:pt x="19869" y="32130"/>
                    <a:pt x="19888" y="32129"/>
                    <a:pt x="19906" y="32127"/>
                  </a:cubicBezTo>
                  <a:cubicBezTo>
                    <a:pt x="19920" y="32128"/>
                    <a:pt x="19933" y="32129"/>
                    <a:pt x="19946" y="32129"/>
                  </a:cubicBezTo>
                  <a:cubicBezTo>
                    <a:pt x="20088" y="32129"/>
                    <a:pt x="20225" y="32059"/>
                    <a:pt x="20290" y="31942"/>
                  </a:cubicBezTo>
                  <a:cubicBezTo>
                    <a:pt x="20432" y="31928"/>
                    <a:pt x="20560" y="31900"/>
                    <a:pt x="20687" y="31843"/>
                  </a:cubicBezTo>
                  <a:cubicBezTo>
                    <a:pt x="20687" y="31900"/>
                    <a:pt x="20702" y="31956"/>
                    <a:pt x="20716" y="31999"/>
                  </a:cubicBezTo>
                  <a:cubicBezTo>
                    <a:pt x="20943" y="31928"/>
                    <a:pt x="21213" y="31928"/>
                    <a:pt x="21383" y="31701"/>
                  </a:cubicBezTo>
                  <a:cubicBezTo>
                    <a:pt x="21440" y="31644"/>
                    <a:pt x="21539" y="31644"/>
                    <a:pt x="21624" y="31616"/>
                  </a:cubicBezTo>
                  <a:cubicBezTo>
                    <a:pt x="21643" y="31617"/>
                    <a:pt x="21662" y="31618"/>
                    <a:pt x="21681" y="31618"/>
                  </a:cubicBezTo>
                  <a:cubicBezTo>
                    <a:pt x="21846" y="31618"/>
                    <a:pt x="22010" y="31563"/>
                    <a:pt x="22150" y="31474"/>
                  </a:cubicBezTo>
                  <a:cubicBezTo>
                    <a:pt x="22235" y="31431"/>
                    <a:pt x="22334" y="31403"/>
                    <a:pt x="22434" y="31388"/>
                  </a:cubicBezTo>
                  <a:cubicBezTo>
                    <a:pt x="22526" y="31138"/>
                    <a:pt x="22765" y="30974"/>
                    <a:pt x="23036" y="30974"/>
                  </a:cubicBezTo>
                  <a:cubicBezTo>
                    <a:pt x="23058" y="30974"/>
                    <a:pt x="23079" y="30975"/>
                    <a:pt x="23101" y="30977"/>
                  </a:cubicBezTo>
                  <a:lnTo>
                    <a:pt x="23243" y="30977"/>
                  </a:lnTo>
                  <a:cubicBezTo>
                    <a:pt x="23243" y="30948"/>
                    <a:pt x="23257" y="30920"/>
                    <a:pt x="23271" y="30892"/>
                  </a:cubicBezTo>
                  <a:cubicBezTo>
                    <a:pt x="23669" y="30750"/>
                    <a:pt x="24052" y="30551"/>
                    <a:pt x="24407" y="30281"/>
                  </a:cubicBezTo>
                  <a:lnTo>
                    <a:pt x="24805" y="30082"/>
                  </a:lnTo>
                  <a:lnTo>
                    <a:pt x="24904" y="29969"/>
                  </a:lnTo>
                  <a:lnTo>
                    <a:pt x="25202" y="29855"/>
                  </a:lnTo>
                  <a:cubicBezTo>
                    <a:pt x="25217" y="29685"/>
                    <a:pt x="25344" y="29585"/>
                    <a:pt x="25444" y="29472"/>
                  </a:cubicBezTo>
                  <a:cubicBezTo>
                    <a:pt x="25484" y="29417"/>
                    <a:pt x="25525" y="29399"/>
                    <a:pt x="25567" y="29399"/>
                  </a:cubicBezTo>
                  <a:cubicBezTo>
                    <a:pt x="25614" y="29399"/>
                    <a:pt x="25662" y="29421"/>
                    <a:pt x="25713" y="29443"/>
                  </a:cubicBezTo>
                  <a:lnTo>
                    <a:pt x="26225" y="29131"/>
                  </a:lnTo>
                  <a:cubicBezTo>
                    <a:pt x="26267" y="28946"/>
                    <a:pt x="26409" y="28790"/>
                    <a:pt x="26594" y="28733"/>
                  </a:cubicBezTo>
                  <a:cubicBezTo>
                    <a:pt x="26636" y="28719"/>
                    <a:pt x="26707" y="28691"/>
                    <a:pt x="26722" y="28662"/>
                  </a:cubicBezTo>
                  <a:cubicBezTo>
                    <a:pt x="26736" y="28478"/>
                    <a:pt x="26977" y="28449"/>
                    <a:pt x="26991" y="28307"/>
                  </a:cubicBezTo>
                  <a:cubicBezTo>
                    <a:pt x="27006" y="28080"/>
                    <a:pt x="27261" y="28137"/>
                    <a:pt x="27318" y="27967"/>
                  </a:cubicBezTo>
                  <a:cubicBezTo>
                    <a:pt x="27375" y="27839"/>
                    <a:pt x="27474" y="27740"/>
                    <a:pt x="27602" y="27697"/>
                  </a:cubicBezTo>
                  <a:cubicBezTo>
                    <a:pt x="27801" y="27583"/>
                    <a:pt x="27957" y="27399"/>
                    <a:pt x="28198" y="27328"/>
                  </a:cubicBezTo>
                  <a:cubicBezTo>
                    <a:pt x="28283" y="27299"/>
                    <a:pt x="28298" y="27186"/>
                    <a:pt x="28312" y="27101"/>
                  </a:cubicBezTo>
                  <a:cubicBezTo>
                    <a:pt x="28340" y="27101"/>
                    <a:pt x="28369" y="27101"/>
                    <a:pt x="28383" y="27072"/>
                  </a:cubicBezTo>
                  <a:cubicBezTo>
                    <a:pt x="28468" y="27044"/>
                    <a:pt x="28539" y="27001"/>
                    <a:pt x="28596" y="26944"/>
                  </a:cubicBezTo>
                  <a:cubicBezTo>
                    <a:pt x="28681" y="26859"/>
                    <a:pt x="28780" y="26802"/>
                    <a:pt x="28894" y="26774"/>
                  </a:cubicBezTo>
                  <a:cubicBezTo>
                    <a:pt x="28894" y="26746"/>
                    <a:pt x="28894" y="26731"/>
                    <a:pt x="28894" y="26717"/>
                  </a:cubicBezTo>
                  <a:cubicBezTo>
                    <a:pt x="28894" y="26717"/>
                    <a:pt x="28880" y="26703"/>
                    <a:pt x="28880" y="26675"/>
                  </a:cubicBezTo>
                  <a:cubicBezTo>
                    <a:pt x="28865" y="26632"/>
                    <a:pt x="28880" y="26604"/>
                    <a:pt x="28908" y="26575"/>
                  </a:cubicBezTo>
                  <a:cubicBezTo>
                    <a:pt x="29093" y="26561"/>
                    <a:pt x="29178" y="26377"/>
                    <a:pt x="29320" y="26277"/>
                  </a:cubicBezTo>
                  <a:cubicBezTo>
                    <a:pt x="29320" y="26249"/>
                    <a:pt x="29320" y="26206"/>
                    <a:pt x="29320" y="26178"/>
                  </a:cubicBezTo>
                  <a:cubicBezTo>
                    <a:pt x="29419" y="26093"/>
                    <a:pt x="29306" y="25979"/>
                    <a:pt x="29348" y="25880"/>
                  </a:cubicBezTo>
                  <a:lnTo>
                    <a:pt x="29348" y="25880"/>
                  </a:lnTo>
                  <a:cubicBezTo>
                    <a:pt x="29374" y="25885"/>
                    <a:pt x="29400" y="25888"/>
                    <a:pt x="29424" y="25888"/>
                  </a:cubicBezTo>
                  <a:cubicBezTo>
                    <a:pt x="29521" y="25888"/>
                    <a:pt x="29604" y="25845"/>
                    <a:pt x="29661" y="25766"/>
                  </a:cubicBezTo>
                  <a:cubicBezTo>
                    <a:pt x="29732" y="25652"/>
                    <a:pt x="29803" y="25553"/>
                    <a:pt x="29874" y="25439"/>
                  </a:cubicBezTo>
                  <a:cubicBezTo>
                    <a:pt x="29906" y="25448"/>
                    <a:pt x="29932" y="25452"/>
                    <a:pt x="29953" y="25452"/>
                  </a:cubicBezTo>
                  <a:cubicBezTo>
                    <a:pt x="30106" y="25452"/>
                    <a:pt x="29985" y="25246"/>
                    <a:pt x="30072" y="25184"/>
                  </a:cubicBezTo>
                  <a:cubicBezTo>
                    <a:pt x="30101" y="25141"/>
                    <a:pt x="30129" y="25099"/>
                    <a:pt x="30143" y="25056"/>
                  </a:cubicBezTo>
                  <a:cubicBezTo>
                    <a:pt x="30150" y="25057"/>
                    <a:pt x="30157" y="25057"/>
                    <a:pt x="30163" y="25057"/>
                  </a:cubicBezTo>
                  <a:cubicBezTo>
                    <a:pt x="30296" y="25057"/>
                    <a:pt x="30388" y="24939"/>
                    <a:pt x="30517" y="24939"/>
                  </a:cubicBezTo>
                  <a:cubicBezTo>
                    <a:pt x="30529" y="24939"/>
                    <a:pt x="30542" y="24940"/>
                    <a:pt x="30555" y="24943"/>
                  </a:cubicBezTo>
                  <a:cubicBezTo>
                    <a:pt x="30598" y="24872"/>
                    <a:pt x="30683" y="24843"/>
                    <a:pt x="30754" y="24843"/>
                  </a:cubicBezTo>
                  <a:cubicBezTo>
                    <a:pt x="30825" y="24616"/>
                    <a:pt x="30811" y="24360"/>
                    <a:pt x="30938" y="24162"/>
                  </a:cubicBezTo>
                  <a:cubicBezTo>
                    <a:pt x="31052" y="24005"/>
                    <a:pt x="30882" y="24005"/>
                    <a:pt x="30867" y="23920"/>
                  </a:cubicBezTo>
                  <a:cubicBezTo>
                    <a:pt x="31009" y="23892"/>
                    <a:pt x="31151" y="23892"/>
                    <a:pt x="31166" y="23707"/>
                  </a:cubicBezTo>
                  <a:cubicBezTo>
                    <a:pt x="31193" y="23680"/>
                    <a:pt x="31220" y="23670"/>
                    <a:pt x="31247" y="23670"/>
                  </a:cubicBezTo>
                  <a:cubicBezTo>
                    <a:pt x="31262" y="23670"/>
                    <a:pt x="31278" y="23674"/>
                    <a:pt x="31293" y="23679"/>
                  </a:cubicBezTo>
                  <a:cubicBezTo>
                    <a:pt x="31350" y="23693"/>
                    <a:pt x="31407" y="23707"/>
                    <a:pt x="31464" y="23707"/>
                  </a:cubicBezTo>
                  <a:cubicBezTo>
                    <a:pt x="31464" y="23594"/>
                    <a:pt x="31464" y="23480"/>
                    <a:pt x="31577" y="23395"/>
                  </a:cubicBezTo>
                  <a:lnTo>
                    <a:pt x="31662" y="23296"/>
                  </a:lnTo>
                  <a:lnTo>
                    <a:pt x="31662" y="23196"/>
                  </a:lnTo>
                  <a:lnTo>
                    <a:pt x="31563" y="23097"/>
                  </a:lnTo>
                  <a:cubicBezTo>
                    <a:pt x="31535" y="23054"/>
                    <a:pt x="31492" y="23026"/>
                    <a:pt x="31464" y="22997"/>
                  </a:cubicBezTo>
                  <a:lnTo>
                    <a:pt x="31563" y="22997"/>
                  </a:lnTo>
                  <a:cubicBezTo>
                    <a:pt x="31620" y="22926"/>
                    <a:pt x="31705" y="22941"/>
                    <a:pt x="31762" y="22884"/>
                  </a:cubicBezTo>
                  <a:cubicBezTo>
                    <a:pt x="31804" y="22855"/>
                    <a:pt x="31833" y="22813"/>
                    <a:pt x="31875" y="22784"/>
                  </a:cubicBezTo>
                  <a:cubicBezTo>
                    <a:pt x="31961" y="22699"/>
                    <a:pt x="31875" y="22557"/>
                    <a:pt x="31975" y="22472"/>
                  </a:cubicBezTo>
                  <a:cubicBezTo>
                    <a:pt x="31961" y="22444"/>
                    <a:pt x="31961" y="22415"/>
                    <a:pt x="31975" y="22387"/>
                  </a:cubicBezTo>
                  <a:cubicBezTo>
                    <a:pt x="31890" y="22259"/>
                    <a:pt x="31819" y="22131"/>
                    <a:pt x="31975" y="22060"/>
                  </a:cubicBezTo>
                  <a:lnTo>
                    <a:pt x="32174" y="21961"/>
                  </a:lnTo>
                  <a:cubicBezTo>
                    <a:pt x="32188" y="21748"/>
                    <a:pt x="32159" y="21535"/>
                    <a:pt x="32273" y="21350"/>
                  </a:cubicBezTo>
                  <a:lnTo>
                    <a:pt x="32174" y="21237"/>
                  </a:lnTo>
                  <a:lnTo>
                    <a:pt x="32174" y="21038"/>
                  </a:lnTo>
                  <a:lnTo>
                    <a:pt x="32259" y="21024"/>
                  </a:lnTo>
                  <a:cubicBezTo>
                    <a:pt x="32259" y="20939"/>
                    <a:pt x="32301" y="20868"/>
                    <a:pt x="32372" y="20825"/>
                  </a:cubicBezTo>
                  <a:lnTo>
                    <a:pt x="32458" y="20541"/>
                  </a:lnTo>
                  <a:lnTo>
                    <a:pt x="32330" y="20527"/>
                  </a:lnTo>
                  <a:cubicBezTo>
                    <a:pt x="32316" y="20499"/>
                    <a:pt x="32316" y="20484"/>
                    <a:pt x="32301" y="20456"/>
                  </a:cubicBezTo>
                  <a:cubicBezTo>
                    <a:pt x="32330" y="20413"/>
                    <a:pt x="32344" y="20371"/>
                    <a:pt x="32372" y="20314"/>
                  </a:cubicBezTo>
                  <a:cubicBezTo>
                    <a:pt x="32429" y="20257"/>
                    <a:pt x="32415" y="20172"/>
                    <a:pt x="32472" y="20101"/>
                  </a:cubicBezTo>
                  <a:cubicBezTo>
                    <a:pt x="32472" y="20101"/>
                    <a:pt x="32486" y="20101"/>
                    <a:pt x="32500" y="20073"/>
                  </a:cubicBezTo>
                  <a:cubicBezTo>
                    <a:pt x="32514" y="20058"/>
                    <a:pt x="32500" y="20030"/>
                    <a:pt x="32486" y="20002"/>
                  </a:cubicBezTo>
                  <a:cubicBezTo>
                    <a:pt x="32472" y="19973"/>
                    <a:pt x="32472" y="19945"/>
                    <a:pt x="32486" y="19916"/>
                  </a:cubicBezTo>
                  <a:cubicBezTo>
                    <a:pt x="32486" y="19916"/>
                    <a:pt x="32472" y="19902"/>
                    <a:pt x="32458" y="19874"/>
                  </a:cubicBezTo>
                  <a:cubicBezTo>
                    <a:pt x="32458" y="19845"/>
                    <a:pt x="32458" y="19817"/>
                    <a:pt x="32486" y="19803"/>
                  </a:cubicBezTo>
                  <a:cubicBezTo>
                    <a:pt x="32529" y="19760"/>
                    <a:pt x="32557" y="19732"/>
                    <a:pt x="32585" y="19675"/>
                  </a:cubicBezTo>
                  <a:cubicBezTo>
                    <a:pt x="32585" y="19661"/>
                    <a:pt x="32585" y="19632"/>
                    <a:pt x="32585" y="19604"/>
                  </a:cubicBezTo>
                  <a:cubicBezTo>
                    <a:pt x="32557" y="19561"/>
                    <a:pt x="32529" y="19533"/>
                    <a:pt x="32500" y="19490"/>
                  </a:cubicBezTo>
                  <a:lnTo>
                    <a:pt x="32500" y="19519"/>
                  </a:lnTo>
                  <a:cubicBezTo>
                    <a:pt x="32344" y="19349"/>
                    <a:pt x="32514" y="19107"/>
                    <a:pt x="32387" y="18923"/>
                  </a:cubicBezTo>
                  <a:cubicBezTo>
                    <a:pt x="32330" y="18553"/>
                    <a:pt x="32557" y="18241"/>
                    <a:pt x="32585" y="17886"/>
                  </a:cubicBezTo>
                  <a:cubicBezTo>
                    <a:pt x="32642" y="17844"/>
                    <a:pt x="32642" y="17744"/>
                    <a:pt x="32585" y="17687"/>
                  </a:cubicBezTo>
                  <a:cubicBezTo>
                    <a:pt x="32443" y="17560"/>
                    <a:pt x="32671" y="17418"/>
                    <a:pt x="32585" y="17276"/>
                  </a:cubicBezTo>
                  <a:lnTo>
                    <a:pt x="32486" y="17176"/>
                  </a:lnTo>
                  <a:cubicBezTo>
                    <a:pt x="32472" y="17134"/>
                    <a:pt x="32472" y="17105"/>
                    <a:pt x="32472" y="17077"/>
                  </a:cubicBezTo>
                  <a:cubicBezTo>
                    <a:pt x="32458" y="17048"/>
                    <a:pt x="32429" y="17048"/>
                    <a:pt x="32401" y="17048"/>
                  </a:cubicBezTo>
                  <a:cubicBezTo>
                    <a:pt x="32415" y="17020"/>
                    <a:pt x="32443" y="16992"/>
                    <a:pt x="32458" y="16949"/>
                  </a:cubicBezTo>
                  <a:cubicBezTo>
                    <a:pt x="32458" y="16921"/>
                    <a:pt x="32458" y="16892"/>
                    <a:pt x="32458" y="16850"/>
                  </a:cubicBezTo>
                  <a:cubicBezTo>
                    <a:pt x="32443" y="16821"/>
                    <a:pt x="32443" y="16779"/>
                    <a:pt x="32415" y="16750"/>
                  </a:cubicBezTo>
                  <a:cubicBezTo>
                    <a:pt x="32387" y="16736"/>
                    <a:pt x="32387" y="16693"/>
                    <a:pt x="32415" y="16665"/>
                  </a:cubicBezTo>
                  <a:cubicBezTo>
                    <a:pt x="32429" y="16622"/>
                    <a:pt x="32443" y="16580"/>
                    <a:pt x="32472" y="16537"/>
                  </a:cubicBezTo>
                  <a:cubicBezTo>
                    <a:pt x="32472" y="16509"/>
                    <a:pt x="32472" y="16495"/>
                    <a:pt x="32472" y="16466"/>
                  </a:cubicBezTo>
                  <a:cubicBezTo>
                    <a:pt x="32415" y="16395"/>
                    <a:pt x="32443" y="16296"/>
                    <a:pt x="32387" y="16225"/>
                  </a:cubicBezTo>
                  <a:lnTo>
                    <a:pt x="32358" y="16225"/>
                  </a:lnTo>
                  <a:cubicBezTo>
                    <a:pt x="32387" y="16140"/>
                    <a:pt x="32401" y="16040"/>
                    <a:pt x="32372" y="15941"/>
                  </a:cubicBezTo>
                  <a:lnTo>
                    <a:pt x="32273" y="15941"/>
                  </a:lnTo>
                  <a:cubicBezTo>
                    <a:pt x="32287" y="15870"/>
                    <a:pt x="32287" y="15785"/>
                    <a:pt x="32372" y="15742"/>
                  </a:cubicBezTo>
                  <a:lnTo>
                    <a:pt x="32372" y="15543"/>
                  </a:lnTo>
                  <a:cubicBezTo>
                    <a:pt x="32323" y="15573"/>
                    <a:pt x="32274" y="15584"/>
                    <a:pt x="32227" y="15584"/>
                  </a:cubicBezTo>
                  <a:cubicBezTo>
                    <a:pt x="32141" y="15584"/>
                    <a:pt x="32058" y="15548"/>
                    <a:pt x="31975" y="15529"/>
                  </a:cubicBezTo>
                  <a:lnTo>
                    <a:pt x="31975" y="15472"/>
                  </a:lnTo>
                  <a:cubicBezTo>
                    <a:pt x="32088" y="15302"/>
                    <a:pt x="32159" y="15132"/>
                    <a:pt x="32017" y="14947"/>
                  </a:cubicBezTo>
                  <a:cubicBezTo>
                    <a:pt x="31918" y="14834"/>
                    <a:pt x="32017" y="14720"/>
                    <a:pt x="32060" y="14621"/>
                  </a:cubicBezTo>
                  <a:lnTo>
                    <a:pt x="32159" y="14621"/>
                  </a:lnTo>
                  <a:lnTo>
                    <a:pt x="32159" y="14422"/>
                  </a:lnTo>
                  <a:lnTo>
                    <a:pt x="32003" y="14251"/>
                  </a:lnTo>
                  <a:cubicBezTo>
                    <a:pt x="32060" y="14209"/>
                    <a:pt x="32103" y="14152"/>
                    <a:pt x="32159" y="14109"/>
                  </a:cubicBezTo>
                  <a:cubicBezTo>
                    <a:pt x="32202" y="14038"/>
                    <a:pt x="32131" y="13911"/>
                    <a:pt x="32188" y="13868"/>
                  </a:cubicBezTo>
                  <a:cubicBezTo>
                    <a:pt x="32543" y="13556"/>
                    <a:pt x="32387" y="13087"/>
                    <a:pt x="32529" y="12718"/>
                  </a:cubicBezTo>
                  <a:cubicBezTo>
                    <a:pt x="32600" y="12448"/>
                    <a:pt x="32429" y="12178"/>
                    <a:pt x="32145" y="12136"/>
                  </a:cubicBezTo>
                  <a:cubicBezTo>
                    <a:pt x="31847" y="12079"/>
                    <a:pt x="31606" y="11852"/>
                    <a:pt x="31535" y="11540"/>
                  </a:cubicBezTo>
                  <a:lnTo>
                    <a:pt x="31336" y="11341"/>
                  </a:lnTo>
                  <a:cubicBezTo>
                    <a:pt x="31320" y="11317"/>
                    <a:pt x="31296" y="11307"/>
                    <a:pt x="31270" y="11307"/>
                  </a:cubicBezTo>
                  <a:cubicBezTo>
                    <a:pt x="31249" y="11307"/>
                    <a:pt x="31227" y="11314"/>
                    <a:pt x="31208" y="11327"/>
                  </a:cubicBezTo>
                  <a:cubicBezTo>
                    <a:pt x="31024" y="11014"/>
                    <a:pt x="30896" y="10674"/>
                    <a:pt x="30825" y="10304"/>
                  </a:cubicBezTo>
                  <a:cubicBezTo>
                    <a:pt x="30825" y="10262"/>
                    <a:pt x="30754" y="10233"/>
                    <a:pt x="30725" y="10205"/>
                  </a:cubicBezTo>
                  <a:cubicBezTo>
                    <a:pt x="30669" y="10091"/>
                    <a:pt x="30470" y="10049"/>
                    <a:pt x="30555" y="9878"/>
                  </a:cubicBezTo>
                  <a:cubicBezTo>
                    <a:pt x="30427" y="9665"/>
                    <a:pt x="30328" y="9438"/>
                    <a:pt x="30243" y="9197"/>
                  </a:cubicBezTo>
                  <a:cubicBezTo>
                    <a:pt x="30157" y="8927"/>
                    <a:pt x="30030" y="8672"/>
                    <a:pt x="29859" y="8459"/>
                  </a:cubicBezTo>
                  <a:cubicBezTo>
                    <a:pt x="29817" y="8402"/>
                    <a:pt x="29803" y="8345"/>
                    <a:pt x="29760" y="8274"/>
                  </a:cubicBezTo>
                  <a:cubicBezTo>
                    <a:pt x="29746" y="8274"/>
                    <a:pt x="29717" y="8260"/>
                    <a:pt x="29689" y="8246"/>
                  </a:cubicBezTo>
                  <a:cubicBezTo>
                    <a:pt x="29646" y="8217"/>
                    <a:pt x="29618" y="8175"/>
                    <a:pt x="29590" y="8146"/>
                  </a:cubicBezTo>
                  <a:lnTo>
                    <a:pt x="29590" y="8146"/>
                  </a:lnTo>
                  <a:lnTo>
                    <a:pt x="29689" y="8246"/>
                  </a:lnTo>
                  <a:cubicBezTo>
                    <a:pt x="29689" y="8203"/>
                    <a:pt x="29646" y="8146"/>
                    <a:pt x="29590" y="8146"/>
                  </a:cubicBezTo>
                  <a:lnTo>
                    <a:pt x="29575" y="7749"/>
                  </a:lnTo>
                  <a:cubicBezTo>
                    <a:pt x="29462" y="7692"/>
                    <a:pt x="29377" y="7578"/>
                    <a:pt x="29362" y="7451"/>
                  </a:cubicBezTo>
                  <a:lnTo>
                    <a:pt x="28667" y="6528"/>
                  </a:lnTo>
                  <a:cubicBezTo>
                    <a:pt x="28667" y="6528"/>
                    <a:pt x="28681" y="6513"/>
                    <a:pt x="28681" y="6485"/>
                  </a:cubicBezTo>
                  <a:cubicBezTo>
                    <a:pt x="28695" y="6457"/>
                    <a:pt x="28681" y="6428"/>
                    <a:pt x="28652" y="6414"/>
                  </a:cubicBezTo>
                  <a:cubicBezTo>
                    <a:pt x="28383" y="6272"/>
                    <a:pt x="28298" y="5946"/>
                    <a:pt x="28028" y="5789"/>
                  </a:cubicBezTo>
                  <a:lnTo>
                    <a:pt x="27943" y="5704"/>
                  </a:lnTo>
                  <a:cubicBezTo>
                    <a:pt x="27857" y="5633"/>
                    <a:pt x="27786" y="5562"/>
                    <a:pt x="27715" y="5491"/>
                  </a:cubicBezTo>
                  <a:lnTo>
                    <a:pt x="27715" y="5505"/>
                  </a:lnTo>
                  <a:cubicBezTo>
                    <a:pt x="27644" y="5420"/>
                    <a:pt x="27573" y="5349"/>
                    <a:pt x="27502" y="5278"/>
                  </a:cubicBezTo>
                  <a:lnTo>
                    <a:pt x="27417" y="5193"/>
                  </a:lnTo>
                  <a:cubicBezTo>
                    <a:pt x="27389" y="5150"/>
                    <a:pt x="27346" y="5122"/>
                    <a:pt x="27304" y="5108"/>
                  </a:cubicBezTo>
                  <a:cubicBezTo>
                    <a:pt x="27304" y="5094"/>
                    <a:pt x="27304" y="5094"/>
                    <a:pt x="27304" y="5079"/>
                  </a:cubicBezTo>
                  <a:cubicBezTo>
                    <a:pt x="27077" y="4923"/>
                    <a:pt x="26892" y="4725"/>
                    <a:pt x="26778" y="4469"/>
                  </a:cubicBezTo>
                  <a:cubicBezTo>
                    <a:pt x="26693" y="4426"/>
                    <a:pt x="26622" y="4355"/>
                    <a:pt x="26565" y="4270"/>
                  </a:cubicBezTo>
                  <a:cubicBezTo>
                    <a:pt x="26281" y="4128"/>
                    <a:pt x="26040" y="3901"/>
                    <a:pt x="25855" y="3645"/>
                  </a:cubicBezTo>
                  <a:cubicBezTo>
                    <a:pt x="25657" y="3560"/>
                    <a:pt x="25472" y="3418"/>
                    <a:pt x="25344" y="3234"/>
                  </a:cubicBezTo>
                  <a:cubicBezTo>
                    <a:pt x="25302" y="3205"/>
                    <a:pt x="25273" y="3163"/>
                    <a:pt x="25245" y="3134"/>
                  </a:cubicBezTo>
                  <a:cubicBezTo>
                    <a:pt x="25131" y="3120"/>
                    <a:pt x="25046" y="3049"/>
                    <a:pt x="25018" y="2936"/>
                  </a:cubicBezTo>
                  <a:cubicBezTo>
                    <a:pt x="24947" y="2907"/>
                    <a:pt x="24876" y="2879"/>
                    <a:pt x="24805" y="2836"/>
                  </a:cubicBezTo>
                  <a:cubicBezTo>
                    <a:pt x="24535" y="2652"/>
                    <a:pt x="24294" y="2453"/>
                    <a:pt x="24038" y="2268"/>
                  </a:cubicBezTo>
                  <a:lnTo>
                    <a:pt x="23996" y="2112"/>
                  </a:lnTo>
                  <a:cubicBezTo>
                    <a:pt x="23953" y="2137"/>
                    <a:pt x="23913" y="2148"/>
                    <a:pt x="23875" y="2148"/>
                  </a:cubicBezTo>
                  <a:cubicBezTo>
                    <a:pt x="23786" y="2148"/>
                    <a:pt x="23706" y="2091"/>
                    <a:pt x="23626" y="2041"/>
                  </a:cubicBezTo>
                  <a:cubicBezTo>
                    <a:pt x="23413" y="1928"/>
                    <a:pt x="23300" y="1686"/>
                    <a:pt x="23058" y="1644"/>
                  </a:cubicBezTo>
                  <a:cubicBezTo>
                    <a:pt x="22831" y="1601"/>
                    <a:pt x="22604" y="1416"/>
                    <a:pt x="22377" y="1317"/>
                  </a:cubicBezTo>
                  <a:cubicBezTo>
                    <a:pt x="22306" y="1289"/>
                    <a:pt x="22235" y="1232"/>
                    <a:pt x="22164" y="1175"/>
                  </a:cubicBezTo>
                  <a:cubicBezTo>
                    <a:pt x="22235" y="1076"/>
                    <a:pt x="22150" y="1019"/>
                    <a:pt x="22065" y="962"/>
                  </a:cubicBezTo>
                  <a:cubicBezTo>
                    <a:pt x="22036" y="934"/>
                    <a:pt x="21994" y="891"/>
                    <a:pt x="21965" y="863"/>
                  </a:cubicBezTo>
                  <a:cubicBezTo>
                    <a:pt x="21923" y="820"/>
                    <a:pt x="21894" y="792"/>
                    <a:pt x="21852" y="763"/>
                  </a:cubicBezTo>
                  <a:lnTo>
                    <a:pt x="21823" y="735"/>
                  </a:lnTo>
                  <a:lnTo>
                    <a:pt x="21795" y="749"/>
                  </a:lnTo>
                  <a:lnTo>
                    <a:pt x="21781" y="721"/>
                  </a:lnTo>
                  <a:cubicBezTo>
                    <a:pt x="21781" y="692"/>
                    <a:pt x="21766" y="678"/>
                    <a:pt x="21752" y="650"/>
                  </a:cubicBezTo>
                  <a:cubicBezTo>
                    <a:pt x="21724" y="621"/>
                    <a:pt x="21688" y="607"/>
                    <a:pt x="21653" y="607"/>
                  </a:cubicBezTo>
                  <a:cubicBezTo>
                    <a:pt x="21617" y="607"/>
                    <a:pt x="21582" y="621"/>
                    <a:pt x="21553" y="650"/>
                  </a:cubicBezTo>
                  <a:lnTo>
                    <a:pt x="21454" y="650"/>
                  </a:lnTo>
                  <a:cubicBezTo>
                    <a:pt x="21433" y="645"/>
                    <a:pt x="21411" y="643"/>
                    <a:pt x="21390" y="643"/>
                  </a:cubicBezTo>
                  <a:cubicBezTo>
                    <a:pt x="21281" y="643"/>
                    <a:pt x="21177" y="698"/>
                    <a:pt x="21074" y="698"/>
                  </a:cubicBezTo>
                  <a:cubicBezTo>
                    <a:pt x="21025" y="698"/>
                    <a:pt x="20977" y="686"/>
                    <a:pt x="20929" y="650"/>
                  </a:cubicBezTo>
                  <a:cubicBezTo>
                    <a:pt x="20900" y="621"/>
                    <a:pt x="20858" y="593"/>
                    <a:pt x="20829" y="550"/>
                  </a:cubicBezTo>
                  <a:lnTo>
                    <a:pt x="20730" y="550"/>
                  </a:lnTo>
                  <a:cubicBezTo>
                    <a:pt x="20523" y="417"/>
                    <a:pt x="20286" y="345"/>
                    <a:pt x="20035" y="345"/>
                  </a:cubicBezTo>
                  <a:cubicBezTo>
                    <a:pt x="19992" y="345"/>
                    <a:pt x="19950" y="347"/>
                    <a:pt x="19906" y="352"/>
                  </a:cubicBezTo>
                  <a:cubicBezTo>
                    <a:pt x="19878" y="366"/>
                    <a:pt x="19864" y="394"/>
                    <a:pt x="19850" y="437"/>
                  </a:cubicBezTo>
                  <a:cubicBezTo>
                    <a:pt x="19821" y="408"/>
                    <a:pt x="19793" y="394"/>
                    <a:pt x="19750" y="394"/>
                  </a:cubicBezTo>
                  <a:cubicBezTo>
                    <a:pt x="19594" y="380"/>
                    <a:pt x="19438" y="323"/>
                    <a:pt x="19282" y="252"/>
                  </a:cubicBezTo>
                  <a:lnTo>
                    <a:pt x="19197" y="252"/>
                  </a:lnTo>
                  <a:cubicBezTo>
                    <a:pt x="19111" y="210"/>
                    <a:pt x="19168" y="167"/>
                    <a:pt x="19197" y="139"/>
                  </a:cubicBezTo>
                  <a:cubicBezTo>
                    <a:pt x="19156" y="90"/>
                    <a:pt x="19116" y="74"/>
                    <a:pt x="19074" y="74"/>
                  </a:cubicBezTo>
                  <a:cubicBezTo>
                    <a:pt x="19041" y="74"/>
                    <a:pt x="19006" y="84"/>
                    <a:pt x="18969" y="96"/>
                  </a:cubicBezTo>
                  <a:cubicBezTo>
                    <a:pt x="18870" y="110"/>
                    <a:pt x="18785" y="124"/>
                    <a:pt x="18685" y="139"/>
                  </a:cubicBezTo>
                  <a:cubicBezTo>
                    <a:pt x="18657" y="110"/>
                    <a:pt x="18622" y="96"/>
                    <a:pt x="18584" y="96"/>
                  </a:cubicBezTo>
                  <a:cubicBezTo>
                    <a:pt x="18547" y="96"/>
                    <a:pt x="18508" y="110"/>
                    <a:pt x="18472" y="139"/>
                  </a:cubicBezTo>
                  <a:lnTo>
                    <a:pt x="18373" y="53"/>
                  </a:lnTo>
                  <a:cubicBezTo>
                    <a:pt x="18345" y="18"/>
                    <a:pt x="18306" y="0"/>
                    <a:pt x="18268" y="0"/>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5" name="Google Shape;995;p66"/>
            <p:cNvPicPr preferRelativeResize="0"/>
            <p:nvPr/>
          </p:nvPicPr>
          <p:blipFill>
            <a:blip r:embed="rId8">
              <a:alphaModFix amt="77000"/>
            </a:blip>
            <a:stretch>
              <a:fillRect/>
            </a:stretch>
          </p:blipFill>
          <p:spPr>
            <a:xfrm>
              <a:off x="10424986" y="1339047"/>
              <a:ext cx="1137392" cy="1131237"/>
            </a:xfrm>
            <a:prstGeom prst="rect">
              <a:avLst/>
            </a:prstGeom>
            <a:noFill/>
            <a:ln>
              <a:noFill/>
            </a:ln>
          </p:spPr>
        </p:pic>
      </p:grpSp>
      <p:pic>
        <p:nvPicPr>
          <p:cNvPr id="996" name="Google Shape;996;p66"/>
          <p:cNvPicPr preferRelativeResize="0"/>
          <p:nvPr/>
        </p:nvPicPr>
        <p:blipFill>
          <a:blip r:embed="rId4">
            <a:alphaModFix amt="86000"/>
          </a:blip>
          <a:stretch>
            <a:fillRect/>
          </a:stretch>
        </p:blipFill>
        <p:spPr>
          <a:xfrm>
            <a:off x="5160538" y="3940013"/>
            <a:ext cx="733425" cy="1857375"/>
          </a:xfrm>
          <a:prstGeom prst="rect">
            <a:avLst/>
          </a:prstGeom>
          <a:noFill/>
          <a:ln>
            <a:noFill/>
          </a:ln>
        </p:spPr>
      </p:pic>
      <p:pic>
        <p:nvPicPr>
          <p:cNvPr id="997" name="Google Shape;997;p66"/>
          <p:cNvPicPr preferRelativeResize="0"/>
          <p:nvPr/>
        </p:nvPicPr>
        <p:blipFill>
          <a:blip r:embed="rId9">
            <a:alphaModFix/>
          </a:blip>
          <a:stretch>
            <a:fillRect/>
          </a:stretch>
        </p:blipFill>
        <p:spPr>
          <a:xfrm flipH="1">
            <a:off x="6180625" y="3749525"/>
            <a:ext cx="849400" cy="2644525"/>
          </a:xfrm>
          <a:prstGeom prst="rect">
            <a:avLst/>
          </a:prstGeom>
          <a:noFill/>
          <a:ln>
            <a:noFill/>
          </a:ln>
        </p:spPr>
      </p:pic>
      <p:pic>
        <p:nvPicPr>
          <p:cNvPr id="998" name="Google Shape;998;p66"/>
          <p:cNvPicPr preferRelativeResize="0"/>
          <p:nvPr/>
        </p:nvPicPr>
        <p:blipFill>
          <a:blip r:embed="rId10">
            <a:alphaModFix/>
          </a:blip>
          <a:stretch>
            <a:fillRect/>
          </a:stretch>
        </p:blipFill>
        <p:spPr>
          <a:xfrm>
            <a:off x="2989575" y="2788513"/>
            <a:ext cx="342900" cy="371475"/>
          </a:xfrm>
          <a:prstGeom prst="rect">
            <a:avLst/>
          </a:prstGeom>
          <a:noFill/>
          <a:ln>
            <a:noFill/>
          </a:ln>
        </p:spPr>
      </p:pic>
      <p:pic>
        <p:nvPicPr>
          <p:cNvPr id="999" name="Google Shape;999;p66"/>
          <p:cNvPicPr preferRelativeResize="0"/>
          <p:nvPr/>
        </p:nvPicPr>
        <p:blipFill>
          <a:blip r:embed="rId11">
            <a:alphaModFix/>
          </a:blip>
          <a:stretch>
            <a:fillRect/>
          </a:stretch>
        </p:blipFill>
        <p:spPr>
          <a:xfrm>
            <a:off x="541775" y="1317213"/>
            <a:ext cx="342900" cy="371475"/>
          </a:xfrm>
          <a:prstGeom prst="rect">
            <a:avLst/>
          </a:prstGeom>
          <a:noFill/>
          <a:ln>
            <a:noFill/>
          </a:ln>
        </p:spPr>
      </p:pic>
      <p:pic>
        <p:nvPicPr>
          <p:cNvPr id="1000" name="Google Shape;1000;p66"/>
          <p:cNvPicPr preferRelativeResize="0"/>
          <p:nvPr/>
        </p:nvPicPr>
        <p:blipFill>
          <a:blip r:embed="rId12">
            <a:alphaModFix/>
          </a:blip>
          <a:stretch>
            <a:fillRect/>
          </a:stretch>
        </p:blipFill>
        <p:spPr>
          <a:xfrm>
            <a:off x="3690975" y="479813"/>
            <a:ext cx="342900" cy="371475"/>
          </a:xfrm>
          <a:prstGeom prst="rect">
            <a:avLst/>
          </a:prstGeom>
          <a:noFill/>
          <a:ln>
            <a:noFill/>
          </a:ln>
        </p:spPr>
      </p:pic>
      <p:pic>
        <p:nvPicPr>
          <p:cNvPr id="1001" name="Google Shape;1001;p66"/>
          <p:cNvPicPr preferRelativeResize="0"/>
          <p:nvPr/>
        </p:nvPicPr>
        <p:blipFill>
          <a:blip r:embed="rId10">
            <a:alphaModFix/>
          </a:blip>
          <a:stretch>
            <a:fillRect/>
          </a:stretch>
        </p:blipFill>
        <p:spPr>
          <a:xfrm>
            <a:off x="5940250" y="4127375"/>
            <a:ext cx="342900" cy="371475"/>
          </a:xfrm>
          <a:prstGeom prst="rect">
            <a:avLst/>
          </a:prstGeom>
          <a:noFill/>
          <a:ln>
            <a:noFill/>
          </a:ln>
        </p:spPr>
      </p:pic>
      <p:pic>
        <p:nvPicPr>
          <p:cNvPr id="1002" name="Google Shape;1002;p66"/>
          <p:cNvPicPr preferRelativeResize="0"/>
          <p:nvPr/>
        </p:nvPicPr>
        <p:blipFill>
          <a:blip r:embed="rId13">
            <a:alphaModFix/>
          </a:blip>
          <a:stretch>
            <a:fillRect/>
          </a:stretch>
        </p:blipFill>
        <p:spPr>
          <a:xfrm>
            <a:off x="7030025" y="3378038"/>
            <a:ext cx="342900" cy="371475"/>
          </a:xfrm>
          <a:prstGeom prst="rect">
            <a:avLst/>
          </a:prstGeom>
          <a:noFill/>
          <a:ln>
            <a:noFill/>
          </a:ln>
        </p:spPr>
      </p:pic>
      <p:pic>
        <p:nvPicPr>
          <p:cNvPr id="1003" name="Google Shape;1003;p66"/>
          <p:cNvPicPr preferRelativeResize="0"/>
          <p:nvPr/>
        </p:nvPicPr>
        <p:blipFill>
          <a:blip r:embed="rId14">
            <a:alphaModFix/>
          </a:blip>
          <a:stretch>
            <a:fillRect/>
          </a:stretch>
        </p:blipFill>
        <p:spPr>
          <a:xfrm>
            <a:off x="5003400" y="3502688"/>
            <a:ext cx="342900" cy="3714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7" name="Shape 1007"/>
        <p:cNvGrpSpPr/>
        <p:nvPr/>
      </p:nvGrpSpPr>
      <p:grpSpPr>
        <a:xfrm>
          <a:off x="0" y="0"/>
          <a:ext cx="0" cy="0"/>
          <a:chOff x="0" y="0"/>
          <a:chExt cx="0" cy="0"/>
        </a:xfrm>
      </p:grpSpPr>
      <p:sp>
        <p:nvSpPr>
          <p:cNvPr id="1008" name="Google Shape;1008;p67"/>
          <p:cNvSpPr txBox="1"/>
          <p:nvPr>
            <p:ph idx="15"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N-Grams</a:t>
            </a:r>
            <a:endParaRPr/>
          </a:p>
        </p:txBody>
      </p:sp>
      <p:sp>
        <p:nvSpPr>
          <p:cNvPr id="1009" name="Google Shape;1009;p67"/>
          <p:cNvSpPr txBox="1"/>
          <p:nvPr>
            <p:ph idx="1" type="subTitle"/>
          </p:nvPr>
        </p:nvSpPr>
        <p:spPr>
          <a:xfrm>
            <a:off x="-7268075" y="3717175"/>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closest planet to the Sun</a:t>
            </a:r>
            <a:endParaRPr/>
          </a:p>
        </p:txBody>
      </p:sp>
      <p:sp>
        <p:nvSpPr>
          <p:cNvPr id="1010" name="Google Shape;1010;p67"/>
          <p:cNvSpPr txBox="1"/>
          <p:nvPr>
            <p:ph idx="3" type="subTitle"/>
          </p:nvPr>
        </p:nvSpPr>
        <p:spPr>
          <a:xfrm>
            <a:off x="-4790300" y="3717175"/>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is the second planet from the Sun</a:t>
            </a:r>
            <a:endParaRPr/>
          </a:p>
        </p:txBody>
      </p:sp>
      <p:sp>
        <p:nvSpPr>
          <p:cNvPr id="1011" name="Google Shape;1011;p67"/>
          <p:cNvSpPr txBox="1"/>
          <p:nvPr>
            <p:ph idx="4" type="title"/>
          </p:nvPr>
        </p:nvSpPr>
        <p:spPr>
          <a:xfrm>
            <a:off x="-7614150" y="2670950"/>
            <a:ext cx="1986000" cy="3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1012" name="Google Shape;1012;p67"/>
          <p:cNvSpPr txBox="1"/>
          <p:nvPr>
            <p:ph idx="5" type="subTitle"/>
          </p:nvPr>
        </p:nvSpPr>
        <p:spPr>
          <a:xfrm>
            <a:off x="-7614150" y="3040800"/>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 is the biggest planet of them all</a:t>
            </a:r>
            <a:endParaRPr/>
          </a:p>
        </p:txBody>
      </p:sp>
      <p:sp>
        <p:nvSpPr>
          <p:cNvPr id="1013" name="Google Shape;1013;p67"/>
          <p:cNvSpPr txBox="1"/>
          <p:nvPr>
            <p:ph idx="6" type="title"/>
          </p:nvPr>
        </p:nvSpPr>
        <p:spPr>
          <a:xfrm>
            <a:off x="-5136375" y="2670950"/>
            <a:ext cx="1986000" cy="3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1014" name="Google Shape;1014;p67"/>
          <p:cNvSpPr txBox="1"/>
          <p:nvPr>
            <p:ph idx="7" type="subTitle"/>
          </p:nvPr>
        </p:nvSpPr>
        <p:spPr>
          <a:xfrm>
            <a:off x="-5136375" y="3040800"/>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 is a gas giant and has many rings</a:t>
            </a:r>
            <a:endParaRPr/>
          </a:p>
        </p:txBody>
      </p:sp>
      <p:sp>
        <p:nvSpPr>
          <p:cNvPr id="1015" name="Google Shape;1015;p67"/>
          <p:cNvSpPr txBox="1"/>
          <p:nvPr>
            <p:ph idx="9" type="subTitle"/>
          </p:nvPr>
        </p:nvSpPr>
        <p:spPr>
          <a:xfrm>
            <a:off x="-2312525" y="3717175"/>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 is actually a very cold place</a:t>
            </a:r>
            <a:endParaRPr/>
          </a:p>
        </p:txBody>
      </p:sp>
      <p:sp>
        <p:nvSpPr>
          <p:cNvPr id="1016" name="Google Shape;1016;p67"/>
          <p:cNvSpPr txBox="1"/>
          <p:nvPr>
            <p:ph idx="13" type="title"/>
          </p:nvPr>
        </p:nvSpPr>
        <p:spPr>
          <a:xfrm>
            <a:off x="-2658600" y="2670950"/>
            <a:ext cx="1986000" cy="3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Neptune</a:t>
            </a:r>
            <a:endParaRPr/>
          </a:p>
        </p:txBody>
      </p:sp>
      <p:sp>
        <p:nvSpPr>
          <p:cNvPr id="1017" name="Google Shape;1017;p67"/>
          <p:cNvSpPr txBox="1"/>
          <p:nvPr>
            <p:ph idx="14" type="subTitle"/>
          </p:nvPr>
        </p:nvSpPr>
        <p:spPr>
          <a:xfrm>
            <a:off x="-2658600" y="3040800"/>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farthest planet from the Sun</a:t>
            </a:r>
            <a:endParaRPr/>
          </a:p>
        </p:txBody>
      </p:sp>
      <p:grpSp>
        <p:nvGrpSpPr>
          <p:cNvPr id="1018" name="Google Shape;1018;p67"/>
          <p:cNvGrpSpPr/>
          <p:nvPr/>
        </p:nvGrpSpPr>
        <p:grpSpPr>
          <a:xfrm>
            <a:off x="-6876816" y="2046866"/>
            <a:ext cx="511332" cy="506855"/>
            <a:chOff x="7317225" y="1543784"/>
            <a:chExt cx="607644" cy="602323"/>
          </a:xfrm>
        </p:grpSpPr>
        <p:sp>
          <p:nvSpPr>
            <p:cNvPr id="1019" name="Google Shape;1019;p67"/>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7"/>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1" name="Google Shape;1021;p67"/>
          <p:cNvGrpSpPr/>
          <p:nvPr/>
        </p:nvGrpSpPr>
        <p:grpSpPr>
          <a:xfrm>
            <a:off x="-4399041" y="2046866"/>
            <a:ext cx="511332" cy="506855"/>
            <a:chOff x="7317225" y="1543784"/>
            <a:chExt cx="607644" cy="602323"/>
          </a:xfrm>
        </p:grpSpPr>
        <p:sp>
          <p:nvSpPr>
            <p:cNvPr id="1022" name="Google Shape;1022;p67"/>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7"/>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4" name="Google Shape;1024;p67"/>
          <p:cNvGrpSpPr/>
          <p:nvPr/>
        </p:nvGrpSpPr>
        <p:grpSpPr>
          <a:xfrm>
            <a:off x="-1921266" y="2046866"/>
            <a:ext cx="511332" cy="506855"/>
            <a:chOff x="7317225" y="1543784"/>
            <a:chExt cx="607644" cy="602323"/>
          </a:xfrm>
        </p:grpSpPr>
        <p:sp>
          <p:nvSpPr>
            <p:cNvPr id="1025" name="Google Shape;1025;p67"/>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67"/>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7" name="Google Shape;1027;p67"/>
          <p:cNvGrpSpPr/>
          <p:nvPr/>
        </p:nvGrpSpPr>
        <p:grpSpPr>
          <a:xfrm>
            <a:off x="-6759667" y="2161479"/>
            <a:ext cx="277034" cy="277629"/>
            <a:chOff x="10733000" y="1277725"/>
            <a:chExt cx="1150950" cy="1153425"/>
          </a:xfrm>
        </p:grpSpPr>
        <p:sp>
          <p:nvSpPr>
            <p:cNvPr id="1028" name="Google Shape;1028;p67"/>
            <p:cNvSpPr/>
            <p:nvPr/>
          </p:nvSpPr>
          <p:spPr>
            <a:xfrm>
              <a:off x="11070925" y="1277725"/>
              <a:ext cx="608275" cy="608275"/>
            </a:xfrm>
            <a:custGeom>
              <a:rect b="b" l="l" r="r" t="t"/>
              <a:pathLst>
                <a:path extrusionOk="0" h="24331" w="24331">
                  <a:moveTo>
                    <a:pt x="6763" y="7663"/>
                  </a:moveTo>
                  <a:cubicBezTo>
                    <a:pt x="7505" y="7663"/>
                    <a:pt x="8111" y="8261"/>
                    <a:pt x="8111" y="9011"/>
                  </a:cubicBezTo>
                  <a:lnTo>
                    <a:pt x="8111" y="10813"/>
                  </a:lnTo>
                  <a:cubicBezTo>
                    <a:pt x="8111" y="11563"/>
                    <a:pt x="7505" y="12161"/>
                    <a:pt x="6763" y="12161"/>
                  </a:cubicBezTo>
                  <a:cubicBezTo>
                    <a:pt x="6013" y="12161"/>
                    <a:pt x="5407" y="11563"/>
                    <a:pt x="5407" y="10813"/>
                  </a:cubicBezTo>
                  <a:lnTo>
                    <a:pt x="5407" y="9011"/>
                  </a:lnTo>
                  <a:cubicBezTo>
                    <a:pt x="5407" y="8261"/>
                    <a:pt x="6013" y="7663"/>
                    <a:pt x="6763" y="7663"/>
                  </a:cubicBezTo>
                  <a:close/>
                  <a:moveTo>
                    <a:pt x="17576" y="7663"/>
                  </a:moveTo>
                  <a:cubicBezTo>
                    <a:pt x="18319" y="7663"/>
                    <a:pt x="18924" y="8261"/>
                    <a:pt x="18924" y="9011"/>
                  </a:cubicBezTo>
                  <a:lnTo>
                    <a:pt x="18924" y="10813"/>
                  </a:lnTo>
                  <a:cubicBezTo>
                    <a:pt x="18924" y="11563"/>
                    <a:pt x="18319" y="12161"/>
                    <a:pt x="17576" y="12161"/>
                  </a:cubicBezTo>
                  <a:cubicBezTo>
                    <a:pt x="16826" y="12161"/>
                    <a:pt x="16221" y="11563"/>
                    <a:pt x="16221" y="10813"/>
                  </a:cubicBezTo>
                  <a:lnTo>
                    <a:pt x="16221" y="9011"/>
                  </a:lnTo>
                  <a:cubicBezTo>
                    <a:pt x="16221" y="8261"/>
                    <a:pt x="16826" y="7663"/>
                    <a:pt x="17576" y="7663"/>
                  </a:cubicBezTo>
                  <a:close/>
                  <a:moveTo>
                    <a:pt x="14419" y="16186"/>
                  </a:moveTo>
                  <a:cubicBezTo>
                    <a:pt x="14765" y="16186"/>
                    <a:pt x="15111" y="16317"/>
                    <a:pt x="15377" y="16580"/>
                  </a:cubicBezTo>
                  <a:cubicBezTo>
                    <a:pt x="15904" y="17107"/>
                    <a:pt x="15904" y="17965"/>
                    <a:pt x="15377" y="18491"/>
                  </a:cubicBezTo>
                  <a:cubicBezTo>
                    <a:pt x="14491" y="19378"/>
                    <a:pt x="13328" y="19821"/>
                    <a:pt x="12166" y="19821"/>
                  </a:cubicBezTo>
                  <a:cubicBezTo>
                    <a:pt x="11003" y="19821"/>
                    <a:pt x="9841" y="19378"/>
                    <a:pt x="8954" y="18491"/>
                  </a:cubicBezTo>
                  <a:cubicBezTo>
                    <a:pt x="8428" y="17965"/>
                    <a:pt x="8428" y="17107"/>
                    <a:pt x="8954" y="16580"/>
                  </a:cubicBezTo>
                  <a:cubicBezTo>
                    <a:pt x="9221" y="16317"/>
                    <a:pt x="9567" y="16186"/>
                    <a:pt x="9913" y="16186"/>
                  </a:cubicBezTo>
                  <a:cubicBezTo>
                    <a:pt x="10259" y="16186"/>
                    <a:pt x="10605" y="16317"/>
                    <a:pt x="10872" y="16580"/>
                  </a:cubicBezTo>
                  <a:cubicBezTo>
                    <a:pt x="11229" y="16937"/>
                    <a:pt x="11697" y="17116"/>
                    <a:pt x="12166" y="17116"/>
                  </a:cubicBezTo>
                  <a:cubicBezTo>
                    <a:pt x="12634" y="17116"/>
                    <a:pt x="13103" y="16937"/>
                    <a:pt x="13460" y="16580"/>
                  </a:cubicBezTo>
                  <a:cubicBezTo>
                    <a:pt x="13727" y="16317"/>
                    <a:pt x="14073" y="16186"/>
                    <a:pt x="14419" y="16186"/>
                  </a:cubicBezTo>
                  <a:close/>
                  <a:moveTo>
                    <a:pt x="12169" y="0"/>
                  </a:moveTo>
                  <a:cubicBezTo>
                    <a:pt x="5458" y="0"/>
                    <a:pt x="1" y="5457"/>
                    <a:pt x="1" y="12169"/>
                  </a:cubicBezTo>
                  <a:cubicBezTo>
                    <a:pt x="1" y="18873"/>
                    <a:pt x="5458" y="24330"/>
                    <a:pt x="12169" y="24330"/>
                  </a:cubicBezTo>
                  <a:cubicBezTo>
                    <a:pt x="18874" y="24330"/>
                    <a:pt x="24331" y="18873"/>
                    <a:pt x="24331" y="12169"/>
                  </a:cubicBezTo>
                  <a:cubicBezTo>
                    <a:pt x="24331" y="5457"/>
                    <a:pt x="18874" y="0"/>
                    <a:pt x="121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67"/>
            <p:cNvSpPr/>
            <p:nvPr/>
          </p:nvSpPr>
          <p:spPr>
            <a:xfrm>
              <a:off x="10733000" y="1919225"/>
              <a:ext cx="1150950" cy="511925"/>
            </a:xfrm>
            <a:custGeom>
              <a:rect b="b" l="l" r="r" t="t"/>
              <a:pathLst>
                <a:path extrusionOk="0" h="20477" w="46038">
                  <a:moveTo>
                    <a:pt x="15124" y="1"/>
                  </a:moveTo>
                  <a:cubicBezTo>
                    <a:pt x="12739" y="1"/>
                    <a:pt x="10375" y="927"/>
                    <a:pt x="8601" y="2714"/>
                  </a:cubicBezTo>
                  <a:lnTo>
                    <a:pt x="390" y="10997"/>
                  </a:lnTo>
                  <a:cubicBezTo>
                    <a:pt x="145" y="11250"/>
                    <a:pt x="1" y="11596"/>
                    <a:pt x="1" y="11949"/>
                  </a:cubicBezTo>
                  <a:lnTo>
                    <a:pt x="1" y="19129"/>
                  </a:lnTo>
                  <a:cubicBezTo>
                    <a:pt x="1" y="19871"/>
                    <a:pt x="606" y="20477"/>
                    <a:pt x="1356" y="20477"/>
                  </a:cubicBezTo>
                  <a:lnTo>
                    <a:pt x="10367" y="20477"/>
                  </a:lnTo>
                  <a:cubicBezTo>
                    <a:pt x="10728" y="20477"/>
                    <a:pt x="11081" y="20333"/>
                    <a:pt x="11333" y="20066"/>
                  </a:cubicBezTo>
                  <a:lnTo>
                    <a:pt x="13640" y="17702"/>
                  </a:lnTo>
                  <a:lnTo>
                    <a:pt x="29904" y="17702"/>
                  </a:lnTo>
                  <a:cubicBezTo>
                    <a:pt x="31684" y="17702"/>
                    <a:pt x="33400" y="17046"/>
                    <a:pt x="34719" y="15856"/>
                  </a:cubicBezTo>
                  <a:lnTo>
                    <a:pt x="44776" y="6823"/>
                  </a:lnTo>
                  <a:cubicBezTo>
                    <a:pt x="45605" y="6088"/>
                    <a:pt x="46037" y="4999"/>
                    <a:pt x="45944" y="3889"/>
                  </a:cubicBezTo>
                  <a:lnTo>
                    <a:pt x="45944" y="3889"/>
                  </a:lnTo>
                  <a:lnTo>
                    <a:pt x="45944" y="3897"/>
                  </a:lnTo>
                  <a:cubicBezTo>
                    <a:pt x="45864" y="2786"/>
                    <a:pt x="45266" y="1784"/>
                    <a:pt x="44329" y="1179"/>
                  </a:cubicBezTo>
                  <a:cubicBezTo>
                    <a:pt x="43737" y="797"/>
                    <a:pt x="43065" y="609"/>
                    <a:pt x="42394" y="609"/>
                  </a:cubicBezTo>
                  <a:cubicBezTo>
                    <a:pt x="41544" y="609"/>
                    <a:pt x="40698" y="911"/>
                    <a:pt x="40025" y="1503"/>
                  </a:cubicBezTo>
                  <a:lnTo>
                    <a:pt x="35044" y="5908"/>
                  </a:lnTo>
                  <a:cubicBezTo>
                    <a:pt x="34957" y="9202"/>
                    <a:pt x="32261" y="11841"/>
                    <a:pt x="28967" y="11841"/>
                  </a:cubicBezTo>
                  <a:lnTo>
                    <a:pt x="20792" y="11841"/>
                  </a:lnTo>
                  <a:cubicBezTo>
                    <a:pt x="20042" y="11841"/>
                    <a:pt x="19436" y="11235"/>
                    <a:pt x="19436" y="10493"/>
                  </a:cubicBezTo>
                  <a:cubicBezTo>
                    <a:pt x="19436" y="9743"/>
                    <a:pt x="20042" y="9137"/>
                    <a:pt x="20792" y="9137"/>
                  </a:cubicBezTo>
                  <a:lnTo>
                    <a:pt x="28967" y="9137"/>
                  </a:lnTo>
                  <a:cubicBezTo>
                    <a:pt x="30834" y="9137"/>
                    <a:pt x="32340" y="7624"/>
                    <a:pt x="32340" y="5756"/>
                  </a:cubicBezTo>
                  <a:cubicBezTo>
                    <a:pt x="32340" y="3889"/>
                    <a:pt x="30834" y="2383"/>
                    <a:pt x="28967" y="2383"/>
                  </a:cubicBezTo>
                  <a:lnTo>
                    <a:pt x="23423" y="2383"/>
                  </a:lnTo>
                  <a:cubicBezTo>
                    <a:pt x="22204" y="2383"/>
                    <a:pt x="21015" y="2037"/>
                    <a:pt x="19984" y="1395"/>
                  </a:cubicBezTo>
                  <a:cubicBezTo>
                    <a:pt x="18485" y="458"/>
                    <a:pt x="16799" y="1"/>
                    <a:pt x="151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67"/>
          <p:cNvGrpSpPr/>
          <p:nvPr/>
        </p:nvGrpSpPr>
        <p:grpSpPr>
          <a:xfrm>
            <a:off x="-4281892" y="2161479"/>
            <a:ext cx="277034" cy="277629"/>
            <a:chOff x="14326150" y="1277725"/>
            <a:chExt cx="1150950" cy="1153425"/>
          </a:xfrm>
        </p:grpSpPr>
        <p:sp>
          <p:nvSpPr>
            <p:cNvPr id="1031" name="Google Shape;1031;p67"/>
            <p:cNvSpPr/>
            <p:nvPr/>
          </p:nvSpPr>
          <p:spPr>
            <a:xfrm>
              <a:off x="14664250" y="1277725"/>
              <a:ext cx="608275" cy="608275"/>
            </a:xfrm>
            <a:custGeom>
              <a:rect b="b" l="l" r="r" t="t"/>
              <a:pathLst>
                <a:path extrusionOk="0" h="24331" w="24331">
                  <a:moveTo>
                    <a:pt x="9459" y="0"/>
                  </a:moveTo>
                  <a:cubicBezTo>
                    <a:pt x="8709" y="0"/>
                    <a:pt x="8111" y="606"/>
                    <a:pt x="8111" y="1355"/>
                  </a:cubicBezTo>
                  <a:lnTo>
                    <a:pt x="8111" y="8110"/>
                  </a:lnTo>
                  <a:lnTo>
                    <a:pt x="1349" y="8110"/>
                  </a:lnTo>
                  <a:cubicBezTo>
                    <a:pt x="599" y="8110"/>
                    <a:pt x="1" y="8716"/>
                    <a:pt x="1" y="9465"/>
                  </a:cubicBezTo>
                  <a:lnTo>
                    <a:pt x="1" y="14872"/>
                  </a:lnTo>
                  <a:cubicBezTo>
                    <a:pt x="1" y="15614"/>
                    <a:pt x="599" y="16220"/>
                    <a:pt x="1349" y="16220"/>
                  </a:cubicBezTo>
                  <a:lnTo>
                    <a:pt x="8111" y="16220"/>
                  </a:lnTo>
                  <a:lnTo>
                    <a:pt x="8111" y="22982"/>
                  </a:lnTo>
                  <a:cubicBezTo>
                    <a:pt x="8111" y="23725"/>
                    <a:pt x="8709" y="24330"/>
                    <a:pt x="9459" y="24330"/>
                  </a:cubicBezTo>
                  <a:lnTo>
                    <a:pt x="14865" y="24330"/>
                  </a:lnTo>
                  <a:cubicBezTo>
                    <a:pt x="15615" y="24330"/>
                    <a:pt x="16221" y="23725"/>
                    <a:pt x="16221" y="22982"/>
                  </a:cubicBezTo>
                  <a:lnTo>
                    <a:pt x="16221" y="16220"/>
                  </a:lnTo>
                  <a:lnTo>
                    <a:pt x="22976" y="16220"/>
                  </a:lnTo>
                  <a:cubicBezTo>
                    <a:pt x="23725" y="16220"/>
                    <a:pt x="24331" y="15614"/>
                    <a:pt x="24331" y="14872"/>
                  </a:cubicBezTo>
                  <a:lnTo>
                    <a:pt x="24331" y="9465"/>
                  </a:lnTo>
                  <a:cubicBezTo>
                    <a:pt x="24331" y="8716"/>
                    <a:pt x="23725" y="8110"/>
                    <a:pt x="22976" y="8110"/>
                  </a:cubicBezTo>
                  <a:lnTo>
                    <a:pt x="16221" y="8110"/>
                  </a:lnTo>
                  <a:lnTo>
                    <a:pt x="16221" y="1355"/>
                  </a:lnTo>
                  <a:cubicBezTo>
                    <a:pt x="16221" y="606"/>
                    <a:pt x="15615" y="0"/>
                    <a:pt x="148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67"/>
            <p:cNvSpPr/>
            <p:nvPr/>
          </p:nvSpPr>
          <p:spPr>
            <a:xfrm>
              <a:off x="14326150" y="1919250"/>
              <a:ext cx="1150950" cy="511900"/>
            </a:xfrm>
            <a:custGeom>
              <a:rect b="b" l="l" r="r" t="t"/>
              <a:pathLst>
                <a:path extrusionOk="0" h="20476" w="46038">
                  <a:moveTo>
                    <a:pt x="15131" y="0"/>
                  </a:moveTo>
                  <a:cubicBezTo>
                    <a:pt x="12745" y="0"/>
                    <a:pt x="10383" y="929"/>
                    <a:pt x="8608" y="2720"/>
                  </a:cubicBezTo>
                  <a:lnTo>
                    <a:pt x="397" y="11003"/>
                  </a:lnTo>
                  <a:cubicBezTo>
                    <a:pt x="145" y="11256"/>
                    <a:pt x="8" y="11595"/>
                    <a:pt x="0" y="11955"/>
                  </a:cubicBezTo>
                  <a:lnTo>
                    <a:pt x="0" y="19128"/>
                  </a:lnTo>
                  <a:cubicBezTo>
                    <a:pt x="0" y="19870"/>
                    <a:pt x="606" y="20476"/>
                    <a:pt x="1356" y="20476"/>
                  </a:cubicBezTo>
                  <a:lnTo>
                    <a:pt x="10367" y="20476"/>
                  </a:lnTo>
                  <a:cubicBezTo>
                    <a:pt x="10735" y="20476"/>
                    <a:pt x="11081" y="20332"/>
                    <a:pt x="11333" y="20065"/>
                  </a:cubicBezTo>
                  <a:lnTo>
                    <a:pt x="13640" y="17701"/>
                  </a:lnTo>
                  <a:lnTo>
                    <a:pt x="29903" y="17701"/>
                  </a:lnTo>
                  <a:cubicBezTo>
                    <a:pt x="31684" y="17701"/>
                    <a:pt x="33400" y="17045"/>
                    <a:pt x="34726" y="15855"/>
                  </a:cubicBezTo>
                  <a:lnTo>
                    <a:pt x="44776" y="6822"/>
                  </a:lnTo>
                  <a:cubicBezTo>
                    <a:pt x="45605" y="6087"/>
                    <a:pt x="46037" y="4998"/>
                    <a:pt x="45951" y="3888"/>
                  </a:cubicBezTo>
                  <a:lnTo>
                    <a:pt x="45951" y="3888"/>
                  </a:lnTo>
                  <a:lnTo>
                    <a:pt x="45951" y="3896"/>
                  </a:lnTo>
                  <a:cubicBezTo>
                    <a:pt x="45864" y="2785"/>
                    <a:pt x="45266" y="1783"/>
                    <a:pt x="44336" y="1178"/>
                  </a:cubicBezTo>
                  <a:cubicBezTo>
                    <a:pt x="43741" y="796"/>
                    <a:pt x="43066" y="608"/>
                    <a:pt x="42395" y="608"/>
                  </a:cubicBezTo>
                  <a:cubicBezTo>
                    <a:pt x="41545" y="608"/>
                    <a:pt x="40701" y="910"/>
                    <a:pt x="40032" y="1502"/>
                  </a:cubicBezTo>
                  <a:lnTo>
                    <a:pt x="35043" y="5907"/>
                  </a:lnTo>
                  <a:cubicBezTo>
                    <a:pt x="34964" y="9208"/>
                    <a:pt x="32268" y="11840"/>
                    <a:pt x="28966" y="11847"/>
                  </a:cubicBezTo>
                  <a:lnTo>
                    <a:pt x="20791" y="11847"/>
                  </a:lnTo>
                  <a:cubicBezTo>
                    <a:pt x="20041" y="11847"/>
                    <a:pt x="19443" y="11241"/>
                    <a:pt x="19443" y="10492"/>
                  </a:cubicBezTo>
                  <a:cubicBezTo>
                    <a:pt x="19443" y="9749"/>
                    <a:pt x="20041" y="9144"/>
                    <a:pt x="20791" y="9144"/>
                  </a:cubicBezTo>
                  <a:lnTo>
                    <a:pt x="28966" y="9144"/>
                  </a:lnTo>
                  <a:cubicBezTo>
                    <a:pt x="30833" y="9144"/>
                    <a:pt x="32347" y="7630"/>
                    <a:pt x="32347" y="5763"/>
                  </a:cubicBezTo>
                  <a:cubicBezTo>
                    <a:pt x="32347" y="3896"/>
                    <a:pt x="30833" y="2382"/>
                    <a:pt x="28966" y="2382"/>
                  </a:cubicBezTo>
                  <a:lnTo>
                    <a:pt x="23422" y="2382"/>
                  </a:lnTo>
                  <a:cubicBezTo>
                    <a:pt x="22211" y="2382"/>
                    <a:pt x="21022" y="2043"/>
                    <a:pt x="19991" y="1394"/>
                  </a:cubicBezTo>
                  <a:cubicBezTo>
                    <a:pt x="18490" y="458"/>
                    <a:pt x="16805" y="0"/>
                    <a:pt x="151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3" name="Google Shape;1033;p67"/>
          <p:cNvGrpSpPr/>
          <p:nvPr/>
        </p:nvGrpSpPr>
        <p:grpSpPr>
          <a:xfrm>
            <a:off x="-1803876" y="2161482"/>
            <a:ext cx="276552" cy="277623"/>
            <a:chOff x="15524825" y="1277725"/>
            <a:chExt cx="1148950" cy="1153400"/>
          </a:xfrm>
        </p:grpSpPr>
        <p:sp>
          <p:nvSpPr>
            <p:cNvPr id="1034" name="Google Shape;1034;p67"/>
            <p:cNvSpPr/>
            <p:nvPr/>
          </p:nvSpPr>
          <p:spPr>
            <a:xfrm>
              <a:off x="15750100" y="1277725"/>
              <a:ext cx="518175" cy="325850"/>
            </a:xfrm>
            <a:custGeom>
              <a:rect b="b" l="l" r="r" t="t"/>
              <a:pathLst>
                <a:path extrusionOk="0" h="13034" w="20727">
                  <a:moveTo>
                    <a:pt x="1349" y="0"/>
                  </a:moveTo>
                  <a:cubicBezTo>
                    <a:pt x="599" y="0"/>
                    <a:pt x="1" y="606"/>
                    <a:pt x="1" y="1355"/>
                  </a:cubicBezTo>
                  <a:lnTo>
                    <a:pt x="1" y="2256"/>
                  </a:lnTo>
                  <a:cubicBezTo>
                    <a:pt x="1" y="6978"/>
                    <a:pt x="3829" y="10813"/>
                    <a:pt x="8558" y="10813"/>
                  </a:cubicBezTo>
                  <a:lnTo>
                    <a:pt x="9012" y="10813"/>
                  </a:lnTo>
                  <a:lnTo>
                    <a:pt x="9012" y="13034"/>
                  </a:lnTo>
                  <a:lnTo>
                    <a:pt x="11715" y="13034"/>
                  </a:lnTo>
                  <a:lnTo>
                    <a:pt x="11715" y="10813"/>
                  </a:lnTo>
                  <a:lnTo>
                    <a:pt x="12162" y="10813"/>
                  </a:lnTo>
                  <a:cubicBezTo>
                    <a:pt x="16891" y="10813"/>
                    <a:pt x="20727" y="6978"/>
                    <a:pt x="20727" y="2256"/>
                  </a:cubicBezTo>
                  <a:lnTo>
                    <a:pt x="20727" y="1355"/>
                  </a:lnTo>
                  <a:cubicBezTo>
                    <a:pt x="20727" y="606"/>
                    <a:pt x="20121" y="0"/>
                    <a:pt x="19371" y="0"/>
                  </a:cubicBezTo>
                  <a:lnTo>
                    <a:pt x="18470" y="0"/>
                  </a:lnTo>
                  <a:cubicBezTo>
                    <a:pt x="14801" y="0"/>
                    <a:pt x="11535" y="2336"/>
                    <a:pt x="10360" y="5810"/>
                  </a:cubicBezTo>
                  <a:cubicBezTo>
                    <a:pt x="9185" y="2336"/>
                    <a:pt x="5919" y="0"/>
                    <a:pt x="22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67"/>
            <p:cNvSpPr/>
            <p:nvPr/>
          </p:nvSpPr>
          <p:spPr>
            <a:xfrm>
              <a:off x="15524825" y="1671150"/>
              <a:ext cx="968725" cy="759975"/>
            </a:xfrm>
            <a:custGeom>
              <a:rect b="b" l="l" r="r" t="t"/>
              <a:pathLst>
                <a:path extrusionOk="0" h="30399" w="38749">
                  <a:moveTo>
                    <a:pt x="16127" y="0"/>
                  </a:moveTo>
                  <a:cubicBezTo>
                    <a:pt x="15377" y="0"/>
                    <a:pt x="14779" y="606"/>
                    <a:pt x="14779" y="1355"/>
                  </a:cubicBezTo>
                  <a:lnTo>
                    <a:pt x="14779" y="4087"/>
                  </a:lnTo>
                  <a:lnTo>
                    <a:pt x="12162" y="4087"/>
                  </a:lnTo>
                  <a:cubicBezTo>
                    <a:pt x="5458" y="4087"/>
                    <a:pt x="0" y="9545"/>
                    <a:pt x="0" y="16256"/>
                  </a:cubicBezTo>
                  <a:lnTo>
                    <a:pt x="0" y="22088"/>
                  </a:lnTo>
                  <a:cubicBezTo>
                    <a:pt x="0" y="25318"/>
                    <a:pt x="1868" y="28259"/>
                    <a:pt x="4794" y="29621"/>
                  </a:cubicBezTo>
                  <a:cubicBezTo>
                    <a:pt x="5918" y="30143"/>
                    <a:pt x="7117" y="30398"/>
                    <a:pt x="8308" y="30398"/>
                  </a:cubicBezTo>
                  <a:cubicBezTo>
                    <a:pt x="10229" y="30398"/>
                    <a:pt x="12128" y="29735"/>
                    <a:pt x="13654" y="28454"/>
                  </a:cubicBezTo>
                  <a:lnTo>
                    <a:pt x="17266" y="25426"/>
                  </a:lnTo>
                  <a:lnTo>
                    <a:pt x="13200" y="22009"/>
                  </a:lnTo>
                  <a:cubicBezTo>
                    <a:pt x="12688" y="21584"/>
                    <a:pt x="12256" y="21079"/>
                    <a:pt x="11903" y="20517"/>
                  </a:cubicBezTo>
                  <a:lnTo>
                    <a:pt x="9870" y="22218"/>
                  </a:lnTo>
                  <a:cubicBezTo>
                    <a:pt x="9618" y="22431"/>
                    <a:pt x="9310" y="22535"/>
                    <a:pt x="9003" y="22535"/>
                  </a:cubicBezTo>
                  <a:cubicBezTo>
                    <a:pt x="8616" y="22535"/>
                    <a:pt x="8232" y="22370"/>
                    <a:pt x="7966" y="22052"/>
                  </a:cubicBezTo>
                  <a:cubicBezTo>
                    <a:pt x="7483" y="21483"/>
                    <a:pt x="7563" y="20625"/>
                    <a:pt x="8132" y="20149"/>
                  </a:cubicBezTo>
                  <a:lnTo>
                    <a:pt x="10980" y="17763"/>
                  </a:lnTo>
                  <a:cubicBezTo>
                    <a:pt x="10742" y="15218"/>
                    <a:pt x="12061" y="12781"/>
                    <a:pt x="14332" y="11592"/>
                  </a:cubicBezTo>
                  <a:cubicBezTo>
                    <a:pt x="15256" y="11106"/>
                    <a:pt x="16261" y="10868"/>
                    <a:pt x="17262" y="10868"/>
                  </a:cubicBezTo>
                  <a:cubicBezTo>
                    <a:pt x="18712" y="10868"/>
                    <a:pt x="20150" y="11369"/>
                    <a:pt x="21310" y="12342"/>
                  </a:cubicBezTo>
                  <a:lnTo>
                    <a:pt x="30610" y="20149"/>
                  </a:lnTo>
                  <a:cubicBezTo>
                    <a:pt x="31179" y="20625"/>
                    <a:pt x="31259" y="21483"/>
                    <a:pt x="30776" y="22052"/>
                  </a:cubicBezTo>
                  <a:cubicBezTo>
                    <a:pt x="30510" y="22370"/>
                    <a:pt x="30126" y="22535"/>
                    <a:pt x="29739" y="22535"/>
                  </a:cubicBezTo>
                  <a:cubicBezTo>
                    <a:pt x="29432" y="22535"/>
                    <a:pt x="29124" y="22431"/>
                    <a:pt x="28872" y="22218"/>
                  </a:cubicBezTo>
                  <a:lnTo>
                    <a:pt x="19573" y="14418"/>
                  </a:lnTo>
                  <a:cubicBezTo>
                    <a:pt x="18897" y="13850"/>
                    <a:pt x="18075" y="13573"/>
                    <a:pt x="17258" y="13573"/>
                  </a:cubicBezTo>
                  <a:cubicBezTo>
                    <a:pt x="16230" y="13573"/>
                    <a:pt x="15209" y="14013"/>
                    <a:pt x="14498" y="14865"/>
                  </a:cubicBezTo>
                  <a:cubicBezTo>
                    <a:pt x="13215" y="16386"/>
                    <a:pt x="13416" y="18664"/>
                    <a:pt x="14938" y="19940"/>
                  </a:cubicBezTo>
                  <a:lnTo>
                    <a:pt x="25088" y="28454"/>
                  </a:lnTo>
                  <a:cubicBezTo>
                    <a:pt x="26614" y="29735"/>
                    <a:pt x="28513" y="30398"/>
                    <a:pt x="30434" y="30398"/>
                  </a:cubicBezTo>
                  <a:cubicBezTo>
                    <a:pt x="31625" y="30398"/>
                    <a:pt x="32824" y="30143"/>
                    <a:pt x="33948" y="29621"/>
                  </a:cubicBezTo>
                  <a:cubicBezTo>
                    <a:pt x="36874" y="28259"/>
                    <a:pt x="38749" y="25318"/>
                    <a:pt x="38749" y="22088"/>
                  </a:cubicBezTo>
                  <a:lnTo>
                    <a:pt x="38749" y="21187"/>
                  </a:lnTo>
                  <a:cubicBezTo>
                    <a:pt x="38523" y="21226"/>
                    <a:pt x="38295" y="21246"/>
                    <a:pt x="38068" y="21246"/>
                  </a:cubicBezTo>
                  <a:cubicBezTo>
                    <a:pt x="37378" y="21246"/>
                    <a:pt x="36698" y="21066"/>
                    <a:pt x="36096" y="20718"/>
                  </a:cubicBezTo>
                  <a:cubicBezTo>
                    <a:pt x="34719" y="19904"/>
                    <a:pt x="33414" y="18974"/>
                    <a:pt x="32189" y="17936"/>
                  </a:cubicBezTo>
                  <a:cubicBezTo>
                    <a:pt x="29067" y="15276"/>
                    <a:pt x="27481" y="12536"/>
                    <a:pt x="27481" y="9811"/>
                  </a:cubicBezTo>
                  <a:cubicBezTo>
                    <a:pt x="27481" y="7814"/>
                    <a:pt x="28274" y="5897"/>
                    <a:pt x="29687" y="4491"/>
                  </a:cubicBezTo>
                  <a:cubicBezTo>
                    <a:pt x="28671" y="4224"/>
                    <a:pt x="27633" y="4087"/>
                    <a:pt x="26580" y="4087"/>
                  </a:cubicBezTo>
                  <a:lnTo>
                    <a:pt x="23970" y="4087"/>
                  </a:lnTo>
                  <a:lnTo>
                    <a:pt x="23970" y="1355"/>
                  </a:lnTo>
                  <a:cubicBezTo>
                    <a:pt x="23970" y="606"/>
                    <a:pt x="23365" y="0"/>
                    <a:pt x="226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67"/>
            <p:cNvSpPr/>
            <p:nvPr/>
          </p:nvSpPr>
          <p:spPr>
            <a:xfrm>
              <a:off x="16279425" y="1795850"/>
              <a:ext cx="394350" cy="338925"/>
            </a:xfrm>
            <a:custGeom>
              <a:rect b="b" l="l" r="r" t="t"/>
              <a:pathLst>
                <a:path extrusionOk="0" h="13557" w="15774">
                  <a:moveTo>
                    <a:pt x="4823" y="1"/>
                  </a:moveTo>
                  <a:cubicBezTo>
                    <a:pt x="2163" y="1"/>
                    <a:pt x="1" y="2156"/>
                    <a:pt x="1" y="4823"/>
                  </a:cubicBezTo>
                  <a:cubicBezTo>
                    <a:pt x="1" y="6727"/>
                    <a:pt x="1262" y="8767"/>
                    <a:pt x="3756" y="10886"/>
                  </a:cubicBezTo>
                  <a:cubicBezTo>
                    <a:pt x="4859" y="11816"/>
                    <a:pt x="6027" y="12652"/>
                    <a:pt x="7267" y="13395"/>
                  </a:cubicBezTo>
                  <a:cubicBezTo>
                    <a:pt x="7458" y="13503"/>
                    <a:pt x="7673" y="13557"/>
                    <a:pt x="7887" y="13557"/>
                  </a:cubicBezTo>
                  <a:cubicBezTo>
                    <a:pt x="8102" y="13557"/>
                    <a:pt x="8316" y="13503"/>
                    <a:pt x="8507" y="13395"/>
                  </a:cubicBezTo>
                  <a:cubicBezTo>
                    <a:pt x="9740" y="12652"/>
                    <a:pt x="10915" y="11816"/>
                    <a:pt x="12011" y="10886"/>
                  </a:cubicBezTo>
                  <a:cubicBezTo>
                    <a:pt x="14505" y="8767"/>
                    <a:pt x="15774" y="6727"/>
                    <a:pt x="15774" y="4823"/>
                  </a:cubicBezTo>
                  <a:cubicBezTo>
                    <a:pt x="15767" y="2163"/>
                    <a:pt x="13611" y="1"/>
                    <a:pt x="10951" y="1"/>
                  </a:cubicBezTo>
                  <a:cubicBezTo>
                    <a:pt x="9834" y="1"/>
                    <a:pt x="8745" y="390"/>
                    <a:pt x="7887" y="1111"/>
                  </a:cubicBezTo>
                  <a:cubicBezTo>
                    <a:pt x="7029" y="390"/>
                    <a:pt x="5941" y="1"/>
                    <a:pt x="48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7" name="Google Shape;1037;p67"/>
          <p:cNvSpPr txBox="1"/>
          <p:nvPr>
            <p:ph type="title"/>
          </p:nvPr>
        </p:nvSpPr>
        <p:spPr>
          <a:xfrm>
            <a:off x="687525" y="1149875"/>
            <a:ext cx="4124400" cy="2724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1500">
                <a:latin typeface="Gantari"/>
                <a:ea typeface="Gantari"/>
                <a:cs typeface="Gantari"/>
                <a:sym typeface="Gantari"/>
              </a:rPr>
              <a:t>This is because N-grams capture the contextual information and semantics within a sequence of words, offering a more nuanced understanding of language essential for sentiment analysis. </a:t>
            </a:r>
            <a:endParaRPr sz="1500">
              <a:latin typeface="Gantari"/>
              <a:ea typeface="Gantari"/>
              <a:cs typeface="Gantari"/>
              <a:sym typeface="Gantari"/>
            </a:endParaRPr>
          </a:p>
          <a:p>
            <a:pPr indent="0" lvl="0" marL="0" rtl="0" algn="l">
              <a:spcBef>
                <a:spcPts val="0"/>
              </a:spcBef>
              <a:spcAft>
                <a:spcPts val="0"/>
              </a:spcAft>
              <a:buNone/>
            </a:pPr>
            <a:r>
              <a:t/>
            </a:r>
            <a:endParaRPr sz="1500">
              <a:latin typeface="Gantari"/>
              <a:ea typeface="Gantari"/>
              <a:cs typeface="Gantari"/>
              <a:sym typeface="Gantari"/>
            </a:endParaRPr>
          </a:p>
          <a:p>
            <a:pPr indent="0" lvl="0" marL="0" rtl="0" algn="l">
              <a:spcBef>
                <a:spcPts val="0"/>
              </a:spcBef>
              <a:spcAft>
                <a:spcPts val="0"/>
              </a:spcAft>
              <a:buNone/>
            </a:pPr>
            <a:r>
              <a:rPr lang="en" sz="1500">
                <a:latin typeface="Gantari"/>
                <a:ea typeface="Gantari"/>
                <a:cs typeface="Gantari"/>
                <a:sym typeface="Gantari"/>
              </a:rPr>
              <a:t>For example, when the classifier trained on individual words, it might misinterpret "not good" as positive based on the word "good." This will lead to inaccurate sentiment analysis. </a:t>
            </a:r>
            <a:endParaRPr sz="1500">
              <a:latin typeface="Gantari"/>
              <a:ea typeface="Gantari"/>
              <a:cs typeface="Gantari"/>
              <a:sym typeface="Gantari"/>
            </a:endParaRPr>
          </a:p>
        </p:txBody>
      </p:sp>
      <p:sp>
        <p:nvSpPr>
          <p:cNvPr id="1038" name="Google Shape;1038;p67"/>
          <p:cNvSpPr txBox="1"/>
          <p:nvPr/>
        </p:nvSpPr>
        <p:spPr>
          <a:xfrm>
            <a:off x="7923947" y="48424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highlight>
                  <a:srgbClr val="FFFFFF"/>
                </a:highlight>
              </a:rPr>
              <a:t>(Jain, 2024)</a:t>
            </a:r>
            <a:endParaRPr/>
          </a:p>
        </p:txBody>
      </p:sp>
      <p:pic>
        <p:nvPicPr>
          <p:cNvPr descr="For instance, a model trained on individual words might misinterpret &quot;not good&quot; as positive based on the word &quot;good.&quot; Using N-grams allows the model to consider combinations like &quot;not good,&quot; resulting in more reliable sentiment analysis." id="1039" name="Google Shape;1039;p67"/>
          <p:cNvPicPr preferRelativeResize="0"/>
          <p:nvPr/>
        </p:nvPicPr>
        <p:blipFill rotWithShape="1">
          <a:blip r:embed="rId3">
            <a:alphaModFix/>
          </a:blip>
          <a:srcRect b="9971" l="0" r="0" t="12738"/>
          <a:stretch/>
        </p:blipFill>
        <p:spPr>
          <a:xfrm>
            <a:off x="5026000" y="1119190"/>
            <a:ext cx="3758746" cy="2905112"/>
          </a:xfrm>
          <a:prstGeom prst="rect">
            <a:avLst/>
          </a:prstGeom>
          <a:noFill/>
          <a:ln>
            <a:noFill/>
          </a:ln>
        </p:spPr>
      </p:pic>
      <p:sp>
        <p:nvSpPr>
          <p:cNvPr id="1040" name="Google Shape;1040;p67"/>
          <p:cNvSpPr txBox="1"/>
          <p:nvPr/>
        </p:nvSpPr>
        <p:spPr>
          <a:xfrm>
            <a:off x="951050" y="4103575"/>
            <a:ext cx="7263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Gantari"/>
                <a:ea typeface="Gantari"/>
                <a:cs typeface="Gantari"/>
                <a:sym typeface="Gantari"/>
              </a:rPr>
              <a:t>Hence, by u</a:t>
            </a:r>
            <a:r>
              <a:rPr b="1" lang="en" sz="1500">
                <a:solidFill>
                  <a:schemeClr val="dk1"/>
                </a:solidFill>
                <a:latin typeface="Gantari"/>
                <a:ea typeface="Gantari"/>
                <a:cs typeface="Gantari"/>
                <a:sym typeface="Gantari"/>
              </a:rPr>
              <a:t>sing N-grams, it allows our classifiers to consider combinations like "not good", resulting in more reliable sentiment analysis.</a:t>
            </a:r>
            <a:endParaRPr b="1"/>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4" name="Shape 1044"/>
        <p:cNvGrpSpPr/>
        <p:nvPr/>
      </p:nvGrpSpPr>
      <p:grpSpPr>
        <a:xfrm>
          <a:off x="0" y="0"/>
          <a:ext cx="0" cy="0"/>
          <a:chOff x="0" y="0"/>
          <a:chExt cx="0" cy="0"/>
        </a:xfrm>
      </p:grpSpPr>
      <p:sp>
        <p:nvSpPr>
          <p:cNvPr id="1045" name="Google Shape;1045;p68"/>
          <p:cNvSpPr txBox="1"/>
          <p:nvPr>
            <p:ph idx="15"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80/20 Train-Test Split</a:t>
            </a:r>
            <a:endParaRPr/>
          </a:p>
        </p:txBody>
      </p:sp>
      <p:sp>
        <p:nvSpPr>
          <p:cNvPr id="1046" name="Google Shape;1046;p68"/>
          <p:cNvSpPr txBox="1"/>
          <p:nvPr>
            <p:ph idx="1" type="subTitle"/>
          </p:nvPr>
        </p:nvSpPr>
        <p:spPr>
          <a:xfrm>
            <a:off x="-7268075" y="3717175"/>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closest planet to the Sun</a:t>
            </a:r>
            <a:endParaRPr/>
          </a:p>
        </p:txBody>
      </p:sp>
      <p:sp>
        <p:nvSpPr>
          <p:cNvPr id="1047" name="Google Shape;1047;p68"/>
          <p:cNvSpPr txBox="1"/>
          <p:nvPr>
            <p:ph idx="3" type="subTitle"/>
          </p:nvPr>
        </p:nvSpPr>
        <p:spPr>
          <a:xfrm>
            <a:off x="-4790300" y="3717175"/>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is the second planet from the Sun</a:t>
            </a:r>
            <a:endParaRPr/>
          </a:p>
        </p:txBody>
      </p:sp>
      <p:sp>
        <p:nvSpPr>
          <p:cNvPr id="1048" name="Google Shape;1048;p68"/>
          <p:cNvSpPr txBox="1"/>
          <p:nvPr>
            <p:ph idx="4" type="title"/>
          </p:nvPr>
        </p:nvSpPr>
        <p:spPr>
          <a:xfrm>
            <a:off x="-7614150" y="2670950"/>
            <a:ext cx="1986000" cy="3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1049" name="Google Shape;1049;p68"/>
          <p:cNvSpPr txBox="1"/>
          <p:nvPr>
            <p:ph idx="5" type="subTitle"/>
          </p:nvPr>
        </p:nvSpPr>
        <p:spPr>
          <a:xfrm>
            <a:off x="-7614150" y="3040800"/>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 is the biggest planet of them all</a:t>
            </a:r>
            <a:endParaRPr/>
          </a:p>
        </p:txBody>
      </p:sp>
      <p:sp>
        <p:nvSpPr>
          <p:cNvPr id="1050" name="Google Shape;1050;p68"/>
          <p:cNvSpPr txBox="1"/>
          <p:nvPr>
            <p:ph idx="6" type="title"/>
          </p:nvPr>
        </p:nvSpPr>
        <p:spPr>
          <a:xfrm>
            <a:off x="-5136375" y="2670950"/>
            <a:ext cx="1986000" cy="3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1051" name="Google Shape;1051;p68"/>
          <p:cNvSpPr txBox="1"/>
          <p:nvPr>
            <p:ph idx="7" type="subTitle"/>
          </p:nvPr>
        </p:nvSpPr>
        <p:spPr>
          <a:xfrm>
            <a:off x="-5136375" y="3040800"/>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Saturn is a gas giant and has many rings</a:t>
            </a:r>
            <a:endParaRPr/>
          </a:p>
        </p:txBody>
      </p:sp>
      <p:sp>
        <p:nvSpPr>
          <p:cNvPr id="1052" name="Google Shape;1052;p68"/>
          <p:cNvSpPr txBox="1"/>
          <p:nvPr>
            <p:ph idx="9" type="subTitle"/>
          </p:nvPr>
        </p:nvSpPr>
        <p:spPr>
          <a:xfrm>
            <a:off x="-2312525" y="3717175"/>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Mars is actually a very cold place</a:t>
            </a:r>
            <a:endParaRPr/>
          </a:p>
        </p:txBody>
      </p:sp>
      <p:sp>
        <p:nvSpPr>
          <p:cNvPr id="1053" name="Google Shape;1053;p68"/>
          <p:cNvSpPr txBox="1"/>
          <p:nvPr>
            <p:ph idx="13" type="title"/>
          </p:nvPr>
        </p:nvSpPr>
        <p:spPr>
          <a:xfrm>
            <a:off x="-2658600" y="2670950"/>
            <a:ext cx="1986000" cy="36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Neptune</a:t>
            </a:r>
            <a:endParaRPr/>
          </a:p>
        </p:txBody>
      </p:sp>
      <p:sp>
        <p:nvSpPr>
          <p:cNvPr id="1054" name="Google Shape;1054;p68"/>
          <p:cNvSpPr txBox="1"/>
          <p:nvPr>
            <p:ph idx="14" type="subTitle"/>
          </p:nvPr>
        </p:nvSpPr>
        <p:spPr>
          <a:xfrm>
            <a:off x="-2658600" y="3040800"/>
            <a:ext cx="19860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It’s the farthest planet from the Sun</a:t>
            </a:r>
            <a:endParaRPr/>
          </a:p>
        </p:txBody>
      </p:sp>
      <p:grpSp>
        <p:nvGrpSpPr>
          <p:cNvPr id="1055" name="Google Shape;1055;p68"/>
          <p:cNvGrpSpPr/>
          <p:nvPr/>
        </p:nvGrpSpPr>
        <p:grpSpPr>
          <a:xfrm>
            <a:off x="-6876816" y="2046866"/>
            <a:ext cx="511332" cy="506855"/>
            <a:chOff x="7317225" y="1543784"/>
            <a:chExt cx="607644" cy="602323"/>
          </a:xfrm>
        </p:grpSpPr>
        <p:sp>
          <p:nvSpPr>
            <p:cNvPr id="1056" name="Google Shape;1056;p68"/>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68"/>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8" name="Google Shape;1058;p68"/>
          <p:cNvGrpSpPr/>
          <p:nvPr/>
        </p:nvGrpSpPr>
        <p:grpSpPr>
          <a:xfrm>
            <a:off x="-4399041" y="2046866"/>
            <a:ext cx="511332" cy="506855"/>
            <a:chOff x="7317225" y="1543784"/>
            <a:chExt cx="607644" cy="602323"/>
          </a:xfrm>
        </p:grpSpPr>
        <p:sp>
          <p:nvSpPr>
            <p:cNvPr id="1059" name="Google Shape;1059;p68"/>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68"/>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1" name="Google Shape;1061;p68"/>
          <p:cNvGrpSpPr/>
          <p:nvPr/>
        </p:nvGrpSpPr>
        <p:grpSpPr>
          <a:xfrm>
            <a:off x="-1921266" y="2046866"/>
            <a:ext cx="511332" cy="506855"/>
            <a:chOff x="7317225" y="1543784"/>
            <a:chExt cx="607644" cy="602323"/>
          </a:xfrm>
        </p:grpSpPr>
        <p:sp>
          <p:nvSpPr>
            <p:cNvPr id="1062" name="Google Shape;1062;p68"/>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68"/>
            <p:cNvSpPr/>
            <p:nvPr/>
          </p:nvSpPr>
          <p:spPr>
            <a:xfrm>
              <a:off x="7317225" y="1543784"/>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4" name="Google Shape;1064;p68"/>
          <p:cNvGrpSpPr/>
          <p:nvPr/>
        </p:nvGrpSpPr>
        <p:grpSpPr>
          <a:xfrm>
            <a:off x="-6759667" y="2161479"/>
            <a:ext cx="277034" cy="277629"/>
            <a:chOff x="10733000" y="1277725"/>
            <a:chExt cx="1150950" cy="1153425"/>
          </a:xfrm>
        </p:grpSpPr>
        <p:sp>
          <p:nvSpPr>
            <p:cNvPr id="1065" name="Google Shape;1065;p68"/>
            <p:cNvSpPr/>
            <p:nvPr/>
          </p:nvSpPr>
          <p:spPr>
            <a:xfrm>
              <a:off x="11070925" y="1277725"/>
              <a:ext cx="608275" cy="608275"/>
            </a:xfrm>
            <a:custGeom>
              <a:rect b="b" l="l" r="r" t="t"/>
              <a:pathLst>
                <a:path extrusionOk="0" h="24331" w="24331">
                  <a:moveTo>
                    <a:pt x="6763" y="7663"/>
                  </a:moveTo>
                  <a:cubicBezTo>
                    <a:pt x="7505" y="7663"/>
                    <a:pt x="8111" y="8261"/>
                    <a:pt x="8111" y="9011"/>
                  </a:cubicBezTo>
                  <a:lnTo>
                    <a:pt x="8111" y="10813"/>
                  </a:lnTo>
                  <a:cubicBezTo>
                    <a:pt x="8111" y="11563"/>
                    <a:pt x="7505" y="12161"/>
                    <a:pt x="6763" y="12161"/>
                  </a:cubicBezTo>
                  <a:cubicBezTo>
                    <a:pt x="6013" y="12161"/>
                    <a:pt x="5407" y="11563"/>
                    <a:pt x="5407" y="10813"/>
                  </a:cubicBezTo>
                  <a:lnTo>
                    <a:pt x="5407" y="9011"/>
                  </a:lnTo>
                  <a:cubicBezTo>
                    <a:pt x="5407" y="8261"/>
                    <a:pt x="6013" y="7663"/>
                    <a:pt x="6763" y="7663"/>
                  </a:cubicBezTo>
                  <a:close/>
                  <a:moveTo>
                    <a:pt x="17576" y="7663"/>
                  </a:moveTo>
                  <a:cubicBezTo>
                    <a:pt x="18319" y="7663"/>
                    <a:pt x="18924" y="8261"/>
                    <a:pt x="18924" y="9011"/>
                  </a:cubicBezTo>
                  <a:lnTo>
                    <a:pt x="18924" y="10813"/>
                  </a:lnTo>
                  <a:cubicBezTo>
                    <a:pt x="18924" y="11563"/>
                    <a:pt x="18319" y="12161"/>
                    <a:pt x="17576" y="12161"/>
                  </a:cubicBezTo>
                  <a:cubicBezTo>
                    <a:pt x="16826" y="12161"/>
                    <a:pt x="16221" y="11563"/>
                    <a:pt x="16221" y="10813"/>
                  </a:cubicBezTo>
                  <a:lnTo>
                    <a:pt x="16221" y="9011"/>
                  </a:lnTo>
                  <a:cubicBezTo>
                    <a:pt x="16221" y="8261"/>
                    <a:pt x="16826" y="7663"/>
                    <a:pt x="17576" y="7663"/>
                  </a:cubicBezTo>
                  <a:close/>
                  <a:moveTo>
                    <a:pt x="14419" y="16186"/>
                  </a:moveTo>
                  <a:cubicBezTo>
                    <a:pt x="14765" y="16186"/>
                    <a:pt x="15111" y="16317"/>
                    <a:pt x="15377" y="16580"/>
                  </a:cubicBezTo>
                  <a:cubicBezTo>
                    <a:pt x="15904" y="17107"/>
                    <a:pt x="15904" y="17965"/>
                    <a:pt x="15377" y="18491"/>
                  </a:cubicBezTo>
                  <a:cubicBezTo>
                    <a:pt x="14491" y="19378"/>
                    <a:pt x="13328" y="19821"/>
                    <a:pt x="12166" y="19821"/>
                  </a:cubicBezTo>
                  <a:cubicBezTo>
                    <a:pt x="11003" y="19821"/>
                    <a:pt x="9841" y="19378"/>
                    <a:pt x="8954" y="18491"/>
                  </a:cubicBezTo>
                  <a:cubicBezTo>
                    <a:pt x="8428" y="17965"/>
                    <a:pt x="8428" y="17107"/>
                    <a:pt x="8954" y="16580"/>
                  </a:cubicBezTo>
                  <a:cubicBezTo>
                    <a:pt x="9221" y="16317"/>
                    <a:pt x="9567" y="16186"/>
                    <a:pt x="9913" y="16186"/>
                  </a:cubicBezTo>
                  <a:cubicBezTo>
                    <a:pt x="10259" y="16186"/>
                    <a:pt x="10605" y="16317"/>
                    <a:pt x="10872" y="16580"/>
                  </a:cubicBezTo>
                  <a:cubicBezTo>
                    <a:pt x="11229" y="16937"/>
                    <a:pt x="11697" y="17116"/>
                    <a:pt x="12166" y="17116"/>
                  </a:cubicBezTo>
                  <a:cubicBezTo>
                    <a:pt x="12634" y="17116"/>
                    <a:pt x="13103" y="16937"/>
                    <a:pt x="13460" y="16580"/>
                  </a:cubicBezTo>
                  <a:cubicBezTo>
                    <a:pt x="13727" y="16317"/>
                    <a:pt x="14073" y="16186"/>
                    <a:pt x="14419" y="16186"/>
                  </a:cubicBezTo>
                  <a:close/>
                  <a:moveTo>
                    <a:pt x="12169" y="0"/>
                  </a:moveTo>
                  <a:cubicBezTo>
                    <a:pt x="5458" y="0"/>
                    <a:pt x="1" y="5457"/>
                    <a:pt x="1" y="12169"/>
                  </a:cubicBezTo>
                  <a:cubicBezTo>
                    <a:pt x="1" y="18873"/>
                    <a:pt x="5458" y="24330"/>
                    <a:pt x="12169" y="24330"/>
                  </a:cubicBezTo>
                  <a:cubicBezTo>
                    <a:pt x="18874" y="24330"/>
                    <a:pt x="24331" y="18873"/>
                    <a:pt x="24331" y="12169"/>
                  </a:cubicBezTo>
                  <a:cubicBezTo>
                    <a:pt x="24331" y="5457"/>
                    <a:pt x="18874" y="0"/>
                    <a:pt x="121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68"/>
            <p:cNvSpPr/>
            <p:nvPr/>
          </p:nvSpPr>
          <p:spPr>
            <a:xfrm>
              <a:off x="10733000" y="1919225"/>
              <a:ext cx="1150950" cy="511925"/>
            </a:xfrm>
            <a:custGeom>
              <a:rect b="b" l="l" r="r" t="t"/>
              <a:pathLst>
                <a:path extrusionOk="0" h="20477" w="46038">
                  <a:moveTo>
                    <a:pt x="15124" y="1"/>
                  </a:moveTo>
                  <a:cubicBezTo>
                    <a:pt x="12739" y="1"/>
                    <a:pt x="10375" y="927"/>
                    <a:pt x="8601" y="2714"/>
                  </a:cubicBezTo>
                  <a:lnTo>
                    <a:pt x="390" y="10997"/>
                  </a:lnTo>
                  <a:cubicBezTo>
                    <a:pt x="145" y="11250"/>
                    <a:pt x="1" y="11596"/>
                    <a:pt x="1" y="11949"/>
                  </a:cubicBezTo>
                  <a:lnTo>
                    <a:pt x="1" y="19129"/>
                  </a:lnTo>
                  <a:cubicBezTo>
                    <a:pt x="1" y="19871"/>
                    <a:pt x="606" y="20477"/>
                    <a:pt x="1356" y="20477"/>
                  </a:cubicBezTo>
                  <a:lnTo>
                    <a:pt x="10367" y="20477"/>
                  </a:lnTo>
                  <a:cubicBezTo>
                    <a:pt x="10728" y="20477"/>
                    <a:pt x="11081" y="20333"/>
                    <a:pt x="11333" y="20066"/>
                  </a:cubicBezTo>
                  <a:lnTo>
                    <a:pt x="13640" y="17702"/>
                  </a:lnTo>
                  <a:lnTo>
                    <a:pt x="29904" y="17702"/>
                  </a:lnTo>
                  <a:cubicBezTo>
                    <a:pt x="31684" y="17702"/>
                    <a:pt x="33400" y="17046"/>
                    <a:pt x="34719" y="15856"/>
                  </a:cubicBezTo>
                  <a:lnTo>
                    <a:pt x="44776" y="6823"/>
                  </a:lnTo>
                  <a:cubicBezTo>
                    <a:pt x="45605" y="6088"/>
                    <a:pt x="46037" y="4999"/>
                    <a:pt x="45944" y="3889"/>
                  </a:cubicBezTo>
                  <a:lnTo>
                    <a:pt x="45944" y="3889"/>
                  </a:lnTo>
                  <a:lnTo>
                    <a:pt x="45944" y="3897"/>
                  </a:lnTo>
                  <a:cubicBezTo>
                    <a:pt x="45864" y="2786"/>
                    <a:pt x="45266" y="1784"/>
                    <a:pt x="44329" y="1179"/>
                  </a:cubicBezTo>
                  <a:cubicBezTo>
                    <a:pt x="43737" y="797"/>
                    <a:pt x="43065" y="609"/>
                    <a:pt x="42394" y="609"/>
                  </a:cubicBezTo>
                  <a:cubicBezTo>
                    <a:pt x="41544" y="609"/>
                    <a:pt x="40698" y="911"/>
                    <a:pt x="40025" y="1503"/>
                  </a:cubicBezTo>
                  <a:lnTo>
                    <a:pt x="35044" y="5908"/>
                  </a:lnTo>
                  <a:cubicBezTo>
                    <a:pt x="34957" y="9202"/>
                    <a:pt x="32261" y="11841"/>
                    <a:pt x="28967" y="11841"/>
                  </a:cubicBezTo>
                  <a:lnTo>
                    <a:pt x="20792" y="11841"/>
                  </a:lnTo>
                  <a:cubicBezTo>
                    <a:pt x="20042" y="11841"/>
                    <a:pt x="19436" y="11235"/>
                    <a:pt x="19436" y="10493"/>
                  </a:cubicBezTo>
                  <a:cubicBezTo>
                    <a:pt x="19436" y="9743"/>
                    <a:pt x="20042" y="9137"/>
                    <a:pt x="20792" y="9137"/>
                  </a:cubicBezTo>
                  <a:lnTo>
                    <a:pt x="28967" y="9137"/>
                  </a:lnTo>
                  <a:cubicBezTo>
                    <a:pt x="30834" y="9137"/>
                    <a:pt x="32340" y="7624"/>
                    <a:pt x="32340" y="5756"/>
                  </a:cubicBezTo>
                  <a:cubicBezTo>
                    <a:pt x="32340" y="3889"/>
                    <a:pt x="30834" y="2383"/>
                    <a:pt x="28967" y="2383"/>
                  </a:cubicBezTo>
                  <a:lnTo>
                    <a:pt x="23423" y="2383"/>
                  </a:lnTo>
                  <a:cubicBezTo>
                    <a:pt x="22204" y="2383"/>
                    <a:pt x="21015" y="2037"/>
                    <a:pt x="19984" y="1395"/>
                  </a:cubicBezTo>
                  <a:cubicBezTo>
                    <a:pt x="18485" y="458"/>
                    <a:pt x="16799" y="1"/>
                    <a:pt x="151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7" name="Google Shape;1067;p68"/>
          <p:cNvGrpSpPr/>
          <p:nvPr/>
        </p:nvGrpSpPr>
        <p:grpSpPr>
          <a:xfrm>
            <a:off x="-4281892" y="2161479"/>
            <a:ext cx="277034" cy="277629"/>
            <a:chOff x="14326150" y="1277725"/>
            <a:chExt cx="1150950" cy="1153425"/>
          </a:xfrm>
        </p:grpSpPr>
        <p:sp>
          <p:nvSpPr>
            <p:cNvPr id="1068" name="Google Shape;1068;p68"/>
            <p:cNvSpPr/>
            <p:nvPr/>
          </p:nvSpPr>
          <p:spPr>
            <a:xfrm>
              <a:off x="14664250" y="1277725"/>
              <a:ext cx="608275" cy="608275"/>
            </a:xfrm>
            <a:custGeom>
              <a:rect b="b" l="l" r="r" t="t"/>
              <a:pathLst>
                <a:path extrusionOk="0" h="24331" w="24331">
                  <a:moveTo>
                    <a:pt x="9459" y="0"/>
                  </a:moveTo>
                  <a:cubicBezTo>
                    <a:pt x="8709" y="0"/>
                    <a:pt x="8111" y="606"/>
                    <a:pt x="8111" y="1355"/>
                  </a:cubicBezTo>
                  <a:lnTo>
                    <a:pt x="8111" y="8110"/>
                  </a:lnTo>
                  <a:lnTo>
                    <a:pt x="1349" y="8110"/>
                  </a:lnTo>
                  <a:cubicBezTo>
                    <a:pt x="599" y="8110"/>
                    <a:pt x="1" y="8716"/>
                    <a:pt x="1" y="9465"/>
                  </a:cubicBezTo>
                  <a:lnTo>
                    <a:pt x="1" y="14872"/>
                  </a:lnTo>
                  <a:cubicBezTo>
                    <a:pt x="1" y="15614"/>
                    <a:pt x="599" y="16220"/>
                    <a:pt x="1349" y="16220"/>
                  </a:cubicBezTo>
                  <a:lnTo>
                    <a:pt x="8111" y="16220"/>
                  </a:lnTo>
                  <a:lnTo>
                    <a:pt x="8111" y="22982"/>
                  </a:lnTo>
                  <a:cubicBezTo>
                    <a:pt x="8111" y="23725"/>
                    <a:pt x="8709" y="24330"/>
                    <a:pt x="9459" y="24330"/>
                  </a:cubicBezTo>
                  <a:lnTo>
                    <a:pt x="14865" y="24330"/>
                  </a:lnTo>
                  <a:cubicBezTo>
                    <a:pt x="15615" y="24330"/>
                    <a:pt x="16221" y="23725"/>
                    <a:pt x="16221" y="22982"/>
                  </a:cubicBezTo>
                  <a:lnTo>
                    <a:pt x="16221" y="16220"/>
                  </a:lnTo>
                  <a:lnTo>
                    <a:pt x="22976" y="16220"/>
                  </a:lnTo>
                  <a:cubicBezTo>
                    <a:pt x="23725" y="16220"/>
                    <a:pt x="24331" y="15614"/>
                    <a:pt x="24331" y="14872"/>
                  </a:cubicBezTo>
                  <a:lnTo>
                    <a:pt x="24331" y="9465"/>
                  </a:lnTo>
                  <a:cubicBezTo>
                    <a:pt x="24331" y="8716"/>
                    <a:pt x="23725" y="8110"/>
                    <a:pt x="22976" y="8110"/>
                  </a:cubicBezTo>
                  <a:lnTo>
                    <a:pt x="16221" y="8110"/>
                  </a:lnTo>
                  <a:lnTo>
                    <a:pt x="16221" y="1355"/>
                  </a:lnTo>
                  <a:cubicBezTo>
                    <a:pt x="16221" y="606"/>
                    <a:pt x="15615" y="0"/>
                    <a:pt x="148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68"/>
            <p:cNvSpPr/>
            <p:nvPr/>
          </p:nvSpPr>
          <p:spPr>
            <a:xfrm>
              <a:off x="14326150" y="1919250"/>
              <a:ext cx="1150950" cy="511900"/>
            </a:xfrm>
            <a:custGeom>
              <a:rect b="b" l="l" r="r" t="t"/>
              <a:pathLst>
                <a:path extrusionOk="0" h="20476" w="46038">
                  <a:moveTo>
                    <a:pt x="15131" y="0"/>
                  </a:moveTo>
                  <a:cubicBezTo>
                    <a:pt x="12745" y="0"/>
                    <a:pt x="10383" y="929"/>
                    <a:pt x="8608" y="2720"/>
                  </a:cubicBezTo>
                  <a:lnTo>
                    <a:pt x="397" y="11003"/>
                  </a:lnTo>
                  <a:cubicBezTo>
                    <a:pt x="145" y="11256"/>
                    <a:pt x="8" y="11595"/>
                    <a:pt x="0" y="11955"/>
                  </a:cubicBezTo>
                  <a:lnTo>
                    <a:pt x="0" y="19128"/>
                  </a:lnTo>
                  <a:cubicBezTo>
                    <a:pt x="0" y="19870"/>
                    <a:pt x="606" y="20476"/>
                    <a:pt x="1356" y="20476"/>
                  </a:cubicBezTo>
                  <a:lnTo>
                    <a:pt x="10367" y="20476"/>
                  </a:lnTo>
                  <a:cubicBezTo>
                    <a:pt x="10735" y="20476"/>
                    <a:pt x="11081" y="20332"/>
                    <a:pt x="11333" y="20065"/>
                  </a:cubicBezTo>
                  <a:lnTo>
                    <a:pt x="13640" y="17701"/>
                  </a:lnTo>
                  <a:lnTo>
                    <a:pt x="29903" y="17701"/>
                  </a:lnTo>
                  <a:cubicBezTo>
                    <a:pt x="31684" y="17701"/>
                    <a:pt x="33400" y="17045"/>
                    <a:pt x="34726" y="15855"/>
                  </a:cubicBezTo>
                  <a:lnTo>
                    <a:pt x="44776" y="6822"/>
                  </a:lnTo>
                  <a:cubicBezTo>
                    <a:pt x="45605" y="6087"/>
                    <a:pt x="46037" y="4998"/>
                    <a:pt x="45951" y="3888"/>
                  </a:cubicBezTo>
                  <a:lnTo>
                    <a:pt x="45951" y="3888"/>
                  </a:lnTo>
                  <a:lnTo>
                    <a:pt x="45951" y="3896"/>
                  </a:lnTo>
                  <a:cubicBezTo>
                    <a:pt x="45864" y="2785"/>
                    <a:pt x="45266" y="1783"/>
                    <a:pt x="44336" y="1178"/>
                  </a:cubicBezTo>
                  <a:cubicBezTo>
                    <a:pt x="43741" y="796"/>
                    <a:pt x="43066" y="608"/>
                    <a:pt x="42395" y="608"/>
                  </a:cubicBezTo>
                  <a:cubicBezTo>
                    <a:pt x="41545" y="608"/>
                    <a:pt x="40701" y="910"/>
                    <a:pt x="40032" y="1502"/>
                  </a:cubicBezTo>
                  <a:lnTo>
                    <a:pt x="35043" y="5907"/>
                  </a:lnTo>
                  <a:cubicBezTo>
                    <a:pt x="34964" y="9208"/>
                    <a:pt x="32268" y="11840"/>
                    <a:pt x="28966" y="11847"/>
                  </a:cubicBezTo>
                  <a:lnTo>
                    <a:pt x="20791" y="11847"/>
                  </a:lnTo>
                  <a:cubicBezTo>
                    <a:pt x="20041" y="11847"/>
                    <a:pt x="19443" y="11241"/>
                    <a:pt x="19443" y="10492"/>
                  </a:cubicBezTo>
                  <a:cubicBezTo>
                    <a:pt x="19443" y="9749"/>
                    <a:pt x="20041" y="9144"/>
                    <a:pt x="20791" y="9144"/>
                  </a:cubicBezTo>
                  <a:lnTo>
                    <a:pt x="28966" y="9144"/>
                  </a:lnTo>
                  <a:cubicBezTo>
                    <a:pt x="30833" y="9144"/>
                    <a:pt x="32347" y="7630"/>
                    <a:pt x="32347" y="5763"/>
                  </a:cubicBezTo>
                  <a:cubicBezTo>
                    <a:pt x="32347" y="3896"/>
                    <a:pt x="30833" y="2382"/>
                    <a:pt x="28966" y="2382"/>
                  </a:cubicBezTo>
                  <a:lnTo>
                    <a:pt x="23422" y="2382"/>
                  </a:lnTo>
                  <a:cubicBezTo>
                    <a:pt x="22211" y="2382"/>
                    <a:pt x="21022" y="2043"/>
                    <a:pt x="19991" y="1394"/>
                  </a:cubicBezTo>
                  <a:cubicBezTo>
                    <a:pt x="18490" y="458"/>
                    <a:pt x="16805" y="0"/>
                    <a:pt x="151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68"/>
          <p:cNvGrpSpPr/>
          <p:nvPr/>
        </p:nvGrpSpPr>
        <p:grpSpPr>
          <a:xfrm>
            <a:off x="-1803876" y="2161482"/>
            <a:ext cx="276552" cy="277623"/>
            <a:chOff x="15524825" y="1277725"/>
            <a:chExt cx="1148950" cy="1153400"/>
          </a:xfrm>
        </p:grpSpPr>
        <p:sp>
          <p:nvSpPr>
            <p:cNvPr id="1071" name="Google Shape;1071;p68"/>
            <p:cNvSpPr/>
            <p:nvPr/>
          </p:nvSpPr>
          <p:spPr>
            <a:xfrm>
              <a:off x="15750100" y="1277725"/>
              <a:ext cx="518175" cy="325850"/>
            </a:xfrm>
            <a:custGeom>
              <a:rect b="b" l="l" r="r" t="t"/>
              <a:pathLst>
                <a:path extrusionOk="0" h="13034" w="20727">
                  <a:moveTo>
                    <a:pt x="1349" y="0"/>
                  </a:moveTo>
                  <a:cubicBezTo>
                    <a:pt x="599" y="0"/>
                    <a:pt x="1" y="606"/>
                    <a:pt x="1" y="1355"/>
                  </a:cubicBezTo>
                  <a:lnTo>
                    <a:pt x="1" y="2256"/>
                  </a:lnTo>
                  <a:cubicBezTo>
                    <a:pt x="1" y="6978"/>
                    <a:pt x="3829" y="10813"/>
                    <a:pt x="8558" y="10813"/>
                  </a:cubicBezTo>
                  <a:lnTo>
                    <a:pt x="9012" y="10813"/>
                  </a:lnTo>
                  <a:lnTo>
                    <a:pt x="9012" y="13034"/>
                  </a:lnTo>
                  <a:lnTo>
                    <a:pt x="11715" y="13034"/>
                  </a:lnTo>
                  <a:lnTo>
                    <a:pt x="11715" y="10813"/>
                  </a:lnTo>
                  <a:lnTo>
                    <a:pt x="12162" y="10813"/>
                  </a:lnTo>
                  <a:cubicBezTo>
                    <a:pt x="16891" y="10813"/>
                    <a:pt x="20727" y="6978"/>
                    <a:pt x="20727" y="2256"/>
                  </a:cubicBezTo>
                  <a:lnTo>
                    <a:pt x="20727" y="1355"/>
                  </a:lnTo>
                  <a:cubicBezTo>
                    <a:pt x="20727" y="606"/>
                    <a:pt x="20121" y="0"/>
                    <a:pt x="19371" y="0"/>
                  </a:cubicBezTo>
                  <a:lnTo>
                    <a:pt x="18470" y="0"/>
                  </a:lnTo>
                  <a:cubicBezTo>
                    <a:pt x="14801" y="0"/>
                    <a:pt x="11535" y="2336"/>
                    <a:pt x="10360" y="5810"/>
                  </a:cubicBezTo>
                  <a:cubicBezTo>
                    <a:pt x="9185" y="2336"/>
                    <a:pt x="5919" y="0"/>
                    <a:pt x="22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68"/>
            <p:cNvSpPr/>
            <p:nvPr/>
          </p:nvSpPr>
          <p:spPr>
            <a:xfrm>
              <a:off x="15524825" y="1671150"/>
              <a:ext cx="968725" cy="759975"/>
            </a:xfrm>
            <a:custGeom>
              <a:rect b="b" l="l" r="r" t="t"/>
              <a:pathLst>
                <a:path extrusionOk="0" h="30399" w="38749">
                  <a:moveTo>
                    <a:pt x="16127" y="0"/>
                  </a:moveTo>
                  <a:cubicBezTo>
                    <a:pt x="15377" y="0"/>
                    <a:pt x="14779" y="606"/>
                    <a:pt x="14779" y="1355"/>
                  </a:cubicBezTo>
                  <a:lnTo>
                    <a:pt x="14779" y="4087"/>
                  </a:lnTo>
                  <a:lnTo>
                    <a:pt x="12162" y="4087"/>
                  </a:lnTo>
                  <a:cubicBezTo>
                    <a:pt x="5458" y="4087"/>
                    <a:pt x="0" y="9545"/>
                    <a:pt x="0" y="16256"/>
                  </a:cubicBezTo>
                  <a:lnTo>
                    <a:pt x="0" y="22088"/>
                  </a:lnTo>
                  <a:cubicBezTo>
                    <a:pt x="0" y="25318"/>
                    <a:pt x="1868" y="28259"/>
                    <a:pt x="4794" y="29621"/>
                  </a:cubicBezTo>
                  <a:cubicBezTo>
                    <a:pt x="5918" y="30143"/>
                    <a:pt x="7117" y="30398"/>
                    <a:pt x="8308" y="30398"/>
                  </a:cubicBezTo>
                  <a:cubicBezTo>
                    <a:pt x="10229" y="30398"/>
                    <a:pt x="12128" y="29735"/>
                    <a:pt x="13654" y="28454"/>
                  </a:cubicBezTo>
                  <a:lnTo>
                    <a:pt x="17266" y="25426"/>
                  </a:lnTo>
                  <a:lnTo>
                    <a:pt x="13200" y="22009"/>
                  </a:lnTo>
                  <a:cubicBezTo>
                    <a:pt x="12688" y="21584"/>
                    <a:pt x="12256" y="21079"/>
                    <a:pt x="11903" y="20517"/>
                  </a:cubicBezTo>
                  <a:lnTo>
                    <a:pt x="9870" y="22218"/>
                  </a:lnTo>
                  <a:cubicBezTo>
                    <a:pt x="9618" y="22431"/>
                    <a:pt x="9310" y="22535"/>
                    <a:pt x="9003" y="22535"/>
                  </a:cubicBezTo>
                  <a:cubicBezTo>
                    <a:pt x="8616" y="22535"/>
                    <a:pt x="8232" y="22370"/>
                    <a:pt x="7966" y="22052"/>
                  </a:cubicBezTo>
                  <a:cubicBezTo>
                    <a:pt x="7483" y="21483"/>
                    <a:pt x="7563" y="20625"/>
                    <a:pt x="8132" y="20149"/>
                  </a:cubicBezTo>
                  <a:lnTo>
                    <a:pt x="10980" y="17763"/>
                  </a:lnTo>
                  <a:cubicBezTo>
                    <a:pt x="10742" y="15218"/>
                    <a:pt x="12061" y="12781"/>
                    <a:pt x="14332" y="11592"/>
                  </a:cubicBezTo>
                  <a:cubicBezTo>
                    <a:pt x="15256" y="11106"/>
                    <a:pt x="16261" y="10868"/>
                    <a:pt x="17262" y="10868"/>
                  </a:cubicBezTo>
                  <a:cubicBezTo>
                    <a:pt x="18712" y="10868"/>
                    <a:pt x="20150" y="11369"/>
                    <a:pt x="21310" y="12342"/>
                  </a:cubicBezTo>
                  <a:lnTo>
                    <a:pt x="30610" y="20149"/>
                  </a:lnTo>
                  <a:cubicBezTo>
                    <a:pt x="31179" y="20625"/>
                    <a:pt x="31259" y="21483"/>
                    <a:pt x="30776" y="22052"/>
                  </a:cubicBezTo>
                  <a:cubicBezTo>
                    <a:pt x="30510" y="22370"/>
                    <a:pt x="30126" y="22535"/>
                    <a:pt x="29739" y="22535"/>
                  </a:cubicBezTo>
                  <a:cubicBezTo>
                    <a:pt x="29432" y="22535"/>
                    <a:pt x="29124" y="22431"/>
                    <a:pt x="28872" y="22218"/>
                  </a:cubicBezTo>
                  <a:lnTo>
                    <a:pt x="19573" y="14418"/>
                  </a:lnTo>
                  <a:cubicBezTo>
                    <a:pt x="18897" y="13850"/>
                    <a:pt x="18075" y="13573"/>
                    <a:pt x="17258" y="13573"/>
                  </a:cubicBezTo>
                  <a:cubicBezTo>
                    <a:pt x="16230" y="13573"/>
                    <a:pt x="15209" y="14013"/>
                    <a:pt x="14498" y="14865"/>
                  </a:cubicBezTo>
                  <a:cubicBezTo>
                    <a:pt x="13215" y="16386"/>
                    <a:pt x="13416" y="18664"/>
                    <a:pt x="14938" y="19940"/>
                  </a:cubicBezTo>
                  <a:lnTo>
                    <a:pt x="25088" y="28454"/>
                  </a:lnTo>
                  <a:cubicBezTo>
                    <a:pt x="26614" y="29735"/>
                    <a:pt x="28513" y="30398"/>
                    <a:pt x="30434" y="30398"/>
                  </a:cubicBezTo>
                  <a:cubicBezTo>
                    <a:pt x="31625" y="30398"/>
                    <a:pt x="32824" y="30143"/>
                    <a:pt x="33948" y="29621"/>
                  </a:cubicBezTo>
                  <a:cubicBezTo>
                    <a:pt x="36874" y="28259"/>
                    <a:pt x="38749" y="25318"/>
                    <a:pt x="38749" y="22088"/>
                  </a:cubicBezTo>
                  <a:lnTo>
                    <a:pt x="38749" y="21187"/>
                  </a:lnTo>
                  <a:cubicBezTo>
                    <a:pt x="38523" y="21226"/>
                    <a:pt x="38295" y="21246"/>
                    <a:pt x="38068" y="21246"/>
                  </a:cubicBezTo>
                  <a:cubicBezTo>
                    <a:pt x="37378" y="21246"/>
                    <a:pt x="36698" y="21066"/>
                    <a:pt x="36096" y="20718"/>
                  </a:cubicBezTo>
                  <a:cubicBezTo>
                    <a:pt x="34719" y="19904"/>
                    <a:pt x="33414" y="18974"/>
                    <a:pt x="32189" y="17936"/>
                  </a:cubicBezTo>
                  <a:cubicBezTo>
                    <a:pt x="29067" y="15276"/>
                    <a:pt x="27481" y="12536"/>
                    <a:pt x="27481" y="9811"/>
                  </a:cubicBezTo>
                  <a:cubicBezTo>
                    <a:pt x="27481" y="7814"/>
                    <a:pt x="28274" y="5897"/>
                    <a:pt x="29687" y="4491"/>
                  </a:cubicBezTo>
                  <a:cubicBezTo>
                    <a:pt x="28671" y="4224"/>
                    <a:pt x="27633" y="4087"/>
                    <a:pt x="26580" y="4087"/>
                  </a:cubicBezTo>
                  <a:lnTo>
                    <a:pt x="23970" y="4087"/>
                  </a:lnTo>
                  <a:lnTo>
                    <a:pt x="23970" y="1355"/>
                  </a:lnTo>
                  <a:cubicBezTo>
                    <a:pt x="23970" y="606"/>
                    <a:pt x="23365" y="0"/>
                    <a:pt x="226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68"/>
            <p:cNvSpPr/>
            <p:nvPr/>
          </p:nvSpPr>
          <p:spPr>
            <a:xfrm>
              <a:off x="16279425" y="1795850"/>
              <a:ext cx="394350" cy="338925"/>
            </a:xfrm>
            <a:custGeom>
              <a:rect b="b" l="l" r="r" t="t"/>
              <a:pathLst>
                <a:path extrusionOk="0" h="13557" w="15774">
                  <a:moveTo>
                    <a:pt x="4823" y="1"/>
                  </a:moveTo>
                  <a:cubicBezTo>
                    <a:pt x="2163" y="1"/>
                    <a:pt x="1" y="2156"/>
                    <a:pt x="1" y="4823"/>
                  </a:cubicBezTo>
                  <a:cubicBezTo>
                    <a:pt x="1" y="6727"/>
                    <a:pt x="1262" y="8767"/>
                    <a:pt x="3756" y="10886"/>
                  </a:cubicBezTo>
                  <a:cubicBezTo>
                    <a:pt x="4859" y="11816"/>
                    <a:pt x="6027" y="12652"/>
                    <a:pt x="7267" y="13395"/>
                  </a:cubicBezTo>
                  <a:cubicBezTo>
                    <a:pt x="7458" y="13503"/>
                    <a:pt x="7673" y="13557"/>
                    <a:pt x="7887" y="13557"/>
                  </a:cubicBezTo>
                  <a:cubicBezTo>
                    <a:pt x="8102" y="13557"/>
                    <a:pt x="8316" y="13503"/>
                    <a:pt x="8507" y="13395"/>
                  </a:cubicBezTo>
                  <a:cubicBezTo>
                    <a:pt x="9740" y="12652"/>
                    <a:pt x="10915" y="11816"/>
                    <a:pt x="12011" y="10886"/>
                  </a:cubicBezTo>
                  <a:cubicBezTo>
                    <a:pt x="14505" y="8767"/>
                    <a:pt x="15774" y="6727"/>
                    <a:pt x="15774" y="4823"/>
                  </a:cubicBezTo>
                  <a:cubicBezTo>
                    <a:pt x="15767" y="2163"/>
                    <a:pt x="13611" y="1"/>
                    <a:pt x="10951" y="1"/>
                  </a:cubicBezTo>
                  <a:cubicBezTo>
                    <a:pt x="9834" y="1"/>
                    <a:pt x="8745" y="390"/>
                    <a:pt x="7887" y="1111"/>
                  </a:cubicBezTo>
                  <a:cubicBezTo>
                    <a:pt x="7029" y="390"/>
                    <a:pt x="5941" y="1"/>
                    <a:pt x="48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4" name="Google Shape;1074;p68"/>
          <p:cNvSpPr txBox="1"/>
          <p:nvPr>
            <p:ph type="title"/>
          </p:nvPr>
        </p:nvSpPr>
        <p:spPr>
          <a:xfrm>
            <a:off x="687525" y="1149875"/>
            <a:ext cx="7709400" cy="1569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1500">
                <a:latin typeface="Gantari"/>
                <a:ea typeface="Gantari"/>
                <a:cs typeface="Gantari"/>
                <a:sym typeface="Gantari"/>
              </a:rPr>
              <a:t>Next, the classifiers will be trained using an 80/20 train-test split. The 80/20 split is one of the most commonly used techniques for training machine learning models. This approach ensures that the model is trained on sufficient data (80%) while reserving the remaining 20% for testing on unseen data. This helps evaluate the model’s performance and ensures that it generalises well rather than becoming biased or overfitted.</a:t>
            </a:r>
            <a:endParaRPr i="0" sz="1500" u="none" cap="none" strike="noStrike">
              <a:solidFill>
                <a:schemeClr val="dk1"/>
              </a:solidFill>
              <a:latin typeface="Gantari"/>
              <a:ea typeface="Gantari"/>
              <a:cs typeface="Gantari"/>
              <a:sym typeface="Gantari"/>
            </a:endParaRPr>
          </a:p>
        </p:txBody>
      </p:sp>
      <p:sp>
        <p:nvSpPr>
          <p:cNvPr id="1075" name="Google Shape;1075;p68"/>
          <p:cNvSpPr txBox="1"/>
          <p:nvPr/>
        </p:nvSpPr>
        <p:spPr>
          <a:xfrm>
            <a:off x="7759055" y="48424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highlight>
                  <a:srgbClr val="FFFFFF"/>
                </a:highlight>
              </a:rPr>
              <a:t>(GunKurnia, 2024)</a:t>
            </a:r>
            <a:endParaRPr/>
          </a:p>
        </p:txBody>
      </p:sp>
      <p:pic>
        <p:nvPicPr>
          <p:cNvPr id="1076" name="Google Shape;1076;p68"/>
          <p:cNvPicPr preferRelativeResize="0"/>
          <p:nvPr/>
        </p:nvPicPr>
        <p:blipFill>
          <a:blip r:embed="rId3">
            <a:alphaModFix/>
          </a:blip>
          <a:stretch>
            <a:fillRect/>
          </a:stretch>
        </p:blipFill>
        <p:spPr>
          <a:xfrm>
            <a:off x="1861092" y="2630839"/>
            <a:ext cx="5083866" cy="266108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0" name="Shape 1080"/>
        <p:cNvGrpSpPr/>
        <p:nvPr/>
      </p:nvGrpSpPr>
      <p:grpSpPr>
        <a:xfrm>
          <a:off x="0" y="0"/>
          <a:ext cx="0" cy="0"/>
          <a:chOff x="0" y="0"/>
          <a:chExt cx="0" cy="0"/>
        </a:xfrm>
      </p:grpSpPr>
      <p:pic>
        <p:nvPicPr>
          <p:cNvPr id="1081" name="Google Shape;1081;p69"/>
          <p:cNvPicPr preferRelativeResize="0"/>
          <p:nvPr/>
        </p:nvPicPr>
        <p:blipFill>
          <a:blip r:embed="rId3">
            <a:alphaModFix/>
          </a:blip>
          <a:stretch>
            <a:fillRect/>
          </a:stretch>
        </p:blipFill>
        <p:spPr>
          <a:xfrm>
            <a:off x="4714813" y="630925"/>
            <a:ext cx="342900" cy="371475"/>
          </a:xfrm>
          <a:prstGeom prst="rect">
            <a:avLst/>
          </a:prstGeom>
          <a:noFill/>
          <a:ln>
            <a:noFill/>
          </a:ln>
        </p:spPr>
      </p:pic>
      <p:sp>
        <p:nvSpPr>
          <p:cNvPr id="1082" name="Google Shape;1082;p69"/>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Implementation of Evaluation </a:t>
            </a:r>
            <a:r>
              <a:rPr lang="en" sz="3200"/>
              <a:t>Strategies</a:t>
            </a:r>
            <a:endParaRPr sz="3200"/>
          </a:p>
        </p:txBody>
      </p:sp>
      <p:pic>
        <p:nvPicPr>
          <p:cNvPr id="1083" name="Google Shape;1083;p69"/>
          <p:cNvPicPr preferRelativeResize="0"/>
          <p:nvPr/>
        </p:nvPicPr>
        <p:blipFill>
          <a:blip r:embed="rId4">
            <a:alphaModFix/>
          </a:blip>
          <a:stretch>
            <a:fillRect/>
          </a:stretch>
        </p:blipFill>
        <p:spPr>
          <a:xfrm>
            <a:off x="1301975" y="4240900"/>
            <a:ext cx="342900" cy="371475"/>
          </a:xfrm>
          <a:prstGeom prst="rect">
            <a:avLst/>
          </a:prstGeom>
          <a:noFill/>
          <a:ln>
            <a:noFill/>
          </a:ln>
        </p:spPr>
      </p:pic>
      <p:sp>
        <p:nvSpPr>
          <p:cNvPr id="1084" name="Google Shape;1084;p69"/>
          <p:cNvSpPr/>
          <p:nvPr/>
        </p:nvSpPr>
        <p:spPr>
          <a:xfrm>
            <a:off x="194725" y="2319875"/>
            <a:ext cx="2857500" cy="25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1085" name="Google Shape;1085;p69"/>
          <p:cNvSpPr txBox="1"/>
          <p:nvPr/>
        </p:nvSpPr>
        <p:spPr>
          <a:xfrm>
            <a:off x="275063" y="25400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antari"/>
                <a:ea typeface="Gantari"/>
                <a:cs typeface="Gantari"/>
                <a:sym typeface="Gantari"/>
              </a:rPr>
              <a:t>            Accuracy</a:t>
            </a:r>
            <a:endParaRPr/>
          </a:p>
        </p:txBody>
      </p:sp>
      <p:pic>
        <p:nvPicPr>
          <p:cNvPr id="1086" name="Google Shape;1086;p69"/>
          <p:cNvPicPr preferRelativeResize="0"/>
          <p:nvPr/>
        </p:nvPicPr>
        <p:blipFill>
          <a:blip r:embed="rId5">
            <a:alphaModFix/>
          </a:blip>
          <a:stretch>
            <a:fillRect/>
          </a:stretch>
        </p:blipFill>
        <p:spPr>
          <a:xfrm>
            <a:off x="629301" y="1553675"/>
            <a:ext cx="1988348" cy="1119050"/>
          </a:xfrm>
          <a:prstGeom prst="rect">
            <a:avLst/>
          </a:prstGeom>
          <a:noFill/>
          <a:ln>
            <a:noFill/>
          </a:ln>
        </p:spPr>
      </p:pic>
      <p:sp>
        <p:nvSpPr>
          <p:cNvPr id="1087" name="Google Shape;1087;p69"/>
          <p:cNvSpPr txBox="1"/>
          <p:nvPr/>
        </p:nvSpPr>
        <p:spPr>
          <a:xfrm>
            <a:off x="123475" y="2826275"/>
            <a:ext cx="3000000" cy="222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latin typeface="Gantari"/>
                <a:ea typeface="Gantari"/>
                <a:cs typeface="Gantari"/>
                <a:sym typeface="Gantari"/>
              </a:rPr>
              <a:t>overall performance</a:t>
            </a:r>
            <a:endParaRPr b="1" sz="1300">
              <a:latin typeface="Gantari"/>
              <a:ea typeface="Gantari"/>
              <a:cs typeface="Gantari"/>
              <a:sym typeface="Gantari"/>
            </a:endParaRPr>
          </a:p>
          <a:p>
            <a:pPr indent="-311150" lvl="0" marL="457200" rtl="0" algn="l">
              <a:lnSpc>
                <a:spcPct val="115000"/>
              </a:lnSpc>
              <a:spcBef>
                <a:spcPts val="0"/>
              </a:spcBef>
              <a:spcAft>
                <a:spcPts val="0"/>
              </a:spcAft>
              <a:buSzPts val="1300"/>
              <a:buFont typeface="Gantari"/>
              <a:buChar char="-"/>
            </a:pPr>
            <a:r>
              <a:rPr b="1" lang="en" sz="1300">
                <a:latin typeface="Gantari"/>
                <a:ea typeface="Gantari"/>
                <a:cs typeface="Gantari"/>
                <a:sym typeface="Gantari"/>
              </a:rPr>
              <a:t>calculating the proportion of correctly predicted cases over total cases. </a:t>
            </a:r>
            <a:r>
              <a:rPr lang="en" sz="1300">
                <a:latin typeface="Gantari"/>
                <a:ea typeface="Gantari"/>
                <a:cs typeface="Gantari"/>
                <a:sym typeface="Gantari"/>
              </a:rPr>
              <a:t>Best</a:t>
            </a:r>
            <a:r>
              <a:rPr lang="en" sz="1300">
                <a:latin typeface="Gantari"/>
                <a:ea typeface="Gantari"/>
                <a:cs typeface="Gantari"/>
                <a:sym typeface="Gantari"/>
              </a:rPr>
              <a:t> for datasets with balanced classes as it does not reflect the model’s ability to predict specific classes in imbalanced     </a:t>
            </a:r>
            <a:endParaRPr sz="1300">
              <a:latin typeface="Gantari"/>
              <a:ea typeface="Gantari"/>
              <a:cs typeface="Gantari"/>
              <a:sym typeface="Gantari"/>
            </a:endParaRPr>
          </a:p>
          <a:p>
            <a:pPr indent="0" lvl="0" marL="0" rtl="0" algn="l">
              <a:lnSpc>
                <a:spcPct val="115000"/>
              </a:lnSpc>
              <a:spcBef>
                <a:spcPts val="0"/>
              </a:spcBef>
              <a:spcAft>
                <a:spcPts val="0"/>
              </a:spcAft>
              <a:buNone/>
            </a:pPr>
            <a:r>
              <a:rPr lang="en" sz="1300">
                <a:latin typeface="Gantari"/>
                <a:ea typeface="Gantari"/>
                <a:cs typeface="Gantari"/>
                <a:sym typeface="Gantari"/>
              </a:rPr>
              <a:t>  datasets</a:t>
            </a:r>
            <a:endParaRPr sz="1600">
              <a:latin typeface="Gantari"/>
              <a:ea typeface="Gantari"/>
              <a:cs typeface="Gantari"/>
              <a:sym typeface="Gantari"/>
            </a:endParaRPr>
          </a:p>
        </p:txBody>
      </p:sp>
      <p:pic>
        <p:nvPicPr>
          <p:cNvPr id="1088" name="Google Shape;1088;p69"/>
          <p:cNvPicPr preferRelativeResize="0"/>
          <p:nvPr/>
        </p:nvPicPr>
        <p:blipFill>
          <a:blip r:embed="rId4">
            <a:alphaModFix/>
          </a:blip>
          <a:stretch>
            <a:fillRect/>
          </a:stretch>
        </p:blipFill>
        <p:spPr>
          <a:xfrm>
            <a:off x="4606600" y="4240900"/>
            <a:ext cx="342900" cy="371475"/>
          </a:xfrm>
          <a:prstGeom prst="rect">
            <a:avLst/>
          </a:prstGeom>
          <a:noFill/>
          <a:ln>
            <a:noFill/>
          </a:ln>
        </p:spPr>
      </p:pic>
      <p:sp>
        <p:nvSpPr>
          <p:cNvPr id="1089" name="Google Shape;1089;p69"/>
          <p:cNvSpPr/>
          <p:nvPr/>
        </p:nvSpPr>
        <p:spPr>
          <a:xfrm>
            <a:off x="3202938" y="2319875"/>
            <a:ext cx="2857500" cy="25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1090" name="Google Shape;1090;p69"/>
          <p:cNvSpPr txBox="1"/>
          <p:nvPr/>
        </p:nvSpPr>
        <p:spPr>
          <a:xfrm>
            <a:off x="3283275" y="25400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antari"/>
                <a:ea typeface="Gantari"/>
                <a:cs typeface="Gantari"/>
                <a:sym typeface="Gantari"/>
              </a:rPr>
              <a:t>            Precision</a:t>
            </a:r>
            <a:endParaRPr/>
          </a:p>
        </p:txBody>
      </p:sp>
      <p:pic>
        <p:nvPicPr>
          <p:cNvPr id="1091" name="Google Shape;1091;p69"/>
          <p:cNvPicPr preferRelativeResize="0"/>
          <p:nvPr/>
        </p:nvPicPr>
        <p:blipFill>
          <a:blip r:embed="rId6">
            <a:alphaModFix/>
          </a:blip>
          <a:stretch>
            <a:fillRect/>
          </a:stretch>
        </p:blipFill>
        <p:spPr>
          <a:xfrm>
            <a:off x="3637488" y="1553675"/>
            <a:ext cx="1988396" cy="1119050"/>
          </a:xfrm>
          <a:prstGeom prst="rect">
            <a:avLst/>
          </a:prstGeom>
          <a:noFill/>
          <a:ln>
            <a:noFill/>
          </a:ln>
        </p:spPr>
      </p:pic>
      <p:sp>
        <p:nvSpPr>
          <p:cNvPr id="1092" name="Google Shape;1092;p69"/>
          <p:cNvSpPr txBox="1"/>
          <p:nvPr/>
        </p:nvSpPr>
        <p:spPr>
          <a:xfrm>
            <a:off x="3311191" y="2857638"/>
            <a:ext cx="27462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Gantari"/>
                <a:ea typeface="Gantari"/>
                <a:cs typeface="Gantari"/>
                <a:sym typeface="Gantari"/>
              </a:rPr>
              <a:t>measures the accuracy of the model in predicting the positive class by calculating the proportion of correctly predicted positive cases out of all predicted positive cases</a:t>
            </a:r>
            <a:r>
              <a:rPr lang="en" sz="1300">
                <a:latin typeface="Gantari"/>
                <a:ea typeface="Gantari"/>
                <a:cs typeface="Gantari"/>
                <a:sym typeface="Gantari"/>
              </a:rPr>
              <a:t>. </a:t>
            </a:r>
            <a:r>
              <a:rPr lang="en" sz="1300">
                <a:latin typeface="Gantari"/>
                <a:ea typeface="Gantari"/>
                <a:cs typeface="Gantari"/>
                <a:sym typeface="Gantari"/>
              </a:rPr>
              <a:t>Best for datasets with imbalanced classes as it reflect the model correctness in identifying the target   </a:t>
            </a:r>
            <a:endParaRPr sz="1300">
              <a:latin typeface="Gantari"/>
              <a:ea typeface="Gantari"/>
              <a:cs typeface="Gantari"/>
              <a:sym typeface="Gantari"/>
            </a:endParaRPr>
          </a:p>
          <a:p>
            <a:pPr indent="0" lvl="0" marL="0" rtl="0" algn="l">
              <a:spcBef>
                <a:spcPts val="0"/>
              </a:spcBef>
              <a:spcAft>
                <a:spcPts val="0"/>
              </a:spcAft>
              <a:buNone/>
            </a:pPr>
            <a:r>
              <a:rPr lang="en" sz="1300">
                <a:latin typeface="Gantari"/>
                <a:ea typeface="Gantari"/>
                <a:cs typeface="Gantari"/>
                <a:sym typeface="Gantari"/>
              </a:rPr>
              <a:t>   class</a:t>
            </a:r>
            <a:endParaRPr sz="1300"/>
          </a:p>
        </p:txBody>
      </p:sp>
      <p:sp>
        <p:nvSpPr>
          <p:cNvPr id="1093" name="Google Shape;1093;p69"/>
          <p:cNvSpPr/>
          <p:nvPr/>
        </p:nvSpPr>
        <p:spPr>
          <a:xfrm>
            <a:off x="6282400" y="2319875"/>
            <a:ext cx="2857500" cy="25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1094" name="Google Shape;1094;p69"/>
          <p:cNvSpPr txBox="1"/>
          <p:nvPr/>
        </p:nvSpPr>
        <p:spPr>
          <a:xfrm>
            <a:off x="6362738" y="2540000"/>
            <a:ext cx="3000000" cy="50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antari"/>
                <a:ea typeface="Gantari"/>
                <a:cs typeface="Gantari"/>
                <a:sym typeface="Gantari"/>
              </a:rPr>
              <a:t>            Recall</a:t>
            </a:r>
            <a:endParaRPr/>
          </a:p>
        </p:txBody>
      </p:sp>
      <p:sp>
        <p:nvSpPr>
          <p:cNvPr id="1095" name="Google Shape;1095;p69"/>
          <p:cNvSpPr txBox="1"/>
          <p:nvPr/>
        </p:nvSpPr>
        <p:spPr>
          <a:xfrm>
            <a:off x="6286950" y="2931275"/>
            <a:ext cx="30000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Gantari"/>
                <a:ea typeface="Gantari"/>
                <a:cs typeface="Gantari"/>
                <a:sym typeface="Gantari"/>
              </a:rPr>
              <a:t>measures the model’s ability to correctly identify the positive class by calculating the proportion of correctly predicted positive cases out of all actual positive cases. </a:t>
            </a:r>
            <a:r>
              <a:rPr lang="en" sz="1300">
                <a:latin typeface="Gantari"/>
                <a:ea typeface="Gantari"/>
                <a:cs typeface="Gantari"/>
                <a:sym typeface="Gantari"/>
              </a:rPr>
              <a:t>Best for datasets with imbalanced classes, as it reflects how well the model can detect the target class</a:t>
            </a:r>
            <a:endParaRPr b="0" i="0" sz="1300" u="none" cap="none" strike="noStrike">
              <a:solidFill>
                <a:srgbClr val="000000"/>
              </a:solidFill>
              <a:latin typeface="Gantari"/>
              <a:ea typeface="Gantari"/>
              <a:cs typeface="Gantari"/>
              <a:sym typeface="Gantari"/>
            </a:endParaRPr>
          </a:p>
        </p:txBody>
      </p:sp>
      <p:pic>
        <p:nvPicPr>
          <p:cNvPr id="1096" name="Google Shape;1096;p69"/>
          <p:cNvPicPr preferRelativeResize="0"/>
          <p:nvPr/>
        </p:nvPicPr>
        <p:blipFill>
          <a:blip r:embed="rId7">
            <a:alphaModFix/>
          </a:blip>
          <a:stretch>
            <a:fillRect/>
          </a:stretch>
        </p:blipFill>
        <p:spPr>
          <a:xfrm>
            <a:off x="6844252" y="1582650"/>
            <a:ext cx="1885379" cy="1061076"/>
          </a:xfrm>
          <a:prstGeom prst="rect">
            <a:avLst/>
          </a:prstGeom>
          <a:noFill/>
          <a:ln>
            <a:noFill/>
          </a:ln>
        </p:spPr>
      </p:pic>
      <p:sp>
        <p:nvSpPr>
          <p:cNvPr id="1097" name="Google Shape;1097;p69"/>
          <p:cNvSpPr txBox="1"/>
          <p:nvPr/>
        </p:nvSpPr>
        <p:spPr>
          <a:xfrm>
            <a:off x="6139925" y="4633476"/>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highlight>
                  <a:srgbClr val="FFFFFF"/>
                </a:highlight>
                <a:latin typeface="Times New Roman"/>
                <a:ea typeface="Times New Roman"/>
                <a:cs typeface="Times New Roman"/>
                <a:sym typeface="Times New Roman"/>
              </a:rPr>
              <a:t>(</a:t>
            </a:r>
            <a:r>
              <a:rPr i="1" lang="en" sz="1200">
                <a:latin typeface="Times New Roman"/>
                <a:ea typeface="Times New Roman"/>
                <a:cs typeface="Times New Roman"/>
                <a:sym typeface="Times New Roman"/>
              </a:rPr>
              <a:t>Accuracy vs. Precision vs. Recall in Machine Learning: What’s the Difference?</a:t>
            </a:r>
            <a:r>
              <a:rPr lang="en" sz="1200">
                <a:highlight>
                  <a:srgbClr val="FFFFFF"/>
                </a:highlight>
                <a:latin typeface="Times New Roman"/>
                <a:ea typeface="Times New Roman"/>
                <a:cs typeface="Times New Roman"/>
                <a:sym typeface="Times New Roman"/>
              </a:rPr>
              <a:t>, 2025)</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01" name="Shape 1101"/>
        <p:cNvGrpSpPr/>
        <p:nvPr/>
      </p:nvGrpSpPr>
      <p:grpSpPr>
        <a:xfrm>
          <a:off x="0" y="0"/>
          <a:ext cx="0" cy="0"/>
          <a:chOff x="0" y="0"/>
          <a:chExt cx="0" cy="0"/>
        </a:xfrm>
      </p:grpSpPr>
      <p:pic>
        <p:nvPicPr>
          <p:cNvPr id="1102" name="Google Shape;1102;p70"/>
          <p:cNvPicPr preferRelativeResize="0"/>
          <p:nvPr/>
        </p:nvPicPr>
        <p:blipFill>
          <a:blip r:embed="rId3">
            <a:alphaModFix/>
          </a:blip>
          <a:stretch>
            <a:fillRect/>
          </a:stretch>
        </p:blipFill>
        <p:spPr>
          <a:xfrm>
            <a:off x="4714813" y="630925"/>
            <a:ext cx="342900" cy="371475"/>
          </a:xfrm>
          <a:prstGeom prst="rect">
            <a:avLst/>
          </a:prstGeom>
          <a:noFill/>
          <a:ln>
            <a:noFill/>
          </a:ln>
        </p:spPr>
      </p:pic>
      <p:sp>
        <p:nvSpPr>
          <p:cNvPr id="1103" name="Google Shape;1103;p70"/>
          <p:cNvSpPr txBox="1"/>
          <p:nvPr>
            <p:ph type="title"/>
          </p:nvPr>
        </p:nvSpPr>
        <p:spPr>
          <a:xfrm>
            <a:off x="870275" y="0"/>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Implementation of Evaluation Strategies</a:t>
            </a:r>
            <a:endParaRPr sz="3200"/>
          </a:p>
        </p:txBody>
      </p:sp>
      <p:pic>
        <p:nvPicPr>
          <p:cNvPr id="1104" name="Google Shape;1104;p70"/>
          <p:cNvPicPr preferRelativeResize="0"/>
          <p:nvPr/>
        </p:nvPicPr>
        <p:blipFill>
          <a:blip r:embed="rId4">
            <a:alphaModFix/>
          </a:blip>
          <a:stretch>
            <a:fillRect/>
          </a:stretch>
        </p:blipFill>
        <p:spPr>
          <a:xfrm>
            <a:off x="2450275" y="4240900"/>
            <a:ext cx="342900" cy="371475"/>
          </a:xfrm>
          <a:prstGeom prst="rect">
            <a:avLst/>
          </a:prstGeom>
          <a:noFill/>
          <a:ln>
            <a:noFill/>
          </a:ln>
        </p:spPr>
      </p:pic>
      <p:sp>
        <p:nvSpPr>
          <p:cNvPr id="1105" name="Google Shape;1105;p70"/>
          <p:cNvSpPr/>
          <p:nvPr/>
        </p:nvSpPr>
        <p:spPr>
          <a:xfrm>
            <a:off x="1343025" y="2319875"/>
            <a:ext cx="2857500" cy="264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1106" name="Google Shape;1106;p70"/>
          <p:cNvSpPr txBox="1"/>
          <p:nvPr/>
        </p:nvSpPr>
        <p:spPr>
          <a:xfrm>
            <a:off x="1423363" y="25400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antari"/>
                <a:ea typeface="Gantari"/>
                <a:cs typeface="Gantari"/>
                <a:sym typeface="Gantari"/>
              </a:rPr>
              <a:t>            F1-Score</a:t>
            </a:r>
            <a:endParaRPr/>
          </a:p>
        </p:txBody>
      </p:sp>
      <p:sp>
        <p:nvSpPr>
          <p:cNvPr id="1107" name="Google Shape;1107;p70"/>
          <p:cNvSpPr txBox="1"/>
          <p:nvPr/>
        </p:nvSpPr>
        <p:spPr>
          <a:xfrm>
            <a:off x="1271775" y="2826275"/>
            <a:ext cx="3000000" cy="199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latin typeface="Gantari"/>
                <a:ea typeface="Gantari"/>
                <a:cs typeface="Gantari"/>
                <a:sym typeface="Gantari"/>
              </a:rPr>
              <a:t>measures how well a classification model performs on a dataset.</a:t>
            </a:r>
            <a:r>
              <a:rPr lang="en" sz="1300">
                <a:latin typeface="Gantari"/>
                <a:ea typeface="Gantari"/>
                <a:cs typeface="Gantari"/>
                <a:sym typeface="Gantari"/>
              </a:rPr>
              <a:t> It is the harmonic mean of precision and recall, providing a balance between the two metrics. Best for datasets with imbalanced classes, as it reflects the model’s effectiveness in correctly identifying the target class.</a:t>
            </a:r>
            <a:endParaRPr sz="1600">
              <a:latin typeface="Gantari"/>
              <a:ea typeface="Gantari"/>
              <a:cs typeface="Gantari"/>
              <a:sym typeface="Gantari"/>
            </a:endParaRPr>
          </a:p>
        </p:txBody>
      </p:sp>
      <p:pic>
        <p:nvPicPr>
          <p:cNvPr id="1108" name="Google Shape;1108;p70"/>
          <p:cNvPicPr preferRelativeResize="0"/>
          <p:nvPr/>
        </p:nvPicPr>
        <p:blipFill>
          <a:blip r:embed="rId4">
            <a:alphaModFix/>
          </a:blip>
          <a:stretch>
            <a:fillRect/>
          </a:stretch>
        </p:blipFill>
        <p:spPr>
          <a:xfrm>
            <a:off x="4606600" y="4240900"/>
            <a:ext cx="342900" cy="371475"/>
          </a:xfrm>
          <a:prstGeom prst="rect">
            <a:avLst/>
          </a:prstGeom>
          <a:noFill/>
          <a:ln>
            <a:noFill/>
          </a:ln>
        </p:spPr>
      </p:pic>
      <p:sp>
        <p:nvSpPr>
          <p:cNvPr id="1109" name="Google Shape;1109;p70"/>
          <p:cNvSpPr/>
          <p:nvPr/>
        </p:nvSpPr>
        <p:spPr>
          <a:xfrm>
            <a:off x="4492350" y="2267525"/>
            <a:ext cx="2857500" cy="269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1"/>
              </a:solidFill>
              <a:latin typeface="Gantari"/>
              <a:ea typeface="Gantari"/>
              <a:cs typeface="Gantari"/>
              <a:sym typeface="Gantari"/>
            </a:endParaRPr>
          </a:p>
          <a:p>
            <a:pPr indent="0" lvl="0" marL="0" rtl="0" algn="l">
              <a:lnSpc>
                <a:spcPct val="100000"/>
              </a:lnSpc>
              <a:spcBef>
                <a:spcPts val="0"/>
              </a:spcBef>
              <a:spcAft>
                <a:spcPts val="0"/>
              </a:spcAft>
              <a:buNone/>
            </a:pPr>
            <a:r>
              <a:rPr lang="en" sz="1800">
                <a:solidFill>
                  <a:schemeClr val="dk1"/>
                </a:solidFill>
                <a:latin typeface="Gantari"/>
                <a:ea typeface="Gantari"/>
                <a:cs typeface="Gantari"/>
                <a:sym typeface="Gantari"/>
              </a:rPr>
              <a:t> </a:t>
            </a:r>
            <a:endParaRPr sz="1800">
              <a:solidFill>
                <a:schemeClr val="dk1"/>
              </a:solidFill>
              <a:latin typeface="Gantari"/>
              <a:ea typeface="Gantari"/>
              <a:cs typeface="Gantari"/>
              <a:sym typeface="Gantari"/>
            </a:endParaRPr>
          </a:p>
          <a:p>
            <a:pPr indent="0" lvl="0" marL="0" rtl="0" algn="l">
              <a:lnSpc>
                <a:spcPct val="115000"/>
              </a:lnSpc>
              <a:spcBef>
                <a:spcPts val="0"/>
              </a:spcBef>
              <a:spcAft>
                <a:spcPts val="1200"/>
              </a:spcAft>
              <a:buNone/>
            </a:pPr>
            <a:r>
              <a:rPr lang="en" sz="1800">
                <a:solidFill>
                  <a:schemeClr val="dk1"/>
                </a:solidFill>
                <a:latin typeface="Gantari"/>
                <a:ea typeface="Gantari"/>
                <a:cs typeface="Gantari"/>
                <a:sym typeface="Gantari"/>
              </a:rPr>
              <a:t> </a:t>
            </a:r>
            <a:endParaRPr>
              <a:latin typeface="Gantari"/>
              <a:ea typeface="Gantari"/>
              <a:cs typeface="Gantari"/>
              <a:sym typeface="Gantari"/>
            </a:endParaRPr>
          </a:p>
        </p:txBody>
      </p:sp>
      <p:sp>
        <p:nvSpPr>
          <p:cNvPr id="1110" name="Google Shape;1110;p70"/>
          <p:cNvSpPr txBox="1"/>
          <p:nvPr/>
        </p:nvSpPr>
        <p:spPr>
          <a:xfrm>
            <a:off x="4572688" y="248765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antari"/>
                <a:ea typeface="Gantari"/>
                <a:cs typeface="Gantari"/>
                <a:sym typeface="Gantari"/>
              </a:rPr>
              <a:t>     Confusion Matrix</a:t>
            </a:r>
            <a:endParaRPr/>
          </a:p>
        </p:txBody>
      </p:sp>
      <p:sp>
        <p:nvSpPr>
          <p:cNvPr id="1111" name="Google Shape;1111;p70"/>
          <p:cNvSpPr txBox="1"/>
          <p:nvPr/>
        </p:nvSpPr>
        <p:spPr>
          <a:xfrm>
            <a:off x="4496888" y="2773925"/>
            <a:ext cx="30000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Gantari"/>
                <a:ea typeface="Gantari"/>
                <a:cs typeface="Gantari"/>
                <a:sym typeface="Gantari"/>
              </a:rPr>
              <a:t>evaluates the performance of a classification model by presenting the results in a tabular format through counting of true positives, true negatives, false positives, and false negatives. </a:t>
            </a:r>
            <a:r>
              <a:rPr lang="en" sz="1300">
                <a:latin typeface="Gantari"/>
                <a:ea typeface="Gantari"/>
                <a:cs typeface="Gantari"/>
                <a:sym typeface="Gantari"/>
              </a:rPr>
              <a:t>Best for datasets with imbalanced classes as it provides a detailed view of the model’s correctness in identifying each class</a:t>
            </a:r>
            <a:endParaRPr sz="1300">
              <a:latin typeface="Gantari"/>
              <a:ea typeface="Gantari"/>
              <a:cs typeface="Gantari"/>
              <a:sym typeface="Gantari"/>
            </a:endParaRPr>
          </a:p>
        </p:txBody>
      </p:sp>
      <p:sp>
        <p:nvSpPr>
          <p:cNvPr id="1112" name="Google Shape;1112;p70"/>
          <p:cNvSpPr txBox="1"/>
          <p:nvPr/>
        </p:nvSpPr>
        <p:spPr>
          <a:xfrm>
            <a:off x="7349850" y="461237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highlight>
                  <a:srgbClr val="FFFFFF"/>
                </a:highlight>
              </a:rPr>
              <a:t>(GeeksforGeeks, 2017)</a:t>
            </a:r>
            <a:endParaRPr sz="1200">
              <a:highlight>
                <a:srgbClr val="FFFFFF"/>
              </a:highlight>
            </a:endParaRPr>
          </a:p>
          <a:p>
            <a:pPr indent="0" lvl="0" marL="0" rtl="0" algn="l">
              <a:spcBef>
                <a:spcPts val="0"/>
              </a:spcBef>
              <a:spcAft>
                <a:spcPts val="0"/>
              </a:spcAft>
              <a:buNone/>
            </a:pPr>
            <a:r>
              <a:rPr lang="en" sz="1200">
                <a:highlight>
                  <a:srgbClr val="FFFFFF"/>
                </a:highlight>
              </a:rPr>
              <a:t>(GeeksforGeeks, 2023)</a:t>
            </a:r>
            <a:endParaRPr sz="1200">
              <a:highlight>
                <a:srgbClr val="FFFFFF"/>
              </a:highlight>
            </a:endParaRPr>
          </a:p>
        </p:txBody>
      </p:sp>
      <p:pic>
        <p:nvPicPr>
          <p:cNvPr id="1113" name="Google Shape;1113;p70"/>
          <p:cNvPicPr preferRelativeResize="0"/>
          <p:nvPr/>
        </p:nvPicPr>
        <p:blipFill>
          <a:blip r:embed="rId5">
            <a:alphaModFix/>
          </a:blip>
          <a:stretch>
            <a:fillRect/>
          </a:stretch>
        </p:blipFill>
        <p:spPr>
          <a:xfrm>
            <a:off x="1623086" y="1860923"/>
            <a:ext cx="2324575" cy="679075"/>
          </a:xfrm>
          <a:prstGeom prst="rect">
            <a:avLst/>
          </a:prstGeom>
          <a:noFill/>
          <a:ln>
            <a:noFill/>
          </a:ln>
        </p:spPr>
      </p:pic>
      <p:pic>
        <p:nvPicPr>
          <p:cNvPr id="1114" name="Google Shape;1114;p70"/>
          <p:cNvPicPr preferRelativeResize="0"/>
          <p:nvPr/>
        </p:nvPicPr>
        <p:blipFill>
          <a:blip r:embed="rId6">
            <a:alphaModFix/>
          </a:blip>
          <a:stretch>
            <a:fillRect/>
          </a:stretch>
        </p:blipFill>
        <p:spPr>
          <a:xfrm>
            <a:off x="4998814" y="1060623"/>
            <a:ext cx="1844575" cy="1545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8" name="Shape 1118"/>
        <p:cNvGrpSpPr/>
        <p:nvPr/>
      </p:nvGrpSpPr>
      <p:grpSpPr>
        <a:xfrm>
          <a:off x="0" y="0"/>
          <a:ext cx="0" cy="0"/>
          <a:chOff x="0" y="0"/>
          <a:chExt cx="0" cy="0"/>
        </a:xfrm>
      </p:grpSpPr>
      <p:pic>
        <p:nvPicPr>
          <p:cNvPr id="1119" name="Google Shape;1119;p71"/>
          <p:cNvPicPr preferRelativeResize="0"/>
          <p:nvPr/>
        </p:nvPicPr>
        <p:blipFill>
          <a:blip r:embed="rId4">
            <a:alphaModFix/>
          </a:blip>
          <a:stretch>
            <a:fillRect/>
          </a:stretch>
        </p:blipFill>
        <p:spPr>
          <a:xfrm>
            <a:off x="4714813" y="630925"/>
            <a:ext cx="342900" cy="371475"/>
          </a:xfrm>
          <a:prstGeom prst="rect">
            <a:avLst/>
          </a:prstGeom>
          <a:noFill/>
          <a:ln>
            <a:noFill/>
          </a:ln>
        </p:spPr>
      </p:pic>
      <p:sp>
        <p:nvSpPr>
          <p:cNvPr id="1120" name="Google Shape;1120;p71"/>
          <p:cNvSpPr txBox="1"/>
          <p:nvPr>
            <p:ph type="title"/>
          </p:nvPr>
        </p:nvSpPr>
        <p:spPr>
          <a:xfrm>
            <a:off x="647775" y="157050"/>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Results</a:t>
            </a:r>
            <a:endParaRPr sz="3200"/>
          </a:p>
        </p:txBody>
      </p:sp>
      <p:pic>
        <p:nvPicPr>
          <p:cNvPr id="1121" name="Google Shape;1121;p71"/>
          <p:cNvPicPr preferRelativeResize="0"/>
          <p:nvPr/>
        </p:nvPicPr>
        <p:blipFill>
          <a:blip r:embed="rId5">
            <a:alphaModFix/>
          </a:blip>
          <a:stretch>
            <a:fillRect/>
          </a:stretch>
        </p:blipFill>
        <p:spPr>
          <a:xfrm>
            <a:off x="2450275" y="4240900"/>
            <a:ext cx="342900" cy="371475"/>
          </a:xfrm>
          <a:prstGeom prst="rect">
            <a:avLst/>
          </a:prstGeom>
          <a:noFill/>
          <a:ln>
            <a:noFill/>
          </a:ln>
        </p:spPr>
      </p:pic>
      <p:pic>
        <p:nvPicPr>
          <p:cNvPr id="1122" name="Google Shape;1122;p71"/>
          <p:cNvPicPr preferRelativeResize="0"/>
          <p:nvPr/>
        </p:nvPicPr>
        <p:blipFill>
          <a:blip r:embed="rId5">
            <a:alphaModFix/>
          </a:blip>
          <a:stretch>
            <a:fillRect/>
          </a:stretch>
        </p:blipFill>
        <p:spPr>
          <a:xfrm>
            <a:off x="4606600" y="4240900"/>
            <a:ext cx="342900" cy="371475"/>
          </a:xfrm>
          <a:prstGeom prst="rect">
            <a:avLst/>
          </a:prstGeom>
          <a:noFill/>
          <a:ln>
            <a:noFill/>
          </a:ln>
        </p:spPr>
      </p:pic>
      <p:pic>
        <p:nvPicPr>
          <p:cNvPr id="1123" name="Google Shape;1123;p71"/>
          <p:cNvPicPr preferRelativeResize="0"/>
          <p:nvPr/>
        </p:nvPicPr>
        <p:blipFill>
          <a:blip r:embed="rId6">
            <a:alphaModFix/>
          </a:blip>
          <a:stretch>
            <a:fillRect/>
          </a:stretch>
        </p:blipFill>
        <p:spPr>
          <a:xfrm>
            <a:off x="152400" y="1135450"/>
            <a:ext cx="8839199" cy="1080705"/>
          </a:xfrm>
          <a:prstGeom prst="rect">
            <a:avLst/>
          </a:prstGeom>
          <a:noFill/>
          <a:ln>
            <a:noFill/>
          </a:ln>
        </p:spPr>
      </p:pic>
      <p:sp>
        <p:nvSpPr>
          <p:cNvPr id="1124" name="Google Shape;1124;p71"/>
          <p:cNvSpPr txBox="1"/>
          <p:nvPr/>
        </p:nvSpPr>
        <p:spPr>
          <a:xfrm>
            <a:off x="152400" y="2982725"/>
            <a:ext cx="8472300" cy="190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Why N-gram Range (1,2) Works Best for Customer Reviews</a:t>
            </a:r>
            <a:endParaRPr b="1" sz="1300"/>
          </a:p>
          <a:p>
            <a:pPr indent="-298450" lvl="0" marL="457200" rtl="0" algn="l">
              <a:lnSpc>
                <a:spcPct val="115000"/>
              </a:lnSpc>
              <a:spcBef>
                <a:spcPts val="1200"/>
              </a:spcBef>
              <a:spcAft>
                <a:spcPts val="0"/>
              </a:spcAft>
              <a:buSzPts val="1100"/>
              <a:buChar char="●"/>
            </a:pPr>
            <a:r>
              <a:rPr lang="en" sz="1100"/>
              <a:t>Captures key two-word signals in reviews, like “not good,” “high quality,” “fast delivery,” and “poor service.”</a:t>
            </a:r>
            <a:br>
              <a:rPr lang="en" sz="1100"/>
            </a:br>
            <a:endParaRPr sz="1100"/>
          </a:p>
          <a:p>
            <a:pPr indent="-298450" lvl="0" marL="457200" rtl="0" algn="l">
              <a:lnSpc>
                <a:spcPct val="115000"/>
              </a:lnSpc>
              <a:spcBef>
                <a:spcPts val="0"/>
              </a:spcBef>
              <a:spcAft>
                <a:spcPts val="0"/>
              </a:spcAft>
              <a:buSzPts val="1100"/>
              <a:buChar char="●"/>
            </a:pPr>
            <a:r>
              <a:rPr lang="en" sz="1100"/>
              <a:t>Adds context that unigrams (1,1) miss, especially for sentiment and intent.</a:t>
            </a:r>
            <a:br>
              <a:rPr lang="en" sz="1100"/>
            </a:br>
            <a:endParaRPr sz="1100"/>
          </a:p>
          <a:p>
            <a:pPr indent="-298450" lvl="0" marL="457200" rtl="0" algn="l">
              <a:lnSpc>
                <a:spcPct val="115000"/>
              </a:lnSpc>
              <a:spcBef>
                <a:spcPts val="0"/>
              </a:spcBef>
              <a:spcAft>
                <a:spcPts val="0"/>
              </a:spcAft>
              <a:buSzPts val="1100"/>
              <a:buChar char="●"/>
            </a:pPr>
            <a:r>
              <a:rPr lang="en" sz="1100"/>
              <a:t>Avoids the huge, sparse feature space and overfitting that trigrams (1,3) cause in short, informal reviews.</a:t>
            </a:r>
            <a:br>
              <a:rPr lang="en" sz="1100"/>
            </a:br>
            <a:endParaRPr sz="1100"/>
          </a:p>
          <a:p>
            <a:pPr indent="-298450" lvl="0" marL="457200" rtl="0" algn="l">
              <a:lnSpc>
                <a:spcPct val="115000"/>
              </a:lnSpc>
              <a:spcBef>
                <a:spcPts val="0"/>
              </a:spcBef>
              <a:spcAft>
                <a:spcPts val="0"/>
              </a:spcAft>
              <a:buSzPts val="1100"/>
              <a:buChar char="●"/>
            </a:pPr>
            <a:r>
              <a:rPr lang="en" sz="1100"/>
              <a:t>Balances detail and reliability, making it strong for rating prediction, sentiment analysis, and topic detection.</a:t>
            </a:r>
            <a:endParaRPr sz="1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8" name="Shape 1128"/>
        <p:cNvGrpSpPr/>
        <p:nvPr/>
      </p:nvGrpSpPr>
      <p:grpSpPr>
        <a:xfrm>
          <a:off x="0" y="0"/>
          <a:ext cx="0" cy="0"/>
          <a:chOff x="0" y="0"/>
          <a:chExt cx="0" cy="0"/>
        </a:xfrm>
      </p:grpSpPr>
      <p:pic>
        <p:nvPicPr>
          <p:cNvPr id="1129" name="Google Shape;1129;p72"/>
          <p:cNvPicPr preferRelativeResize="0"/>
          <p:nvPr/>
        </p:nvPicPr>
        <p:blipFill>
          <a:blip r:embed="rId3">
            <a:alphaModFix/>
          </a:blip>
          <a:stretch>
            <a:fillRect/>
          </a:stretch>
        </p:blipFill>
        <p:spPr>
          <a:xfrm>
            <a:off x="4714813" y="630925"/>
            <a:ext cx="342900" cy="371475"/>
          </a:xfrm>
          <a:prstGeom prst="rect">
            <a:avLst/>
          </a:prstGeom>
          <a:noFill/>
          <a:ln>
            <a:noFill/>
          </a:ln>
        </p:spPr>
      </p:pic>
      <p:sp>
        <p:nvSpPr>
          <p:cNvPr id="1130" name="Google Shape;1130;p72"/>
          <p:cNvSpPr txBox="1"/>
          <p:nvPr>
            <p:ph type="title"/>
          </p:nvPr>
        </p:nvSpPr>
        <p:spPr>
          <a:xfrm>
            <a:off x="647775" y="157050"/>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Results</a:t>
            </a:r>
            <a:endParaRPr sz="3200"/>
          </a:p>
        </p:txBody>
      </p:sp>
      <p:pic>
        <p:nvPicPr>
          <p:cNvPr id="1131" name="Google Shape;1131;p72"/>
          <p:cNvPicPr preferRelativeResize="0"/>
          <p:nvPr/>
        </p:nvPicPr>
        <p:blipFill>
          <a:blip r:embed="rId4">
            <a:alphaModFix/>
          </a:blip>
          <a:stretch>
            <a:fillRect/>
          </a:stretch>
        </p:blipFill>
        <p:spPr>
          <a:xfrm>
            <a:off x="2450275" y="4240900"/>
            <a:ext cx="342900" cy="371475"/>
          </a:xfrm>
          <a:prstGeom prst="rect">
            <a:avLst/>
          </a:prstGeom>
          <a:noFill/>
          <a:ln>
            <a:noFill/>
          </a:ln>
        </p:spPr>
      </p:pic>
      <p:pic>
        <p:nvPicPr>
          <p:cNvPr id="1132" name="Google Shape;1132;p72"/>
          <p:cNvPicPr preferRelativeResize="0"/>
          <p:nvPr/>
        </p:nvPicPr>
        <p:blipFill>
          <a:blip r:embed="rId4">
            <a:alphaModFix/>
          </a:blip>
          <a:stretch>
            <a:fillRect/>
          </a:stretch>
        </p:blipFill>
        <p:spPr>
          <a:xfrm>
            <a:off x="4606600" y="4240900"/>
            <a:ext cx="342900" cy="371475"/>
          </a:xfrm>
          <a:prstGeom prst="rect">
            <a:avLst/>
          </a:prstGeom>
          <a:noFill/>
          <a:ln>
            <a:noFill/>
          </a:ln>
        </p:spPr>
      </p:pic>
      <p:pic>
        <p:nvPicPr>
          <p:cNvPr id="1133" name="Google Shape;1133;p72"/>
          <p:cNvPicPr preferRelativeResize="0"/>
          <p:nvPr/>
        </p:nvPicPr>
        <p:blipFill>
          <a:blip r:embed="rId5">
            <a:alphaModFix/>
          </a:blip>
          <a:stretch>
            <a:fillRect/>
          </a:stretch>
        </p:blipFill>
        <p:spPr>
          <a:xfrm>
            <a:off x="82875" y="1806225"/>
            <a:ext cx="8839199" cy="1080705"/>
          </a:xfrm>
          <a:prstGeom prst="rect">
            <a:avLst/>
          </a:prstGeom>
          <a:noFill/>
          <a:ln>
            <a:noFill/>
          </a:ln>
        </p:spPr>
      </p:pic>
      <p:pic>
        <p:nvPicPr>
          <p:cNvPr id="1134" name="Google Shape;1134;p72"/>
          <p:cNvPicPr preferRelativeResize="0"/>
          <p:nvPr/>
        </p:nvPicPr>
        <p:blipFill>
          <a:blip r:embed="rId6">
            <a:alphaModFix/>
          </a:blip>
          <a:stretch>
            <a:fillRect/>
          </a:stretch>
        </p:blipFill>
        <p:spPr>
          <a:xfrm>
            <a:off x="82875" y="630930"/>
            <a:ext cx="8839200" cy="1175295"/>
          </a:xfrm>
          <a:prstGeom prst="rect">
            <a:avLst/>
          </a:prstGeom>
          <a:noFill/>
          <a:ln>
            <a:noFill/>
          </a:ln>
        </p:spPr>
      </p:pic>
      <p:sp>
        <p:nvSpPr>
          <p:cNvPr id="1135" name="Google Shape;1135;p72"/>
          <p:cNvSpPr txBox="1"/>
          <p:nvPr/>
        </p:nvSpPr>
        <p:spPr>
          <a:xfrm>
            <a:off x="196300" y="3036375"/>
            <a:ext cx="8472300" cy="243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Logistic Regression</a:t>
            </a:r>
            <a:endParaRPr b="1" sz="1300"/>
          </a:p>
          <a:p>
            <a:pPr indent="-298450" lvl="0" marL="457200" rtl="0" algn="l">
              <a:lnSpc>
                <a:spcPct val="115000"/>
              </a:lnSpc>
              <a:spcBef>
                <a:spcPts val="1200"/>
              </a:spcBef>
              <a:spcAft>
                <a:spcPts val="0"/>
              </a:spcAft>
              <a:buSzPts val="1100"/>
              <a:buChar char="●"/>
            </a:pPr>
            <a:r>
              <a:rPr lang="en" sz="1100"/>
              <a:t>Negative and Neutral recall are much better</a:t>
            </a:r>
            <a:br>
              <a:rPr lang="en" sz="1100"/>
            </a:br>
            <a:endParaRPr sz="1100"/>
          </a:p>
          <a:p>
            <a:pPr indent="-298450" lvl="0" marL="457200" rtl="0" algn="l">
              <a:lnSpc>
                <a:spcPct val="115000"/>
              </a:lnSpc>
              <a:spcBef>
                <a:spcPts val="0"/>
              </a:spcBef>
              <a:spcAft>
                <a:spcPts val="0"/>
              </a:spcAft>
              <a:buSzPts val="1100"/>
              <a:buChar char="●"/>
            </a:pPr>
            <a:r>
              <a:rPr lang="en" sz="1100"/>
              <a:t>Positive recall is slightly lower</a:t>
            </a:r>
            <a:br>
              <a:rPr lang="en" sz="1100"/>
            </a:br>
            <a:endParaRPr sz="1100"/>
          </a:p>
          <a:p>
            <a:pPr indent="-298450" lvl="0" marL="457200" rtl="0" algn="l">
              <a:lnSpc>
                <a:spcPct val="115000"/>
              </a:lnSpc>
              <a:spcBef>
                <a:spcPts val="0"/>
              </a:spcBef>
              <a:spcAft>
                <a:spcPts val="0"/>
              </a:spcAft>
              <a:buSzPts val="1100"/>
              <a:buChar char="●"/>
            </a:pPr>
            <a:r>
              <a:rPr lang="en" sz="1100"/>
              <a:t>Balanced macro stats show it focuses more evenly on all classes</a:t>
            </a:r>
            <a:br>
              <a:rPr lang="en" sz="1100"/>
            </a:br>
            <a:endParaRPr sz="1100"/>
          </a:p>
          <a:p>
            <a:pPr indent="0" lvl="0" marL="0" rtl="0" algn="l">
              <a:lnSpc>
                <a:spcPct val="115000"/>
              </a:lnSpc>
              <a:spcBef>
                <a:spcPts val="1200"/>
              </a:spcBef>
              <a:spcAft>
                <a:spcPts val="0"/>
              </a:spcAft>
              <a:buNone/>
            </a:pPr>
            <a:r>
              <a:rPr lang="en" sz="1100"/>
              <a:t>Best for </a:t>
            </a:r>
            <a:r>
              <a:rPr b="1" lang="en" sz="1100"/>
              <a:t>fair and balanced sentiment classification</a:t>
            </a:r>
            <a:r>
              <a:rPr lang="en" sz="1100"/>
              <a:t>.</a:t>
            </a:r>
            <a:endParaRPr sz="1100"/>
          </a:p>
          <a:p>
            <a:pPr indent="0" lvl="0" marL="457200" rtl="0" algn="l">
              <a:lnSpc>
                <a:spcPct val="115000"/>
              </a:lnSpc>
              <a:spcBef>
                <a:spcPts val="1200"/>
              </a:spcBef>
              <a:spcAft>
                <a:spcPts val="1200"/>
              </a:spcAft>
              <a:buNone/>
            </a:pPr>
            <a:r>
              <a:t/>
            </a:r>
            <a:endParaRPr b="1" sz="13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73"/>
          <p:cNvSpPr txBox="1"/>
          <p:nvPr>
            <p:ph type="title"/>
          </p:nvPr>
        </p:nvSpPr>
        <p:spPr>
          <a:xfrm>
            <a:off x="937700" y="2657475"/>
            <a:ext cx="2175300" cy="41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Challenge</a:t>
            </a:r>
            <a:endParaRPr/>
          </a:p>
        </p:txBody>
      </p:sp>
      <p:sp>
        <p:nvSpPr>
          <p:cNvPr id="1141" name="Google Shape;1141;p73"/>
          <p:cNvSpPr txBox="1"/>
          <p:nvPr>
            <p:ph idx="1" type="subTitle"/>
          </p:nvPr>
        </p:nvSpPr>
        <p:spPr>
          <a:xfrm>
            <a:off x="937700" y="3208475"/>
            <a:ext cx="2175300" cy="8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closest planet to the Sun and the smallest in the entire Solar System</a:t>
            </a:r>
            <a:endParaRPr/>
          </a:p>
        </p:txBody>
      </p:sp>
      <p:sp>
        <p:nvSpPr>
          <p:cNvPr id="1142" name="Google Shape;1142;p73"/>
          <p:cNvSpPr txBox="1"/>
          <p:nvPr>
            <p:ph idx="3" type="subTitle"/>
          </p:nvPr>
        </p:nvSpPr>
        <p:spPr>
          <a:xfrm>
            <a:off x="3484421" y="3208475"/>
            <a:ext cx="2175300" cy="8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has a beautiful name and is the second planet from the Sun</a:t>
            </a:r>
            <a:endParaRPr/>
          </a:p>
        </p:txBody>
      </p:sp>
      <p:sp>
        <p:nvSpPr>
          <p:cNvPr id="1143" name="Google Shape;1143;p73"/>
          <p:cNvSpPr txBox="1"/>
          <p:nvPr>
            <p:ph idx="6"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Discussion / Insights</a:t>
            </a:r>
            <a:endParaRPr/>
          </a:p>
        </p:txBody>
      </p:sp>
      <p:sp>
        <p:nvSpPr>
          <p:cNvPr id="1144" name="Google Shape;1144;p73"/>
          <p:cNvSpPr txBox="1"/>
          <p:nvPr>
            <p:ph idx="2" type="title"/>
          </p:nvPr>
        </p:nvSpPr>
        <p:spPr>
          <a:xfrm>
            <a:off x="3484421" y="2657475"/>
            <a:ext cx="2175300" cy="41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Results</a:t>
            </a:r>
            <a:endParaRPr/>
          </a:p>
        </p:txBody>
      </p:sp>
      <p:sp>
        <p:nvSpPr>
          <p:cNvPr id="1145" name="Google Shape;1145;p73"/>
          <p:cNvSpPr txBox="1"/>
          <p:nvPr>
            <p:ph idx="4" type="title"/>
          </p:nvPr>
        </p:nvSpPr>
        <p:spPr>
          <a:xfrm>
            <a:off x="6031149" y="2657475"/>
            <a:ext cx="2175300" cy="41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Solution</a:t>
            </a:r>
            <a:endParaRPr/>
          </a:p>
        </p:txBody>
      </p:sp>
      <p:sp>
        <p:nvSpPr>
          <p:cNvPr id="1146" name="Google Shape;1146;p73"/>
          <p:cNvSpPr txBox="1"/>
          <p:nvPr>
            <p:ph idx="5" type="subTitle"/>
          </p:nvPr>
        </p:nvSpPr>
        <p:spPr>
          <a:xfrm>
            <a:off x="6031149" y="3208475"/>
            <a:ext cx="2175300" cy="8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Despite being red, Mars is actually a cold place. It’s full of iron oxide dust</a:t>
            </a:r>
            <a:endParaRPr/>
          </a:p>
        </p:txBody>
      </p:sp>
      <p:sp>
        <p:nvSpPr>
          <p:cNvPr id="1147" name="Google Shape;1147;p73"/>
          <p:cNvSpPr/>
          <p:nvPr/>
        </p:nvSpPr>
        <p:spPr>
          <a:xfrm>
            <a:off x="1646150" y="1632375"/>
            <a:ext cx="758400" cy="7584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73"/>
          <p:cNvSpPr/>
          <p:nvPr/>
        </p:nvSpPr>
        <p:spPr>
          <a:xfrm>
            <a:off x="4192871" y="1614837"/>
            <a:ext cx="758400" cy="7584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73"/>
          <p:cNvSpPr/>
          <p:nvPr/>
        </p:nvSpPr>
        <p:spPr>
          <a:xfrm>
            <a:off x="6739599" y="1614837"/>
            <a:ext cx="758400" cy="7584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0" name="Google Shape;1150;p73"/>
          <p:cNvGrpSpPr/>
          <p:nvPr/>
        </p:nvGrpSpPr>
        <p:grpSpPr>
          <a:xfrm>
            <a:off x="6966610" y="1817731"/>
            <a:ext cx="304379" cy="352359"/>
            <a:chOff x="4125525" y="3628200"/>
            <a:chExt cx="219975" cy="254650"/>
          </a:xfrm>
        </p:grpSpPr>
        <p:sp>
          <p:nvSpPr>
            <p:cNvPr id="1151" name="Google Shape;1151;p73"/>
            <p:cNvSpPr/>
            <p:nvPr/>
          </p:nvSpPr>
          <p:spPr>
            <a:xfrm>
              <a:off x="4125525" y="3628200"/>
              <a:ext cx="219975" cy="254650"/>
            </a:xfrm>
            <a:custGeom>
              <a:rect b="b" l="l" r="r" t="t"/>
              <a:pathLst>
                <a:path extrusionOk="0" h="10186" w="8799">
                  <a:moveTo>
                    <a:pt x="3851" y="1344"/>
                  </a:moveTo>
                  <a:cubicBezTo>
                    <a:pt x="5156" y="1344"/>
                    <a:pt x="6407" y="2351"/>
                    <a:pt x="6407" y="3874"/>
                  </a:cubicBezTo>
                  <a:cubicBezTo>
                    <a:pt x="6407" y="5285"/>
                    <a:pt x="5284" y="6408"/>
                    <a:pt x="3873" y="6408"/>
                  </a:cubicBezTo>
                  <a:cubicBezTo>
                    <a:pt x="1626" y="6408"/>
                    <a:pt x="502" y="3683"/>
                    <a:pt x="2080" y="2081"/>
                  </a:cubicBezTo>
                  <a:cubicBezTo>
                    <a:pt x="2596" y="1572"/>
                    <a:pt x="3230" y="1344"/>
                    <a:pt x="3851" y="1344"/>
                  </a:cubicBezTo>
                  <a:close/>
                  <a:moveTo>
                    <a:pt x="3873" y="1"/>
                  </a:moveTo>
                  <a:cubicBezTo>
                    <a:pt x="1721" y="1"/>
                    <a:pt x="0" y="1746"/>
                    <a:pt x="0" y="3874"/>
                  </a:cubicBezTo>
                  <a:lnTo>
                    <a:pt x="0" y="9899"/>
                  </a:lnTo>
                  <a:cubicBezTo>
                    <a:pt x="0" y="10042"/>
                    <a:pt x="120" y="10186"/>
                    <a:pt x="287" y="10186"/>
                  </a:cubicBezTo>
                  <a:lnTo>
                    <a:pt x="4662" y="10186"/>
                  </a:lnTo>
                  <a:cubicBezTo>
                    <a:pt x="4829" y="10186"/>
                    <a:pt x="4949" y="10042"/>
                    <a:pt x="4949" y="9899"/>
                  </a:cubicBezTo>
                  <a:lnTo>
                    <a:pt x="4949" y="8656"/>
                  </a:lnTo>
                  <a:lnTo>
                    <a:pt x="6455" y="8656"/>
                  </a:lnTo>
                  <a:cubicBezTo>
                    <a:pt x="7053" y="8656"/>
                    <a:pt x="7555" y="8177"/>
                    <a:pt x="7555" y="7556"/>
                  </a:cubicBezTo>
                  <a:lnTo>
                    <a:pt x="7555" y="6360"/>
                  </a:lnTo>
                  <a:lnTo>
                    <a:pt x="8440" y="6360"/>
                  </a:lnTo>
                  <a:cubicBezTo>
                    <a:pt x="8655" y="6360"/>
                    <a:pt x="8798" y="6145"/>
                    <a:pt x="8703" y="5930"/>
                  </a:cubicBezTo>
                  <a:lnTo>
                    <a:pt x="7746" y="4017"/>
                  </a:lnTo>
                  <a:lnTo>
                    <a:pt x="7746" y="3874"/>
                  </a:lnTo>
                  <a:cubicBezTo>
                    <a:pt x="7722" y="1746"/>
                    <a:pt x="6001" y="1"/>
                    <a:pt x="38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73"/>
            <p:cNvSpPr/>
            <p:nvPr/>
          </p:nvSpPr>
          <p:spPr>
            <a:xfrm>
              <a:off x="4157800" y="3676625"/>
              <a:ext cx="112975" cy="97250"/>
            </a:xfrm>
            <a:custGeom>
              <a:rect b="b" l="l" r="r" t="t"/>
              <a:pathLst>
                <a:path extrusionOk="0" h="3890" w="4519">
                  <a:moveTo>
                    <a:pt x="1590" y="1005"/>
                  </a:moveTo>
                  <a:cubicBezTo>
                    <a:pt x="1739" y="1005"/>
                    <a:pt x="1889" y="1100"/>
                    <a:pt x="1889" y="1291"/>
                  </a:cubicBezTo>
                  <a:lnTo>
                    <a:pt x="1889" y="1698"/>
                  </a:lnTo>
                  <a:cubicBezTo>
                    <a:pt x="1889" y="1901"/>
                    <a:pt x="1739" y="2003"/>
                    <a:pt x="1590" y="2003"/>
                  </a:cubicBezTo>
                  <a:cubicBezTo>
                    <a:pt x="1441" y="2003"/>
                    <a:pt x="1291" y="1901"/>
                    <a:pt x="1291" y="1698"/>
                  </a:cubicBezTo>
                  <a:lnTo>
                    <a:pt x="1291" y="1291"/>
                  </a:lnTo>
                  <a:cubicBezTo>
                    <a:pt x="1291" y="1100"/>
                    <a:pt x="1441" y="1005"/>
                    <a:pt x="1590" y="1005"/>
                  </a:cubicBezTo>
                  <a:close/>
                  <a:moveTo>
                    <a:pt x="3598" y="1005"/>
                  </a:moveTo>
                  <a:cubicBezTo>
                    <a:pt x="3748" y="1005"/>
                    <a:pt x="3897" y="1100"/>
                    <a:pt x="3897" y="1291"/>
                  </a:cubicBezTo>
                  <a:lnTo>
                    <a:pt x="3897" y="1698"/>
                  </a:lnTo>
                  <a:cubicBezTo>
                    <a:pt x="3897" y="1901"/>
                    <a:pt x="3748" y="2003"/>
                    <a:pt x="3598" y="2003"/>
                  </a:cubicBezTo>
                  <a:cubicBezTo>
                    <a:pt x="3449" y="2003"/>
                    <a:pt x="3299" y="1901"/>
                    <a:pt x="3299" y="1698"/>
                  </a:cubicBezTo>
                  <a:lnTo>
                    <a:pt x="3299" y="1291"/>
                  </a:lnTo>
                  <a:cubicBezTo>
                    <a:pt x="3299" y="1100"/>
                    <a:pt x="3449" y="1005"/>
                    <a:pt x="3598" y="1005"/>
                  </a:cubicBezTo>
                  <a:close/>
                  <a:moveTo>
                    <a:pt x="3084" y="2487"/>
                  </a:moveTo>
                  <a:cubicBezTo>
                    <a:pt x="3162" y="2487"/>
                    <a:pt x="3240" y="2511"/>
                    <a:pt x="3299" y="2559"/>
                  </a:cubicBezTo>
                  <a:cubicBezTo>
                    <a:pt x="3395" y="2678"/>
                    <a:pt x="3395" y="2869"/>
                    <a:pt x="3299" y="2989"/>
                  </a:cubicBezTo>
                  <a:cubicBezTo>
                    <a:pt x="3096" y="3180"/>
                    <a:pt x="2839" y="3276"/>
                    <a:pt x="2585" y="3276"/>
                  </a:cubicBezTo>
                  <a:cubicBezTo>
                    <a:pt x="2331" y="3276"/>
                    <a:pt x="2080" y="3180"/>
                    <a:pt x="1889" y="2989"/>
                  </a:cubicBezTo>
                  <a:cubicBezTo>
                    <a:pt x="1769" y="2869"/>
                    <a:pt x="1769" y="2678"/>
                    <a:pt x="1889" y="2559"/>
                  </a:cubicBezTo>
                  <a:cubicBezTo>
                    <a:pt x="1937" y="2511"/>
                    <a:pt x="2008" y="2487"/>
                    <a:pt x="2083" y="2487"/>
                  </a:cubicBezTo>
                  <a:cubicBezTo>
                    <a:pt x="2158" y="2487"/>
                    <a:pt x="2235" y="2511"/>
                    <a:pt x="2295" y="2559"/>
                  </a:cubicBezTo>
                  <a:cubicBezTo>
                    <a:pt x="2379" y="2642"/>
                    <a:pt x="2481" y="2684"/>
                    <a:pt x="2582" y="2684"/>
                  </a:cubicBezTo>
                  <a:cubicBezTo>
                    <a:pt x="2684" y="2684"/>
                    <a:pt x="2785" y="2642"/>
                    <a:pt x="2869" y="2559"/>
                  </a:cubicBezTo>
                  <a:cubicBezTo>
                    <a:pt x="2929" y="2511"/>
                    <a:pt x="3006" y="2487"/>
                    <a:pt x="3084" y="2487"/>
                  </a:cubicBezTo>
                  <a:close/>
                  <a:moveTo>
                    <a:pt x="2582" y="0"/>
                  </a:moveTo>
                  <a:cubicBezTo>
                    <a:pt x="861" y="0"/>
                    <a:pt x="0" y="2104"/>
                    <a:pt x="1219" y="3324"/>
                  </a:cubicBezTo>
                  <a:cubicBezTo>
                    <a:pt x="1610" y="3715"/>
                    <a:pt x="2090" y="3889"/>
                    <a:pt x="2561" y="3889"/>
                  </a:cubicBezTo>
                  <a:cubicBezTo>
                    <a:pt x="3559" y="3889"/>
                    <a:pt x="4519" y="3106"/>
                    <a:pt x="4519" y="1937"/>
                  </a:cubicBezTo>
                  <a:cubicBezTo>
                    <a:pt x="4519" y="885"/>
                    <a:pt x="3658" y="0"/>
                    <a:pt x="25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3" name="Google Shape;1153;p73"/>
          <p:cNvGrpSpPr/>
          <p:nvPr/>
        </p:nvGrpSpPr>
        <p:grpSpPr>
          <a:xfrm>
            <a:off x="4419882" y="1818148"/>
            <a:ext cx="304379" cy="351529"/>
            <a:chOff x="3328175" y="3596525"/>
            <a:chExt cx="219975" cy="254050"/>
          </a:xfrm>
        </p:grpSpPr>
        <p:sp>
          <p:nvSpPr>
            <p:cNvPr id="1154" name="Google Shape;1154;p73"/>
            <p:cNvSpPr/>
            <p:nvPr/>
          </p:nvSpPr>
          <p:spPr>
            <a:xfrm>
              <a:off x="3392125" y="3661075"/>
              <a:ext cx="74150" cy="56825"/>
            </a:xfrm>
            <a:custGeom>
              <a:rect b="b" l="l" r="r" t="t"/>
              <a:pathLst>
                <a:path extrusionOk="0" h="2273" w="2966">
                  <a:moveTo>
                    <a:pt x="885" y="598"/>
                  </a:moveTo>
                  <a:cubicBezTo>
                    <a:pt x="1292" y="598"/>
                    <a:pt x="1292" y="1196"/>
                    <a:pt x="885" y="1196"/>
                  </a:cubicBezTo>
                  <a:cubicBezTo>
                    <a:pt x="479" y="1196"/>
                    <a:pt x="479" y="598"/>
                    <a:pt x="885" y="598"/>
                  </a:cubicBezTo>
                  <a:close/>
                  <a:moveTo>
                    <a:pt x="2076" y="606"/>
                  </a:moveTo>
                  <a:cubicBezTo>
                    <a:pt x="2236" y="606"/>
                    <a:pt x="2392" y="730"/>
                    <a:pt x="2392" y="909"/>
                  </a:cubicBezTo>
                  <a:cubicBezTo>
                    <a:pt x="2392" y="1077"/>
                    <a:pt x="2248" y="1196"/>
                    <a:pt x="2081" y="1196"/>
                  </a:cubicBezTo>
                  <a:cubicBezTo>
                    <a:pt x="1818" y="1196"/>
                    <a:pt x="1674" y="885"/>
                    <a:pt x="1866" y="694"/>
                  </a:cubicBezTo>
                  <a:cubicBezTo>
                    <a:pt x="1926" y="633"/>
                    <a:pt x="2002" y="606"/>
                    <a:pt x="2076" y="606"/>
                  </a:cubicBezTo>
                  <a:close/>
                  <a:moveTo>
                    <a:pt x="288" y="1"/>
                  </a:moveTo>
                  <a:cubicBezTo>
                    <a:pt x="120" y="1"/>
                    <a:pt x="1" y="144"/>
                    <a:pt x="1" y="312"/>
                  </a:cubicBezTo>
                  <a:lnTo>
                    <a:pt x="1" y="1507"/>
                  </a:lnTo>
                  <a:cubicBezTo>
                    <a:pt x="1" y="1674"/>
                    <a:pt x="120" y="1794"/>
                    <a:pt x="288" y="1794"/>
                  </a:cubicBezTo>
                  <a:lnTo>
                    <a:pt x="2272" y="1794"/>
                  </a:lnTo>
                  <a:cubicBezTo>
                    <a:pt x="2344" y="1794"/>
                    <a:pt x="2415" y="1818"/>
                    <a:pt x="2463" y="1866"/>
                  </a:cubicBezTo>
                  <a:lnTo>
                    <a:pt x="2965" y="2272"/>
                  </a:lnTo>
                  <a:lnTo>
                    <a:pt x="2965" y="312"/>
                  </a:lnTo>
                  <a:cubicBezTo>
                    <a:pt x="2965" y="144"/>
                    <a:pt x="2846" y="25"/>
                    <a:pt x="2678" y="25"/>
                  </a:cubicBezTo>
                  <a:lnTo>
                    <a:pt x="26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3"/>
            <p:cNvSpPr/>
            <p:nvPr/>
          </p:nvSpPr>
          <p:spPr>
            <a:xfrm>
              <a:off x="3377200" y="3708300"/>
              <a:ext cx="45450" cy="40075"/>
            </a:xfrm>
            <a:custGeom>
              <a:rect b="b" l="l" r="r" t="t"/>
              <a:pathLst>
                <a:path extrusionOk="0" h="1603" w="1818">
                  <a:moveTo>
                    <a:pt x="96" y="1"/>
                  </a:moveTo>
                  <a:cubicBezTo>
                    <a:pt x="24" y="48"/>
                    <a:pt x="0" y="120"/>
                    <a:pt x="0" y="192"/>
                  </a:cubicBezTo>
                  <a:lnTo>
                    <a:pt x="0" y="1602"/>
                  </a:lnTo>
                  <a:lnTo>
                    <a:pt x="311" y="1363"/>
                  </a:lnTo>
                  <a:cubicBezTo>
                    <a:pt x="383" y="1315"/>
                    <a:pt x="430" y="1315"/>
                    <a:pt x="502" y="1315"/>
                  </a:cubicBezTo>
                  <a:lnTo>
                    <a:pt x="1506" y="1315"/>
                  </a:lnTo>
                  <a:cubicBezTo>
                    <a:pt x="1674" y="1315"/>
                    <a:pt x="1817" y="1172"/>
                    <a:pt x="1817" y="1005"/>
                  </a:cubicBezTo>
                  <a:lnTo>
                    <a:pt x="1817" y="503"/>
                  </a:lnTo>
                  <a:lnTo>
                    <a:pt x="909" y="503"/>
                  </a:lnTo>
                  <a:cubicBezTo>
                    <a:pt x="574" y="503"/>
                    <a:pt x="263" y="31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3"/>
            <p:cNvSpPr/>
            <p:nvPr/>
          </p:nvSpPr>
          <p:spPr>
            <a:xfrm>
              <a:off x="3328175" y="3596525"/>
              <a:ext cx="219975" cy="254050"/>
            </a:xfrm>
            <a:custGeom>
              <a:rect b="b" l="l" r="r" t="t"/>
              <a:pathLst>
                <a:path extrusionOk="0" h="10162" w="8799">
                  <a:moveTo>
                    <a:pt x="5236" y="2009"/>
                  </a:moveTo>
                  <a:cubicBezTo>
                    <a:pt x="5739" y="2009"/>
                    <a:pt x="6145" y="2415"/>
                    <a:pt x="6145" y="2894"/>
                  </a:cubicBezTo>
                  <a:lnTo>
                    <a:pt x="6121" y="5476"/>
                  </a:lnTo>
                  <a:cubicBezTo>
                    <a:pt x="6121" y="5649"/>
                    <a:pt x="5970" y="5772"/>
                    <a:pt x="5815" y="5772"/>
                  </a:cubicBezTo>
                  <a:cubicBezTo>
                    <a:pt x="5755" y="5772"/>
                    <a:pt x="5696" y="5754"/>
                    <a:pt x="5643" y="5715"/>
                  </a:cubicBezTo>
                  <a:lnTo>
                    <a:pt x="4734" y="4974"/>
                  </a:lnTo>
                  <a:lnTo>
                    <a:pt x="4352" y="4974"/>
                  </a:lnTo>
                  <a:lnTo>
                    <a:pt x="4352" y="5476"/>
                  </a:lnTo>
                  <a:cubicBezTo>
                    <a:pt x="4352" y="5978"/>
                    <a:pt x="3945" y="6384"/>
                    <a:pt x="3443" y="6384"/>
                  </a:cubicBezTo>
                  <a:lnTo>
                    <a:pt x="2559" y="6384"/>
                  </a:lnTo>
                  <a:lnTo>
                    <a:pt x="1841" y="6910"/>
                  </a:lnTo>
                  <a:cubicBezTo>
                    <a:pt x="1789" y="6950"/>
                    <a:pt x="1729" y="6967"/>
                    <a:pt x="1670" y="6967"/>
                  </a:cubicBezTo>
                  <a:cubicBezTo>
                    <a:pt x="1514" y="6967"/>
                    <a:pt x="1363" y="6844"/>
                    <a:pt x="1363" y="6671"/>
                  </a:cubicBezTo>
                  <a:lnTo>
                    <a:pt x="1363" y="4687"/>
                  </a:lnTo>
                  <a:cubicBezTo>
                    <a:pt x="1363" y="4304"/>
                    <a:pt x="1602" y="3969"/>
                    <a:pt x="1961" y="3850"/>
                  </a:cubicBezTo>
                  <a:lnTo>
                    <a:pt x="1961" y="2894"/>
                  </a:lnTo>
                  <a:cubicBezTo>
                    <a:pt x="1961" y="2415"/>
                    <a:pt x="2367" y="2009"/>
                    <a:pt x="2846" y="2009"/>
                  </a:cubicBezTo>
                  <a:close/>
                  <a:moveTo>
                    <a:pt x="3874" y="1"/>
                  </a:moveTo>
                  <a:cubicBezTo>
                    <a:pt x="1722" y="1"/>
                    <a:pt x="1" y="1746"/>
                    <a:pt x="1" y="3874"/>
                  </a:cubicBezTo>
                  <a:lnTo>
                    <a:pt x="1" y="9875"/>
                  </a:lnTo>
                  <a:cubicBezTo>
                    <a:pt x="1" y="10042"/>
                    <a:pt x="120" y="10162"/>
                    <a:pt x="287" y="10162"/>
                  </a:cubicBezTo>
                  <a:lnTo>
                    <a:pt x="4663" y="10162"/>
                  </a:lnTo>
                  <a:cubicBezTo>
                    <a:pt x="4830" y="10162"/>
                    <a:pt x="4973" y="10042"/>
                    <a:pt x="4973" y="9875"/>
                  </a:cubicBezTo>
                  <a:lnTo>
                    <a:pt x="4973" y="8632"/>
                  </a:lnTo>
                  <a:lnTo>
                    <a:pt x="6456" y="8632"/>
                  </a:lnTo>
                  <a:cubicBezTo>
                    <a:pt x="7053" y="8632"/>
                    <a:pt x="7556" y="8153"/>
                    <a:pt x="7556" y="7556"/>
                  </a:cubicBezTo>
                  <a:lnTo>
                    <a:pt x="7556" y="6360"/>
                  </a:lnTo>
                  <a:lnTo>
                    <a:pt x="8440" y="6360"/>
                  </a:lnTo>
                  <a:cubicBezTo>
                    <a:pt x="8655" y="6360"/>
                    <a:pt x="8799" y="6121"/>
                    <a:pt x="8703" y="5930"/>
                  </a:cubicBezTo>
                  <a:lnTo>
                    <a:pt x="7747" y="4017"/>
                  </a:lnTo>
                  <a:lnTo>
                    <a:pt x="7747" y="3874"/>
                  </a:lnTo>
                  <a:cubicBezTo>
                    <a:pt x="7747" y="1746"/>
                    <a:pt x="6001"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7" name="Google Shape;1157;p73"/>
          <p:cNvGrpSpPr/>
          <p:nvPr/>
        </p:nvGrpSpPr>
        <p:grpSpPr>
          <a:xfrm>
            <a:off x="1873143" y="1835684"/>
            <a:ext cx="304414" cy="351529"/>
            <a:chOff x="1809400" y="3637775"/>
            <a:chExt cx="220000" cy="254050"/>
          </a:xfrm>
        </p:grpSpPr>
        <p:sp>
          <p:nvSpPr>
            <p:cNvPr id="1158" name="Google Shape;1158;p73"/>
            <p:cNvSpPr/>
            <p:nvPr/>
          </p:nvSpPr>
          <p:spPr>
            <a:xfrm>
              <a:off x="1881125" y="3692175"/>
              <a:ext cx="46050" cy="72925"/>
            </a:xfrm>
            <a:custGeom>
              <a:rect b="b" l="l" r="r" t="t"/>
              <a:pathLst>
                <a:path extrusionOk="0" h="2917" w="1842">
                  <a:moveTo>
                    <a:pt x="455" y="0"/>
                  </a:moveTo>
                  <a:lnTo>
                    <a:pt x="1" y="1793"/>
                  </a:lnTo>
                  <a:lnTo>
                    <a:pt x="599" y="1793"/>
                  </a:lnTo>
                  <a:cubicBezTo>
                    <a:pt x="766" y="1793"/>
                    <a:pt x="909" y="1960"/>
                    <a:pt x="909" y="2128"/>
                  </a:cubicBezTo>
                  <a:lnTo>
                    <a:pt x="814" y="2917"/>
                  </a:lnTo>
                  <a:lnTo>
                    <a:pt x="1842" y="1411"/>
                  </a:lnTo>
                  <a:lnTo>
                    <a:pt x="1292" y="1411"/>
                  </a:lnTo>
                  <a:cubicBezTo>
                    <a:pt x="1101" y="1411"/>
                    <a:pt x="957" y="1195"/>
                    <a:pt x="1029" y="1004"/>
                  </a:cubicBezTo>
                  <a:lnTo>
                    <a:pt x="13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3"/>
            <p:cNvSpPr/>
            <p:nvPr/>
          </p:nvSpPr>
          <p:spPr>
            <a:xfrm>
              <a:off x="1809400" y="3637775"/>
              <a:ext cx="220000" cy="254050"/>
            </a:xfrm>
            <a:custGeom>
              <a:rect b="b" l="l" r="r" t="t"/>
              <a:pathLst>
                <a:path extrusionOk="0" h="10162" w="8800">
                  <a:moveTo>
                    <a:pt x="3042" y="1599"/>
                  </a:moveTo>
                  <a:cubicBezTo>
                    <a:pt x="3056" y="1599"/>
                    <a:pt x="3070" y="1600"/>
                    <a:pt x="3085" y="1602"/>
                  </a:cubicBezTo>
                  <a:lnTo>
                    <a:pt x="4687" y="1602"/>
                  </a:lnTo>
                  <a:cubicBezTo>
                    <a:pt x="4878" y="1602"/>
                    <a:pt x="5022" y="1793"/>
                    <a:pt x="4950" y="1985"/>
                  </a:cubicBezTo>
                  <a:lnTo>
                    <a:pt x="4591" y="2965"/>
                  </a:lnTo>
                  <a:lnTo>
                    <a:pt x="5261" y="2965"/>
                  </a:lnTo>
                  <a:cubicBezTo>
                    <a:pt x="5500" y="2989"/>
                    <a:pt x="5643" y="3252"/>
                    <a:pt x="5524" y="3443"/>
                  </a:cubicBezTo>
                  <a:lnTo>
                    <a:pt x="3539" y="6432"/>
                  </a:lnTo>
                  <a:cubicBezTo>
                    <a:pt x="3472" y="6516"/>
                    <a:pt x="3382" y="6552"/>
                    <a:pt x="3293" y="6552"/>
                  </a:cubicBezTo>
                  <a:cubicBezTo>
                    <a:pt x="3130" y="6552"/>
                    <a:pt x="2974" y="6427"/>
                    <a:pt x="2990" y="6240"/>
                  </a:cubicBezTo>
                  <a:lnTo>
                    <a:pt x="3157" y="4567"/>
                  </a:lnTo>
                  <a:lnTo>
                    <a:pt x="2487" y="4567"/>
                  </a:lnTo>
                  <a:cubicBezTo>
                    <a:pt x="2476" y="4568"/>
                    <a:pt x="2466" y="4569"/>
                    <a:pt x="2455" y="4569"/>
                  </a:cubicBezTo>
                  <a:cubicBezTo>
                    <a:pt x="2280" y="4569"/>
                    <a:pt x="2155" y="4389"/>
                    <a:pt x="2201" y="4208"/>
                  </a:cubicBezTo>
                  <a:lnTo>
                    <a:pt x="2798" y="1817"/>
                  </a:lnTo>
                  <a:cubicBezTo>
                    <a:pt x="2820" y="1689"/>
                    <a:pt x="2918" y="1599"/>
                    <a:pt x="3042" y="1599"/>
                  </a:cubicBezTo>
                  <a:close/>
                  <a:moveTo>
                    <a:pt x="3874" y="0"/>
                  </a:moveTo>
                  <a:cubicBezTo>
                    <a:pt x="1722" y="0"/>
                    <a:pt x="1" y="1722"/>
                    <a:pt x="1" y="3873"/>
                  </a:cubicBezTo>
                  <a:lnTo>
                    <a:pt x="1" y="9874"/>
                  </a:lnTo>
                  <a:cubicBezTo>
                    <a:pt x="1" y="10042"/>
                    <a:pt x="121" y="10161"/>
                    <a:pt x="288" y="10161"/>
                  </a:cubicBezTo>
                  <a:lnTo>
                    <a:pt x="4663" y="10161"/>
                  </a:lnTo>
                  <a:cubicBezTo>
                    <a:pt x="4830" y="10161"/>
                    <a:pt x="4950" y="10042"/>
                    <a:pt x="4950" y="9874"/>
                  </a:cubicBezTo>
                  <a:lnTo>
                    <a:pt x="4950" y="8631"/>
                  </a:lnTo>
                  <a:lnTo>
                    <a:pt x="6456" y="8631"/>
                  </a:lnTo>
                  <a:cubicBezTo>
                    <a:pt x="7054" y="8631"/>
                    <a:pt x="7556" y="8153"/>
                    <a:pt x="7556" y="7555"/>
                  </a:cubicBezTo>
                  <a:lnTo>
                    <a:pt x="7556" y="6360"/>
                  </a:lnTo>
                  <a:lnTo>
                    <a:pt x="8441" y="6360"/>
                  </a:lnTo>
                  <a:cubicBezTo>
                    <a:pt x="8656" y="6336"/>
                    <a:pt x="8799" y="6121"/>
                    <a:pt x="8704" y="5930"/>
                  </a:cubicBezTo>
                  <a:lnTo>
                    <a:pt x="7747" y="3993"/>
                  </a:lnTo>
                  <a:lnTo>
                    <a:pt x="7747" y="3873"/>
                  </a:lnTo>
                  <a:cubicBezTo>
                    <a:pt x="7747" y="1722"/>
                    <a:pt x="6002" y="0"/>
                    <a:pt x="38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60" name="Google Shape;1160;p73"/>
          <p:cNvPicPr preferRelativeResize="0"/>
          <p:nvPr/>
        </p:nvPicPr>
        <p:blipFill>
          <a:blip r:embed="rId3">
            <a:alphaModFix amt="86000"/>
          </a:blip>
          <a:stretch>
            <a:fillRect/>
          </a:stretch>
        </p:blipFill>
        <p:spPr>
          <a:xfrm rot="-1379977">
            <a:off x="7501388" y="4121837"/>
            <a:ext cx="942975" cy="1866900"/>
          </a:xfrm>
          <a:prstGeom prst="rect">
            <a:avLst/>
          </a:prstGeom>
          <a:noFill/>
          <a:ln>
            <a:noFill/>
          </a:ln>
        </p:spPr>
      </p:pic>
      <p:pic>
        <p:nvPicPr>
          <p:cNvPr id="1161" name="Google Shape;1161;p73"/>
          <p:cNvPicPr preferRelativeResize="0"/>
          <p:nvPr/>
        </p:nvPicPr>
        <p:blipFill>
          <a:blip r:embed="rId4">
            <a:alphaModFix/>
          </a:blip>
          <a:stretch>
            <a:fillRect/>
          </a:stretch>
        </p:blipFill>
        <p:spPr>
          <a:xfrm>
            <a:off x="5808125" y="4359475"/>
            <a:ext cx="342900" cy="371475"/>
          </a:xfrm>
          <a:prstGeom prst="rect">
            <a:avLst/>
          </a:prstGeom>
          <a:noFill/>
          <a:ln>
            <a:noFill/>
          </a:ln>
        </p:spPr>
      </p:pic>
      <p:pic>
        <p:nvPicPr>
          <p:cNvPr id="1162" name="Google Shape;1162;p73"/>
          <p:cNvPicPr preferRelativeResize="0"/>
          <p:nvPr/>
        </p:nvPicPr>
        <p:blipFill>
          <a:blip r:embed="rId5">
            <a:alphaModFix/>
          </a:blip>
          <a:stretch>
            <a:fillRect/>
          </a:stretch>
        </p:blipFill>
        <p:spPr>
          <a:xfrm>
            <a:off x="7761600" y="1260888"/>
            <a:ext cx="342900" cy="371475"/>
          </a:xfrm>
          <a:prstGeom prst="rect">
            <a:avLst/>
          </a:prstGeom>
          <a:noFill/>
          <a:ln>
            <a:noFill/>
          </a:ln>
        </p:spPr>
      </p:pic>
      <p:pic>
        <p:nvPicPr>
          <p:cNvPr id="1163" name="Google Shape;1163;p73"/>
          <p:cNvPicPr preferRelativeResize="0"/>
          <p:nvPr/>
        </p:nvPicPr>
        <p:blipFill>
          <a:blip r:embed="rId5">
            <a:alphaModFix/>
          </a:blip>
          <a:stretch>
            <a:fillRect/>
          </a:stretch>
        </p:blipFill>
        <p:spPr>
          <a:xfrm>
            <a:off x="1301975" y="4240900"/>
            <a:ext cx="342900" cy="371475"/>
          </a:xfrm>
          <a:prstGeom prst="rect">
            <a:avLst/>
          </a:prstGeom>
          <a:noFill/>
          <a:ln>
            <a:noFill/>
          </a:ln>
        </p:spPr>
      </p:pic>
      <p:pic>
        <p:nvPicPr>
          <p:cNvPr id="1164" name="Google Shape;1164;p73"/>
          <p:cNvPicPr preferRelativeResize="0"/>
          <p:nvPr/>
        </p:nvPicPr>
        <p:blipFill>
          <a:blip r:embed="rId6">
            <a:alphaModFix/>
          </a:blip>
          <a:stretch>
            <a:fillRect/>
          </a:stretch>
        </p:blipFill>
        <p:spPr>
          <a:xfrm>
            <a:off x="2404550" y="1436600"/>
            <a:ext cx="342900" cy="371475"/>
          </a:xfrm>
          <a:prstGeom prst="rect">
            <a:avLst/>
          </a:prstGeom>
          <a:noFill/>
          <a:ln>
            <a:noFill/>
          </a:ln>
        </p:spPr>
      </p:pic>
      <p:pic>
        <p:nvPicPr>
          <p:cNvPr id="1165" name="Google Shape;1165;p73"/>
          <p:cNvPicPr preferRelativeResize="0"/>
          <p:nvPr/>
        </p:nvPicPr>
        <p:blipFill>
          <a:blip r:embed="rId4">
            <a:alphaModFix/>
          </a:blip>
          <a:stretch>
            <a:fillRect/>
          </a:stretch>
        </p:blipFill>
        <p:spPr>
          <a:xfrm>
            <a:off x="5560463" y="1623288"/>
            <a:ext cx="342900" cy="3714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74"/>
          <p:cNvSpPr txBox="1"/>
          <p:nvPr>
            <p:ph idx="4"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Limitations &amp; Improvements</a:t>
            </a:r>
            <a:endParaRPr/>
          </a:p>
        </p:txBody>
      </p:sp>
      <p:pic>
        <p:nvPicPr>
          <p:cNvPr id="1171" name="Google Shape;1171;p74"/>
          <p:cNvPicPr preferRelativeResize="0"/>
          <p:nvPr/>
        </p:nvPicPr>
        <p:blipFill rotWithShape="1">
          <a:blip r:embed="rId3">
            <a:alphaModFix/>
          </a:blip>
          <a:srcRect b="14338" l="3804" r="9945" t="28078"/>
          <a:stretch/>
        </p:blipFill>
        <p:spPr>
          <a:xfrm>
            <a:off x="1966593" y="3032075"/>
            <a:ext cx="1425300" cy="1425600"/>
          </a:xfrm>
          <a:prstGeom prst="ellipse">
            <a:avLst/>
          </a:prstGeom>
          <a:noFill/>
          <a:ln cap="flat" cmpd="sng" w="762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pic>
      <p:pic>
        <p:nvPicPr>
          <p:cNvPr id="1172" name="Google Shape;1172;p74"/>
          <p:cNvPicPr preferRelativeResize="0"/>
          <p:nvPr/>
        </p:nvPicPr>
        <p:blipFill rotWithShape="1">
          <a:blip r:embed="rId4">
            <a:alphaModFix/>
          </a:blip>
          <a:srcRect b="12577" l="23223" r="18937" t="625"/>
          <a:stretch/>
        </p:blipFill>
        <p:spPr>
          <a:xfrm>
            <a:off x="5752107" y="3032075"/>
            <a:ext cx="1425300" cy="1425600"/>
          </a:xfrm>
          <a:prstGeom prst="ellipse">
            <a:avLst/>
          </a:prstGeom>
          <a:noFill/>
          <a:ln cap="flat" cmpd="sng" w="762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pic>
      <p:pic>
        <p:nvPicPr>
          <p:cNvPr id="1173" name="Google Shape;1173;p74"/>
          <p:cNvPicPr preferRelativeResize="0"/>
          <p:nvPr/>
        </p:nvPicPr>
        <p:blipFill>
          <a:blip r:embed="rId5">
            <a:alphaModFix amt="86000"/>
          </a:blip>
          <a:stretch>
            <a:fillRect/>
          </a:stretch>
        </p:blipFill>
        <p:spPr>
          <a:xfrm rot="1581527">
            <a:off x="3525525" y="2812150"/>
            <a:ext cx="1352550" cy="3600451"/>
          </a:xfrm>
          <a:prstGeom prst="rect">
            <a:avLst/>
          </a:prstGeom>
          <a:noFill/>
          <a:ln>
            <a:noFill/>
          </a:ln>
        </p:spPr>
      </p:pic>
      <p:pic>
        <p:nvPicPr>
          <p:cNvPr id="1174" name="Google Shape;1174;p74"/>
          <p:cNvPicPr preferRelativeResize="0"/>
          <p:nvPr/>
        </p:nvPicPr>
        <p:blipFill>
          <a:blip r:embed="rId6">
            <a:alphaModFix amt="86000"/>
          </a:blip>
          <a:stretch>
            <a:fillRect/>
          </a:stretch>
        </p:blipFill>
        <p:spPr>
          <a:xfrm rot="-1379977">
            <a:off x="7583013" y="3786187"/>
            <a:ext cx="942975" cy="1866900"/>
          </a:xfrm>
          <a:prstGeom prst="rect">
            <a:avLst/>
          </a:prstGeom>
          <a:noFill/>
          <a:ln>
            <a:noFill/>
          </a:ln>
        </p:spPr>
      </p:pic>
      <p:sp>
        <p:nvSpPr>
          <p:cNvPr id="1175" name="Google Shape;1175;p74"/>
          <p:cNvSpPr txBox="1"/>
          <p:nvPr>
            <p:ph type="title"/>
          </p:nvPr>
        </p:nvSpPr>
        <p:spPr>
          <a:xfrm>
            <a:off x="1143093" y="2318250"/>
            <a:ext cx="3072300" cy="45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By Mercury</a:t>
            </a:r>
            <a:endParaRPr/>
          </a:p>
        </p:txBody>
      </p:sp>
      <p:sp>
        <p:nvSpPr>
          <p:cNvPr id="1176" name="Google Shape;1176;p74"/>
          <p:cNvSpPr txBox="1"/>
          <p:nvPr>
            <p:ph idx="2" type="title"/>
          </p:nvPr>
        </p:nvSpPr>
        <p:spPr>
          <a:xfrm>
            <a:off x="4928607" y="2318250"/>
            <a:ext cx="3072300" cy="45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By Venus</a:t>
            </a:r>
            <a:endParaRPr/>
          </a:p>
        </p:txBody>
      </p:sp>
      <p:sp>
        <p:nvSpPr>
          <p:cNvPr id="1177" name="Google Shape;1177;p74"/>
          <p:cNvSpPr txBox="1"/>
          <p:nvPr>
            <p:ph idx="1" type="subTitle"/>
          </p:nvPr>
        </p:nvSpPr>
        <p:spPr>
          <a:xfrm>
            <a:off x="4928607" y="1294900"/>
            <a:ext cx="3072300" cy="101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“Venus has a beautiful name and is the second planet from the Sun. It’s hot and has a very poisonous atmosphere”</a:t>
            </a:r>
            <a:endParaRPr/>
          </a:p>
        </p:txBody>
      </p:sp>
      <p:sp>
        <p:nvSpPr>
          <p:cNvPr id="1178" name="Google Shape;1178;p74"/>
          <p:cNvSpPr txBox="1"/>
          <p:nvPr>
            <p:ph idx="3" type="subTitle"/>
          </p:nvPr>
        </p:nvSpPr>
        <p:spPr>
          <a:xfrm>
            <a:off x="1143093" y="1294900"/>
            <a:ext cx="3072300" cy="101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“Mercury is the closest planet to the Sun and the smallest one in the Solar System—it’s only a bit larger than the Moon”</a:t>
            </a:r>
            <a:endParaRPr/>
          </a:p>
        </p:txBody>
      </p:sp>
      <p:pic>
        <p:nvPicPr>
          <p:cNvPr id="1179" name="Google Shape;1179;p74"/>
          <p:cNvPicPr preferRelativeResize="0"/>
          <p:nvPr/>
        </p:nvPicPr>
        <p:blipFill>
          <a:blip r:embed="rId7">
            <a:alphaModFix/>
          </a:blip>
          <a:stretch>
            <a:fillRect/>
          </a:stretch>
        </p:blipFill>
        <p:spPr>
          <a:xfrm>
            <a:off x="1378175" y="3116950"/>
            <a:ext cx="342900" cy="371475"/>
          </a:xfrm>
          <a:prstGeom prst="rect">
            <a:avLst/>
          </a:prstGeom>
          <a:noFill/>
          <a:ln>
            <a:noFill/>
          </a:ln>
        </p:spPr>
      </p:pic>
      <p:pic>
        <p:nvPicPr>
          <p:cNvPr id="1180" name="Google Shape;1180;p74"/>
          <p:cNvPicPr preferRelativeResize="0"/>
          <p:nvPr/>
        </p:nvPicPr>
        <p:blipFill>
          <a:blip r:embed="rId8">
            <a:alphaModFix/>
          </a:blip>
          <a:stretch>
            <a:fillRect/>
          </a:stretch>
        </p:blipFill>
        <p:spPr>
          <a:xfrm>
            <a:off x="1197200" y="4661700"/>
            <a:ext cx="342900" cy="371475"/>
          </a:xfrm>
          <a:prstGeom prst="rect">
            <a:avLst/>
          </a:prstGeom>
          <a:noFill/>
          <a:ln>
            <a:noFill/>
          </a:ln>
        </p:spPr>
      </p:pic>
      <p:pic>
        <p:nvPicPr>
          <p:cNvPr id="1181" name="Google Shape;1181;p74"/>
          <p:cNvPicPr preferRelativeResize="0"/>
          <p:nvPr/>
        </p:nvPicPr>
        <p:blipFill>
          <a:blip r:embed="rId9">
            <a:alphaModFix/>
          </a:blip>
          <a:stretch>
            <a:fillRect/>
          </a:stretch>
        </p:blipFill>
        <p:spPr>
          <a:xfrm>
            <a:off x="7322450" y="2962275"/>
            <a:ext cx="342900" cy="371475"/>
          </a:xfrm>
          <a:prstGeom prst="rect">
            <a:avLst/>
          </a:prstGeom>
          <a:noFill/>
          <a:ln>
            <a:noFill/>
          </a:ln>
        </p:spPr>
      </p:pic>
      <p:pic>
        <p:nvPicPr>
          <p:cNvPr id="1182" name="Google Shape;1182;p74"/>
          <p:cNvPicPr preferRelativeResize="0"/>
          <p:nvPr/>
        </p:nvPicPr>
        <p:blipFill>
          <a:blip r:embed="rId10">
            <a:alphaModFix/>
          </a:blip>
          <a:stretch>
            <a:fillRect/>
          </a:stretch>
        </p:blipFill>
        <p:spPr>
          <a:xfrm>
            <a:off x="3723000" y="3883700"/>
            <a:ext cx="342900" cy="3714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75"/>
          <p:cNvSpPr txBox="1"/>
          <p:nvPr>
            <p:ph idx="1" type="body"/>
          </p:nvPr>
        </p:nvSpPr>
        <p:spPr>
          <a:xfrm>
            <a:off x="808350" y="1294350"/>
            <a:ext cx="3782700" cy="30015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a:t>Y</a:t>
            </a:r>
            <a:r>
              <a:rPr lang="en"/>
              <a:t>ou can list your reference websites or publications here</a:t>
            </a:r>
            <a:endParaRPr/>
          </a:p>
          <a:p>
            <a:pPr indent="-336550" lvl="0" marL="457200" rtl="0" algn="l">
              <a:spcBef>
                <a:spcPts val="1000"/>
              </a:spcBef>
              <a:spcAft>
                <a:spcPts val="0"/>
              </a:spcAft>
              <a:buSzPts val="1700"/>
              <a:buChar char="●"/>
            </a:pPr>
            <a:r>
              <a:rPr lang="en"/>
              <a:t>You can list your reference websites or publications here</a:t>
            </a:r>
            <a:endParaRPr/>
          </a:p>
          <a:p>
            <a:pPr indent="-336550" lvl="0" marL="457200" rtl="0" algn="l">
              <a:spcBef>
                <a:spcPts val="1000"/>
              </a:spcBef>
              <a:spcAft>
                <a:spcPts val="0"/>
              </a:spcAft>
              <a:buSzPts val="1700"/>
              <a:buChar char="●"/>
            </a:pPr>
            <a:r>
              <a:rPr lang="en"/>
              <a:t>You can list your reference websites or publications here</a:t>
            </a:r>
            <a:endParaRPr/>
          </a:p>
          <a:p>
            <a:pPr indent="-336550" lvl="0" marL="457200" rtl="0" algn="l">
              <a:spcBef>
                <a:spcPts val="1000"/>
              </a:spcBef>
              <a:spcAft>
                <a:spcPts val="0"/>
              </a:spcAft>
              <a:buSzPts val="1700"/>
              <a:buChar char="●"/>
            </a:pPr>
            <a:r>
              <a:rPr lang="en"/>
              <a:t>You can list your reference websites or publications here</a:t>
            </a:r>
            <a:endParaRPr/>
          </a:p>
          <a:p>
            <a:pPr indent="-336550" lvl="0" marL="457200" rtl="0" algn="l">
              <a:spcBef>
                <a:spcPts val="1000"/>
              </a:spcBef>
              <a:spcAft>
                <a:spcPts val="0"/>
              </a:spcAft>
              <a:buSzPts val="1700"/>
              <a:buChar char="●"/>
            </a:pPr>
            <a:r>
              <a:rPr lang="en"/>
              <a:t>You can list your reference websites or publications here</a:t>
            </a:r>
            <a:endParaRPr/>
          </a:p>
        </p:txBody>
      </p:sp>
      <p:sp>
        <p:nvSpPr>
          <p:cNvPr id="1188" name="Google Shape;1188;p75"/>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resources</a:t>
            </a:r>
            <a:endParaRPr/>
          </a:p>
        </p:txBody>
      </p:sp>
      <p:pic>
        <p:nvPicPr>
          <p:cNvPr id="1189" name="Google Shape;1189;p75"/>
          <p:cNvPicPr preferRelativeResize="0"/>
          <p:nvPr/>
        </p:nvPicPr>
        <p:blipFill>
          <a:blip r:embed="rId3">
            <a:alphaModFix/>
          </a:blip>
          <a:stretch>
            <a:fillRect/>
          </a:stretch>
        </p:blipFill>
        <p:spPr>
          <a:xfrm>
            <a:off x="6978250" y="747113"/>
            <a:ext cx="342900" cy="371475"/>
          </a:xfrm>
          <a:prstGeom prst="rect">
            <a:avLst/>
          </a:prstGeom>
          <a:noFill/>
          <a:ln>
            <a:noFill/>
          </a:ln>
        </p:spPr>
      </p:pic>
      <p:pic>
        <p:nvPicPr>
          <p:cNvPr id="1190" name="Google Shape;1190;p75"/>
          <p:cNvPicPr preferRelativeResize="0"/>
          <p:nvPr/>
        </p:nvPicPr>
        <p:blipFill>
          <a:blip r:embed="rId4">
            <a:alphaModFix/>
          </a:blip>
          <a:stretch>
            <a:fillRect/>
          </a:stretch>
        </p:blipFill>
        <p:spPr>
          <a:xfrm>
            <a:off x="6025025" y="1585700"/>
            <a:ext cx="342900" cy="371475"/>
          </a:xfrm>
          <a:prstGeom prst="rect">
            <a:avLst/>
          </a:prstGeom>
          <a:noFill/>
          <a:ln>
            <a:noFill/>
          </a:ln>
        </p:spPr>
      </p:pic>
      <p:pic>
        <p:nvPicPr>
          <p:cNvPr id="1191" name="Google Shape;1191;p75"/>
          <p:cNvPicPr preferRelativeResize="0"/>
          <p:nvPr/>
        </p:nvPicPr>
        <p:blipFill>
          <a:blip r:embed="rId5">
            <a:alphaModFix/>
          </a:blip>
          <a:stretch>
            <a:fillRect/>
          </a:stretch>
        </p:blipFill>
        <p:spPr>
          <a:xfrm>
            <a:off x="7349288" y="3395575"/>
            <a:ext cx="342900" cy="371475"/>
          </a:xfrm>
          <a:prstGeom prst="rect">
            <a:avLst/>
          </a:prstGeom>
          <a:noFill/>
          <a:ln>
            <a:noFill/>
          </a:ln>
        </p:spPr>
      </p:pic>
      <p:pic>
        <p:nvPicPr>
          <p:cNvPr id="1192" name="Google Shape;1192;p75"/>
          <p:cNvPicPr preferRelativeResize="0"/>
          <p:nvPr/>
        </p:nvPicPr>
        <p:blipFill>
          <a:blip r:embed="rId3">
            <a:alphaModFix/>
          </a:blip>
          <a:stretch>
            <a:fillRect/>
          </a:stretch>
        </p:blipFill>
        <p:spPr>
          <a:xfrm>
            <a:off x="5235288" y="1623950"/>
            <a:ext cx="342900" cy="371475"/>
          </a:xfrm>
          <a:prstGeom prst="rect">
            <a:avLst/>
          </a:prstGeom>
          <a:noFill/>
          <a:ln>
            <a:noFill/>
          </a:ln>
        </p:spPr>
      </p:pic>
      <p:pic>
        <p:nvPicPr>
          <p:cNvPr id="1193" name="Google Shape;1193;p75"/>
          <p:cNvPicPr preferRelativeResize="0"/>
          <p:nvPr/>
        </p:nvPicPr>
        <p:blipFill>
          <a:blip r:embed="rId6">
            <a:alphaModFix amt="86000"/>
          </a:blip>
          <a:stretch>
            <a:fillRect/>
          </a:stretch>
        </p:blipFill>
        <p:spPr>
          <a:xfrm flipH="1">
            <a:off x="4278438" y="2171763"/>
            <a:ext cx="1352550" cy="3600450"/>
          </a:xfrm>
          <a:prstGeom prst="rect">
            <a:avLst/>
          </a:prstGeom>
          <a:noFill/>
          <a:ln>
            <a:noFill/>
          </a:ln>
        </p:spPr>
      </p:pic>
      <p:pic>
        <p:nvPicPr>
          <p:cNvPr id="1194" name="Google Shape;1194;p75"/>
          <p:cNvPicPr preferRelativeResize="0"/>
          <p:nvPr/>
        </p:nvPicPr>
        <p:blipFill>
          <a:blip r:embed="rId7">
            <a:alphaModFix amt="86000"/>
          </a:blip>
          <a:stretch>
            <a:fillRect/>
          </a:stretch>
        </p:blipFill>
        <p:spPr>
          <a:xfrm flipH="1">
            <a:off x="5474863" y="3911438"/>
            <a:ext cx="733425" cy="1857375"/>
          </a:xfrm>
          <a:prstGeom prst="rect">
            <a:avLst/>
          </a:prstGeom>
          <a:noFill/>
          <a:ln>
            <a:noFill/>
          </a:ln>
        </p:spPr>
      </p:pic>
      <p:pic>
        <p:nvPicPr>
          <p:cNvPr id="1195" name="Google Shape;1195;p75"/>
          <p:cNvPicPr preferRelativeResize="0"/>
          <p:nvPr/>
        </p:nvPicPr>
        <p:blipFill>
          <a:blip r:embed="rId8">
            <a:alphaModFix amt="86000"/>
          </a:blip>
          <a:stretch>
            <a:fillRect/>
          </a:stretch>
        </p:blipFill>
        <p:spPr>
          <a:xfrm flipH="1">
            <a:off x="7868800" y="2854563"/>
            <a:ext cx="1304925" cy="2809875"/>
          </a:xfrm>
          <a:prstGeom prst="rect">
            <a:avLst/>
          </a:prstGeom>
          <a:noFill/>
          <a:ln>
            <a:noFill/>
          </a:ln>
        </p:spPr>
      </p:pic>
      <p:pic>
        <p:nvPicPr>
          <p:cNvPr id="1196" name="Google Shape;1196;p75"/>
          <p:cNvPicPr preferRelativeResize="0"/>
          <p:nvPr/>
        </p:nvPicPr>
        <p:blipFill>
          <a:blip r:embed="rId9">
            <a:alphaModFix amt="86000"/>
          </a:blip>
          <a:stretch>
            <a:fillRect/>
          </a:stretch>
        </p:blipFill>
        <p:spPr>
          <a:xfrm flipH="1" rot="1379977">
            <a:off x="6535550" y="3906687"/>
            <a:ext cx="942975" cy="1866900"/>
          </a:xfrm>
          <a:prstGeom prst="rect">
            <a:avLst/>
          </a:prstGeom>
          <a:noFill/>
          <a:ln>
            <a:noFill/>
          </a:ln>
        </p:spPr>
      </p:pic>
      <p:grpSp>
        <p:nvGrpSpPr>
          <p:cNvPr id="1197" name="Google Shape;1197;p75"/>
          <p:cNvGrpSpPr/>
          <p:nvPr/>
        </p:nvGrpSpPr>
        <p:grpSpPr>
          <a:xfrm rot="641388">
            <a:off x="6915841" y="1513254"/>
            <a:ext cx="1209797" cy="1203250"/>
            <a:chOff x="10424986" y="1339047"/>
            <a:chExt cx="1137392" cy="1131237"/>
          </a:xfrm>
        </p:grpSpPr>
        <p:sp>
          <p:nvSpPr>
            <p:cNvPr id="1198" name="Google Shape;1198;p75"/>
            <p:cNvSpPr/>
            <p:nvPr/>
          </p:nvSpPr>
          <p:spPr>
            <a:xfrm>
              <a:off x="10428736" y="1342284"/>
              <a:ext cx="1132785" cy="1124776"/>
            </a:xfrm>
            <a:custGeom>
              <a:rect b="b" l="l" r="r" t="t"/>
              <a:pathLst>
                <a:path extrusionOk="0" h="32440" w="32671">
                  <a:moveTo>
                    <a:pt x="17876" y="68"/>
                  </a:moveTo>
                  <a:lnTo>
                    <a:pt x="17876" y="139"/>
                  </a:lnTo>
                  <a:lnTo>
                    <a:pt x="17947" y="68"/>
                  </a:lnTo>
                  <a:close/>
                  <a:moveTo>
                    <a:pt x="15037" y="451"/>
                  </a:moveTo>
                  <a:cubicBezTo>
                    <a:pt x="15037" y="451"/>
                    <a:pt x="15037" y="451"/>
                    <a:pt x="15037" y="465"/>
                  </a:cubicBezTo>
                  <a:lnTo>
                    <a:pt x="15022" y="451"/>
                  </a:lnTo>
                  <a:close/>
                  <a:moveTo>
                    <a:pt x="18629" y="1345"/>
                  </a:moveTo>
                  <a:cubicBezTo>
                    <a:pt x="18629" y="1345"/>
                    <a:pt x="18629" y="1360"/>
                    <a:pt x="18629" y="1360"/>
                  </a:cubicBezTo>
                  <a:lnTo>
                    <a:pt x="18614" y="1345"/>
                  </a:lnTo>
                  <a:close/>
                  <a:moveTo>
                    <a:pt x="14440" y="1771"/>
                  </a:moveTo>
                  <a:lnTo>
                    <a:pt x="14412" y="1786"/>
                  </a:lnTo>
                  <a:lnTo>
                    <a:pt x="14426" y="1771"/>
                  </a:lnTo>
                  <a:close/>
                  <a:moveTo>
                    <a:pt x="17706" y="2595"/>
                  </a:moveTo>
                  <a:lnTo>
                    <a:pt x="17663" y="2609"/>
                  </a:lnTo>
                  <a:cubicBezTo>
                    <a:pt x="17677" y="2595"/>
                    <a:pt x="17692" y="2595"/>
                    <a:pt x="17706" y="2595"/>
                  </a:cubicBezTo>
                  <a:close/>
                  <a:moveTo>
                    <a:pt x="24294" y="10177"/>
                  </a:moveTo>
                  <a:lnTo>
                    <a:pt x="24294" y="10191"/>
                  </a:lnTo>
                  <a:lnTo>
                    <a:pt x="24279" y="10191"/>
                  </a:lnTo>
                  <a:cubicBezTo>
                    <a:pt x="24279" y="10191"/>
                    <a:pt x="24294" y="10177"/>
                    <a:pt x="24294" y="10177"/>
                  </a:cubicBezTo>
                  <a:close/>
                  <a:moveTo>
                    <a:pt x="26026" y="11028"/>
                  </a:moveTo>
                  <a:lnTo>
                    <a:pt x="26012" y="11043"/>
                  </a:lnTo>
                  <a:cubicBezTo>
                    <a:pt x="26012" y="11043"/>
                    <a:pt x="26012" y="11028"/>
                    <a:pt x="26026" y="11028"/>
                  </a:cubicBezTo>
                  <a:close/>
                  <a:moveTo>
                    <a:pt x="20261" y="11085"/>
                  </a:moveTo>
                  <a:lnTo>
                    <a:pt x="20276" y="11114"/>
                  </a:lnTo>
                  <a:lnTo>
                    <a:pt x="20261" y="11114"/>
                  </a:lnTo>
                  <a:lnTo>
                    <a:pt x="20261" y="11085"/>
                  </a:lnTo>
                  <a:close/>
                  <a:moveTo>
                    <a:pt x="25912" y="13783"/>
                  </a:moveTo>
                  <a:lnTo>
                    <a:pt x="25898" y="13797"/>
                  </a:lnTo>
                  <a:cubicBezTo>
                    <a:pt x="25898" y="13783"/>
                    <a:pt x="25898" y="13783"/>
                    <a:pt x="25898" y="13783"/>
                  </a:cubicBezTo>
                  <a:close/>
                  <a:moveTo>
                    <a:pt x="24492" y="14706"/>
                  </a:moveTo>
                  <a:lnTo>
                    <a:pt x="24492" y="14720"/>
                  </a:lnTo>
                  <a:lnTo>
                    <a:pt x="24478" y="14706"/>
                  </a:lnTo>
                  <a:close/>
                  <a:moveTo>
                    <a:pt x="10110" y="15785"/>
                  </a:moveTo>
                  <a:lnTo>
                    <a:pt x="10138" y="15813"/>
                  </a:lnTo>
                  <a:lnTo>
                    <a:pt x="10110" y="15842"/>
                  </a:lnTo>
                  <a:cubicBezTo>
                    <a:pt x="10110" y="15827"/>
                    <a:pt x="10110" y="15813"/>
                    <a:pt x="10110" y="15799"/>
                  </a:cubicBezTo>
                  <a:cubicBezTo>
                    <a:pt x="10110" y="15785"/>
                    <a:pt x="10110" y="15785"/>
                    <a:pt x="10110" y="15785"/>
                  </a:cubicBezTo>
                  <a:close/>
                  <a:moveTo>
                    <a:pt x="27943" y="16126"/>
                  </a:moveTo>
                  <a:lnTo>
                    <a:pt x="27957" y="16140"/>
                  </a:lnTo>
                  <a:lnTo>
                    <a:pt x="27971" y="16140"/>
                  </a:lnTo>
                  <a:lnTo>
                    <a:pt x="27957" y="16154"/>
                  </a:lnTo>
                  <a:cubicBezTo>
                    <a:pt x="27957" y="16154"/>
                    <a:pt x="27957" y="16154"/>
                    <a:pt x="27957" y="16140"/>
                  </a:cubicBezTo>
                  <a:cubicBezTo>
                    <a:pt x="27957" y="16140"/>
                    <a:pt x="27943" y="16140"/>
                    <a:pt x="27943" y="16126"/>
                  </a:cubicBezTo>
                  <a:close/>
                  <a:moveTo>
                    <a:pt x="13617" y="16779"/>
                  </a:moveTo>
                  <a:lnTo>
                    <a:pt x="13603" y="16793"/>
                  </a:lnTo>
                  <a:lnTo>
                    <a:pt x="13603" y="16779"/>
                  </a:lnTo>
                  <a:close/>
                  <a:moveTo>
                    <a:pt x="26423" y="17375"/>
                  </a:moveTo>
                  <a:cubicBezTo>
                    <a:pt x="26438" y="17389"/>
                    <a:pt x="26452" y="17403"/>
                    <a:pt x="26466" y="17418"/>
                  </a:cubicBezTo>
                  <a:lnTo>
                    <a:pt x="26423" y="17418"/>
                  </a:lnTo>
                  <a:lnTo>
                    <a:pt x="26423" y="17375"/>
                  </a:lnTo>
                  <a:close/>
                  <a:moveTo>
                    <a:pt x="6376" y="17773"/>
                  </a:moveTo>
                  <a:lnTo>
                    <a:pt x="6390" y="17787"/>
                  </a:lnTo>
                  <a:cubicBezTo>
                    <a:pt x="6390" y="17787"/>
                    <a:pt x="6376" y="17801"/>
                    <a:pt x="6376" y="17801"/>
                  </a:cubicBezTo>
                  <a:cubicBezTo>
                    <a:pt x="6376" y="17787"/>
                    <a:pt x="6376" y="17787"/>
                    <a:pt x="6376" y="17773"/>
                  </a:cubicBezTo>
                  <a:close/>
                  <a:moveTo>
                    <a:pt x="3028" y="17799"/>
                  </a:moveTo>
                  <a:cubicBezTo>
                    <a:pt x="3034" y="17799"/>
                    <a:pt x="3039" y="17807"/>
                    <a:pt x="3039" y="17815"/>
                  </a:cubicBezTo>
                  <a:cubicBezTo>
                    <a:pt x="3032" y="17808"/>
                    <a:pt x="3029" y="17804"/>
                    <a:pt x="3025" y="17804"/>
                  </a:cubicBezTo>
                  <a:cubicBezTo>
                    <a:pt x="3021" y="17804"/>
                    <a:pt x="3018" y="17808"/>
                    <a:pt x="3011" y="17815"/>
                  </a:cubicBezTo>
                  <a:cubicBezTo>
                    <a:pt x="3017" y="17803"/>
                    <a:pt x="3023" y="17799"/>
                    <a:pt x="3028" y="17799"/>
                  </a:cubicBezTo>
                  <a:close/>
                  <a:moveTo>
                    <a:pt x="3059" y="17829"/>
                  </a:moveTo>
                  <a:cubicBezTo>
                    <a:pt x="3064" y="17833"/>
                    <a:pt x="3068" y="17836"/>
                    <a:pt x="3068" y="17844"/>
                  </a:cubicBezTo>
                  <a:cubicBezTo>
                    <a:pt x="3068" y="17844"/>
                    <a:pt x="3064" y="17836"/>
                    <a:pt x="3059" y="17829"/>
                  </a:cubicBezTo>
                  <a:close/>
                  <a:moveTo>
                    <a:pt x="21511" y="19008"/>
                  </a:moveTo>
                  <a:lnTo>
                    <a:pt x="21497" y="19022"/>
                  </a:lnTo>
                  <a:lnTo>
                    <a:pt x="21497" y="19008"/>
                  </a:lnTo>
                  <a:close/>
                  <a:moveTo>
                    <a:pt x="3848" y="19675"/>
                  </a:moveTo>
                  <a:cubicBezTo>
                    <a:pt x="3905" y="19689"/>
                    <a:pt x="3962" y="19718"/>
                    <a:pt x="3990" y="19760"/>
                  </a:cubicBezTo>
                  <a:cubicBezTo>
                    <a:pt x="3948" y="19732"/>
                    <a:pt x="3891" y="19703"/>
                    <a:pt x="3848" y="19675"/>
                  </a:cubicBezTo>
                  <a:close/>
                  <a:moveTo>
                    <a:pt x="28837" y="20328"/>
                  </a:moveTo>
                  <a:cubicBezTo>
                    <a:pt x="28837" y="20342"/>
                    <a:pt x="28823" y="20371"/>
                    <a:pt x="28809" y="20385"/>
                  </a:cubicBezTo>
                  <a:cubicBezTo>
                    <a:pt x="28809" y="20380"/>
                    <a:pt x="28809" y="20371"/>
                    <a:pt x="28809" y="20371"/>
                  </a:cubicBezTo>
                  <a:cubicBezTo>
                    <a:pt x="28809" y="20357"/>
                    <a:pt x="28823" y="20342"/>
                    <a:pt x="28837" y="20328"/>
                  </a:cubicBezTo>
                  <a:close/>
                  <a:moveTo>
                    <a:pt x="23342" y="20357"/>
                  </a:moveTo>
                  <a:cubicBezTo>
                    <a:pt x="23342" y="20385"/>
                    <a:pt x="23328" y="20413"/>
                    <a:pt x="23314" y="20428"/>
                  </a:cubicBezTo>
                  <a:cubicBezTo>
                    <a:pt x="23300" y="20413"/>
                    <a:pt x="23286" y="20399"/>
                    <a:pt x="23271" y="20385"/>
                  </a:cubicBezTo>
                  <a:lnTo>
                    <a:pt x="23342" y="20357"/>
                  </a:lnTo>
                  <a:close/>
                  <a:moveTo>
                    <a:pt x="23655" y="22160"/>
                  </a:moveTo>
                  <a:lnTo>
                    <a:pt x="23683" y="22174"/>
                  </a:lnTo>
                  <a:lnTo>
                    <a:pt x="23655" y="22174"/>
                  </a:lnTo>
                  <a:lnTo>
                    <a:pt x="23655" y="22160"/>
                  </a:lnTo>
                  <a:close/>
                  <a:moveTo>
                    <a:pt x="14398" y="22273"/>
                  </a:moveTo>
                  <a:lnTo>
                    <a:pt x="14398" y="22273"/>
                  </a:lnTo>
                  <a:cubicBezTo>
                    <a:pt x="14383" y="22316"/>
                    <a:pt x="14369" y="22358"/>
                    <a:pt x="14327" y="22387"/>
                  </a:cubicBezTo>
                  <a:cubicBezTo>
                    <a:pt x="14355" y="22344"/>
                    <a:pt x="14383" y="22302"/>
                    <a:pt x="14398" y="22273"/>
                  </a:cubicBezTo>
                  <a:close/>
                  <a:moveTo>
                    <a:pt x="29050" y="22571"/>
                  </a:moveTo>
                  <a:lnTo>
                    <a:pt x="29093" y="22600"/>
                  </a:lnTo>
                  <a:cubicBezTo>
                    <a:pt x="29078" y="22600"/>
                    <a:pt x="29064" y="22586"/>
                    <a:pt x="29050" y="22586"/>
                  </a:cubicBezTo>
                  <a:lnTo>
                    <a:pt x="29050" y="22571"/>
                  </a:lnTo>
                  <a:close/>
                  <a:moveTo>
                    <a:pt x="16797" y="22586"/>
                  </a:moveTo>
                  <a:cubicBezTo>
                    <a:pt x="16797" y="22614"/>
                    <a:pt x="16797" y="22657"/>
                    <a:pt x="16797" y="22685"/>
                  </a:cubicBezTo>
                  <a:lnTo>
                    <a:pt x="16740" y="22685"/>
                  </a:lnTo>
                  <a:cubicBezTo>
                    <a:pt x="16769" y="22657"/>
                    <a:pt x="16783" y="22614"/>
                    <a:pt x="16797" y="22586"/>
                  </a:cubicBezTo>
                  <a:close/>
                  <a:moveTo>
                    <a:pt x="20631" y="23182"/>
                  </a:moveTo>
                  <a:cubicBezTo>
                    <a:pt x="20645" y="23196"/>
                    <a:pt x="20645" y="23225"/>
                    <a:pt x="20645" y="23253"/>
                  </a:cubicBezTo>
                  <a:cubicBezTo>
                    <a:pt x="20659" y="23296"/>
                    <a:pt x="20645" y="23324"/>
                    <a:pt x="20631" y="23367"/>
                  </a:cubicBezTo>
                  <a:lnTo>
                    <a:pt x="20616" y="23367"/>
                  </a:lnTo>
                  <a:cubicBezTo>
                    <a:pt x="20631" y="23310"/>
                    <a:pt x="20631" y="23239"/>
                    <a:pt x="20631" y="23182"/>
                  </a:cubicBezTo>
                  <a:close/>
                  <a:moveTo>
                    <a:pt x="24293" y="23523"/>
                  </a:moveTo>
                  <a:cubicBezTo>
                    <a:pt x="24279" y="23537"/>
                    <a:pt x="24279" y="23537"/>
                    <a:pt x="24279" y="23551"/>
                  </a:cubicBezTo>
                  <a:cubicBezTo>
                    <a:pt x="24279" y="23537"/>
                    <a:pt x="24279" y="23537"/>
                    <a:pt x="24279" y="23537"/>
                  </a:cubicBezTo>
                  <a:lnTo>
                    <a:pt x="24293" y="23523"/>
                  </a:lnTo>
                  <a:close/>
                  <a:moveTo>
                    <a:pt x="30654" y="24318"/>
                  </a:moveTo>
                  <a:lnTo>
                    <a:pt x="30654" y="24318"/>
                  </a:lnTo>
                  <a:cubicBezTo>
                    <a:pt x="30654" y="24332"/>
                    <a:pt x="30640" y="24346"/>
                    <a:pt x="30626" y="24360"/>
                  </a:cubicBezTo>
                  <a:lnTo>
                    <a:pt x="30654" y="24318"/>
                  </a:lnTo>
                  <a:close/>
                  <a:moveTo>
                    <a:pt x="16400" y="24247"/>
                  </a:moveTo>
                  <a:cubicBezTo>
                    <a:pt x="16400" y="24304"/>
                    <a:pt x="16400" y="24375"/>
                    <a:pt x="16385" y="24431"/>
                  </a:cubicBezTo>
                  <a:cubicBezTo>
                    <a:pt x="16385" y="24417"/>
                    <a:pt x="16371" y="24403"/>
                    <a:pt x="16371" y="24375"/>
                  </a:cubicBezTo>
                  <a:lnTo>
                    <a:pt x="16357" y="24375"/>
                  </a:lnTo>
                  <a:cubicBezTo>
                    <a:pt x="16357" y="24332"/>
                    <a:pt x="16371" y="24275"/>
                    <a:pt x="16400" y="24247"/>
                  </a:cubicBezTo>
                  <a:close/>
                  <a:moveTo>
                    <a:pt x="18614" y="24772"/>
                  </a:moveTo>
                  <a:cubicBezTo>
                    <a:pt x="18614" y="24772"/>
                    <a:pt x="18614" y="24786"/>
                    <a:pt x="18614" y="24801"/>
                  </a:cubicBezTo>
                  <a:lnTo>
                    <a:pt x="18600" y="24772"/>
                  </a:lnTo>
                  <a:close/>
                  <a:moveTo>
                    <a:pt x="9996" y="26859"/>
                  </a:moveTo>
                  <a:lnTo>
                    <a:pt x="10025" y="26902"/>
                  </a:lnTo>
                  <a:lnTo>
                    <a:pt x="9982" y="26873"/>
                  </a:lnTo>
                  <a:lnTo>
                    <a:pt x="9996" y="26859"/>
                  </a:lnTo>
                  <a:close/>
                  <a:moveTo>
                    <a:pt x="19452" y="27243"/>
                  </a:moveTo>
                  <a:lnTo>
                    <a:pt x="19495" y="27285"/>
                  </a:lnTo>
                  <a:lnTo>
                    <a:pt x="19452" y="27257"/>
                  </a:lnTo>
                  <a:lnTo>
                    <a:pt x="19452" y="27243"/>
                  </a:lnTo>
                  <a:close/>
                  <a:moveTo>
                    <a:pt x="26381" y="27427"/>
                  </a:moveTo>
                  <a:cubicBezTo>
                    <a:pt x="26395" y="27427"/>
                    <a:pt x="26395" y="27427"/>
                    <a:pt x="26381" y="27441"/>
                  </a:cubicBezTo>
                  <a:lnTo>
                    <a:pt x="26381" y="27427"/>
                  </a:lnTo>
                  <a:close/>
                  <a:moveTo>
                    <a:pt x="26821" y="27711"/>
                  </a:moveTo>
                  <a:lnTo>
                    <a:pt x="26835" y="27740"/>
                  </a:lnTo>
                  <a:lnTo>
                    <a:pt x="26835" y="27754"/>
                  </a:lnTo>
                  <a:lnTo>
                    <a:pt x="26793" y="27754"/>
                  </a:lnTo>
                  <a:cubicBezTo>
                    <a:pt x="26793" y="27740"/>
                    <a:pt x="26807" y="27725"/>
                    <a:pt x="26821" y="27711"/>
                  </a:cubicBezTo>
                  <a:close/>
                  <a:moveTo>
                    <a:pt x="16783" y="31090"/>
                  </a:moveTo>
                  <a:lnTo>
                    <a:pt x="16797" y="31104"/>
                  </a:lnTo>
                  <a:lnTo>
                    <a:pt x="16783" y="31104"/>
                  </a:lnTo>
                  <a:lnTo>
                    <a:pt x="16783" y="31090"/>
                  </a:lnTo>
                  <a:close/>
                  <a:moveTo>
                    <a:pt x="18268" y="0"/>
                  </a:moveTo>
                  <a:cubicBezTo>
                    <a:pt x="18231" y="0"/>
                    <a:pt x="18196" y="18"/>
                    <a:pt x="18174" y="53"/>
                  </a:cubicBezTo>
                  <a:cubicBezTo>
                    <a:pt x="18103" y="96"/>
                    <a:pt x="18032" y="139"/>
                    <a:pt x="18032" y="224"/>
                  </a:cubicBezTo>
                  <a:cubicBezTo>
                    <a:pt x="17990" y="181"/>
                    <a:pt x="17933" y="153"/>
                    <a:pt x="17876" y="139"/>
                  </a:cubicBezTo>
                  <a:cubicBezTo>
                    <a:pt x="17865" y="135"/>
                    <a:pt x="17853" y="133"/>
                    <a:pt x="17842" y="133"/>
                  </a:cubicBezTo>
                  <a:cubicBezTo>
                    <a:pt x="17812" y="133"/>
                    <a:pt x="17783" y="146"/>
                    <a:pt x="17763" y="167"/>
                  </a:cubicBezTo>
                  <a:cubicBezTo>
                    <a:pt x="17763" y="195"/>
                    <a:pt x="17763" y="224"/>
                    <a:pt x="17763" y="266"/>
                  </a:cubicBezTo>
                  <a:lnTo>
                    <a:pt x="17663" y="266"/>
                  </a:lnTo>
                  <a:lnTo>
                    <a:pt x="17663" y="167"/>
                  </a:lnTo>
                  <a:cubicBezTo>
                    <a:pt x="17578" y="139"/>
                    <a:pt x="17489" y="124"/>
                    <a:pt x="17401" y="124"/>
                  </a:cubicBezTo>
                  <a:cubicBezTo>
                    <a:pt x="17312" y="124"/>
                    <a:pt x="17223" y="139"/>
                    <a:pt x="17138" y="167"/>
                  </a:cubicBezTo>
                  <a:cubicBezTo>
                    <a:pt x="17067" y="167"/>
                    <a:pt x="16996" y="167"/>
                    <a:pt x="16925" y="181"/>
                  </a:cubicBezTo>
                  <a:cubicBezTo>
                    <a:pt x="16882" y="195"/>
                    <a:pt x="16826" y="210"/>
                    <a:pt x="16783" y="238"/>
                  </a:cubicBezTo>
                  <a:cubicBezTo>
                    <a:pt x="16783" y="210"/>
                    <a:pt x="16769" y="181"/>
                    <a:pt x="16740" y="167"/>
                  </a:cubicBezTo>
                  <a:cubicBezTo>
                    <a:pt x="16712" y="139"/>
                    <a:pt x="16676" y="124"/>
                    <a:pt x="16641" y="124"/>
                  </a:cubicBezTo>
                  <a:cubicBezTo>
                    <a:pt x="16605" y="124"/>
                    <a:pt x="16570" y="139"/>
                    <a:pt x="16542" y="167"/>
                  </a:cubicBezTo>
                  <a:cubicBezTo>
                    <a:pt x="16527" y="181"/>
                    <a:pt x="16506" y="188"/>
                    <a:pt x="16485" y="188"/>
                  </a:cubicBezTo>
                  <a:cubicBezTo>
                    <a:pt x="16463" y="188"/>
                    <a:pt x="16442" y="181"/>
                    <a:pt x="16428" y="167"/>
                  </a:cubicBezTo>
                  <a:cubicBezTo>
                    <a:pt x="16404" y="127"/>
                    <a:pt x="16362" y="109"/>
                    <a:pt x="16320" y="109"/>
                  </a:cubicBezTo>
                  <a:cubicBezTo>
                    <a:pt x="16287" y="109"/>
                    <a:pt x="16254" y="120"/>
                    <a:pt x="16229" y="139"/>
                  </a:cubicBezTo>
                  <a:lnTo>
                    <a:pt x="16030" y="153"/>
                  </a:lnTo>
                  <a:cubicBezTo>
                    <a:pt x="16016" y="174"/>
                    <a:pt x="15991" y="185"/>
                    <a:pt x="15965" y="185"/>
                  </a:cubicBezTo>
                  <a:cubicBezTo>
                    <a:pt x="15938" y="185"/>
                    <a:pt x="15910" y="174"/>
                    <a:pt x="15888" y="153"/>
                  </a:cubicBezTo>
                  <a:lnTo>
                    <a:pt x="15732" y="153"/>
                  </a:lnTo>
                  <a:cubicBezTo>
                    <a:pt x="15704" y="167"/>
                    <a:pt x="15690" y="195"/>
                    <a:pt x="15675" y="224"/>
                  </a:cubicBezTo>
                  <a:cubicBezTo>
                    <a:pt x="15675" y="238"/>
                    <a:pt x="15675" y="238"/>
                    <a:pt x="15675" y="252"/>
                  </a:cubicBezTo>
                  <a:lnTo>
                    <a:pt x="15619" y="252"/>
                  </a:lnTo>
                  <a:cubicBezTo>
                    <a:pt x="15619" y="281"/>
                    <a:pt x="15619" y="309"/>
                    <a:pt x="15604" y="337"/>
                  </a:cubicBezTo>
                  <a:cubicBezTo>
                    <a:pt x="15576" y="309"/>
                    <a:pt x="15548" y="281"/>
                    <a:pt x="15505" y="238"/>
                  </a:cubicBezTo>
                  <a:cubicBezTo>
                    <a:pt x="15427" y="210"/>
                    <a:pt x="15342" y="195"/>
                    <a:pt x="15257" y="195"/>
                  </a:cubicBezTo>
                  <a:cubicBezTo>
                    <a:pt x="15171" y="195"/>
                    <a:pt x="15086" y="210"/>
                    <a:pt x="15008" y="238"/>
                  </a:cubicBezTo>
                  <a:lnTo>
                    <a:pt x="14895" y="238"/>
                  </a:lnTo>
                  <a:cubicBezTo>
                    <a:pt x="14883" y="232"/>
                    <a:pt x="14869" y="229"/>
                    <a:pt x="14854" y="229"/>
                  </a:cubicBezTo>
                  <a:cubicBezTo>
                    <a:pt x="14833" y="229"/>
                    <a:pt x="14812" y="235"/>
                    <a:pt x="14795" y="252"/>
                  </a:cubicBezTo>
                  <a:cubicBezTo>
                    <a:pt x="14781" y="273"/>
                    <a:pt x="14760" y="284"/>
                    <a:pt x="14738" y="284"/>
                  </a:cubicBezTo>
                  <a:cubicBezTo>
                    <a:pt x="14717" y="284"/>
                    <a:pt x="14696" y="273"/>
                    <a:pt x="14682" y="252"/>
                  </a:cubicBezTo>
                  <a:cubicBezTo>
                    <a:pt x="14667" y="259"/>
                    <a:pt x="14653" y="263"/>
                    <a:pt x="14639" y="263"/>
                  </a:cubicBezTo>
                  <a:cubicBezTo>
                    <a:pt x="14625" y="263"/>
                    <a:pt x="14611" y="259"/>
                    <a:pt x="14596" y="252"/>
                  </a:cubicBezTo>
                  <a:cubicBezTo>
                    <a:pt x="14568" y="281"/>
                    <a:pt x="14525" y="309"/>
                    <a:pt x="14483" y="337"/>
                  </a:cubicBezTo>
                  <a:lnTo>
                    <a:pt x="14383" y="337"/>
                  </a:lnTo>
                  <a:cubicBezTo>
                    <a:pt x="14369" y="352"/>
                    <a:pt x="14352" y="359"/>
                    <a:pt x="14332" y="359"/>
                  </a:cubicBezTo>
                  <a:cubicBezTo>
                    <a:pt x="14312" y="359"/>
                    <a:pt x="14291" y="352"/>
                    <a:pt x="14270" y="337"/>
                  </a:cubicBezTo>
                  <a:lnTo>
                    <a:pt x="14185" y="337"/>
                  </a:lnTo>
                  <a:cubicBezTo>
                    <a:pt x="14156" y="366"/>
                    <a:pt x="14117" y="380"/>
                    <a:pt x="14078" y="380"/>
                  </a:cubicBezTo>
                  <a:cubicBezTo>
                    <a:pt x="14039" y="380"/>
                    <a:pt x="14000" y="366"/>
                    <a:pt x="13972" y="337"/>
                  </a:cubicBezTo>
                  <a:lnTo>
                    <a:pt x="13872" y="337"/>
                  </a:lnTo>
                  <a:cubicBezTo>
                    <a:pt x="13825" y="379"/>
                    <a:pt x="13767" y="386"/>
                    <a:pt x="13706" y="386"/>
                  </a:cubicBezTo>
                  <a:cubicBezTo>
                    <a:pt x="13678" y="386"/>
                    <a:pt x="13649" y="384"/>
                    <a:pt x="13621" y="384"/>
                  </a:cubicBezTo>
                  <a:cubicBezTo>
                    <a:pt x="13565" y="384"/>
                    <a:pt x="13510" y="390"/>
                    <a:pt x="13461" y="423"/>
                  </a:cubicBezTo>
                  <a:lnTo>
                    <a:pt x="13446" y="423"/>
                  </a:lnTo>
                  <a:cubicBezTo>
                    <a:pt x="13439" y="444"/>
                    <a:pt x="13422" y="454"/>
                    <a:pt x="13402" y="454"/>
                  </a:cubicBezTo>
                  <a:cubicBezTo>
                    <a:pt x="13382" y="454"/>
                    <a:pt x="13361" y="444"/>
                    <a:pt x="13347" y="423"/>
                  </a:cubicBezTo>
                  <a:lnTo>
                    <a:pt x="13162" y="423"/>
                  </a:lnTo>
                  <a:cubicBezTo>
                    <a:pt x="13072" y="502"/>
                    <a:pt x="12946" y="545"/>
                    <a:pt x="12826" y="545"/>
                  </a:cubicBezTo>
                  <a:cubicBezTo>
                    <a:pt x="12796" y="545"/>
                    <a:pt x="12765" y="542"/>
                    <a:pt x="12736" y="536"/>
                  </a:cubicBezTo>
                  <a:lnTo>
                    <a:pt x="12651" y="536"/>
                  </a:lnTo>
                  <a:cubicBezTo>
                    <a:pt x="12601" y="575"/>
                    <a:pt x="12544" y="581"/>
                    <a:pt x="12486" y="581"/>
                  </a:cubicBezTo>
                  <a:cubicBezTo>
                    <a:pt x="12459" y="581"/>
                    <a:pt x="12432" y="580"/>
                    <a:pt x="12405" y="580"/>
                  </a:cubicBezTo>
                  <a:cubicBezTo>
                    <a:pt x="12342" y="580"/>
                    <a:pt x="12280" y="587"/>
                    <a:pt x="12225" y="635"/>
                  </a:cubicBezTo>
                  <a:cubicBezTo>
                    <a:pt x="12169" y="692"/>
                    <a:pt x="12083" y="678"/>
                    <a:pt x="12027" y="735"/>
                  </a:cubicBezTo>
                  <a:cubicBezTo>
                    <a:pt x="12003" y="773"/>
                    <a:pt x="11979" y="785"/>
                    <a:pt x="11956" y="785"/>
                  </a:cubicBezTo>
                  <a:cubicBezTo>
                    <a:pt x="11908" y="785"/>
                    <a:pt x="11861" y="735"/>
                    <a:pt x="11814" y="735"/>
                  </a:cubicBezTo>
                  <a:cubicBezTo>
                    <a:pt x="11785" y="763"/>
                    <a:pt x="11743" y="806"/>
                    <a:pt x="11714" y="834"/>
                  </a:cubicBezTo>
                  <a:lnTo>
                    <a:pt x="11615" y="834"/>
                  </a:lnTo>
                  <a:cubicBezTo>
                    <a:pt x="11586" y="806"/>
                    <a:pt x="11547" y="792"/>
                    <a:pt x="11508" y="792"/>
                  </a:cubicBezTo>
                  <a:cubicBezTo>
                    <a:pt x="11469" y="792"/>
                    <a:pt x="11430" y="806"/>
                    <a:pt x="11402" y="834"/>
                  </a:cubicBezTo>
                  <a:cubicBezTo>
                    <a:pt x="11402" y="877"/>
                    <a:pt x="11416" y="934"/>
                    <a:pt x="11430" y="976"/>
                  </a:cubicBezTo>
                  <a:cubicBezTo>
                    <a:pt x="11430" y="1019"/>
                    <a:pt x="11444" y="1104"/>
                    <a:pt x="11402" y="1104"/>
                  </a:cubicBezTo>
                  <a:cubicBezTo>
                    <a:pt x="11389" y="1102"/>
                    <a:pt x="11376" y="1102"/>
                    <a:pt x="11363" y="1102"/>
                  </a:cubicBezTo>
                  <a:cubicBezTo>
                    <a:pt x="11163" y="1102"/>
                    <a:pt x="11065" y="1305"/>
                    <a:pt x="10891" y="1345"/>
                  </a:cubicBezTo>
                  <a:cubicBezTo>
                    <a:pt x="10877" y="1345"/>
                    <a:pt x="10862" y="1360"/>
                    <a:pt x="10862" y="1374"/>
                  </a:cubicBezTo>
                  <a:cubicBezTo>
                    <a:pt x="10848" y="1388"/>
                    <a:pt x="10848" y="1388"/>
                    <a:pt x="10862" y="1402"/>
                  </a:cubicBezTo>
                  <a:cubicBezTo>
                    <a:pt x="10735" y="1402"/>
                    <a:pt x="10607" y="1416"/>
                    <a:pt x="10479" y="1445"/>
                  </a:cubicBezTo>
                  <a:lnTo>
                    <a:pt x="10096" y="1445"/>
                  </a:lnTo>
                  <a:cubicBezTo>
                    <a:pt x="10081" y="1459"/>
                    <a:pt x="10064" y="1466"/>
                    <a:pt x="10046" y="1466"/>
                  </a:cubicBezTo>
                  <a:cubicBezTo>
                    <a:pt x="10028" y="1466"/>
                    <a:pt x="10010" y="1459"/>
                    <a:pt x="9996" y="1445"/>
                  </a:cubicBezTo>
                  <a:cubicBezTo>
                    <a:pt x="9968" y="1473"/>
                    <a:pt x="9925" y="1516"/>
                    <a:pt x="9911" y="1558"/>
                  </a:cubicBezTo>
                  <a:cubicBezTo>
                    <a:pt x="9853" y="1658"/>
                    <a:pt x="9829" y="1699"/>
                    <a:pt x="9773" y="1699"/>
                  </a:cubicBezTo>
                  <a:cubicBezTo>
                    <a:pt x="9734" y="1699"/>
                    <a:pt x="9679" y="1679"/>
                    <a:pt x="9585" y="1644"/>
                  </a:cubicBezTo>
                  <a:cubicBezTo>
                    <a:pt x="9542" y="1715"/>
                    <a:pt x="9443" y="1686"/>
                    <a:pt x="9386" y="1757"/>
                  </a:cubicBezTo>
                  <a:cubicBezTo>
                    <a:pt x="9378" y="1756"/>
                    <a:pt x="9369" y="1756"/>
                    <a:pt x="9361" y="1756"/>
                  </a:cubicBezTo>
                  <a:cubicBezTo>
                    <a:pt x="9246" y="1756"/>
                    <a:pt x="9159" y="1850"/>
                    <a:pt x="9173" y="1956"/>
                  </a:cubicBezTo>
                  <a:cubicBezTo>
                    <a:pt x="9159" y="1984"/>
                    <a:pt x="9173" y="2027"/>
                    <a:pt x="9187" y="2055"/>
                  </a:cubicBezTo>
                  <a:lnTo>
                    <a:pt x="9173" y="2055"/>
                  </a:lnTo>
                  <a:lnTo>
                    <a:pt x="9073" y="1956"/>
                  </a:lnTo>
                  <a:lnTo>
                    <a:pt x="8974" y="1956"/>
                  </a:lnTo>
                  <a:lnTo>
                    <a:pt x="8974" y="2169"/>
                  </a:lnTo>
                  <a:cubicBezTo>
                    <a:pt x="8690" y="2396"/>
                    <a:pt x="8406" y="2637"/>
                    <a:pt x="8108" y="2850"/>
                  </a:cubicBezTo>
                  <a:cubicBezTo>
                    <a:pt x="8018" y="2915"/>
                    <a:pt x="8009" y="3083"/>
                    <a:pt x="7882" y="3083"/>
                  </a:cubicBezTo>
                  <a:cubicBezTo>
                    <a:pt x="7869" y="3083"/>
                    <a:pt x="7854" y="3082"/>
                    <a:pt x="7838" y="3078"/>
                  </a:cubicBezTo>
                  <a:lnTo>
                    <a:pt x="7739" y="3078"/>
                  </a:lnTo>
                  <a:lnTo>
                    <a:pt x="7526" y="3092"/>
                  </a:lnTo>
                  <a:lnTo>
                    <a:pt x="7426" y="3205"/>
                  </a:lnTo>
                  <a:lnTo>
                    <a:pt x="7426" y="3305"/>
                  </a:lnTo>
                  <a:cubicBezTo>
                    <a:pt x="7441" y="3319"/>
                    <a:pt x="7455" y="3347"/>
                    <a:pt x="7483" y="3362"/>
                  </a:cubicBezTo>
                  <a:cubicBezTo>
                    <a:pt x="7469" y="3358"/>
                    <a:pt x="7455" y="3356"/>
                    <a:pt x="7441" y="3356"/>
                  </a:cubicBezTo>
                  <a:cubicBezTo>
                    <a:pt x="7399" y="3356"/>
                    <a:pt x="7359" y="3372"/>
                    <a:pt x="7327" y="3404"/>
                  </a:cubicBezTo>
                  <a:cubicBezTo>
                    <a:pt x="7299" y="3432"/>
                    <a:pt x="7260" y="3447"/>
                    <a:pt x="7221" y="3447"/>
                  </a:cubicBezTo>
                  <a:cubicBezTo>
                    <a:pt x="7181" y="3447"/>
                    <a:pt x="7142" y="3432"/>
                    <a:pt x="7114" y="3404"/>
                  </a:cubicBezTo>
                  <a:lnTo>
                    <a:pt x="7015" y="3404"/>
                  </a:lnTo>
                  <a:cubicBezTo>
                    <a:pt x="6986" y="3432"/>
                    <a:pt x="6944" y="3461"/>
                    <a:pt x="6915" y="3503"/>
                  </a:cubicBezTo>
                  <a:cubicBezTo>
                    <a:pt x="6909" y="3503"/>
                    <a:pt x="6902" y="3503"/>
                    <a:pt x="6896" y="3503"/>
                  </a:cubicBezTo>
                  <a:cubicBezTo>
                    <a:pt x="6755" y="3503"/>
                    <a:pt x="6712" y="3649"/>
                    <a:pt x="6603" y="3716"/>
                  </a:cubicBezTo>
                  <a:cubicBezTo>
                    <a:pt x="6560" y="3759"/>
                    <a:pt x="6546" y="3844"/>
                    <a:pt x="6575" y="3915"/>
                  </a:cubicBezTo>
                  <a:cubicBezTo>
                    <a:pt x="6546" y="3915"/>
                    <a:pt x="6532" y="3915"/>
                    <a:pt x="6518" y="3929"/>
                  </a:cubicBezTo>
                  <a:cubicBezTo>
                    <a:pt x="6504" y="3958"/>
                    <a:pt x="6504" y="3986"/>
                    <a:pt x="6489" y="4000"/>
                  </a:cubicBezTo>
                  <a:lnTo>
                    <a:pt x="6106" y="4029"/>
                  </a:lnTo>
                  <a:lnTo>
                    <a:pt x="6106" y="4242"/>
                  </a:lnTo>
                  <a:lnTo>
                    <a:pt x="5978" y="4426"/>
                  </a:lnTo>
                  <a:cubicBezTo>
                    <a:pt x="5966" y="4424"/>
                    <a:pt x="5954" y="4423"/>
                    <a:pt x="5942" y="4423"/>
                  </a:cubicBezTo>
                  <a:cubicBezTo>
                    <a:pt x="5799" y="4423"/>
                    <a:pt x="5674" y="4557"/>
                    <a:pt x="5532" y="4557"/>
                  </a:cubicBezTo>
                  <a:cubicBezTo>
                    <a:pt x="5520" y="4557"/>
                    <a:pt x="5508" y="4556"/>
                    <a:pt x="5495" y="4554"/>
                  </a:cubicBezTo>
                  <a:cubicBezTo>
                    <a:pt x="5495" y="4583"/>
                    <a:pt x="5481" y="4611"/>
                    <a:pt x="5467" y="4639"/>
                  </a:cubicBezTo>
                  <a:cubicBezTo>
                    <a:pt x="5467" y="4650"/>
                    <a:pt x="5455" y="4653"/>
                    <a:pt x="5441" y="4653"/>
                  </a:cubicBezTo>
                  <a:cubicBezTo>
                    <a:pt x="5425" y="4653"/>
                    <a:pt x="5405" y="4649"/>
                    <a:pt x="5393" y="4649"/>
                  </a:cubicBezTo>
                  <a:cubicBezTo>
                    <a:pt x="5386" y="4649"/>
                    <a:pt x="5382" y="4650"/>
                    <a:pt x="5382" y="4654"/>
                  </a:cubicBezTo>
                  <a:cubicBezTo>
                    <a:pt x="5311" y="4909"/>
                    <a:pt x="5084" y="4994"/>
                    <a:pt x="4899" y="5108"/>
                  </a:cubicBezTo>
                  <a:cubicBezTo>
                    <a:pt x="4814" y="5165"/>
                    <a:pt x="4743" y="5250"/>
                    <a:pt x="4729" y="5349"/>
                  </a:cubicBezTo>
                  <a:lnTo>
                    <a:pt x="4360" y="5477"/>
                  </a:lnTo>
                  <a:cubicBezTo>
                    <a:pt x="4232" y="5534"/>
                    <a:pt x="4218" y="5676"/>
                    <a:pt x="4161" y="5789"/>
                  </a:cubicBezTo>
                  <a:lnTo>
                    <a:pt x="4047" y="5775"/>
                  </a:lnTo>
                  <a:lnTo>
                    <a:pt x="3948" y="5875"/>
                  </a:lnTo>
                  <a:cubicBezTo>
                    <a:pt x="3948" y="5946"/>
                    <a:pt x="3948" y="6017"/>
                    <a:pt x="3948" y="6088"/>
                  </a:cubicBezTo>
                  <a:lnTo>
                    <a:pt x="3721" y="6371"/>
                  </a:lnTo>
                  <a:cubicBezTo>
                    <a:pt x="3565" y="6457"/>
                    <a:pt x="3423" y="6556"/>
                    <a:pt x="3323" y="6684"/>
                  </a:cubicBezTo>
                  <a:cubicBezTo>
                    <a:pt x="3252" y="6826"/>
                    <a:pt x="3110" y="6911"/>
                    <a:pt x="3096" y="7081"/>
                  </a:cubicBezTo>
                  <a:cubicBezTo>
                    <a:pt x="2997" y="7167"/>
                    <a:pt x="3011" y="7280"/>
                    <a:pt x="2997" y="7394"/>
                  </a:cubicBezTo>
                  <a:cubicBezTo>
                    <a:pt x="2883" y="7394"/>
                    <a:pt x="2769" y="7465"/>
                    <a:pt x="2741" y="7578"/>
                  </a:cubicBezTo>
                  <a:cubicBezTo>
                    <a:pt x="2670" y="7820"/>
                    <a:pt x="2599" y="8061"/>
                    <a:pt x="2556" y="8302"/>
                  </a:cubicBezTo>
                  <a:cubicBezTo>
                    <a:pt x="2514" y="8601"/>
                    <a:pt x="2429" y="8885"/>
                    <a:pt x="2301" y="9154"/>
                  </a:cubicBezTo>
                  <a:cubicBezTo>
                    <a:pt x="2088" y="9325"/>
                    <a:pt x="1918" y="9538"/>
                    <a:pt x="1804" y="9779"/>
                  </a:cubicBezTo>
                  <a:cubicBezTo>
                    <a:pt x="1776" y="9850"/>
                    <a:pt x="1776" y="9935"/>
                    <a:pt x="1690" y="9978"/>
                  </a:cubicBezTo>
                  <a:cubicBezTo>
                    <a:pt x="1719" y="10304"/>
                    <a:pt x="1577" y="10617"/>
                    <a:pt x="1335" y="10815"/>
                  </a:cubicBezTo>
                  <a:cubicBezTo>
                    <a:pt x="1293" y="10844"/>
                    <a:pt x="1293" y="10929"/>
                    <a:pt x="1279" y="10986"/>
                  </a:cubicBezTo>
                  <a:cubicBezTo>
                    <a:pt x="1260" y="10978"/>
                    <a:pt x="1243" y="10974"/>
                    <a:pt x="1227" y="10974"/>
                  </a:cubicBezTo>
                  <a:cubicBezTo>
                    <a:pt x="1159" y="10974"/>
                    <a:pt x="1115" y="11042"/>
                    <a:pt x="1080" y="11099"/>
                  </a:cubicBezTo>
                  <a:cubicBezTo>
                    <a:pt x="1009" y="11156"/>
                    <a:pt x="1023" y="11256"/>
                    <a:pt x="966" y="11312"/>
                  </a:cubicBezTo>
                  <a:cubicBezTo>
                    <a:pt x="881" y="11398"/>
                    <a:pt x="952" y="11540"/>
                    <a:pt x="867" y="11639"/>
                  </a:cubicBezTo>
                  <a:lnTo>
                    <a:pt x="867" y="11809"/>
                  </a:lnTo>
                  <a:cubicBezTo>
                    <a:pt x="909" y="12150"/>
                    <a:pt x="569" y="12391"/>
                    <a:pt x="626" y="12732"/>
                  </a:cubicBezTo>
                  <a:lnTo>
                    <a:pt x="455" y="12746"/>
                  </a:lnTo>
                  <a:cubicBezTo>
                    <a:pt x="455" y="12775"/>
                    <a:pt x="441" y="12803"/>
                    <a:pt x="441" y="12832"/>
                  </a:cubicBezTo>
                  <a:lnTo>
                    <a:pt x="58" y="13172"/>
                  </a:lnTo>
                  <a:cubicBezTo>
                    <a:pt x="15" y="13400"/>
                    <a:pt x="1" y="13641"/>
                    <a:pt x="43" y="13868"/>
                  </a:cubicBezTo>
                  <a:lnTo>
                    <a:pt x="143" y="13882"/>
                  </a:lnTo>
                  <a:lnTo>
                    <a:pt x="157" y="14180"/>
                  </a:lnTo>
                  <a:lnTo>
                    <a:pt x="256" y="14195"/>
                  </a:lnTo>
                  <a:cubicBezTo>
                    <a:pt x="256" y="14223"/>
                    <a:pt x="256" y="14251"/>
                    <a:pt x="256" y="14280"/>
                  </a:cubicBezTo>
                  <a:cubicBezTo>
                    <a:pt x="282" y="14280"/>
                    <a:pt x="307" y="14280"/>
                    <a:pt x="332" y="14290"/>
                  </a:cubicBezTo>
                  <a:lnTo>
                    <a:pt x="332" y="14290"/>
                  </a:lnTo>
                  <a:lnTo>
                    <a:pt x="327" y="14294"/>
                  </a:lnTo>
                  <a:cubicBezTo>
                    <a:pt x="327" y="14322"/>
                    <a:pt x="342" y="14365"/>
                    <a:pt x="356" y="14393"/>
                  </a:cubicBezTo>
                  <a:cubicBezTo>
                    <a:pt x="356" y="14663"/>
                    <a:pt x="342" y="14933"/>
                    <a:pt x="327" y="15203"/>
                  </a:cubicBezTo>
                  <a:cubicBezTo>
                    <a:pt x="327" y="15700"/>
                    <a:pt x="413" y="16182"/>
                    <a:pt x="356" y="16679"/>
                  </a:cubicBezTo>
                  <a:cubicBezTo>
                    <a:pt x="327" y="16807"/>
                    <a:pt x="356" y="16949"/>
                    <a:pt x="441" y="17063"/>
                  </a:cubicBezTo>
                  <a:cubicBezTo>
                    <a:pt x="299" y="17318"/>
                    <a:pt x="597" y="17531"/>
                    <a:pt x="512" y="17773"/>
                  </a:cubicBezTo>
                  <a:cubicBezTo>
                    <a:pt x="725" y="17915"/>
                    <a:pt x="569" y="18099"/>
                    <a:pt x="555" y="18269"/>
                  </a:cubicBezTo>
                  <a:cubicBezTo>
                    <a:pt x="590" y="18269"/>
                    <a:pt x="640" y="18248"/>
                    <a:pt x="675" y="18248"/>
                  </a:cubicBezTo>
                  <a:cubicBezTo>
                    <a:pt x="711" y="18248"/>
                    <a:pt x="732" y="18269"/>
                    <a:pt x="711" y="18355"/>
                  </a:cubicBezTo>
                  <a:cubicBezTo>
                    <a:pt x="682" y="18454"/>
                    <a:pt x="611" y="18553"/>
                    <a:pt x="711" y="18639"/>
                  </a:cubicBezTo>
                  <a:cubicBezTo>
                    <a:pt x="881" y="18809"/>
                    <a:pt x="839" y="19008"/>
                    <a:pt x="839" y="19207"/>
                  </a:cubicBezTo>
                  <a:cubicBezTo>
                    <a:pt x="839" y="19278"/>
                    <a:pt x="810" y="19363"/>
                    <a:pt x="839" y="19405"/>
                  </a:cubicBezTo>
                  <a:cubicBezTo>
                    <a:pt x="1023" y="19618"/>
                    <a:pt x="995" y="19916"/>
                    <a:pt x="1151" y="20144"/>
                  </a:cubicBezTo>
                  <a:cubicBezTo>
                    <a:pt x="1264" y="20328"/>
                    <a:pt x="1307" y="20555"/>
                    <a:pt x="1293" y="20768"/>
                  </a:cubicBezTo>
                  <a:cubicBezTo>
                    <a:pt x="1293" y="20981"/>
                    <a:pt x="1335" y="21208"/>
                    <a:pt x="1435" y="21407"/>
                  </a:cubicBezTo>
                  <a:cubicBezTo>
                    <a:pt x="1477" y="21492"/>
                    <a:pt x="1506" y="21592"/>
                    <a:pt x="1534" y="21677"/>
                  </a:cubicBezTo>
                  <a:cubicBezTo>
                    <a:pt x="1690" y="22089"/>
                    <a:pt x="1747" y="22529"/>
                    <a:pt x="1989" y="22912"/>
                  </a:cubicBezTo>
                  <a:cubicBezTo>
                    <a:pt x="1989" y="23054"/>
                    <a:pt x="2017" y="23210"/>
                    <a:pt x="2102" y="23338"/>
                  </a:cubicBezTo>
                  <a:cubicBezTo>
                    <a:pt x="2131" y="23438"/>
                    <a:pt x="2173" y="23523"/>
                    <a:pt x="2187" y="23622"/>
                  </a:cubicBezTo>
                  <a:cubicBezTo>
                    <a:pt x="2258" y="23665"/>
                    <a:pt x="2301" y="23736"/>
                    <a:pt x="2315" y="23821"/>
                  </a:cubicBezTo>
                  <a:lnTo>
                    <a:pt x="2400" y="23934"/>
                  </a:lnTo>
                  <a:cubicBezTo>
                    <a:pt x="2528" y="24005"/>
                    <a:pt x="2642" y="24105"/>
                    <a:pt x="2713" y="24233"/>
                  </a:cubicBezTo>
                  <a:lnTo>
                    <a:pt x="2713" y="24446"/>
                  </a:lnTo>
                  <a:cubicBezTo>
                    <a:pt x="2784" y="24488"/>
                    <a:pt x="2826" y="24573"/>
                    <a:pt x="2812" y="24644"/>
                  </a:cubicBezTo>
                  <a:lnTo>
                    <a:pt x="2926" y="24644"/>
                  </a:lnTo>
                  <a:cubicBezTo>
                    <a:pt x="2926" y="24687"/>
                    <a:pt x="2926" y="24715"/>
                    <a:pt x="2926" y="24744"/>
                  </a:cubicBezTo>
                  <a:lnTo>
                    <a:pt x="3039" y="24843"/>
                  </a:lnTo>
                  <a:cubicBezTo>
                    <a:pt x="3096" y="24886"/>
                    <a:pt x="3139" y="24957"/>
                    <a:pt x="3153" y="25042"/>
                  </a:cubicBezTo>
                  <a:cubicBezTo>
                    <a:pt x="3309" y="25156"/>
                    <a:pt x="3408" y="25354"/>
                    <a:pt x="3636" y="25383"/>
                  </a:cubicBezTo>
                  <a:cubicBezTo>
                    <a:pt x="3721" y="25624"/>
                    <a:pt x="3962" y="25794"/>
                    <a:pt x="3962" y="26078"/>
                  </a:cubicBezTo>
                  <a:cubicBezTo>
                    <a:pt x="4019" y="26121"/>
                    <a:pt x="4061" y="26192"/>
                    <a:pt x="4061" y="26277"/>
                  </a:cubicBezTo>
                  <a:lnTo>
                    <a:pt x="4147" y="26291"/>
                  </a:lnTo>
                  <a:lnTo>
                    <a:pt x="4147" y="26391"/>
                  </a:lnTo>
                  <a:lnTo>
                    <a:pt x="4260" y="26490"/>
                  </a:lnTo>
                  <a:cubicBezTo>
                    <a:pt x="4360" y="26519"/>
                    <a:pt x="4374" y="26604"/>
                    <a:pt x="4374" y="26675"/>
                  </a:cubicBezTo>
                  <a:lnTo>
                    <a:pt x="4487" y="26788"/>
                  </a:lnTo>
                  <a:lnTo>
                    <a:pt x="4573" y="26902"/>
                  </a:lnTo>
                  <a:lnTo>
                    <a:pt x="4672" y="27015"/>
                  </a:lnTo>
                  <a:lnTo>
                    <a:pt x="4757" y="27015"/>
                  </a:lnTo>
                  <a:cubicBezTo>
                    <a:pt x="4771" y="27044"/>
                    <a:pt x="4771" y="27072"/>
                    <a:pt x="4771" y="27101"/>
                  </a:cubicBezTo>
                  <a:cubicBezTo>
                    <a:pt x="4871" y="27129"/>
                    <a:pt x="4913" y="27228"/>
                    <a:pt x="4970" y="27299"/>
                  </a:cubicBezTo>
                  <a:cubicBezTo>
                    <a:pt x="5070" y="27299"/>
                    <a:pt x="5141" y="27370"/>
                    <a:pt x="5155" y="27456"/>
                  </a:cubicBezTo>
                  <a:lnTo>
                    <a:pt x="5197" y="27697"/>
                  </a:lnTo>
                  <a:lnTo>
                    <a:pt x="5282" y="27825"/>
                  </a:lnTo>
                  <a:lnTo>
                    <a:pt x="5368" y="27839"/>
                  </a:lnTo>
                  <a:cubicBezTo>
                    <a:pt x="5368" y="27853"/>
                    <a:pt x="5382" y="27867"/>
                    <a:pt x="5396" y="27867"/>
                  </a:cubicBezTo>
                  <a:cubicBezTo>
                    <a:pt x="5538" y="28080"/>
                    <a:pt x="5751" y="28208"/>
                    <a:pt x="5992" y="28236"/>
                  </a:cubicBezTo>
                  <a:cubicBezTo>
                    <a:pt x="5992" y="28350"/>
                    <a:pt x="6035" y="28449"/>
                    <a:pt x="6106" y="28535"/>
                  </a:cubicBezTo>
                  <a:lnTo>
                    <a:pt x="6205" y="28520"/>
                  </a:lnTo>
                  <a:lnTo>
                    <a:pt x="6319" y="28634"/>
                  </a:lnTo>
                  <a:cubicBezTo>
                    <a:pt x="6589" y="28719"/>
                    <a:pt x="6830" y="28861"/>
                    <a:pt x="7029" y="29060"/>
                  </a:cubicBezTo>
                  <a:lnTo>
                    <a:pt x="7128" y="29060"/>
                  </a:lnTo>
                  <a:lnTo>
                    <a:pt x="7242" y="29245"/>
                  </a:lnTo>
                  <a:lnTo>
                    <a:pt x="7341" y="29259"/>
                  </a:lnTo>
                  <a:cubicBezTo>
                    <a:pt x="7355" y="29287"/>
                    <a:pt x="7355" y="29316"/>
                    <a:pt x="7355" y="29344"/>
                  </a:cubicBezTo>
                  <a:cubicBezTo>
                    <a:pt x="7483" y="29372"/>
                    <a:pt x="7583" y="29458"/>
                    <a:pt x="7654" y="29571"/>
                  </a:cubicBezTo>
                  <a:cubicBezTo>
                    <a:pt x="7796" y="29571"/>
                    <a:pt x="7938" y="29571"/>
                    <a:pt x="7966" y="29756"/>
                  </a:cubicBezTo>
                  <a:cubicBezTo>
                    <a:pt x="8080" y="29784"/>
                    <a:pt x="8193" y="29756"/>
                    <a:pt x="8264" y="29869"/>
                  </a:cubicBezTo>
                  <a:lnTo>
                    <a:pt x="8449" y="29898"/>
                  </a:lnTo>
                  <a:cubicBezTo>
                    <a:pt x="8449" y="29926"/>
                    <a:pt x="8463" y="29940"/>
                    <a:pt x="8477" y="29969"/>
                  </a:cubicBezTo>
                  <a:cubicBezTo>
                    <a:pt x="8576" y="29969"/>
                    <a:pt x="8676" y="30054"/>
                    <a:pt x="8690" y="30167"/>
                  </a:cubicBezTo>
                  <a:cubicBezTo>
                    <a:pt x="8697" y="30160"/>
                    <a:pt x="8704" y="30157"/>
                    <a:pt x="8711" y="30157"/>
                  </a:cubicBezTo>
                  <a:cubicBezTo>
                    <a:pt x="8718" y="30157"/>
                    <a:pt x="8726" y="30160"/>
                    <a:pt x="8733" y="30167"/>
                  </a:cubicBezTo>
                  <a:cubicBezTo>
                    <a:pt x="9102" y="30338"/>
                    <a:pt x="9471" y="30522"/>
                    <a:pt x="9854" y="30707"/>
                  </a:cubicBezTo>
                  <a:cubicBezTo>
                    <a:pt x="9868" y="30721"/>
                    <a:pt x="9883" y="30764"/>
                    <a:pt x="9897" y="30792"/>
                  </a:cubicBezTo>
                  <a:cubicBezTo>
                    <a:pt x="9935" y="30787"/>
                    <a:pt x="9973" y="30785"/>
                    <a:pt x="10011" y="30785"/>
                  </a:cubicBezTo>
                  <a:cubicBezTo>
                    <a:pt x="10195" y="30785"/>
                    <a:pt x="10366" y="30842"/>
                    <a:pt x="10507" y="30948"/>
                  </a:cubicBezTo>
                  <a:cubicBezTo>
                    <a:pt x="10621" y="31048"/>
                    <a:pt x="10777" y="31090"/>
                    <a:pt x="10919" y="31090"/>
                  </a:cubicBezTo>
                  <a:lnTo>
                    <a:pt x="11033" y="31190"/>
                  </a:lnTo>
                  <a:cubicBezTo>
                    <a:pt x="11118" y="31190"/>
                    <a:pt x="11189" y="31218"/>
                    <a:pt x="11246" y="31289"/>
                  </a:cubicBezTo>
                  <a:cubicBezTo>
                    <a:pt x="11331" y="31289"/>
                    <a:pt x="11402" y="31332"/>
                    <a:pt x="11459" y="31388"/>
                  </a:cubicBezTo>
                  <a:cubicBezTo>
                    <a:pt x="11601" y="31417"/>
                    <a:pt x="11743" y="31388"/>
                    <a:pt x="11856" y="31502"/>
                  </a:cubicBezTo>
                  <a:cubicBezTo>
                    <a:pt x="11941" y="31502"/>
                    <a:pt x="12012" y="31545"/>
                    <a:pt x="12055" y="31616"/>
                  </a:cubicBezTo>
                  <a:lnTo>
                    <a:pt x="12240" y="31616"/>
                  </a:lnTo>
                  <a:cubicBezTo>
                    <a:pt x="12225" y="31658"/>
                    <a:pt x="12254" y="31701"/>
                    <a:pt x="12296" y="31701"/>
                  </a:cubicBezTo>
                  <a:lnTo>
                    <a:pt x="12339" y="31701"/>
                  </a:lnTo>
                  <a:lnTo>
                    <a:pt x="12367" y="31715"/>
                  </a:lnTo>
                  <a:cubicBezTo>
                    <a:pt x="12538" y="31786"/>
                    <a:pt x="12736" y="31786"/>
                    <a:pt x="12893" y="31914"/>
                  </a:cubicBezTo>
                  <a:cubicBezTo>
                    <a:pt x="12914" y="31949"/>
                    <a:pt x="12953" y="31967"/>
                    <a:pt x="12992" y="31967"/>
                  </a:cubicBezTo>
                  <a:cubicBezTo>
                    <a:pt x="13031" y="31967"/>
                    <a:pt x="13070" y="31949"/>
                    <a:pt x="13091" y="31914"/>
                  </a:cubicBezTo>
                  <a:cubicBezTo>
                    <a:pt x="13106" y="31900"/>
                    <a:pt x="13127" y="31892"/>
                    <a:pt x="13148" y="31892"/>
                  </a:cubicBezTo>
                  <a:cubicBezTo>
                    <a:pt x="13170" y="31892"/>
                    <a:pt x="13191" y="31900"/>
                    <a:pt x="13205" y="31914"/>
                  </a:cubicBezTo>
                  <a:cubicBezTo>
                    <a:pt x="13233" y="31942"/>
                    <a:pt x="13248" y="31956"/>
                    <a:pt x="13276" y="31956"/>
                  </a:cubicBezTo>
                  <a:cubicBezTo>
                    <a:pt x="13276" y="31985"/>
                    <a:pt x="13290" y="31999"/>
                    <a:pt x="13319" y="32013"/>
                  </a:cubicBezTo>
                  <a:lnTo>
                    <a:pt x="13617" y="32042"/>
                  </a:lnTo>
                  <a:lnTo>
                    <a:pt x="13659" y="32056"/>
                  </a:lnTo>
                  <a:lnTo>
                    <a:pt x="13674" y="32056"/>
                  </a:lnTo>
                  <a:cubicBezTo>
                    <a:pt x="13688" y="32084"/>
                    <a:pt x="13702" y="32098"/>
                    <a:pt x="13716" y="32127"/>
                  </a:cubicBezTo>
                  <a:cubicBezTo>
                    <a:pt x="13753" y="32154"/>
                    <a:pt x="13795" y="32170"/>
                    <a:pt x="13840" y="32170"/>
                  </a:cubicBezTo>
                  <a:cubicBezTo>
                    <a:pt x="13865" y="32170"/>
                    <a:pt x="13890" y="32165"/>
                    <a:pt x="13915" y="32155"/>
                  </a:cubicBezTo>
                  <a:cubicBezTo>
                    <a:pt x="13929" y="32169"/>
                    <a:pt x="13929" y="32184"/>
                    <a:pt x="13929" y="32212"/>
                  </a:cubicBezTo>
                  <a:cubicBezTo>
                    <a:pt x="14003" y="32203"/>
                    <a:pt x="14071" y="32133"/>
                    <a:pt x="14137" y="32133"/>
                  </a:cubicBezTo>
                  <a:cubicBezTo>
                    <a:pt x="14172" y="32133"/>
                    <a:pt x="14207" y="32153"/>
                    <a:pt x="14241" y="32212"/>
                  </a:cubicBezTo>
                  <a:cubicBezTo>
                    <a:pt x="14328" y="32199"/>
                    <a:pt x="14417" y="32176"/>
                    <a:pt x="14502" y="32176"/>
                  </a:cubicBezTo>
                  <a:cubicBezTo>
                    <a:pt x="14599" y="32176"/>
                    <a:pt x="14691" y="32205"/>
                    <a:pt x="14767" y="32311"/>
                  </a:cubicBezTo>
                  <a:cubicBezTo>
                    <a:pt x="14809" y="32315"/>
                    <a:pt x="14853" y="32317"/>
                    <a:pt x="14897" y="32317"/>
                  </a:cubicBezTo>
                  <a:cubicBezTo>
                    <a:pt x="15029" y="32317"/>
                    <a:pt x="15164" y="32301"/>
                    <a:pt x="15292" y="32269"/>
                  </a:cubicBezTo>
                  <a:cubicBezTo>
                    <a:pt x="15311" y="32261"/>
                    <a:pt x="15330" y="32258"/>
                    <a:pt x="15349" y="32258"/>
                  </a:cubicBezTo>
                  <a:cubicBezTo>
                    <a:pt x="15399" y="32258"/>
                    <a:pt x="15446" y="32284"/>
                    <a:pt x="15477" y="32326"/>
                  </a:cubicBezTo>
                  <a:cubicBezTo>
                    <a:pt x="15538" y="32343"/>
                    <a:pt x="15610" y="32355"/>
                    <a:pt x="15683" y="32355"/>
                  </a:cubicBezTo>
                  <a:cubicBezTo>
                    <a:pt x="15729" y="32355"/>
                    <a:pt x="15774" y="32351"/>
                    <a:pt x="15817" y="32340"/>
                  </a:cubicBezTo>
                  <a:cubicBezTo>
                    <a:pt x="15834" y="32337"/>
                    <a:pt x="15851" y="32336"/>
                    <a:pt x="15867" y="32336"/>
                  </a:cubicBezTo>
                  <a:cubicBezTo>
                    <a:pt x="15949" y="32336"/>
                    <a:pt x="16028" y="32366"/>
                    <a:pt x="16087" y="32425"/>
                  </a:cubicBezTo>
                  <a:cubicBezTo>
                    <a:pt x="16192" y="32399"/>
                    <a:pt x="16296" y="32351"/>
                    <a:pt x="16401" y="32351"/>
                  </a:cubicBezTo>
                  <a:cubicBezTo>
                    <a:pt x="16467" y="32351"/>
                    <a:pt x="16533" y="32370"/>
                    <a:pt x="16598" y="32425"/>
                  </a:cubicBezTo>
                  <a:cubicBezTo>
                    <a:pt x="16683" y="32400"/>
                    <a:pt x="16762" y="32354"/>
                    <a:pt x="16839" y="32354"/>
                  </a:cubicBezTo>
                  <a:cubicBezTo>
                    <a:pt x="16892" y="32354"/>
                    <a:pt x="16944" y="32376"/>
                    <a:pt x="16996" y="32439"/>
                  </a:cubicBezTo>
                  <a:cubicBezTo>
                    <a:pt x="17116" y="32439"/>
                    <a:pt x="17228" y="32397"/>
                    <a:pt x="17344" y="32397"/>
                  </a:cubicBezTo>
                  <a:cubicBezTo>
                    <a:pt x="17379" y="32397"/>
                    <a:pt x="17414" y="32401"/>
                    <a:pt x="17450" y="32411"/>
                  </a:cubicBezTo>
                  <a:cubicBezTo>
                    <a:pt x="17543" y="32425"/>
                    <a:pt x="17635" y="32432"/>
                    <a:pt x="17727" y="32432"/>
                  </a:cubicBezTo>
                  <a:cubicBezTo>
                    <a:pt x="17819" y="32432"/>
                    <a:pt x="17912" y="32425"/>
                    <a:pt x="18004" y="32411"/>
                  </a:cubicBezTo>
                  <a:cubicBezTo>
                    <a:pt x="18047" y="32311"/>
                    <a:pt x="18189" y="32354"/>
                    <a:pt x="18231" y="32240"/>
                  </a:cubicBezTo>
                  <a:cubicBezTo>
                    <a:pt x="18302" y="32240"/>
                    <a:pt x="18359" y="32269"/>
                    <a:pt x="18430" y="32283"/>
                  </a:cubicBezTo>
                  <a:cubicBezTo>
                    <a:pt x="18541" y="32353"/>
                    <a:pt x="18664" y="32387"/>
                    <a:pt x="18786" y="32387"/>
                  </a:cubicBezTo>
                  <a:cubicBezTo>
                    <a:pt x="18961" y="32387"/>
                    <a:pt x="19134" y="32317"/>
                    <a:pt x="19268" y="32184"/>
                  </a:cubicBezTo>
                  <a:cubicBezTo>
                    <a:pt x="19339" y="32127"/>
                    <a:pt x="19410" y="32084"/>
                    <a:pt x="19481" y="32042"/>
                  </a:cubicBezTo>
                  <a:cubicBezTo>
                    <a:pt x="19592" y="32091"/>
                    <a:pt x="19724" y="32130"/>
                    <a:pt x="19850" y="32130"/>
                  </a:cubicBezTo>
                  <a:cubicBezTo>
                    <a:pt x="19869" y="32130"/>
                    <a:pt x="19888" y="32129"/>
                    <a:pt x="19906" y="32127"/>
                  </a:cubicBezTo>
                  <a:cubicBezTo>
                    <a:pt x="19920" y="32128"/>
                    <a:pt x="19933" y="32129"/>
                    <a:pt x="19946" y="32129"/>
                  </a:cubicBezTo>
                  <a:cubicBezTo>
                    <a:pt x="20088" y="32129"/>
                    <a:pt x="20225" y="32059"/>
                    <a:pt x="20290" y="31942"/>
                  </a:cubicBezTo>
                  <a:cubicBezTo>
                    <a:pt x="20432" y="31928"/>
                    <a:pt x="20560" y="31900"/>
                    <a:pt x="20687" y="31843"/>
                  </a:cubicBezTo>
                  <a:cubicBezTo>
                    <a:pt x="20687" y="31900"/>
                    <a:pt x="20702" y="31956"/>
                    <a:pt x="20716" y="31999"/>
                  </a:cubicBezTo>
                  <a:cubicBezTo>
                    <a:pt x="20943" y="31928"/>
                    <a:pt x="21213" y="31928"/>
                    <a:pt x="21383" y="31701"/>
                  </a:cubicBezTo>
                  <a:cubicBezTo>
                    <a:pt x="21440" y="31644"/>
                    <a:pt x="21539" y="31644"/>
                    <a:pt x="21624" y="31616"/>
                  </a:cubicBezTo>
                  <a:cubicBezTo>
                    <a:pt x="21643" y="31617"/>
                    <a:pt x="21662" y="31618"/>
                    <a:pt x="21681" y="31618"/>
                  </a:cubicBezTo>
                  <a:cubicBezTo>
                    <a:pt x="21846" y="31618"/>
                    <a:pt x="22010" y="31563"/>
                    <a:pt x="22150" y="31474"/>
                  </a:cubicBezTo>
                  <a:cubicBezTo>
                    <a:pt x="22235" y="31431"/>
                    <a:pt x="22334" y="31403"/>
                    <a:pt x="22434" y="31388"/>
                  </a:cubicBezTo>
                  <a:cubicBezTo>
                    <a:pt x="22526" y="31138"/>
                    <a:pt x="22765" y="30974"/>
                    <a:pt x="23036" y="30974"/>
                  </a:cubicBezTo>
                  <a:cubicBezTo>
                    <a:pt x="23058" y="30974"/>
                    <a:pt x="23079" y="30975"/>
                    <a:pt x="23101" y="30977"/>
                  </a:cubicBezTo>
                  <a:lnTo>
                    <a:pt x="23243" y="30977"/>
                  </a:lnTo>
                  <a:cubicBezTo>
                    <a:pt x="23243" y="30948"/>
                    <a:pt x="23257" y="30920"/>
                    <a:pt x="23271" y="30892"/>
                  </a:cubicBezTo>
                  <a:cubicBezTo>
                    <a:pt x="23669" y="30750"/>
                    <a:pt x="24052" y="30551"/>
                    <a:pt x="24407" y="30281"/>
                  </a:cubicBezTo>
                  <a:lnTo>
                    <a:pt x="24805" y="30082"/>
                  </a:lnTo>
                  <a:lnTo>
                    <a:pt x="24904" y="29969"/>
                  </a:lnTo>
                  <a:lnTo>
                    <a:pt x="25202" y="29855"/>
                  </a:lnTo>
                  <a:cubicBezTo>
                    <a:pt x="25217" y="29685"/>
                    <a:pt x="25344" y="29585"/>
                    <a:pt x="25444" y="29472"/>
                  </a:cubicBezTo>
                  <a:cubicBezTo>
                    <a:pt x="25484" y="29417"/>
                    <a:pt x="25525" y="29399"/>
                    <a:pt x="25567" y="29399"/>
                  </a:cubicBezTo>
                  <a:cubicBezTo>
                    <a:pt x="25614" y="29399"/>
                    <a:pt x="25662" y="29421"/>
                    <a:pt x="25713" y="29443"/>
                  </a:cubicBezTo>
                  <a:lnTo>
                    <a:pt x="26225" y="29131"/>
                  </a:lnTo>
                  <a:cubicBezTo>
                    <a:pt x="26267" y="28946"/>
                    <a:pt x="26409" y="28790"/>
                    <a:pt x="26594" y="28733"/>
                  </a:cubicBezTo>
                  <a:cubicBezTo>
                    <a:pt x="26636" y="28719"/>
                    <a:pt x="26707" y="28691"/>
                    <a:pt x="26722" y="28662"/>
                  </a:cubicBezTo>
                  <a:cubicBezTo>
                    <a:pt x="26736" y="28478"/>
                    <a:pt x="26977" y="28449"/>
                    <a:pt x="26991" y="28307"/>
                  </a:cubicBezTo>
                  <a:cubicBezTo>
                    <a:pt x="27006" y="28080"/>
                    <a:pt x="27261" y="28137"/>
                    <a:pt x="27318" y="27967"/>
                  </a:cubicBezTo>
                  <a:cubicBezTo>
                    <a:pt x="27375" y="27839"/>
                    <a:pt x="27474" y="27740"/>
                    <a:pt x="27602" y="27697"/>
                  </a:cubicBezTo>
                  <a:cubicBezTo>
                    <a:pt x="27801" y="27583"/>
                    <a:pt x="27957" y="27399"/>
                    <a:pt x="28198" y="27328"/>
                  </a:cubicBezTo>
                  <a:cubicBezTo>
                    <a:pt x="28283" y="27299"/>
                    <a:pt x="28298" y="27186"/>
                    <a:pt x="28312" y="27101"/>
                  </a:cubicBezTo>
                  <a:cubicBezTo>
                    <a:pt x="28340" y="27101"/>
                    <a:pt x="28369" y="27101"/>
                    <a:pt x="28383" y="27072"/>
                  </a:cubicBezTo>
                  <a:cubicBezTo>
                    <a:pt x="28468" y="27044"/>
                    <a:pt x="28539" y="27001"/>
                    <a:pt x="28596" y="26944"/>
                  </a:cubicBezTo>
                  <a:cubicBezTo>
                    <a:pt x="28681" y="26859"/>
                    <a:pt x="28780" y="26802"/>
                    <a:pt x="28894" y="26774"/>
                  </a:cubicBezTo>
                  <a:cubicBezTo>
                    <a:pt x="28894" y="26746"/>
                    <a:pt x="28894" y="26731"/>
                    <a:pt x="28894" y="26717"/>
                  </a:cubicBezTo>
                  <a:cubicBezTo>
                    <a:pt x="28894" y="26717"/>
                    <a:pt x="28880" y="26703"/>
                    <a:pt x="28880" y="26675"/>
                  </a:cubicBezTo>
                  <a:cubicBezTo>
                    <a:pt x="28865" y="26632"/>
                    <a:pt x="28880" y="26604"/>
                    <a:pt x="28908" y="26575"/>
                  </a:cubicBezTo>
                  <a:cubicBezTo>
                    <a:pt x="29093" y="26561"/>
                    <a:pt x="29178" y="26377"/>
                    <a:pt x="29320" y="26277"/>
                  </a:cubicBezTo>
                  <a:cubicBezTo>
                    <a:pt x="29320" y="26249"/>
                    <a:pt x="29320" y="26206"/>
                    <a:pt x="29320" y="26178"/>
                  </a:cubicBezTo>
                  <a:cubicBezTo>
                    <a:pt x="29419" y="26093"/>
                    <a:pt x="29306" y="25979"/>
                    <a:pt x="29348" y="25880"/>
                  </a:cubicBezTo>
                  <a:lnTo>
                    <a:pt x="29348" y="25880"/>
                  </a:lnTo>
                  <a:cubicBezTo>
                    <a:pt x="29374" y="25885"/>
                    <a:pt x="29400" y="25888"/>
                    <a:pt x="29424" y="25888"/>
                  </a:cubicBezTo>
                  <a:cubicBezTo>
                    <a:pt x="29521" y="25888"/>
                    <a:pt x="29604" y="25845"/>
                    <a:pt x="29661" y="25766"/>
                  </a:cubicBezTo>
                  <a:cubicBezTo>
                    <a:pt x="29732" y="25652"/>
                    <a:pt x="29803" y="25553"/>
                    <a:pt x="29874" y="25439"/>
                  </a:cubicBezTo>
                  <a:cubicBezTo>
                    <a:pt x="29906" y="25448"/>
                    <a:pt x="29932" y="25452"/>
                    <a:pt x="29953" y="25452"/>
                  </a:cubicBezTo>
                  <a:cubicBezTo>
                    <a:pt x="30106" y="25452"/>
                    <a:pt x="29985" y="25246"/>
                    <a:pt x="30072" y="25184"/>
                  </a:cubicBezTo>
                  <a:cubicBezTo>
                    <a:pt x="30101" y="25141"/>
                    <a:pt x="30129" y="25099"/>
                    <a:pt x="30143" y="25056"/>
                  </a:cubicBezTo>
                  <a:cubicBezTo>
                    <a:pt x="30150" y="25057"/>
                    <a:pt x="30157" y="25057"/>
                    <a:pt x="30163" y="25057"/>
                  </a:cubicBezTo>
                  <a:cubicBezTo>
                    <a:pt x="30296" y="25057"/>
                    <a:pt x="30388" y="24939"/>
                    <a:pt x="30517" y="24939"/>
                  </a:cubicBezTo>
                  <a:cubicBezTo>
                    <a:pt x="30529" y="24939"/>
                    <a:pt x="30542" y="24940"/>
                    <a:pt x="30555" y="24943"/>
                  </a:cubicBezTo>
                  <a:cubicBezTo>
                    <a:pt x="30598" y="24872"/>
                    <a:pt x="30683" y="24843"/>
                    <a:pt x="30754" y="24843"/>
                  </a:cubicBezTo>
                  <a:cubicBezTo>
                    <a:pt x="30825" y="24616"/>
                    <a:pt x="30811" y="24360"/>
                    <a:pt x="30938" y="24162"/>
                  </a:cubicBezTo>
                  <a:cubicBezTo>
                    <a:pt x="31052" y="24005"/>
                    <a:pt x="30882" y="24005"/>
                    <a:pt x="30867" y="23920"/>
                  </a:cubicBezTo>
                  <a:cubicBezTo>
                    <a:pt x="31009" y="23892"/>
                    <a:pt x="31151" y="23892"/>
                    <a:pt x="31166" y="23707"/>
                  </a:cubicBezTo>
                  <a:cubicBezTo>
                    <a:pt x="31193" y="23680"/>
                    <a:pt x="31220" y="23670"/>
                    <a:pt x="31247" y="23670"/>
                  </a:cubicBezTo>
                  <a:cubicBezTo>
                    <a:pt x="31262" y="23670"/>
                    <a:pt x="31278" y="23674"/>
                    <a:pt x="31293" y="23679"/>
                  </a:cubicBezTo>
                  <a:cubicBezTo>
                    <a:pt x="31350" y="23693"/>
                    <a:pt x="31407" y="23707"/>
                    <a:pt x="31464" y="23707"/>
                  </a:cubicBezTo>
                  <a:cubicBezTo>
                    <a:pt x="31464" y="23594"/>
                    <a:pt x="31464" y="23480"/>
                    <a:pt x="31577" y="23395"/>
                  </a:cubicBezTo>
                  <a:lnTo>
                    <a:pt x="31662" y="23296"/>
                  </a:lnTo>
                  <a:lnTo>
                    <a:pt x="31662" y="23196"/>
                  </a:lnTo>
                  <a:lnTo>
                    <a:pt x="31563" y="23097"/>
                  </a:lnTo>
                  <a:cubicBezTo>
                    <a:pt x="31535" y="23054"/>
                    <a:pt x="31492" y="23026"/>
                    <a:pt x="31464" y="22997"/>
                  </a:cubicBezTo>
                  <a:lnTo>
                    <a:pt x="31563" y="22997"/>
                  </a:lnTo>
                  <a:cubicBezTo>
                    <a:pt x="31620" y="22926"/>
                    <a:pt x="31705" y="22941"/>
                    <a:pt x="31762" y="22884"/>
                  </a:cubicBezTo>
                  <a:cubicBezTo>
                    <a:pt x="31804" y="22855"/>
                    <a:pt x="31833" y="22813"/>
                    <a:pt x="31875" y="22784"/>
                  </a:cubicBezTo>
                  <a:cubicBezTo>
                    <a:pt x="31961" y="22699"/>
                    <a:pt x="31875" y="22557"/>
                    <a:pt x="31975" y="22472"/>
                  </a:cubicBezTo>
                  <a:cubicBezTo>
                    <a:pt x="31961" y="22444"/>
                    <a:pt x="31961" y="22415"/>
                    <a:pt x="31975" y="22387"/>
                  </a:cubicBezTo>
                  <a:cubicBezTo>
                    <a:pt x="31890" y="22259"/>
                    <a:pt x="31819" y="22131"/>
                    <a:pt x="31975" y="22060"/>
                  </a:cubicBezTo>
                  <a:lnTo>
                    <a:pt x="32174" y="21961"/>
                  </a:lnTo>
                  <a:cubicBezTo>
                    <a:pt x="32188" y="21748"/>
                    <a:pt x="32159" y="21535"/>
                    <a:pt x="32273" y="21350"/>
                  </a:cubicBezTo>
                  <a:lnTo>
                    <a:pt x="32174" y="21237"/>
                  </a:lnTo>
                  <a:lnTo>
                    <a:pt x="32174" y="21038"/>
                  </a:lnTo>
                  <a:lnTo>
                    <a:pt x="32259" y="21024"/>
                  </a:lnTo>
                  <a:cubicBezTo>
                    <a:pt x="32259" y="20939"/>
                    <a:pt x="32301" y="20868"/>
                    <a:pt x="32372" y="20825"/>
                  </a:cubicBezTo>
                  <a:lnTo>
                    <a:pt x="32458" y="20541"/>
                  </a:lnTo>
                  <a:lnTo>
                    <a:pt x="32330" y="20527"/>
                  </a:lnTo>
                  <a:cubicBezTo>
                    <a:pt x="32316" y="20499"/>
                    <a:pt x="32316" y="20484"/>
                    <a:pt x="32301" y="20456"/>
                  </a:cubicBezTo>
                  <a:cubicBezTo>
                    <a:pt x="32330" y="20413"/>
                    <a:pt x="32344" y="20371"/>
                    <a:pt x="32372" y="20314"/>
                  </a:cubicBezTo>
                  <a:cubicBezTo>
                    <a:pt x="32429" y="20257"/>
                    <a:pt x="32415" y="20172"/>
                    <a:pt x="32472" y="20101"/>
                  </a:cubicBezTo>
                  <a:cubicBezTo>
                    <a:pt x="32472" y="20101"/>
                    <a:pt x="32486" y="20101"/>
                    <a:pt x="32500" y="20073"/>
                  </a:cubicBezTo>
                  <a:cubicBezTo>
                    <a:pt x="32514" y="20058"/>
                    <a:pt x="32500" y="20030"/>
                    <a:pt x="32486" y="20002"/>
                  </a:cubicBezTo>
                  <a:cubicBezTo>
                    <a:pt x="32472" y="19973"/>
                    <a:pt x="32472" y="19945"/>
                    <a:pt x="32486" y="19916"/>
                  </a:cubicBezTo>
                  <a:cubicBezTo>
                    <a:pt x="32486" y="19916"/>
                    <a:pt x="32472" y="19902"/>
                    <a:pt x="32458" y="19874"/>
                  </a:cubicBezTo>
                  <a:cubicBezTo>
                    <a:pt x="32458" y="19845"/>
                    <a:pt x="32458" y="19817"/>
                    <a:pt x="32486" y="19803"/>
                  </a:cubicBezTo>
                  <a:cubicBezTo>
                    <a:pt x="32529" y="19760"/>
                    <a:pt x="32557" y="19732"/>
                    <a:pt x="32585" y="19675"/>
                  </a:cubicBezTo>
                  <a:cubicBezTo>
                    <a:pt x="32585" y="19661"/>
                    <a:pt x="32585" y="19632"/>
                    <a:pt x="32585" y="19604"/>
                  </a:cubicBezTo>
                  <a:cubicBezTo>
                    <a:pt x="32557" y="19561"/>
                    <a:pt x="32529" y="19533"/>
                    <a:pt x="32500" y="19490"/>
                  </a:cubicBezTo>
                  <a:lnTo>
                    <a:pt x="32500" y="19519"/>
                  </a:lnTo>
                  <a:cubicBezTo>
                    <a:pt x="32344" y="19349"/>
                    <a:pt x="32514" y="19107"/>
                    <a:pt x="32387" y="18923"/>
                  </a:cubicBezTo>
                  <a:cubicBezTo>
                    <a:pt x="32330" y="18553"/>
                    <a:pt x="32557" y="18241"/>
                    <a:pt x="32585" y="17886"/>
                  </a:cubicBezTo>
                  <a:cubicBezTo>
                    <a:pt x="32642" y="17844"/>
                    <a:pt x="32642" y="17744"/>
                    <a:pt x="32585" y="17687"/>
                  </a:cubicBezTo>
                  <a:cubicBezTo>
                    <a:pt x="32443" y="17560"/>
                    <a:pt x="32671" y="17418"/>
                    <a:pt x="32585" y="17276"/>
                  </a:cubicBezTo>
                  <a:lnTo>
                    <a:pt x="32486" y="17176"/>
                  </a:lnTo>
                  <a:cubicBezTo>
                    <a:pt x="32472" y="17134"/>
                    <a:pt x="32472" y="17105"/>
                    <a:pt x="32472" y="17077"/>
                  </a:cubicBezTo>
                  <a:cubicBezTo>
                    <a:pt x="32458" y="17048"/>
                    <a:pt x="32429" y="17048"/>
                    <a:pt x="32401" y="17048"/>
                  </a:cubicBezTo>
                  <a:cubicBezTo>
                    <a:pt x="32415" y="17020"/>
                    <a:pt x="32443" y="16992"/>
                    <a:pt x="32458" y="16949"/>
                  </a:cubicBezTo>
                  <a:cubicBezTo>
                    <a:pt x="32458" y="16921"/>
                    <a:pt x="32458" y="16892"/>
                    <a:pt x="32458" y="16850"/>
                  </a:cubicBezTo>
                  <a:cubicBezTo>
                    <a:pt x="32443" y="16821"/>
                    <a:pt x="32443" y="16779"/>
                    <a:pt x="32415" y="16750"/>
                  </a:cubicBezTo>
                  <a:cubicBezTo>
                    <a:pt x="32387" y="16736"/>
                    <a:pt x="32387" y="16693"/>
                    <a:pt x="32415" y="16665"/>
                  </a:cubicBezTo>
                  <a:cubicBezTo>
                    <a:pt x="32429" y="16622"/>
                    <a:pt x="32443" y="16580"/>
                    <a:pt x="32472" y="16537"/>
                  </a:cubicBezTo>
                  <a:cubicBezTo>
                    <a:pt x="32472" y="16509"/>
                    <a:pt x="32472" y="16495"/>
                    <a:pt x="32472" y="16466"/>
                  </a:cubicBezTo>
                  <a:cubicBezTo>
                    <a:pt x="32415" y="16395"/>
                    <a:pt x="32443" y="16296"/>
                    <a:pt x="32387" y="16225"/>
                  </a:cubicBezTo>
                  <a:lnTo>
                    <a:pt x="32358" y="16225"/>
                  </a:lnTo>
                  <a:cubicBezTo>
                    <a:pt x="32387" y="16140"/>
                    <a:pt x="32401" y="16040"/>
                    <a:pt x="32372" y="15941"/>
                  </a:cubicBezTo>
                  <a:lnTo>
                    <a:pt x="32273" y="15941"/>
                  </a:lnTo>
                  <a:cubicBezTo>
                    <a:pt x="32287" y="15870"/>
                    <a:pt x="32287" y="15785"/>
                    <a:pt x="32372" y="15742"/>
                  </a:cubicBezTo>
                  <a:lnTo>
                    <a:pt x="32372" y="15543"/>
                  </a:lnTo>
                  <a:cubicBezTo>
                    <a:pt x="32323" y="15573"/>
                    <a:pt x="32274" y="15584"/>
                    <a:pt x="32227" y="15584"/>
                  </a:cubicBezTo>
                  <a:cubicBezTo>
                    <a:pt x="32141" y="15584"/>
                    <a:pt x="32058" y="15548"/>
                    <a:pt x="31975" y="15529"/>
                  </a:cubicBezTo>
                  <a:lnTo>
                    <a:pt x="31975" y="15472"/>
                  </a:lnTo>
                  <a:cubicBezTo>
                    <a:pt x="32088" y="15302"/>
                    <a:pt x="32159" y="15132"/>
                    <a:pt x="32017" y="14947"/>
                  </a:cubicBezTo>
                  <a:cubicBezTo>
                    <a:pt x="31918" y="14834"/>
                    <a:pt x="32017" y="14720"/>
                    <a:pt x="32060" y="14621"/>
                  </a:cubicBezTo>
                  <a:lnTo>
                    <a:pt x="32159" y="14621"/>
                  </a:lnTo>
                  <a:lnTo>
                    <a:pt x="32159" y="14422"/>
                  </a:lnTo>
                  <a:lnTo>
                    <a:pt x="32003" y="14251"/>
                  </a:lnTo>
                  <a:cubicBezTo>
                    <a:pt x="32060" y="14209"/>
                    <a:pt x="32103" y="14152"/>
                    <a:pt x="32159" y="14109"/>
                  </a:cubicBezTo>
                  <a:cubicBezTo>
                    <a:pt x="32202" y="14038"/>
                    <a:pt x="32131" y="13911"/>
                    <a:pt x="32188" y="13868"/>
                  </a:cubicBezTo>
                  <a:cubicBezTo>
                    <a:pt x="32543" y="13556"/>
                    <a:pt x="32387" y="13087"/>
                    <a:pt x="32529" y="12718"/>
                  </a:cubicBezTo>
                  <a:cubicBezTo>
                    <a:pt x="32600" y="12448"/>
                    <a:pt x="32429" y="12178"/>
                    <a:pt x="32145" y="12136"/>
                  </a:cubicBezTo>
                  <a:cubicBezTo>
                    <a:pt x="31847" y="12079"/>
                    <a:pt x="31606" y="11852"/>
                    <a:pt x="31535" y="11540"/>
                  </a:cubicBezTo>
                  <a:lnTo>
                    <a:pt x="31336" y="11341"/>
                  </a:lnTo>
                  <a:cubicBezTo>
                    <a:pt x="31320" y="11317"/>
                    <a:pt x="31296" y="11307"/>
                    <a:pt x="31270" y="11307"/>
                  </a:cubicBezTo>
                  <a:cubicBezTo>
                    <a:pt x="31249" y="11307"/>
                    <a:pt x="31227" y="11314"/>
                    <a:pt x="31208" y="11327"/>
                  </a:cubicBezTo>
                  <a:cubicBezTo>
                    <a:pt x="31024" y="11014"/>
                    <a:pt x="30896" y="10674"/>
                    <a:pt x="30825" y="10304"/>
                  </a:cubicBezTo>
                  <a:cubicBezTo>
                    <a:pt x="30825" y="10262"/>
                    <a:pt x="30754" y="10233"/>
                    <a:pt x="30725" y="10205"/>
                  </a:cubicBezTo>
                  <a:cubicBezTo>
                    <a:pt x="30669" y="10091"/>
                    <a:pt x="30470" y="10049"/>
                    <a:pt x="30555" y="9878"/>
                  </a:cubicBezTo>
                  <a:cubicBezTo>
                    <a:pt x="30427" y="9665"/>
                    <a:pt x="30328" y="9438"/>
                    <a:pt x="30243" y="9197"/>
                  </a:cubicBezTo>
                  <a:cubicBezTo>
                    <a:pt x="30157" y="8927"/>
                    <a:pt x="30030" y="8672"/>
                    <a:pt x="29859" y="8459"/>
                  </a:cubicBezTo>
                  <a:cubicBezTo>
                    <a:pt x="29817" y="8402"/>
                    <a:pt x="29803" y="8345"/>
                    <a:pt x="29760" y="8274"/>
                  </a:cubicBezTo>
                  <a:cubicBezTo>
                    <a:pt x="29746" y="8274"/>
                    <a:pt x="29717" y="8260"/>
                    <a:pt x="29689" y="8246"/>
                  </a:cubicBezTo>
                  <a:cubicBezTo>
                    <a:pt x="29646" y="8217"/>
                    <a:pt x="29618" y="8175"/>
                    <a:pt x="29590" y="8146"/>
                  </a:cubicBezTo>
                  <a:lnTo>
                    <a:pt x="29590" y="8146"/>
                  </a:lnTo>
                  <a:lnTo>
                    <a:pt x="29689" y="8246"/>
                  </a:lnTo>
                  <a:cubicBezTo>
                    <a:pt x="29689" y="8203"/>
                    <a:pt x="29646" y="8146"/>
                    <a:pt x="29590" y="8146"/>
                  </a:cubicBezTo>
                  <a:lnTo>
                    <a:pt x="29575" y="7749"/>
                  </a:lnTo>
                  <a:cubicBezTo>
                    <a:pt x="29462" y="7692"/>
                    <a:pt x="29377" y="7578"/>
                    <a:pt x="29362" y="7451"/>
                  </a:cubicBezTo>
                  <a:lnTo>
                    <a:pt x="28667" y="6528"/>
                  </a:lnTo>
                  <a:cubicBezTo>
                    <a:pt x="28667" y="6528"/>
                    <a:pt x="28681" y="6513"/>
                    <a:pt x="28681" y="6485"/>
                  </a:cubicBezTo>
                  <a:cubicBezTo>
                    <a:pt x="28695" y="6457"/>
                    <a:pt x="28681" y="6428"/>
                    <a:pt x="28652" y="6414"/>
                  </a:cubicBezTo>
                  <a:cubicBezTo>
                    <a:pt x="28383" y="6272"/>
                    <a:pt x="28298" y="5946"/>
                    <a:pt x="28028" y="5789"/>
                  </a:cubicBezTo>
                  <a:lnTo>
                    <a:pt x="27943" y="5704"/>
                  </a:lnTo>
                  <a:cubicBezTo>
                    <a:pt x="27857" y="5633"/>
                    <a:pt x="27786" y="5562"/>
                    <a:pt x="27715" y="5491"/>
                  </a:cubicBezTo>
                  <a:lnTo>
                    <a:pt x="27715" y="5505"/>
                  </a:lnTo>
                  <a:cubicBezTo>
                    <a:pt x="27644" y="5420"/>
                    <a:pt x="27573" y="5349"/>
                    <a:pt x="27502" y="5278"/>
                  </a:cubicBezTo>
                  <a:lnTo>
                    <a:pt x="27417" y="5193"/>
                  </a:lnTo>
                  <a:cubicBezTo>
                    <a:pt x="27389" y="5150"/>
                    <a:pt x="27346" y="5122"/>
                    <a:pt x="27304" y="5108"/>
                  </a:cubicBezTo>
                  <a:cubicBezTo>
                    <a:pt x="27304" y="5094"/>
                    <a:pt x="27304" y="5094"/>
                    <a:pt x="27304" y="5079"/>
                  </a:cubicBezTo>
                  <a:cubicBezTo>
                    <a:pt x="27077" y="4923"/>
                    <a:pt x="26892" y="4725"/>
                    <a:pt x="26778" y="4469"/>
                  </a:cubicBezTo>
                  <a:cubicBezTo>
                    <a:pt x="26693" y="4426"/>
                    <a:pt x="26622" y="4355"/>
                    <a:pt x="26565" y="4270"/>
                  </a:cubicBezTo>
                  <a:cubicBezTo>
                    <a:pt x="26281" y="4128"/>
                    <a:pt x="26040" y="3901"/>
                    <a:pt x="25855" y="3645"/>
                  </a:cubicBezTo>
                  <a:cubicBezTo>
                    <a:pt x="25657" y="3560"/>
                    <a:pt x="25472" y="3418"/>
                    <a:pt x="25344" y="3234"/>
                  </a:cubicBezTo>
                  <a:cubicBezTo>
                    <a:pt x="25302" y="3205"/>
                    <a:pt x="25273" y="3163"/>
                    <a:pt x="25245" y="3134"/>
                  </a:cubicBezTo>
                  <a:cubicBezTo>
                    <a:pt x="25131" y="3120"/>
                    <a:pt x="25046" y="3049"/>
                    <a:pt x="25018" y="2936"/>
                  </a:cubicBezTo>
                  <a:cubicBezTo>
                    <a:pt x="24947" y="2907"/>
                    <a:pt x="24876" y="2879"/>
                    <a:pt x="24805" y="2836"/>
                  </a:cubicBezTo>
                  <a:cubicBezTo>
                    <a:pt x="24535" y="2652"/>
                    <a:pt x="24294" y="2453"/>
                    <a:pt x="24038" y="2268"/>
                  </a:cubicBezTo>
                  <a:lnTo>
                    <a:pt x="23996" y="2112"/>
                  </a:lnTo>
                  <a:cubicBezTo>
                    <a:pt x="23953" y="2137"/>
                    <a:pt x="23913" y="2148"/>
                    <a:pt x="23875" y="2148"/>
                  </a:cubicBezTo>
                  <a:cubicBezTo>
                    <a:pt x="23786" y="2148"/>
                    <a:pt x="23706" y="2091"/>
                    <a:pt x="23626" y="2041"/>
                  </a:cubicBezTo>
                  <a:cubicBezTo>
                    <a:pt x="23413" y="1928"/>
                    <a:pt x="23300" y="1686"/>
                    <a:pt x="23058" y="1644"/>
                  </a:cubicBezTo>
                  <a:cubicBezTo>
                    <a:pt x="22831" y="1601"/>
                    <a:pt x="22604" y="1416"/>
                    <a:pt x="22377" y="1317"/>
                  </a:cubicBezTo>
                  <a:cubicBezTo>
                    <a:pt x="22306" y="1289"/>
                    <a:pt x="22235" y="1232"/>
                    <a:pt x="22164" y="1175"/>
                  </a:cubicBezTo>
                  <a:cubicBezTo>
                    <a:pt x="22235" y="1076"/>
                    <a:pt x="22150" y="1019"/>
                    <a:pt x="22065" y="962"/>
                  </a:cubicBezTo>
                  <a:cubicBezTo>
                    <a:pt x="22036" y="934"/>
                    <a:pt x="21994" y="891"/>
                    <a:pt x="21965" y="863"/>
                  </a:cubicBezTo>
                  <a:cubicBezTo>
                    <a:pt x="21923" y="820"/>
                    <a:pt x="21894" y="792"/>
                    <a:pt x="21852" y="763"/>
                  </a:cubicBezTo>
                  <a:lnTo>
                    <a:pt x="21823" y="735"/>
                  </a:lnTo>
                  <a:lnTo>
                    <a:pt x="21795" y="749"/>
                  </a:lnTo>
                  <a:lnTo>
                    <a:pt x="21781" y="721"/>
                  </a:lnTo>
                  <a:cubicBezTo>
                    <a:pt x="21781" y="692"/>
                    <a:pt x="21766" y="678"/>
                    <a:pt x="21752" y="650"/>
                  </a:cubicBezTo>
                  <a:cubicBezTo>
                    <a:pt x="21724" y="621"/>
                    <a:pt x="21688" y="607"/>
                    <a:pt x="21653" y="607"/>
                  </a:cubicBezTo>
                  <a:cubicBezTo>
                    <a:pt x="21617" y="607"/>
                    <a:pt x="21582" y="621"/>
                    <a:pt x="21553" y="650"/>
                  </a:cubicBezTo>
                  <a:lnTo>
                    <a:pt x="21454" y="650"/>
                  </a:lnTo>
                  <a:cubicBezTo>
                    <a:pt x="21433" y="645"/>
                    <a:pt x="21411" y="643"/>
                    <a:pt x="21390" y="643"/>
                  </a:cubicBezTo>
                  <a:cubicBezTo>
                    <a:pt x="21281" y="643"/>
                    <a:pt x="21177" y="698"/>
                    <a:pt x="21074" y="698"/>
                  </a:cubicBezTo>
                  <a:cubicBezTo>
                    <a:pt x="21025" y="698"/>
                    <a:pt x="20977" y="686"/>
                    <a:pt x="20929" y="650"/>
                  </a:cubicBezTo>
                  <a:cubicBezTo>
                    <a:pt x="20900" y="621"/>
                    <a:pt x="20858" y="593"/>
                    <a:pt x="20829" y="550"/>
                  </a:cubicBezTo>
                  <a:lnTo>
                    <a:pt x="20730" y="550"/>
                  </a:lnTo>
                  <a:cubicBezTo>
                    <a:pt x="20523" y="417"/>
                    <a:pt x="20286" y="345"/>
                    <a:pt x="20035" y="345"/>
                  </a:cubicBezTo>
                  <a:cubicBezTo>
                    <a:pt x="19992" y="345"/>
                    <a:pt x="19950" y="347"/>
                    <a:pt x="19906" y="352"/>
                  </a:cubicBezTo>
                  <a:cubicBezTo>
                    <a:pt x="19878" y="366"/>
                    <a:pt x="19864" y="394"/>
                    <a:pt x="19850" y="437"/>
                  </a:cubicBezTo>
                  <a:cubicBezTo>
                    <a:pt x="19821" y="408"/>
                    <a:pt x="19793" y="394"/>
                    <a:pt x="19750" y="394"/>
                  </a:cubicBezTo>
                  <a:cubicBezTo>
                    <a:pt x="19594" y="380"/>
                    <a:pt x="19438" y="323"/>
                    <a:pt x="19282" y="252"/>
                  </a:cubicBezTo>
                  <a:lnTo>
                    <a:pt x="19197" y="252"/>
                  </a:lnTo>
                  <a:cubicBezTo>
                    <a:pt x="19111" y="210"/>
                    <a:pt x="19168" y="167"/>
                    <a:pt x="19197" y="139"/>
                  </a:cubicBezTo>
                  <a:cubicBezTo>
                    <a:pt x="19156" y="90"/>
                    <a:pt x="19116" y="74"/>
                    <a:pt x="19074" y="74"/>
                  </a:cubicBezTo>
                  <a:cubicBezTo>
                    <a:pt x="19041" y="74"/>
                    <a:pt x="19006" y="84"/>
                    <a:pt x="18969" y="96"/>
                  </a:cubicBezTo>
                  <a:cubicBezTo>
                    <a:pt x="18870" y="110"/>
                    <a:pt x="18785" y="124"/>
                    <a:pt x="18685" y="139"/>
                  </a:cubicBezTo>
                  <a:cubicBezTo>
                    <a:pt x="18657" y="110"/>
                    <a:pt x="18622" y="96"/>
                    <a:pt x="18584" y="96"/>
                  </a:cubicBezTo>
                  <a:cubicBezTo>
                    <a:pt x="18547" y="96"/>
                    <a:pt x="18508" y="110"/>
                    <a:pt x="18472" y="139"/>
                  </a:cubicBezTo>
                  <a:lnTo>
                    <a:pt x="18373" y="53"/>
                  </a:lnTo>
                  <a:cubicBezTo>
                    <a:pt x="18345" y="18"/>
                    <a:pt x="18306" y="0"/>
                    <a:pt x="18268" y="0"/>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9" name="Google Shape;1199;p75"/>
            <p:cNvPicPr preferRelativeResize="0"/>
            <p:nvPr/>
          </p:nvPicPr>
          <p:blipFill>
            <a:blip r:embed="rId10">
              <a:alphaModFix amt="77000"/>
            </a:blip>
            <a:stretch>
              <a:fillRect/>
            </a:stretch>
          </p:blipFill>
          <p:spPr>
            <a:xfrm>
              <a:off x="10424986" y="1339047"/>
              <a:ext cx="1137392" cy="1131237"/>
            </a:xfrm>
            <a:prstGeom prst="rect">
              <a:avLst/>
            </a:prstGeom>
            <a:noFill/>
            <a:ln>
              <a:noFill/>
            </a:ln>
          </p:spPr>
        </p:pic>
      </p:grpSp>
      <p:grpSp>
        <p:nvGrpSpPr>
          <p:cNvPr id="1200" name="Google Shape;1200;p75"/>
          <p:cNvGrpSpPr/>
          <p:nvPr/>
        </p:nvGrpSpPr>
        <p:grpSpPr>
          <a:xfrm rot="-541012">
            <a:off x="5669512" y="2669901"/>
            <a:ext cx="1217419" cy="1261276"/>
            <a:chOff x="10341275" y="2788533"/>
            <a:chExt cx="1144574" cy="1185806"/>
          </a:xfrm>
        </p:grpSpPr>
        <p:sp>
          <p:nvSpPr>
            <p:cNvPr id="1201" name="Google Shape;1201;p75"/>
            <p:cNvSpPr/>
            <p:nvPr/>
          </p:nvSpPr>
          <p:spPr>
            <a:xfrm>
              <a:off x="10341275" y="2788533"/>
              <a:ext cx="1144574" cy="1180044"/>
            </a:xfrm>
            <a:custGeom>
              <a:rect b="b" l="l" r="r" t="t"/>
              <a:pathLst>
                <a:path extrusionOk="0" h="34034" w="33011">
                  <a:moveTo>
                    <a:pt x="32812" y="20502"/>
                  </a:moveTo>
                  <a:cubicBezTo>
                    <a:pt x="32798" y="20445"/>
                    <a:pt x="32812" y="20403"/>
                    <a:pt x="32840" y="20346"/>
                  </a:cubicBezTo>
                  <a:cubicBezTo>
                    <a:pt x="32954" y="20176"/>
                    <a:pt x="32982" y="19949"/>
                    <a:pt x="32925" y="19736"/>
                  </a:cubicBezTo>
                  <a:cubicBezTo>
                    <a:pt x="32840" y="19523"/>
                    <a:pt x="33011" y="19324"/>
                    <a:pt x="32897" y="19125"/>
                  </a:cubicBezTo>
                  <a:lnTo>
                    <a:pt x="32897" y="18898"/>
                  </a:lnTo>
                  <a:cubicBezTo>
                    <a:pt x="32968" y="18756"/>
                    <a:pt x="32954" y="18586"/>
                    <a:pt x="32869" y="18444"/>
                  </a:cubicBezTo>
                  <a:cubicBezTo>
                    <a:pt x="32798" y="18259"/>
                    <a:pt x="32982" y="18160"/>
                    <a:pt x="32925" y="17989"/>
                  </a:cubicBezTo>
                  <a:cubicBezTo>
                    <a:pt x="32826" y="17606"/>
                    <a:pt x="32897" y="17208"/>
                    <a:pt x="32798" y="16825"/>
                  </a:cubicBezTo>
                  <a:cubicBezTo>
                    <a:pt x="32656" y="16314"/>
                    <a:pt x="32656" y="15774"/>
                    <a:pt x="32556" y="15249"/>
                  </a:cubicBezTo>
                  <a:cubicBezTo>
                    <a:pt x="32485" y="14951"/>
                    <a:pt x="32457" y="14653"/>
                    <a:pt x="32457" y="14355"/>
                  </a:cubicBezTo>
                  <a:cubicBezTo>
                    <a:pt x="32556" y="14142"/>
                    <a:pt x="32556" y="13914"/>
                    <a:pt x="32485" y="13701"/>
                  </a:cubicBezTo>
                  <a:cubicBezTo>
                    <a:pt x="32457" y="13602"/>
                    <a:pt x="32457" y="13503"/>
                    <a:pt x="32485" y="13403"/>
                  </a:cubicBezTo>
                  <a:cubicBezTo>
                    <a:pt x="32499" y="13375"/>
                    <a:pt x="32542" y="13346"/>
                    <a:pt x="32542" y="13318"/>
                  </a:cubicBezTo>
                  <a:cubicBezTo>
                    <a:pt x="32656" y="12921"/>
                    <a:pt x="32414" y="12622"/>
                    <a:pt x="32244" y="12310"/>
                  </a:cubicBezTo>
                  <a:cubicBezTo>
                    <a:pt x="32230" y="12296"/>
                    <a:pt x="32187" y="12296"/>
                    <a:pt x="32144" y="12282"/>
                  </a:cubicBezTo>
                  <a:cubicBezTo>
                    <a:pt x="32130" y="12168"/>
                    <a:pt x="32144" y="12012"/>
                    <a:pt x="32088" y="11941"/>
                  </a:cubicBezTo>
                  <a:cubicBezTo>
                    <a:pt x="31903" y="11770"/>
                    <a:pt x="31917" y="11543"/>
                    <a:pt x="31903" y="11316"/>
                  </a:cubicBezTo>
                  <a:cubicBezTo>
                    <a:pt x="31747" y="11217"/>
                    <a:pt x="31846" y="11018"/>
                    <a:pt x="31761" y="10890"/>
                  </a:cubicBezTo>
                  <a:cubicBezTo>
                    <a:pt x="31619" y="10663"/>
                    <a:pt x="31534" y="10422"/>
                    <a:pt x="31520" y="10152"/>
                  </a:cubicBezTo>
                  <a:cubicBezTo>
                    <a:pt x="31477" y="9896"/>
                    <a:pt x="31364" y="9641"/>
                    <a:pt x="31165" y="9470"/>
                  </a:cubicBezTo>
                  <a:cubicBezTo>
                    <a:pt x="31023" y="8988"/>
                    <a:pt x="30838" y="8519"/>
                    <a:pt x="30625" y="8065"/>
                  </a:cubicBezTo>
                  <a:cubicBezTo>
                    <a:pt x="30554" y="7809"/>
                    <a:pt x="30469" y="7568"/>
                    <a:pt x="30384" y="7312"/>
                  </a:cubicBezTo>
                  <a:cubicBezTo>
                    <a:pt x="30128" y="6830"/>
                    <a:pt x="29915" y="6318"/>
                    <a:pt x="29560" y="5892"/>
                  </a:cubicBezTo>
                  <a:cubicBezTo>
                    <a:pt x="29546" y="5694"/>
                    <a:pt x="29390" y="5594"/>
                    <a:pt x="29305" y="5452"/>
                  </a:cubicBezTo>
                  <a:cubicBezTo>
                    <a:pt x="29149" y="5197"/>
                    <a:pt x="28879" y="5055"/>
                    <a:pt x="28780" y="4771"/>
                  </a:cubicBezTo>
                  <a:cubicBezTo>
                    <a:pt x="28694" y="4558"/>
                    <a:pt x="28552" y="4373"/>
                    <a:pt x="28354" y="4246"/>
                  </a:cubicBezTo>
                  <a:cubicBezTo>
                    <a:pt x="28339" y="4104"/>
                    <a:pt x="28197" y="4047"/>
                    <a:pt x="28126" y="3933"/>
                  </a:cubicBezTo>
                  <a:cubicBezTo>
                    <a:pt x="27970" y="3791"/>
                    <a:pt x="27857" y="3607"/>
                    <a:pt x="27786" y="3408"/>
                  </a:cubicBezTo>
                  <a:cubicBezTo>
                    <a:pt x="27516" y="3365"/>
                    <a:pt x="27416" y="3124"/>
                    <a:pt x="27232" y="2982"/>
                  </a:cubicBezTo>
                  <a:lnTo>
                    <a:pt x="27133" y="2854"/>
                  </a:lnTo>
                  <a:cubicBezTo>
                    <a:pt x="26962" y="2741"/>
                    <a:pt x="26806" y="2613"/>
                    <a:pt x="26636" y="2499"/>
                  </a:cubicBezTo>
                  <a:cubicBezTo>
                    <a:pt x="26508" y="2414"/>
                    <a:pt x="26352" y="2357"/>
                    <a:pt x="26281" y="2201"/>
                  </a:cubicBezTo>
                  <a:cubicBezTo>
                    <a:pt x="26153" y="2102"/>
                    <a:pt x="26025" y="2002"/>
                    <a:pt x="25912" y="1889"/>
                  </a:cubicBezTo>
                  <a:cubicBezTo>
                    <a:pt x="25812" y="1789"/>
                    <a:pt x="25656" y="1747"/>
                    <a:pt x="25514" y="1761"/>
                  </a:cubicBezTo>
                  <a:cubicBezTo>
                    <a:pt x="25500" y="1732"/>
                    <a:pt x="25500" y="1704"/>
                    <a:pt x="25500" y="1676"/>
                  </a:cubicBezTo>
                  <a:cubicBezTo>
                    <a:pt x="25471" y="1690"/>
                    <a:pt x="25429" y="1676"/>
                    <a:pt x="25400" y="1661"/>
                  </a:cubicBezTo>
                  <a:lnTo>
                    <a:pt x="25187" y="1448"/>
                  </a:lnTo>
                  <a:cubicBezTo>
                    <a:pt x="25088" y="1406"/>
                    <a:pt x="25017" y="1335"/>
                    <a:pt x="24974" y="1236"/>
                  </a:cubicBezTo>
                  <a:cubicBezTo>
                    <a:pt x="24889" y="1236"/>
                    <a:pt x="24804" y="1179"/>
                    <a:pt x="24761" y="1108"/>
                  </a:cubicBezTo>
                  <a:lnTo>
                    <a:pt x="24435" y="1108"/>
                  </a:lnTo>
                  <a:cubicBezTo>
                    <a:pt x="24435" y="1051"/>
                    <a:pt x="24435" y="980"/>
                    <a:pt x="24421" y="909"/>
                  </a:cubicBezTo>
                  <a:cubicBezTo>
                    <a:pt x="24392" y="909"/>
                    <a:pt x="24364" y="909"/>
                    <a:pt x="24336" y="909"/>
                  </a:cubicBezTo>
                  <a:cubicBezTo>
                    <a:pt x="24179" y="1008"/>
                    <a:pt x="24151" y="994"/>
                    <a:pt x="24108" y="795"/>
                  </a:cubicBezTo>
                  <a:lnTo>
                    <a:pt x="23924" y="795"/>
                  </a:lnTo>
                  <a:cubicBezTo>
                    <a:pt x="23924" y="753"/>
                    <a:pt x="23910" y="710"/>
                    <a:pt x="23881" y="682"/>
                  </a:cubicBezTo>
                  <a:lnTo>
                    <a:pt x="23881" y="682"/>
                  </a:lnTo>
                  <a:cubicBezTo>
                    <a:pt x="23824" y="625"/>
                    <a:pt x="23725" y="639"/>
                    <a:pt x="23668" y="582"/>
                  </a:cubicBezTo>
                  <a:cubicBezTo>
                    <a:pt x="23626" y="582"/>
                    <a:pt x="23597" y="582"/>
                    <a:pt x="23569" y="582"/>
                  </a:cubicBezTo>
                  <a:cubicBezTo>
                    <a:pt x="23526" y="540"/>
                    <a:pt x="23484" y="511"/>
                    <a:pt x="23441" y="483"/>
                  </a:cubicBezTo>
                  <a:cubicBezTo>
                    <a:pt x="23413" y="483"/>
                    <a:pt x="23370" y="483"/>
                    <a:pt x="23342" y="483"/>
                  </a:cubicBezTo>
                  <a:cubicBezTo>
                    <a:pt x="23228" y="369"/>
                    <a:pt x="23043" y="497"/>
                    <a:pt x="22916" y="369"/>
                  </a:cubicBezTo>
                  <a:lnTo>
                    <a:pt x="22916" y="369"/>
                  </a:lnTo>
                  <a:cubicBezTo>
                    <a:pt x="22873" y="341"/>
                    <a:pt x="22845" y="298"/>
                    <a:pt x="22802" y="270"/>
                  </a:cubicBezTo>
                  <a:cubicBezTo>
                    <a:pt x="22774" y="270"/>
                    <a:pt x="22731" y="270"/>
                    <a:pt x="22703" y="270"/>
                  </a:cubicBezTo>
                  <a:lnTo>
                    <a:pt x="22589" y="171"/>
                  </a:lnTo>
                  <a:lnTo>
                    <a:pt x="22589" y="171"/>
                  </a:lnTo>
                  <a:cubicBezTo>
                    <a:pt x="22461" y="85"/>
                    <a:pt x="22305" y="43"/>
                    <a:pt x="22163" y="57"/>
                  </a:cubicBezTo>
                  <a:cubicBezTo>
                    <a:pt x="22121" y="156"/>
                    <a:pt x="22035" y="227"/>
                    <a:pt x="21936" y="270"/>
                  </a:cubicBezTo>
                  <a:cubicBezTo>
                    <a:pt x="21893" y="242"/>
                    <a:pt x="21851" y="227"/>
                    <a:pt x="21794" y="213"/>
                  </a:cubicBezTo>
                  <a:cubicBezTo>
                    <a:pt x="21283" y="156"/>
                    <a:pt x="20772" y="156"/>
                    <a:pt x="20275" y="57"/>
                  </a:cubicBezTo>
                  <a:cubicBezTo>
                    <a:pt x="20218" y="29"/>
                    <a:pt x="20161" y="29"/>
                    <a:pt x="20119" y="57"/>
                  </a:cubicBezTo>
                  <a:cubicBezTo>
                    <a:pt x="19877" y="213"/>
                    <a:pt x="19664" y="71"/>
                    <a:pt x="19451" y="29"/>
                  </a:cubicBezTo>
                  <a:cubicBezTo>
                    <a:pt x="19281" y="0"/>
                    <a:pt x="19111" y="0"/>
                    <a:pt x="18940" y="29"/>
                  </a:cubicBezTo>
                  <a:cubicBezTo>
                    <a:pt x="18429" y="128"/>
                    <a:pt x="17904" y="171"/>
                    <a:pt x="17393" y="171"/>
                  </a:cubicBezTo>
                  <a:cubicBezTo>
                    <a:pt x="17123" y="142"/>
                    <a:pt x="16853" y="171"/>
                    <a:pt x="16583" y="242"/>
                  </a:cubicBezTo>
                  <a:cubicBezTo>
                    <a:pt x="16314" y="313"/>
                    <a:pt x="16030" y="355"/>
                    <a:pt x="15746" y="369"/>
                  </a:cubicBezTo>
                  <a:cubicBezTo>
                    <a:pt x="15348" y="412"/>
                    <a:pt x="14965" y="455"/>
                    <a:pt x="14581" y="497"/>
                  </a:cubicBezTo>
                  <a:cubicBezTo>
                    <a:pt x="14539" y="497"/>
                    <a:pt x="14496" y="554"/>
                    <a:pt x="14454" y="597"/>
                  </a:cubicBezTo>
                  <a:lnTo>
                    <a:pt x="14454" y="597"/>
                  </a:lnTo>
                  <a:cubicBezTo>
                    <a:pt x="14340" y="597"/>
                    <a:pt x="14212" y="625"/>
                    <a:pt x="14127" y="497"/>
                  </a:cubicBezTo>
                  <a:lnTo>
                    <a:pt x="14042" y="497"/>
                  </a:lnTo>
                  <a:lnTo>
                    <a:pt x="13928" y="597"/>
                  </a:lnTo>
                  <a:cubicBezTo>
                    <a:pt x="13886" y="639"/>
                    <a:pt x="13843" y="682"/>
                    <a:pt x="13801" y="696"/>
                  </a:cubicBezTo>
                  <a:cubicBezTo>
                    <a:pt x="13233" y="767"/>
                    <a:pt x="12693" y="895"/>
                    <a:pt x="12154" y="1079"/>
                  </a:cubicBezTo>
                  <a:cubicBezTo>
                    <a:pt x="11898" y="1193"/>
                    <a:pt x="11614" y="1250"/>
                    <a:pt x="11330" y="1250"/>
                  </a:cubicBezTo>
                  <a:cubicBezTo>
                    <a:pt x="11330" y="1292"/>
                    <a:pt x="11316" y="1307"/>
                    <a:pt x="11316" y="1349"/>
                  </a:cubicBezTo>
                  <a:lnTo>
                    <a:pt x="11103" y="1363"/>
                  </a:lnTo>
                  <a:lnTo>
                    <a:pt x="10862" y="1534"/>
                  </a:lnTo>
                  <a:cubicBezTo>
                    <a:pt x="10734" y="1534"/>
                    <a:pt x="10620" y="1576"/>
                    <a:pt x="10521" y="1661"/>
                  </a:cubicBezTo>
                  <a:cubicBezTo>
                    <a:pt x="10421" y="1747"/>
                    <a:pt x="10279" y="1789"/>
                    <a:pt x="10137" y="1789"/>
                  </a:cubicBezTo>
                  <a:cubicBezTo>
                    <a:pt x="10123" y="1818"/>
                    <a:pt x="10123" y="1860"/>
                    <a:pt x="10137" y="1889"/>
                  </a:cubicBezTo>
                  <a:cubicBezTo>
                    <a:pt x="9924" y="2045"/>
                    <a:pt x="9626" y="2073"/>
                    <a:pt x="9470" y="2315"/>
                  </a:cubicBezTo>
                  <a:cubicBezTo>
                    <a:pt x="9399" y="2357"/>
                    <a:pt x="9342" y="2400"/>
                    <a:pt x="9271" y="2442"/>
                  </a:cubicBezTo>
                  <a:cubicBezTo>
                    <a:pt x="9186" y="2542"/>
                    <a:pt x="9101" y="2627"/>
                    <a:pt x="9030" y="2726"/>
                  </a:cubicBezTo>
                  <a:lnTo>
                    <a:pt x="9030" y="2726"/>
                  </a:lnTo>
                  <a:cubicBezTo>
                    <a:pt x="8916" y="2769"/>
                    <a:pt x="8803" y="2812"/>
                    <a:pt x="8703" y="2897"/>
                  </a:cubicBezTo>
                  <a:cubicBezTo>
                    <a:pt x="8533" y="2996"/>
                    <a:pt x="8405" y="3181"/>
                    <a:pt x="8178" y="3195"/>
                  </a:cubicBezTo>
                  <a:cubicBezTo>
                    <a:pt x="8121" y="3308"/>
                    <a:pt x="7994" y="3394"/>
                    <a:pt x="7866" y="3422"/>
                  </a:cubicBezTo>
                  <a:cubicBezTo>
                    <a:pt x="7866" y="3450"/>
                    <a:pt x="7866" y="3479"/>
                    <a:pt x="7866" y="3521"/>
                  </a:cubicBezTo>
                  <a:lnTo>
                    <a:pt x="7724" y="3706"/>
                  </a:lnTo>
                  <a:lnTo>
                    <a:pt x="7724" y="3706"/>
                  </a:lnTo>
                  <a:lnTo>
                    <a:pt x="7610" y="3820"/>
                  </a:lnTo>
                  <a:lnTo>
                    <a:pt x="7639" y="3848"/>
                  </a:lnTo>
                  <a:lnTo>
                    <a:pt x="7639" y="3848"/>
                  </a:lnTo>
                  <a:lnTo>
                    <a:pt x="7624" y="3805"/>
                  </a:lnTo>
                  <a:cubicBezTo>
                    <a:pt x="7582" y="3848"/>
                    <a:pt x="7553" y="3876"/>
                    <a:pt x="7511" y="3919"/>
                  </a:cubicBezTo>
                  <a:cubicBezTo>
                    <a:pt x="7213" y="4047"/>
                    <a:pt x="6986" y="4274"/>
                    <a:pt x="6858" y="4572"/>
                  </a:cubicBezTo>
                  <a:lnTo>
                    <a:pt x="6687" y="4615"/>
                  </a:lnTo>
                  <a:cubicBezTo>
                    <a:pt x="6673" y="4671"/>
                    <a:pt x="6659" y="4728"/>
                    <a:pt x="6645" y="4785"/>
                  </a:cubicBezTo>
                  <a:lnTo>
                    <a:pt x="6673" y="4813"/>
                  </a:lnTo>
                  <a:lnTo>
                    <a:pt x="6673" y="4813"/>
                  </a:lnTo>
                  <a:lnTo>
                    <a:pt x="6645" y="4785"/>
                  </a:lnTo>
                  <a:cubicBezTo>
                    <a:pt x="6588" y="4799"/>
                    <a:pt x="6545" y="4842"/>
                    <a:pt x="6531" y="4884"/>
                  </a:cubicBezTo>
                  <a:cubicBezTo>
                    <a:pt x="6418" y="4913"/>
                    <a:pt x="6332" y="4970"/>
                    <a:pt x="6261" y="5055"/>
                  </a:cubicBezTo>
                  <a:cubicBezTo>
                    <a:pt x="5963" y="5396"/>
                    <a:pt x="5637" y="5722"/>
                    <a:pt x="5268" y="6006"/>
                  </a:cubicBezTo>
                  <a:cubicBezTo>
                    <a:pt x="4984" y="6191"/>
                    <a:pt x="4756" y="6446"/>
                    <a:pt x="4586" y="6744"/>
                  </a:cubicBezTo>
                  <a:cubicBezTo>
                    <a:pt x="4458" y="6872"/>
                    <a:pt x="4345" y="7071"/>
                    <a:pt x="4174" y="7114"/>
                  </a:cubicBezTo>
                  <a:cubicBezTo>
                    <a:pt x="3933" y="7185"/>
                    <a:pt x="3919" y="7440"/>
                    <a:pt x="3734" y="7525"/>
                  </a:cubicBezTo>
                  <a:cubicBezTo>
                    <a:pt x="3706" y="7525"/>
                    <a:pt x="3677" y="7525"/>
                    <a:pt x="3635" y="7525"/>
                  </a:cubicBezTo>
                  <a:cubicBezTo>
                    <a:pt x="3621" y="7639"/>
                    <a:pt x="3550" y="7724"/>
                    <a:pt x="3436" y="7752"/>
                  </a:cubicBezTo>
                  <a:cubicBezTo>
                    <a:pt x="3408" y="7838"/>
                    <a:pt x="3365" y="7923"/>
                    <a:pt x="3322" y="7994"/>
                  </a:cubicBezTo>
                  <a:cubicBezTo>
                    <a:pt x="3067" y="8335"/>
                    <a:pt x="2840" y="8689"/>
                    <a:pt x="2627" y="9059"/>
                  </a:cubicBezTo>
                  <a:cubicBezTo>
                    <a:pt x="2471" y="9371"/>
                    <a:pt x="2258" y="9655"/>
                    <a:pt x="2016" y="9911"/>
                  </a:cubicBezTo>
                  <a:cubicBezTo>
                    <a:pt x="1988" y="10081"/>
                    <a:pt x="1832" y="10237"/>
                    <a:pt x="1903" y="10436"/>
                  </a:cubicBezTo>
                  <a:cubicBezTo>
                    <a:pt x="1817" y="10663"/>
                    <a:pt x="1604" y="10819"/>
                    <a:pt x="1576" y="11075"/>
                  </a:cubicBezTo>
                  <a:cubicBezTo>
                    <a:pt x="1576" y="11089"/>
                    <a:pt x="1505" y="11103"/>
                    <a:pt x="1477" y="11117"/>
                  </a:cubicBezTo>
                  <a:cubicBezTo>
                    <a:pt x="1420" y="11430"/>
                    <a:pt x="1335" y="11742"/>
                    <a:pt x="1235" y="12040"/>
                  </a:cubicBezTo>
                  <a:cubicBezTo>
                    <a:pt x="980" y="12054"/>
                    <a:pt x="1150" y="12310"/>
                    <a:pt x="1022" y="12395"/>
                  </a:cubicBezTo>
                  <a:cubicBezTo>
                    <a:pt x="1037" y="12438"/>
                    <a:pt x="1037" y="12466"/>
                    <a:pt x="1022" y="12495"/>
                  </a:cubicBezTo>
                  <a:cubicBezTo>
                    <a:pt x="966" y="12566"/>
                    <a:pt x="980" y="12651"/>
                    <a:pt x="923" y="12722"/>
                  </a:cubicBezTo>
                  <a:cubicBezTo>
                    <a:pt x="795" y="13133"/>
                    <a:pt x="682" y="13574"/>
                    <a:pt x="611" y="14014"/>
                  </a:cubicBezTo>
                  <a:cubicBezTo>
                    <a:pt x="469" y="14866"/>
                    <a:pt x="0" y="15718"/>
                    <a:pt x="383" y="16626"/>
                  </a:cubicBezTo>
                  <a:lnTo>
                    <a:pt x="383" y="16626"/>
                  </a:lnTo>
                  <a:lnTo>
                    <a:pt x="383" y="16626"/>
                  </a:lnTo>
                  <a:lnTo>
                    <a:pt x="383" y="16626"/>
                  </a:lnTo>
                  <a:cubicBezTo>
                    <a:pt x="383" y="16626"/>
                    <a:pt x="369" y="16640"/>
                    <a:pt x="355" y="16655"/>
                  </a:cubicBezTo>
                  <a:cubicBezTo>
                    <a:pt x="355" y="16683"/>
                    <a:pt x="355" y="16697"/>
                    <a:pt x="383" y="16726"/>
                  </a:cubicBezTo>
                  <a:lnTo>
                    <a:pt x="383" y="16726"/>
                  </a:lnTo>
                  <a:cubicBezTo>
                    <a:pt x="540" y="16896"/>
                    <a:pt x="312" y="17166"/>
                    <a:pt x="554" y="17294"/>
                  </a:cubicBezTo>
                  <a:cubicBezTo>
                    <a:pt x="568" y="17294"/>
                    <a:pt x="582" y="17294"/>
                    <a:pt x="596" y="17279"/>
                  </a:cubicBezTo>
                  <a:cubicBezTo>
                    <a:pt x="582" y="17393"/>
                    <a:pt x="611" y="17521"/>
                    <a:pt x="696" y="17606"/>
                  </a:cubicBezTo>
                  <a:cubicBezTo>
                    <a:pt x="738" y="17876"/>
                    <a:pt x="696" y="18160"/>
                    <a:pt x="596" y="18415"/>
                  </a:cubicBezTo>
                  <a:cubicBezTo>
                    <a:pt x="582" y="18472"/>
                    <a:pt x="582" y="18515"/>
                    <a:pt x="596" y="18571"/>
                  </a:cubicBezTo>
                  <a:cubicBezTo>
                    <a:pt x="568" y="18586"/>
                    <a:pt x="554" y="18600"/>
                    <a:pt x="554" y="18628"/>
                  </a:cubicBezTo>
                  <a:cubicBezTo>
                    <a:pt x="568" y="18799"/>
                    <a:pt x="483" y="18969"/>
                    <a:pt x="611" y="19111"/>
                  </a:cubicBezTo>
                  <a:lnTo>
                    <a:pt x="611" y="19111"/>
                  </a:lnTo>
                  <a:cubicBezTo>
                    <a:pt x="653" y="19338"/>
                    <a:pt x="426" y="19551"/>
                    <a:pt x="611" y="19778"/>
                  </a:cubicBezTo>
                  <a:lnTo>
                    <a:pt x="611" y="19764"/>
                  </a:lnTo>
                  <a:cubicBezTo>
                    <a:pt x="639" y="19807"/>
                    <a:pt x="667" y="19849"/>
                    <a:pt x="710" y="19878"/>
                  </a:cubicBezTo>
                  <a:lnTo>
                    <a:pt x="710" y="19878"/>
                  </a:lnTo>
                  <a:cubicBezTo>
                    <a:pt x="738" y="20133"/>
                    <a:pt x="554" y="20389"/>
                    <a:pt x="710" y="20644"/>
                  </a:cubicBezTo>
                  <a:cubicBezTo>
                    <a:pt x="767" y="20701"/>
                    <a:pt x="753" y="20786"/>
                    <a:pt x="809" y="20857"/>
                  </a:cubicBezTo>
                  <a:cubicBezTo>
                    <a:pt x="824" y="20886"/>
                    <a:pt x="824" y="20914"/>
                    <a:pt x="824" y="20942"/>
                  </a:cubicBezTo>
                  <a:cubicBezTo>
                    <a:pt x="966" y="21226"/>
                    <a:pt x="951" y="21539"/>
                    <a:pt x="1037" y="21837"/>
                  </a:cubicBezTo>
                  <a:cubicBezTo>
                    <a:pt x="1065" y="21851"/>
                    <a:pt x="1093" y="21865"/>
                    <a:pt x="1122" y="21851"/>
                  </a:cubicBezTo>
                  <a:lnTo>
                    <a:pt x="1122" y="21851"/>
                  </a:lnTo>
                  <a:cubicBezTo>
                    <a:pt x="1136" y="21908"/>
                    <a:pt x="1178" y="21936"/>
                    <a:pt x="1235" y="21950"/>
                  </a:cubicBezTo>
                  <a:lnTo>
                    <a:pt x="1235" y="21950"/>
                  </a:lnTo>
                  <a:cubicBezTo>
                    <a:pt x="1249" y="22078"/>
                    <a:pt x="1249" y="22220"/>
                    <a:pt x="1264" y="22348"/>
                  </a:cubicBezTo>
                  <a:lnTo>
                    <a:pt x="1349" y="22376"/>
                  </a:lnTo>
                  <a:lnTo>
                    <a:pt x="1363" y="22575"/>
                  </a:lnTo>
                  <a:lnTo>
                    <a:pt x="1462" y="22689"/>
                  </a:lnTo>
                  <a:cubicBezTo>
                    <a:pt x="1448" y="22774"/>
                    <a:pt x="1477" y="22873"/>
                    <a:pt x="1548" y="22930"/>
                  </a:cubicBezTo>
                  <a:lnTo>
                    <a:pt x="1548" y="22930"/>
                  </a:lnTo>
                  <a:lnTo>
                    <a:pt x="1590" y="23214"/>
                  </a:lnTo>
                  <a:cubicBezTo>
                    <a:pt x="1619" y="23228"/>
                    <a:pt x="1647" y="23228"/>
                    <a:pt x="1675" y="23228"/>
                  </a:cubicBezTo>
                  <a:cubicBezTo>
                    <a:pt x="1690" y="23285"/>
                    <a:pt x="1718" y="23328"/>
                    <a:pt x="1775" y="23356"/>
                  </a:cubicBezTo>
                  <a:cubicBezTo>
                    <a:pt x="1789" y="23413"/>
                    <a:pt x="1789" y="23484"/>
                    <a:pt x="1803" y="23541"/>
                  </a:cubicBezTo>
                  <a:lnTo>
                    <a:pt x="1917" y="23654"/>
                  </a:lnTo>
                  <a:lnTo>
                    <a:pt x="2016" y="23768"/>
                  </a:lnTo>
                  <a:cubicBezTo>
                    <a:pt x="2087" y="23825"/>
                    <a:pt x="2116" y="23910"/>
                    <a:pt x="2116" y="23995"/>
                  </a:cubicBezTo>
                  <a:cubicBezTo>
                    <a:pt x="2229" y="24066"/>
                    <a:pt x="2229" y="24180"/>
                    <a:pt x="2243" y="24307"/>
                  </a:cubicBezTo>
                  <a:lnTo>
                    <a:pt x="2329" y="24322"/>
                  </a:lnTo>
                  <a:cubicBezTo>
                    <a:pt x="2314" y="24364"/>
                    <a:pt x="2314" y="24393"/>
                    <a:pt x="2329" y="24435"/>
                  </a:cubicBezTo>
                  <a:cubicBezTo>
                    <a:pt x="2456" y="24535"/>
                    <a:pt x="2542" y="24691"/>
                    <a:pt x="2542" y="24861"/>
                  </a:cubicBezTo>
                  <a:lnTo>
                    <a:pt x="2726" y="24875"/>
                  </a:lnTo>
                  <a:cubicBezTo>
                    <a:pt x="2896" y="25145"/>
                    <a:pt x="3053" y="25429"/>
                    <a:pt x="3195" y="25727"/>
                  </a:cubicBezTo>
                  <a:cubicBezTo>
                    <a:pt x="3237" y="25741"/>
                    <a:pt x="3280" y="25784"/>
                    <a:pt x="3294" y="25841"/>
                  </a:cubicBezTo>
                  <a:cubicBezTo>
                    <a:pt x="3365" y="25883"/>
                    <a:pt x="3422" y="25969"/>
                    <a:pt x="3408" y="26054"/>
                  </a:cubicBezTo>
                  <a:cubicBezTo>
                    <a:pt x="3564" y="26153"/>
                    <a:pt x="3677" y="26309"/>
                    <a:pt x="3734" y="26480"/>
                  </a:cubicBezTo>
                  <a:lnTo>
                    <a:pt x="3905" y="26607"/>
                  </a:lnTo>
                  <a:cubicBezTo>
                    <a:pt x="3919" y="26650"/>
                    <a:pt x="3933" y="26678"/>
                    <a:pt x="3947" y="26707"/>
                  </a:cubicBezTo>
                  <a:cubicBezTo>
                    <a:pt x="3947" y="26749"/>
                    <a:pt x="3933" y="26778"/>
                    <a:pt x="3933" y="26820"/>
                  </a:cubicBezTo>
                  <a:cubicBezTo>
                    <a:pt x="4075" y="26891"/>
                    <a:pt x="4188" y="27005"/>
                    <a:pt x="4259" y="27133"/>
                  </a:cubicBezTo>
                  <a:cubicBezTo>
                    <a:pt x="4345" y="27190"/>
                    <a:pt x="4387" y="27261"/>
                    <a:pt x="4387" y="27346"/>
                  </a:cubicBezTo>
                  <a:cubicBezTo>
                    <a:pt x="4444" y="27403"/>
                    <a:pt x="4487" y="27474"/>
                    <a:pt x="4487" y="27559"/>
                  </a:cubicBezTo>
                  <a:cubicBezTo>
                    <a:pt x="4529" y="27559"/>
                    <a:pt x="4558" y="27559"/>
                    <a:pt x="4586" y="27559"/>
                  </a:cubicBezTo>
                  <a:lnTo>
                    <a:pt x="4600" y="27658"/>
                  </a:lnTo>
                  <a:lnTo>
                    <a:pt x="4700" y="27772"/>
                  </a:lnTo>
                  <a:lnTo>
                    <a:pt x="4799" y="27899"/>
                  </a:lnTo>
                  <a:lnTo>
                    <a:pt x="4913" y="28013"/>
                  </a:lnTo>
                  <a:cubicBezTo>
                    <a:pt x="5012" y="28041"/>
                    <a:pt x="5097" y="28112"/>
                    <a:pt x="5140" y="28212"/>
                  </a:cubicBezTo>
                  <a:lnTo>
                    <a:pt x="5253" y="28311"/>
                  </a:lnTo>
                  <a:cubicBezTo>
                    <a:pt x="5367" y="28311"/>
                    <a:pt x="5466" y="28411"/>
                    <a:pt x="5466" y="28538"/>
                  </a:cubicBezTo>
                  <a:lnTo>
                    <a:pt x="5580" y="28638"/>
                  </a:lnTo>
                  <a:cubicBezTo>
                    <a:pt x="5665" y="28680"/>
                    <a:pt x="5750" y="28751"/>
                    <a:pt x="5793" y="28851"/>
                  </a:cubicBezTo>
                  <a:lnTo>
                    <a:pt x="5892" y="28964"/>
                  </a:lnTo>
                  <a:lnTo>
                    <a:pt x="6006" y="29064"/>
                  </a:lnTo>
                  <a:cubicBezTo>
                    <a:pt x="6176" y="29092"/>
                    <a:pt x="6318" y="29234"/>
                    <a:pt x="6332" y="29404"/>
                  </a:cubicBezTo>
                  <a:cubicBezTo>
                    <a:pt x="6545" y="29518"/>
                    <a:pt x="6631" y="29759"/>
                    <a:pt x="6858" y="29845"/>
                  </a:cubicBezTo>
                  <a:lnTo>
                    <a:pt x="7213" y="30271"/>
                  </a:lnTo>
                  <a:cubicBezTo>
                    <a:pt x="7340" y="30342"/>
                    <a:pt x="7440" y="30498"/>
                    <a:pt x="7610" y="30512"/>
                  </a:cubicBezTo>
                  <a:lnTo>
                    <a:pt x="7752" y="30696"/>
                  </a:lnTo>
                  <a:cubicBezTo>
                    <a:pt x="7837" y="30696"/>
                    <a:pt x="7923" y="30725"/>
                    <a:pt x="7951" y="30824"/>
                  </a:cubicBezTo>
                  <a:cubicBezTo>
                    <a:pt x="8107" y="30881"/>
                    <a:pt x="8207" y="31037"/>
                    <a:pt x="8377" y="31066"/>
                  </a:cubicBezTo>
                  <a:lnTo>
                    <a:pt x="8377" y="31066"/>
                  </a:lnTo>
                  <a:cubicBezTo>
                    <a:pt x="8434" y="31151"/>
                    <a:pt x="8576" y="31137"/>
                    <a:pt x="8604" y="31250"/>
                  </a:cubicBezTo>
                  <a:lnTo>
                    <a:pt x="8902" y="31264"/>
                  </a:lnTo>
                  <a:lnTo>
                    <a:pt x="8902" y="31264"/>
                  </a:lnTo>
                  <a:cubicBezTo>
                    <a:pt x="9030" y="31492"/>
                    <a:pt x="9229" y="31676"/>
                    <a:pt x="9470" y="31804"/>
                  </a:cubicBezTo>
                  <a:cubicBezTo>
                    <a:pt x="9570" y="31847"/>
                    <a:pt x="9655" y="31918"/>
                    <a:pt x="9697" y="32003"/>
                  </a:cubicBezTo>
                  <a:cubicBezTo>
                    <a:pt x="9797" y="32045"/>
                    <a:pt x="9882" y="32102"/>
                    <a:pt x="9981" y="32130"/>
                  </a:cubicBezTo>
                  <a:cubicBezTo>
                    <a:pt x="10066" y="32159"/>
                    <a:pt x="10123" y="32230"/>
                    <a:pt x="10137" y="32329"/>
                  </a:cubicBezTo>
                  <a:cubicBezTo>
                    <a:pt x="10322" y="32372"/>
                    <a:pt x="10492" y="32414"/>
                    <a:pt x="10677" y="32485"/>
                  </a:cubicBezTo>
                  <a:cubicBezTo>
                    <a:pt x="10720" y="32514"/>
                    <a:pt x="10748" y="32599"/>
                    <a:pt x="10791" y="32642"/>
                  </a:cubicBezTo>
                  <a:lnTo>
                    <a:pt x="11089" y="32670"/>
                  </a:lnTo>
                  <a:lnTo>
                    <a:pt x="11089" y="32670"/>
                  </a:lnTo>
                  <a:lnTo>
                    <a:pt x="11089" y="32784"/>
                  </a:lnTo>
                  <a:lnTo>
                    <a:pt x="11202" y="32784"/>
                  </a:lnTo>
                  <a:lnTo>
                    <a:pt x="11202" y="32784"/>
                  </a:lnTo>
                  <a:cubicBezTo>
                    <a:pt x="11231" y="32784"/>
                    <a:pt x="11259" y="32798"/>
                    <a:pt x="11302" y="32798"/>
                  </a:cubicBezTo>
                  <a:cubicBezTo>
                    <a:pt x="11344" y="32869"/>
                    <a:pt x="11415" y="32911"/>
                    <a:pt x="11515" y="32911"/>
                  </a:cubicBezTo>
                  <a:lnTo>
                    <a:pt x="11515" y="32911"/>
                  </a:lnTo>
                  <a:cubicBezTo>
                    <a:pt x="11515" y="32940"/>
                    <a:pt x="11515" y="32968"/>
                    <a:pt x="11529" y="32997"/>
                  </a:cubicBezTo>
                  <a:cubicBezTo>
                    <a:pt x="11756" y="33082"/>
                    <a:pt x="12012" y="33124"/>
                    <a:pt x="12253" y="33110"/>
                  </a:cubicBezTo>
                  <a:cubicBezTo>
                    <a:pt x="12253" y="33110"/>
                    <a:pt x="12253" y="33124"/>
                    <a:pt x="12253" y="33139"/>
                  </a:cubicBezTo>
                  <a:cubicBezTo>
                    <a:pt x="12253" y="33167"/>
                    <a:pt x="12267" y="33195"/>
                    <a:pt x="12281" y="33224"/>
                  </a:cubicBezTo>
                  <a:lnTo>
                    <a:pt x="12281" y="33224"/>
                  </a:lnTo>
                  <a:cubicBezTo>
                    <a:pt x="12324" y="33252"/>
                    <a:pt x="12352" y="33295"/>
                    <a:pt x="12395" y="33323"/>
                  </a:cubicBezTo>
                  <a:lnTo>
                    <a:pt x="12395" y="33323"/>
                  </a:lnTo>
                  <a:cubicBezTo>
                    <a:pt x="12452" y="33394"/>
                    <a:pt x="12551" y="33366"/>
                    <a:pt x="12622" y="33437"/>
                  </a:cubicBezTo>
                  <a:lnTo>
                    <a:pt x="12835" y="33437"/>
                  </a:lnTo>
                  <a:lnTo>
                    <a:pt x="13062" y="33423"/>
                  </a:lnTo>
                  <a:lnTo>
                    <a:pt x="13105" y="33423"/>
                  </a:lnTo>
                  <a:lnTo>
                    <a:pt x="13147" y="33423"/>
                  </a:lnTo>
                  <a:lnTo>
                    <a:pt x="13147" y="33423"/>
                  </a:lnTo>
                  <a:cubicBezTo>
                    <a:pt x="13304" y="33479"/>
                    <a:pt x="13446" y="33550"/>
                    <a:pt x="13602" y="33593"/>
                  </a:cubicBezTo>
                  <a:cubicBezTo>
                    <a:pt x="13772" y="33650"/>
                    <a:pt x="13943" y="33664"/>
                    <a:pt x="14127" y="33635"/>
                  </a:cubicBezTo>
                  <a:cubicBezTo>
                    <a:pt x="14198" y="33621"/>
                    <a:pt x="14255" y="33579"/>
                    <a:pt x="14283" y="33508"/>
                  </a:cubicBezTo>
                  <a:cubicBezTo>
                    <a:pt x="14312" y="33437"/>
                    <a:pt x="14212" y="33323"/>
                    <a:pt x="14354" y="33281"/>
                  </a:cubicBezTo>
                  <a:lnTo>
                    <a:pt x="14979" y="33550"/>
                  </a:lnTo>
                  <a:cubicBezTo>
                    <a:pt x="14979" y="33607"/>
                    <a:pt x="15007" y="33664"/>
                    <a:pt x="15078" y="33692"/>
                  </a:cubicBezTo>
                  <a:cubicBezTo>
                    <a:pt x="15419" y="33848"/>
                    <a:pt x="15817" y="33919"/>
                    <a:pt x="16200" y="33863"/>
                  </a:cubicBezTo>
                  <a:lnTo>
                    <a:pt x="16200" y="33863"/>
                  </a:lnTo>
                  <a:cubicBezTo>
                    <a:pt x="16527" y="34033"/>
                    <a:pt x="16853" y="33919"/>
                    <a:pt x="17180" y="33863"/>
                  </a:cubicBezTo>
                  <a:lnTo>
                    <a:pt x="17222" y="33863"/>
                  </a:lnTo>
                  <a:lnTo>
                    <a:pt x="17265" y="33877"/>
                  </a:lnTo>
                  <a:cubicBezTo>
                    <a:pt x="17393" y="33763"/>
                    <a:pt x="17591" y="33891"/>
                    <a:pt x="17719" y="33763"/>
                  </a:cubicBezTo>
                  <a:lnTo>
                    <a:pt x="17719" y="33763"/>
                  </a:lnTo>
                  <a:cubicBezTo>
                    <a:pt x="17776" y="33721"/>
                    <a:pt x="17890" y="33735"/>
                    <a:pt x="17946" y="33678"/>
                  </a:cubicBezTo>
                  <a:cubicBezTo>
                    <a:pt x="18188" y="33806"/>
                    <a:pt x="18415" y="33863"/>
                    <a:pt x="18656" y="33635"/>
                  </a:cubicBezTo>
                  <a:cubicBezTo>
                    <a:pt x="18685" y="33607"/>
                    <a:pt x="18756" y="33593"/>
                    <a:pt x="18798" y="33579"/>
                  </a:cubicBezTo>
                  <a:cubicBezTo>
                    <a:pt x="18827" y="33593"/>
                    <a:pt x="18869" y="33635"/>
                    <a:pt x="18883" y="33635"/>
                  </a:cubicBezTo>
                  <a:cubicBezTo>
                    <a:pt x="19224" y="33493"/>
                    <a:pt x="19608" y="33423"/>
                    <a:pt x="19977" y="33423"/>
                  </a:cubicBezTo>
                  <a:cubicBezTo>
                    <a:pt x="20034" y="33408"/>
                    <a:pt x="20076" y="33394"/>
                    <a:pt x="20119" y="33352"/>
                  </a:cubicBezTo>
                  <a:cubicBezTo>
                    <a:pt x="20218" y="33394"/>
                    <a:pt x="20289" y="33550"/>
                    <a:pt x="20431" y="33408"/>
                  </a:cubicBezTo>
                  <a:cubicBezTo>
                    <a:pt x="20545" y="33323"/>
                    <a:pt x="20672" y="33266"/>
                    <a:pt x="20814" y="33281"/>
                  </a:cubicBezTo>
                  <a:cubicBezTo>
                    <a:pt x="20956" y="33295"/>
                    <a:pt x="21098" y="33238"/>
                    <a:pt x="21198" y="33124"/>
                  </a:cubicBezTo>
                  <a:lnTo>
                    <a:pt x="21198" y="33124"/>
                  </a:lnTo>
                  <a:cubicBezTo>
                    <a:pt x="21297" y="33110"/>
                    <a:pt x="21411" y="33238"/>
                    <a:pt x="21524" y="33124"/>
                  </a:cubicBezTo>
                  <a:lnTo>
                    <a:pt x="21737" y="33124"/>
                  </a:lnTo>
                  <a:lnTo>
                    <a:pt x="21950" y="33110"/>
                  </a:lnTo>
                  <a:cubicBezTo>
                    <a:pt x="22007" y="33181"/>
                    <a:pt x="22121" y="33167"/>
                    <a:pt x="22163" y="33096"/>
                  </a:cubicBezTo>
                  <a:cubicBezTo>
                    <a:pt x="22163" y="33068"/>
                    <a:pt x="22163" y="33039"/>
                    <a:pt x="22163" y="32997"/>
                  </a:cubicBezTo>
                  <a:cubicBezTo>
                    <a:pt x="22319" y="32869"/>
                    <a:pt x="22547" y="33025"/>
                    <a:pt x="22703" y="32897"/>
                  </a:cubicBezTo>
                  <a:lnTo>
                    <a:pt x="22703" y="32897"/>
                  </a:lnTo>
                  <a:cubicBezTo>
                    <a:pt x="22760" y="32826"/>
                    <a:pt x="22859" y="32855"/>
                    <a:pt x="22916" y="32769"/>
                  </a:cubicBezTo>
                  <a:cubicBezTo>
                    <a:pt x="22916" y="32741"/>
                    <a:pt x="22916" y="32698"/>
                    <a:pt x="22930" y="32670"/>
                  </a:cubicBezTo>
                  <a:cubicBezTo>
                    <a:pt x="22958" y="32642"/>
                    <a:pt x="23015" y="32642"/>
                    <a:pt x="23043" y="32670"/>
                  </a:cubicBezTo>
                  <a:lnTo>
                    <a:pt x="23086" y="32670"/>
                  </a:lnTo>
                  <a:lnTo>
                    <a:pt x="23143" y="32670"/>
                  </a:lnTo>
                  <a:cubicBezTo>
                    <a:pt x="23157" y="32713"/>
                    <a:pt x="23214" y="32713"/>
                    <a:pt x="23242" y="32670"/>
                  </a:cubicBezTo>
                  <a:lnTo>
                    <a:pt x="23242" y="32670"/>
                  </a:lnTo>
                  <a:cubicBezTo>
                    <a:pt x="23299" y="32613"/>
                    <a:pt x="23413" y="32627"/>
                    <a:pt x="23455" y="32556"/>
                  </a:cubicBezTo>
                  <a:cubicBezTo>
                    <a:pt x="23455" y="32514"/>
                    <a:pt x="23455" y="32485"/>
                    <a:pt x="23469" y="32457"/>
                  </a:cubicBezTo>
                  <a:cubicBezTo>
                    <a:pt x="23512" y="32414"/>
                    <a:pt x="23526" y="32343"/>
                    <a:pt x="23512" y="32287"/>
                  </a:cubicBezTo>
                  <a:cubicBezTo>
                    <a:pt x="23555" y="32329"/>
                    <a:pt x="23583" y="32400"/>
                    <a:pt x="23583" y="32457"/>
                  </a:cubicBezTo>
                  <a:lnTo>
                    <a:pt x="23782" y="32457"/>
                  </a:lnTo>
                  <a:cubicBezTo>
                    <a:pt x="23782" y="32343"/>
                    <a:pt x="23881" y="32244"/>
                    <a:pt x="24009" y="32258"/>
                  </a:cubicBezTo>
                  <a:cubicBezTo>
                    <a:pt x="24009" y="32216"/>
                    <a:pt x="24009" y="32173"/>
                    <a:pt x="24009" y="32145"/>
                  </a:cubicBezTo>
                  <a:cubicBezTo>
                    <a:pt x="24094" y="32088"/>
                    <a:pt x="24194" y="32045"/>
                    <a:pt x="24222" y="31932"/>
                  </a:cubicBezTo>
                  <a:lnTo>
                    <a:pt x="24222" y="31932"/>
                  </a:lnTo>
                  <a:cubicBezTo>
                    <a:pt x="24336" y="31832"/>
                    <a:pt x="24421" y="31903"/>
                    <a:pt x="24506" y="31974"/>
                  </a:cubicBezTo>
                  <a:cubicBezTo>
                    <a:pt x="24676" y="31832"/>
                    <a:pt x="24903" y="31932"/>
                    <a:pt x="25088" y="31804"/>
                  </a:cubicBezTo>
                  <a:cubicBezTo>
                    <a:pt x="25088" y="31776"/>
                    <a:pt x="25088" y="31747"/>
                    <a:pt x="25102" y="31719"/>
                  </a:cubicBezTo>
                  <a:lnTo>
                    <a:pt x="25301" y="31719"/>
                  </a:lnTo>
                  <a:lnTo>
                    <a:pt x="25301" y="31619"/>
                  </a:lnTo>
                  <a:lnTo>
                    <a:pt x="25301" y="31619"/>
                  </a:lnTo>
                  <a:lnTo>
                    <a:pt x="25301" y="31619"/>
                  </a:lnTo>
                  <a:cubicBezTo>
                    <a:pt x="25344" y="31634"/>
                    <a:pt x="25372" y="31634"/>
                    <a:pt x="25415" y="31619"/>
                  </a:cubicBezTo>
                  <a:cubicBezTo>
                    <a:pt x="25457" y="31534"/>
                    <a:pt x="25528" y="31492"/>
                    <a:pt x="25628" y="31506"/>
                  </a:cubicBezTo>
                  <a:cubicBezTo>
                    <a:pt x="25670" y="31463"/>
                    <a:pt x="25741" y="31435"/>
                    <a:pt x="25798" y="31406"/>
                  </a:cubicBezTo>
                  <a:lnTo>
                    <a:pt x="25826" y="31392"/>
                  </a:lnTo>
                  <a:lnTo>
                    <a:pt x="26053" y="31392"/>
                  </a:lnTo>
                  <a:lnTo>
                    <a:pt x="26053" y="31321"/>
                  </a:lnTo>
                  <a:cubicBezTo>
                    <a:pt x="26082" y="31335"/>
                    <a:pt x="26124" y="31335"/>
                    <a:pt x="26153" y="31293"/>
                  </a:cubicBezTo>
                  <a:lnTo>
                    <a:pt x="26153" y="31293"/>
                  </a:lnTo>
                  <a:cubicBezTo>
                    <a:pt x="26181" y="31264"/>
                    <a:pt x="26195" y="31236"/>
                    <a:pt x="26210" y="31208"/>
                  </a:cubicBezTo>
                  <a:cubicBezTo>
                    <a:pt x="26210" y="31208"/>
                    <a:pt x="26224" y="31193"/>
                    <a:pt x="26224" y="31193"/>
                  </a:cubicBezTo>
                  <a:lnTo>
                    <a:pt x="26266" y="31193"/>
                  </a:lnTo>
                  <a:lnTo>
                    <a:pt x="26266" y="31137"/>
                  </a:lnTo>
                  <a:lnTo>
                    <a:pt x="26281" y="31122"/>
                  </a:lnTo>
                  <a:lnTo>
                    <a:pt x="26309" y="31094"/>
                  </a:lnTo>
                  <a:lnTo>
                    <a:pt x="26323" y="31080"/>
                  </a:lnTo>
                  <a:lnTo>
                    <a:pt x="26380" y="31080"/>
                  </a:lnTo>
                  <a:lnTo>
                    <a:pt x="26380" y="31051"/>
                  </a:lnTo>
                  <a:lnTo>
                    <a:pt x="26394" y="31023"/>
                  </a:lnTo>
                  <a:cubicBezTo>
                    <a:pt x="26423" y="31023"/>
                    <a:pt x="26465" y="30995"/>
                    <a:pt x="26479" y="30980"/>
                  </a:cubicBezTo>
                  <a:lnTo>
                    <a:pt x="26522" y="30980"/>
                  </a:lnTo>
                  <a:lnTo>
                    <a:pt x="26579" y="30980"/>
                  </a:lnTo>
                  <a:cubicBezTo>
                    <a:pt x="26621" y="30952"/>
                    <a:pt x="26621" y="30867"/>
                    <a:pt x="26707" y="30867"/>
                  </a:cubicBezTo>
                  <a:lnTo>
                    <a:pt x="26806" y="30867"/>
                  </a:lnTo>
                  <a:cubicBezTo>
                    <a:pt x="26834" y="30838"/>
                    <a:pt x="26877" y="30796"/>
                    <a:pt x="26920" y="30753"/>
                  </a:cubicBezTo>
                  <a:cubicBezTo>
                    <a:pt x="26920" y="30725"/>
                    <a:pt x="26920" y="30696"/>
                    <a:pt x="26920" y="30668"/>
                  </a:cubicBezTo>
                  <a:cubicBezTo>
                    <a:pt x="26863" y="30554"/>
                    <a:pt x="26735" y="30640"/>
                    <a:pt x="26692" y="30569"/>
                  </a:cubicBezTo>
                  <a:cubicBezTo>
                    <a:pt x="26849" y="30597"/>
                    <a:pt x="26991" y="30484"/>
                    <a:pt x="27133" y="30441"/>
                  </a:cubicBezTo>
                  <a:cubicBezTo>
                    <a:pt x="27260" y="30441"/>
                    <a:pt x="27260" y="30086"/>
                    <a:pt x="27459" y="30327"/>
                  </a:cubicBezTo>
                  <a:lnTo>
                    <a:pt x="27459" y="30327"/>
                  </a:lnTo>
                  <a:cubicBezTo>
                    <a:pt x="27502" y="30285"/>
                    <a:pt x="27530" y="30256"/>
                    <a:pt x="27573" y="30214"/>
                  </a:cubicBezTo>
                  <a:cubicBezTo>
                    <a:pt x="27573" y="30185"/>
                    <a:pt x="27573" y="30143"/>
                    <a:pt x="27573" y="30114"/>
                  </a:cubicBezTo>
                  <a:cubicBezTo>
                    <a:pt x="27629" y="30043"/>
                    <a:pt x="27729" y="30072"/>
                    <a:pt x="27786" y="30001"/>
                  </a:cubicBezTo>
                  <a:lnTo>
                    <a:pt x="27786" y="29788"/>
                  </a:lnTo>
                  <a:cubicBezTo>
                    <a:pt x="27899" y="29717"/>
                    <a:pt x="28084" y="29703"/>
                    <a:pt x="28041" y="29490"/>
                  </a:cubicBezTo>
                  <a:cubicBezTo>
                    <a:pt x="28070" y="29490"/>
                    <a:pt x="28084" y="29490"/>
                    <a:pt x="28098" y="29461"/>
                  </a:cubicBezTo>
                  <a:lnTo>
                    <a:pt x="28098" y="29461"/>
                  </a:lnTo>
                  <a:cubicBezTo>
                    <a:pt x="28141" y="29419"/>
                    <a:pt x="28169" y="29376"/>
                    <a:pt x="28212" y="29348"/>
                  </a:cubicBezTo>
                  <a:lnTo>
                    <a:pt x="28212" y="29248"/>
                  </a:lnTo>
                  <a:cubicBezTo>
                    <a:pt x="28254" y="29206"/>
                    <a:pt x="28283" y="29163"/>
                    <a:pt x="28311" y="29135"/>
                  </a:cubicBezTo>
                  <a:lnTo>
                    <a:pt x="28311" y="29021"/>
                  </a:lnTo>
                  <a:cubicBezTo>
                    <a:pt x="28339" y="28993"/>
                    <a:pt x="28354" y="28950"/>
                    <a:pt x="28325" y="28908"/>
                  </a:cubicBezTo>
                  <a:cubicBezTo>
                    <a:pt x="28410" y="28865"/>
                    <a:pt x="28410" y="28879"/>
                    <a:pt x="28425" y="29021"/>
                  </a:cubicBezTo>
                  <a:lnTo>
                    <a:pt x="28638" y="29021"/>
                  </a:lnTo>
                  <a:cubicBezTo>
                    <a:pt x="28822" y="28922"/>
                    <a:pt x="28879" y="28680"/>
                    <a:pt x="29078" y="28595"/>
                  </a:cubicBezTo>
                  <a:cubicBezTo>
                    <a:pt x="29063" y="28496"/>
                    <a:pt x="29106" y="28425"/>
                    <a:pt x="29177" y="28368"/>
                  </a:cubicBezTo>
                  <a:cubicBezTo>
                    <a:pt x="29163" y="28283"/>
                    <a:pt x="29205" y="28198"/>
                    <a:pt x="29291" y="28155"/>
                  </a:cubicBezTo>
                  <a:lnTo>
                    <a:pt x="29291" y="28056"/>
                  </a:lnTo>
                  <a:lnTo>
                    <a:pt x="29489" y="28027"/>
                  </a:lnTo>
                  <a:cubicBezTo>
                    <a:pt x="29461" y="27857"/>
                    <a:pt x="29560" y="27686"/>
                    <a:pt x="29717" y="27615"/>
                  </a:cubicBezTo>
                  <a:cubicBezTo>
                    <a:pt x="29717" y="27488"/>
                    <a:pt x="29702" y="27360"/>
                    <a:pt x="29830" y="27289"/>
                  </a:cubicBezTo>
                  <a:cubicBezTo>
                    <a:pt x="29859" y="27246"/>
                    <a:pt x="29887" y="27218"/>
                    <a:pt x="29930" y="27175"/>
                  </a:cubicBezTo>
                  <a:cubicBezTo>
                    <a:pt x="29944" y="27048"/>
                    <a:pt x="29986" y="26991"/>
                    <a:pt x="30128" y="27005"/>
                  </a:cubicBezTo>
                  <a:cubicBezTo>
                    <a:pt x="30313" y="27005"/>
                    <a:pt x="30341" y="26962"/>
                    <a:pt x="30285" y="26835"/>
                  </a:cubicBezTo>
                  <a:cubicBezTo>
                    <a:pt x="30228" y="26707"/>
                    <a:pt x="30199" y="26664"/>
                    <a:pt x="30355" y="26622"/>
                  </a:cubicBezTo>
                  <a:cubicBezTo>
                    <a:pt x="30469" y="26593"/>
                    <a:pt x="30483" y="26494"/>
                    <a:pt x="30455" y="26409"/>
                  </a:cubicBezTo>
                  <a:cubicBezTo>
                    <a:pt x="30441" y="26338"/>
                    <a:pt x="30412" y="26281"/>
                    <a:pt x="30384" y="26210"/>
                  </a:cubicBezTo>
                  <a:lnTo>
                    <a:pt x="30583" y="26210"/>
                  </a:lnTo>
                  <a:lnTo>
                    <a:pt x="31009" y="26309"/>
                  </a:lnTo>
                  <a:lnTo>
                    <a:pt x="31009" y="26111"/>
                  </a:lnTo>
                  <a:cubicBezTo>
                    <a:pt x="31009" y="26111"/>
                    <a:pt x="30994" y="26096"/>
                    <a:pt x="30980" y="26068"/>
                  </a:cubicBezTo>
                  <a:cubicBezTo>
                    <a:pt x="30980" y="26040"/>
                    <a:pt x="30994" y="26011"/>
                    <a:pt x="31009" y="25997"/>
                  </a:cubicBezTo>
                  <a:lnTo>
                    <a:pt x="31009" y="25997"/>
                  </a:lnTo>
                  <a:cubicBezTo>
                    <a:pt x="31051" y="25969"/>
                    <a:pt x="31065" y="25926"/>
                    <a:pt x="31065" y="25869"/>
                  </a:cubicBezTo>
                  <a:cubicBezTo>
                    <a:pt x="31108" y="25898"/>
                    <a:pt x="31165" y="25940"/>
                    <a:pt x="31222" y="25869"/>
                  </a:cubicBezTo>
                  <a:cubicBezTo>
                    <a:pt x="31222" y="25841"/>
                    <a:pt x="31222" y="25812"/>
                    <a:pt x="31222" y="25784"/>
                  </a:cubicBezTo>
                  <a:cubicBezTo>
                    <a:pt x="31406" y="25670"/>
                    <a:pt x="31392" y="25358"/>
                    <a:pt x="31648" y="25330"/>
                  </a:cubicBezTo>
                  <a:cubicBezTo>
                    <a:pt x="31648" y="25301"/>
                    <a:pt x="31648" y="25273"/>
                    <a:pt x="31648" y="25244"/>
                  </a:cubicBezTo>
                  <a:cubicBezTo>
                    <a:pt x="31591" y="25188"/>
                    <a:pt x="31591" y="25088"/>
                    <a:pt x="31648" y="25031"/>
                  </a:cubicBezTo>
                  <a:cubicBezTo>
                    <a:pt x="31690" y="25017"/>
                    <a:pt x="31719" y="25017"/>
                    <a:pt x="31747" y="25017"/>
                  </a:cubicBezTo>
                  <a:cubicBezTo>
                    <a:pt x="31889" y="24904"/>
                    <a:pt x="31747" y="24705"/>
                    <a:pt x="31875" y="24591"/>
                  </a:cubicBezTo>
                  <a:lnTo>
                    <a:pt x="31875" y="24591"/>
                  </a:lnTo>
                  <a:cubicBezTo>
                    <a:pt x="31903" y="24549"/>
                    <a:pt x="31946" y="24520"/>
                    <a:pt x="31974" y="24478"/>
                  </a:cubicBezTo>
                  <a:cubicBezTo>
                    <a:pt x="32045" y="24393"/>
                    <a:pt x="32059" y="24265"/>
                    <a:pt x="32002" y="24165"/>
                  </a:cubicBezTo>
                  <a:cubicBezTo>
                    <a:pt x="31974" y="24137"/>
                    <a:pt x="31931" y="24137"/>
                    <a:pt x="31903" y="24151"/>
                  </a:cubicBezTo>
                  <a:cubicBezTo>
                    <a:pt x="31903" y="24123"/>
                    <a:pt x="31931" y="24123"/>
                    <a:pt x="31931" y="24109"/>
                  </a:cubicBezTo>
                  <a:cubicBezTo>
                    <a:pt x="32031" y="24052"/>
                    <a:pt x="32073" y="23924"/>
                    <a:pt x="32002" y="23825"/>
                  </a:cubicBezTo>
                  <a:cubicBezTo>
                    <a:pt x="32215" y="23825"/>
                    <a:pt x="32116" y="23526"/>
                    <a:pt x="32301" y="23498"/>
                  </a:cubicBezTo>
                  <a:cubicBezTo>
                    <a:pt x="32372" y="23441"/>
                    <a:pt x="32343" y="23342"/>
                    <a:pt x="32414" y="23271"/>
                  </a:cubicBezTo>
                  <a:cubicBezTo>
                    <a:pt x="32400" y="23242"/>
                    <a:pt x="32400" y="23214"/>
                    <a:pt x="32414" y="23172"/>
                  </a:cubicBezTo>
                  <a:cubicBezTo>
                    <a:pt x="32443" y="23143"/>
                    <a:pt x="32485" y="23101"/>
                    <a:pt x="32514" y="23058"/>
                  </a:cubicBezTo>
                  <a:lnTo>
                    <a:pt x="32514" y="23058"/>
                  </a:lnTo>
                  <a:cubicBezTo>
                    <a:pt x="32585" y="23001"/>
                    <a:pt x="32556" y="22902"/>
                    <a:pt x="32627" y="22845"/>
                  </a:cubicBezTo>
                  <a:cubicBezTo>
                    <a:pt x="32613" y="22817"/>
                    <a:pt x="32613" y="22788"/>
                    <a:pt x="32627" y="22760"/>
                  </a:cubicBezTo>
                  <a:cubicBezTo>
                    <a:pt x="32585" y="22703"/>
                    <a:pt x="32570" y="22632"/>
                    <a:pt x="32585" y="22561"/>
                  </a:cubicBezTo>
                  <a:cubicBezTo>
                    <a:pt x="32599" y="22561"/>
                    <a:pt x="32613" y="22547"/>
                    <a:pt x="32627" y="22518"/>
                  </a:cubicBezTo>
                  <a:lnTo>
                    <a:pt x="32627" y="22518"/>
                  </a:lnTo>
                  <a:cubicBezTo>
                    <a:pt x="32670" y="22490"/>
                    <a:pt x="32698" y="22447"/>
                    <a:pt x="32741" y="22419"/>
                  </a:cubicBezTo>
                  <a:lnTo>
                    <a:pt x="32741" y="22305"/>
                  </a:lnTo>
                  <a:cubicBezTo>
                    <a:pt x="32727" y="22305"/>
                    <a:pt x="32712" y="22291"/>
                    <a:pt x="32712" y="22263"/>
                  </a:cubicBezTo>
                  <a:cubicBezTo>
                    <a:pt x="32698" y="22249"/>
                    <a:pt x="32712" y="22220"/>
                    <a:pt x="32741" y="22192"/>
                  </a:cubicBezTo>
                  <a:cubicBezTo>
                    <a:pt x="32727" y="22163"/>
                    <a:pt x="32727" y="22121"/>
                    <a:pt x="32741" y="22092"/>
                  </a:cubicBezTo>
                  <a:lnTo>
                    <a:pt x="32741" y="21539"/>
                  </a:lnTo>
                  <a:cubicBezTo>
                    <a:pt x="32755" y="21170"/>
                    <a:pt x="32911" y="20843"/>
                    <a:pt x="32812" y="20502"/>
                  </a:cubicBezTo>
                  <a:close/>
                  <a:moveTo>
                    <a:pt x="27899" y="28979"/>
                  </a:moveTo>
                  <a:close/>
                  <a:moveTo>
                    <a:pt x="24662" y="31591"/>
                  </a:moveTo>
                  <a:lnTo>
                    <a:pt x="24662" y="31591"/>
                  </a:lnTo>
                  <a:lnTo>
                    <a:pt x="24662" y="31591"/>
                  </a:lnTo>
                  <a:lnTo>
                    <a:pt x="24676" y="31577"/>
                  </a:lnTo>
                  <a:cubicBezTo>
                    <a:pt x="24676" y="31577"/>
                    <a:pt x="24676" y="31577"/>
                    <a:pt x="24662" y="31591"/>
                  </a:cubicBezTo>
                  <a:close/>
                  <a:moveTo>
                    <a:pt x="18159" y="32784"/>
                  </a:moveTo>
                  <a:lnTo>
                    <a:pt x="18145" y="32784"/>
                  </a:lnTo>
                  <a:lnTo>
                    <a:pt x="18145" y="32784"/>
                  </a:lnTo>
                  <a:cubicBezTo>
                    <a:pt x="18159" y="32784"/>
                    <a:pt x="18159" y="32784"/>
                    <a:pt x="18159" y="32798"/>
                  </a:cubicBezTo>
                  <a:close/>
                  <a:moveTo>
                    <a:pt x="8178" y="30086"/>
                  </a:moveTo>
                  <a:lnTo>
                    <a:pt x="8178" y="30072"/>
                  </a:lnTo>
                  <a:lnTo>
                    <a:pt x="8207" y="30072"/>
                  </a:lnTo>
                  <a:close/>
                  <a:moveTo>
                    <a:pt x="26011" y="30413"/>
                  </a:moveTo>
                  <a:close/>
                  <a:moveTo>
                    <a:pt x="31051" y="14908"/>
                  </a:moveTo>
                  <a:cubicBezTo>
                    <a:pt x="30994" y="14937"/>
                    <a:pt x="30923" y="14937"/>
                    <a:pt x="30867" y="14908"/>
                  </a:cubicBezTo>
                  <a:cubicBezTo>
                    <a:pt x="30923" y="14922"/>
                    <a:pt x="30980" y="14922"/>
                    <a:pt x="31051" y="14908"/>
                  </a:cubicBezTo>
                  <a:close/>
                  <a:moveTo>
                    <a:pt x="3763" y="21425"/>
                  </a:moveTo>
                  <a:cubicBezTo>
                    <a:pt x="3763" y="21425"/>
                    <a:pt x="3763" y="21411"/>
                    <a:pt x="3763" y="21411"/>
                  </a:cubicBezTo>
                  <a:cubicBezTo>
                    <a:pt x="3791" y="21425"/>
                    <a:pt x="3805" y="21425"/>
                    <a:pt x="3834" y="21425"/>
                  </a:cubicBezTo>
                  <a:cubicBezTo>
                    <a:pt x="3805" y="21454"/>
                    <a:pt x="3777" y="21454"/>
                    <a:pt x="3763" y="21425"/>
                  </a:cubicBezTo>
                  <a:close/>
                  <a:moveTo>
                    <a:pt x="4600" y="21397"/>
                  </a:moveTo>
                  <a:lnTo>
                    <a:pt x="4515" y="21383"/>
                  </a:lnTo>
                  <a:lnTo>
                    <a:pt x="4572" y="21368"/>
                  </a:lnTo>
                  <a:cubicBezTo>
                    <a:pt x="4586" y="21383"/>
                    <a:pt x="4586" y="21383"/>
                    <a:pt x="4600" y="21397"/>
                  </a:cubicBezTo>
                  <a:close/>
                  <a:moveTo>
                    <a:pt x="19991" y="4600"/>
                  </a:moveTo>
                  <a:lnTo>
                    <a:pt x="19991" y="4600"/>
                  </a:lnTo>
                  <a:close/>
                  <a:moveTo>
                    <a:pt x="30611" y="14567"/>
                  </a:moveTo>
                  <a:close/>
                  <a:moveTo>
                    <a:pt x="7312" y="25770"/>
                  </a:moveTo>
                  <a:close/>
                  <a:moveTo>
                    <a:pt x="4728" y="15022"/>
                  </a:moveTo>
                  <a:lnTo>
                    <a:pt x="4742" y="15008"/>
                  </a:lnTo>
                  <a:cubicBezTo>
                    <a:pt x="4742" y="15008"/>
                    <a:pt x="4742" y="15022"/>
                    <a:pt x="4742" y="15022"/>
                  </a:cubicBezTo>
                  <a:close/>
                  <a:moveTo>
                    <a:pt x="11117" y="12622"/>
                  </a:moveTo>
                  <a:lnTo>
                    <a:pt x="11146" y="12651"/>
                  </a:lnTo>
                  <a:lnTo>
                    <a:pt x="11174" y="12679"/>
                  </a:lnTo>
                  <a:cubicBezTo>
                    <a:pt x="11131" y="12651"/>
                    <a:pt x="11117" y="12637"/>
                    <a:pt x="11117" y="12608"/>
                  </a:cubicBezTo>
                  <a:close/>
                  <a:moveTo>
                    <a:pt x="25982" y="10493"/>
                  </a:moveTo>
                  <a:lnTo>
                    <a:pt x="25968" y="10493"/>
                  </a:lnTo>
                  <a:lnTo>
                    <a:pt x="25968" y="10493"/>
                  </a:lnTo>
                  <a:lnTo>
                    <a:pt x="25982" y="10493"/>
                  </a:lnTo>
                  <a:cubicBezTo>
                    <a:pt x="25968" y="10407"/>
                    <a:pt x="26053" y="10521"/>
                    <a:pt x="25982" y="10493"/>
                  </a:cubicBezTo>
                  <a:close/>
                  <a:moveTo>
                    <a:pt x="9058" y="16655"/>
                  </a:moveTo>
                  <a:lnTo>
                    <a:pt x="9058" y="16640"/>
                  </a:lnTo>
                  <a:lnTo>
                    <a:pt x="9073" y="16640"/>
                  </a:lnTo>
                  <a:close/>
                  <a:moveTo>
                    <a:pt x="20403" y="15803"/>
                  </a:moveTo>
                  <a:close/>
                  <a:moveTo>
                    <a:pt x="21184" y="15760"/>
                  </a:moveTo>
                  <a:lnTo>
                    <a:pt x="21184" y="15760"/>
                  </a:lnTo>
                  <a:cubicBezTo>
                    <a:pt x="21184" y="15760"/>
                    <a:pt x="21184" y="15774"/>
                    <a:pt x="21184" y="15774"/>
                  </a:cubicBezTo>
                  <a:lnTo>
                    <a:pt x="21169" y="15774"/>
                  </a:lnTo>
                  <a:close/>
                  <a:moveTo>
                    <a:pt x="22589" y="17166"/>
                  </a:moveTo>
                  <a:lnTo>
                    <a:pt x="22603" y="17166"/>
                  </a:lnTo>
                  <a:lnTo>
                    <a:pt x="22603" y="17166"/>
                  </a:lnTo>
                  <a:lnTo>
                    <a:pt x="22589" y="17180"/>
                  </a:lnTo>
                  <a:close/>
                  <a:moveTo>
                    <a:pt x="25727" y="13772"/>
                  </a:moveTo>
                  <a:close/>
                  <a:moveTo>
                    <a:pt x="25628" y="13488"/>
                  </a:moveTo>
                  <a:close/>
                  <a:moveTo>
                    <a:pt x="22476" y="11330"/>
                  </a:moveTo>
                  <a:lnTo>
                    <a:pt x="22476" y="11330"/>
                  </a:lnTo>
                  <a:close/>
                  <a:moveTo>
                    <a:pt x="20800" y="9470"/>
                  </a:moveTo>
                  <a:cubicBezTo>
                    <a:pt x="20800" y="9456"/>
                    <a:pt x="20814" y="9442"/>
                    <a:pt x="20814" y="9428"/>
                  </a:cubicBezTo>
                  <a:lnTo>
                    <a:pt x="20843" y="9442"/>
                  </a:lnTo>
                  <a:close/>
                  <a:moveTo>
                    <a:pt x="10237" y="15107"/>
                  </a:moveTo>
                  <a:close/>
                  <a:moveTo>
                    <a:pt x="12835" y="16839"/>
                  </a:moveTo>
                  <a:close/>
                  <a:moveTo>
                    <a:pt x="25088" y="18770"/>
                  </a:moveTo>
                  <a:lnTo>
                    <a:pt x="25088" y="18770"/>
                  </a:lnTo>
                  <a:lnTo>
                    <a:pt x="25088" y="18770"/>
                  </a:lnTo>
                  <a:close/>
                  <a:moveTo>
                    <a:pt x="9924" y="14894"/>
                  </a:moveTo>
                  <a:lnTo>
                    <a:pt x="9924" y="14894"/>
                  </a:lnTo>
                  <a:close/>
                  <a:moveTo>
                    <a:pt x="9697" y="19224"/>
                  </a:moveTo>
                  <a:cubicBezTo>
                    <a:pt x="9697" y="19224"/>
                    <a:pt x="9697" y="19224"/>
                    <a:pt x="9697" y="19224"/>
                  </a:cubicBezTo>
                  <a:lnTo>
                    <a:pt x="9683" y="19224"/>
                  </a:lnTo>
                  <a:close/>
                  <a:moveTo>
                    <a:pt x="18472" y="20857"/>
                  </a:moveTo>
                  <a:lnTo>
                    <a:pt x="18472" y="20857"/>
                  </a:lnTo>
                  <a:close/>
                  <a:moveTo>
                    <a:pt x="28581" y="12821"/>
                  </a:moveTo>
                  <a:cubicBezTo>
                    <a:pt x="28581" y="12821"/>
                    <a:pt x="28581" y="12821"/>
                    <a:pt x="28581" y="12835"/>
                  </a:cubicBezTo>
                  <a:lnTo>
                    <a:pt x="28581" y="12835"/>
                  </a:lnTo>
                  <a:close/>
                  <a:moveTo>
                    <a:pt x="15944" y="6560"/>
                  </a:moveTo>
                  <a:cubicBezTo>
                    <a:pt x="15930" y="6588"/>
                    <a:pt x="15916" y="6602"/>
                    <a:pt x="15888" y="6602"/>
                  </a:cubicBezTo>
                  <a:cubicBezTo>
                    <a:pt x="15902" y="6588"/>
                    <a:pt x="15930" y="6574"/>
                    <a:pt x="15944" y="6560"/>
                  </a:cubicBezTo>
                  <a:close/>
                  <a:moveTo>
                    <a:pt x="23597" y="20630"/>
                  </a:moveTo>
                  <a:lnTo>
                    <a:pt x="23540" y="20559"/>
                  </a:lnTo>
                  <a:cubicBezTo>
                    <a:pt x="23583" y="20559"/>
                    <a:pt x="23597" y="20573"/>
                    <a:pt x="23597" y="20630"/>
                  </a:cubicBezTo>
                  <a:close/>
                  <a:moveTo>
                    <a:pt x="6631" y="13119"/>
                  </a:moveTo>
                  <a:lnTo>
                    <a:pt x="6687" y="13077"/>
                  </a:lnTo>
                  <a:cubicBezTo>
                    <a:pt x="6673" y="13091"/>
                    <a:pt x="6645" y="13105"/>
                    <a:pt x="6631" y="13119"/>
                  </a:cubicBezTo>
                  <a:close/>
                  <a:moveTo>
                    <a:pt x="6205" y="13318"/>
                  </a:moveTo>
                  <a:cubicBezTo>
                    <a:pt x="6190" y="13318"/>
                    <a:pt x="6176" y="13304"/>
                    <a:pt x="6176" y="13304"/>
                  </a:cubicBezTo>
                  <a:lnTo>
                    <a:pt x="6332" y="13247"/>
                  </a:lnTo>
                  <a:cubicBezTo>
                    <a:pt x="6290" y="13304"/>
                    <a:pt x="6261" y="13346"/>
                    <a:pt x="6205" y="13318"/>
                  </a:cubicBezTo>
                  <a:close/>
                  <a:moveTo>
                    <a:pt x="28907" y="11004"/>
                  </a:moveTo>
                  <a:close/>
                  <a:moveTo>
                    <a:pt x="7312" y="25841"/>
                  </a:moveTo>
                  <a:close/>
                  <a:moveTo>
                    <a:pt x="10507" y="19920"/>
                  </a:moveTo>
                  <a:close/>
                  <a:moveTo>
                    <a:pt x="25755" y="5793"/>
                  </a:moveTo>
                  <a:lnTo>
                    <a:pt x="25755" y="5793"/>
                  </a:lnTo>
                  <a:close/>
                  <a:moveTo>
                    <a:pt x="9442" y="27005"/>
                  </a:moveTo>
                  <a:cubicBezTo>
                    <a:pt x="9428" y="26991"/>
                    <a:pt x="9413" y="26977"/>
                    <a:pt x="9399" y="26962"/>
                  </a:cubicBezTo>
                  <a:lnTo>
                    <a:pt x="9399" y="26962"/>
                  </a:lnTo>
                  <a:cubicBezTo>
                    <a:pt x="9413" y="26977"/>
                    <a:pt x="9428" y="26991"/>
                    <a:pt x="9442" y="27005"/>
                  </a:cubicBezTo>
                  <a:close/>
                  <a:moveTo>
                    <a:pt x="15334" y="27474"/>
                  </a:moveTo>
                  <a:lnTo>
                    <a:pt x="15334" y="27459"/>
                  </a:lnTo>
                  <a:lnTo>
                    <a:pt x="15362" y="27474"/>
                  </a:lnTo>
                  <a:close/>
                  <a:moveTo>
                    <a:pt x="21439" y="23058"/>
                  </a:moveTo>
                  <a:cubicBezTo>
                    <a:pt x="21397" y="23044"/>
                    <a:pt x="21354" y="23015"/>
                    <a:pt x="21354" y="22959"/>
                  </a:cubicBezTo>
                  <a:close/>
                  <a:moveTo>
                    <a:pt x="27800" y="8505"/>
                  </a:moveTo>
                  <a:close/>
                  <a:moveTo>
                    <a:pt x="26692" y="6247"/>
                  </a:moveTo>
                  <a:cubicBezTo>
                    <a:pt x="26707" y="6247"/>
                    <a:pt x="26707" y="6262"/>
                    <a:pt x="26692" y="6276"/>
                  </a:cubicBezTo>
                  <a:cubicBezTo>
                    <a:pt x="26707" y="6262"/>
                    <a:pt x="26707" y="6247"/>
                    <a:pt x="26692" y="6247"/>
                  </a:cubicBezTo>
                  <a:close/>
                  <a:moveTo>
                    <a:pt x="6531" y="10876"/>
                  </a:moveTo>
                  <a:close/>
                  <a:moveTo>
                    <a:pt x="19764" y="22149"/>
                  </a:moveTo>
                  <a:lnTo>
                    <a:pt x="19764" y="22149"/>
                  </a:lnTo>
                  <a:close/>
                  <a:moveTo>
                    <a:pt x="21510" y="25500"/>
                  </a:moveTo>
                  <a:lnTo>
                    <a:pt x="21510" y="25514"/>
                  </a:lnTo>
                  <a:cubicBezTo>
                    <a:pt x="21496" y="25514"/>
                    <a:pt x="21496" y="25514"/>
                    <a:pt x="21482" y="25500"/>
                  </a:cubicBezTo>
                  <a:close/>
                  <a:moveTo>
                    <a:pt x="22845" y="2485"/>
                  </a:moveTo>
                  <a:cubicBezTo>
                    <a:pt x="22831" y="2471"/>
                    <a:pt x="22816" y="2457"/>
                    <a:pt x="22802" y="2442"/>
                  </a:cubicBezTo>
                  <a:lnTo>
                    <a:pt x="22845" y="2485"/>
                  </a:lnTo>
                  <a:close/>
                  <a:moveTo>
                    <a:pt x="20971" y="4047"/>
                  </a:moveTo>
                  <a:lnTo>
                    <a:pt x="20971" y="4047"/>
                  </a:lnTo>
                  <a:close/>
                  <a:moveTo>
                    <a:pt x="12310" y="24023"/>
                  </a:moveTo>
                  <a:lnTo>
                    <a:pt x="12352" y="24080"/>
                  </a:lnTo>
                  <a:cubicBezTo>
                    <a:pt x="12338" y="24066"/>
                    <a:pt x="12324" y="24052"/>
                    <a:pt x="12310" y="24023"/>
                  </a:cubicBezTo>
                  <a:close/>
                  <a:moveTo>
                    <a:pt x="25528" y="29745"/>
                  </a:moveTo>
                  <a:lnTo>
                    <a:pt x="25514" y="29745"/>
                  </a:lnTo>
                  <a:lnTo>
                    <a:pt x="25528" y="29731"/>
                  </a:lnTo>
                  <a:lnTo>
                    <a:pt x="25528" y="29745"/>
                  </a:lnTo>
                  <a:close/>
                  <a:moveTo>
                    <a:pt x="29390" y="10251"/>
                  </a:moveTo>
                  <a:close/>
                  <a:moveTo>
                    <a:pt x="2314" y="15561"/>
                  </a:moveTo>
                  <a:lnTo>
                    <a:pt x="2314" y="15561"/>
                  </a:lnTo>
                  <a:cubicBezTo>
                    <a:pt x="2314" y="15547"/>
                    <a:pt x="2329" y="15533"/>
                    <a:pt x="2329" y="15533"/>
                  </a:cubicBezTo>
                  <a:cubicBezTo>
                    <a:pt x="2329" y="15533"/>
                    <a:pt x="2329" y="15547"/>
                    <a:pt x="2314" y="15547"/>
                  </a:cubicBezTo>
                  <a:lnTo>
                    <a:pt x="2314" y="15547"/>
                  </a:lnTo>
                  <a:cubicBezTo>
                    <a:pt x="2314" y="15547"/>
                    <a:pt x="2314" y="15547"/>
                    <a:pt x="2314" y="15561"/>
                  </a:cubicBezTo>
                  <a:close/>
                  <a:moveTo>
                    <a:pt x="3947" y="24435"/>
                  </a:moveTo>
                  <a:lnTo>
                    <a:pt x="3947" y="24435"/>
                  </a:lnTo>
                  <a:lnTo>
                    <a:pt x="3947" y="24435"/>
                  </a:lnTo>
                  <a:lnTo>
                    <a:pt x="3933" y="24435"/>
                  </a:lnTo>
                  <a:close/>
                  <a:moveTo>
                    <a:pt x="30512" y="11103"/>
                  </a:moveTo>
                  <a:lnTo>
                    <a:pt x="30526" y="11103"/>
                  </a:lnTo>
                  <a:lnTo>
                    <a:pt x="30512" y="11103"/>
                  </a:lnTo>
                  <a:cubicBezTo>
                    <a:pt x="30512" y="11103"/>
                    <a:pt x="30512" y="11103"/>
                    <a:pt x="30512" y="11103"/>
                  </a:cubicBezTo>
                  <a:close/>
                  <a:moveTo>
                    <a:pt x="29106" y="6432"/>
                  </a:moveTo>
                  <a:lnTo>
                    <a:pt x="29092" y="6418"/>
                  </a:lnTo>
                  <a:lnTo>
                    <a:pt x="29106" y="6418"/>
                  </a:lnTo>
                  <a:close/>
                  <a:moveTo>
                    <a:pt x="16654" y="1136"/>
                  </a:moveTo>
                  <a:lnTo>
                    <a:pt x="16640" y="1136"/>
                  </a:lnTo>
                  <a:lnTo>
                    <a:pt x="16626" y="1122"/>
                  </a:lnTo>
                  <a:lnTo>
                    <a:pt x="16626" y="1122"/>
                  </a:lnTo>
                  <a:lnTo>
                    <a:pt x="16683" y="1122"/>
                  </a:lnTo>
                  <a:close/>
                  <a:moveTo>
                    <a:pt x="12736" y="1775"/>
                  </a:moveTo>
                  <a:close/>
                  <a:moveTo>
                    <a:pt x="9598" y="3635"/>
                  </a:moveTo>
                  <a:lnTo>
                    <a:pt x="9598" y="3635"/>
                  </a:lnTo>
                  <a:cubicBezTo>
                    <a:pt x="9612" y="3621"/>
                    <a:pt x="9641" y="3621"/>
                    <a:pt x="9655" y="3635"/>
                  </a:cubicBezTo>
                  <a:cubicBezTo>
                    <a:pt x="9641" y="3635"/>
                    <a:pt x="9612" y="3635"/>
                    <a:pt x="9598" y="3635"/>
                  </a:cubicBezTo>
                  <a:close/>
                  <a:moveTo>
                    <a:pt x="5892" y="27573"/>
                  </a:moveTo>
                  <a:close/>
                  <a:moveTo>
                    <a:pt x="11089" y="29518"/>
                  </a:moveTo>
                  <a:lnTo>
                    <a:pt x="11089" y="29518"/>
                  </a:lnTo>
                  <a:close/>
                  <a:moveTo>
                    <a:pt x="24194" y="1349"/>
                  </a:moveTo>
                  <a:lnTo>
                    <a:pt x="24194" y="1335"/>
                  </a:lnTo>
                  <a:close/>
                  <a:moveTo>
                    <a:pt x="10109" y="4018"/>
                  </a:moveTo>
                  <a:lnTo>
                    <a:pt x="10123" y="4047"/>
                  </a:lnTo>
                  <a:lnTo>
                    <a:pt x="10123" y="4047"/>
                  </a:lnTo>
                  <a:lnTo>
                    <a:pt x="10123" y="4047"/>
                  </a:lnTo>
                  <a:lnTo>
                    <a:pt x="10095" y="4047"/>
                  </a:lnTo>
                  <a:cubicBezTo>
                    <a:pt x="10109" y="4033"/>
                    <a:pt x="10109" y="4033"/>
                    <a:pt x="10109" y="4018"/>
                  </a:cubicBezTo>
                  <a:close/>
                  <a:moveTo>
                    <a:pt x="4813" y="7752"/>
                  </a:moveTo>
                  <a:close/>
                  <a:moveTo>
                    <a:pt x="2811" y="9499"/>
                  </a:moveTo>
                  <a:lnTo>
                    <a:pt x="2811" y="9499"/>
                  </a:lnTo>
                  <a:lnTo>
                    <a:pt x="2811" y="9499"/>
                  </a:lnTo>
                  <a:lnTo>
                    <a:pt x="2825" y="9485"/>
                  </a:lnTo>
                  <a:cubicBezTo>
                    <a:pt x="2825" y="9499"/>
                    <a:pt x="2825" y="9499"/>
                    <a:pt x="2825" y="9499"/>
                  </a:cubicBezTo>
                  <a:close/>
                  <a:moveTo>
                    <a:pt x="10563" y="2059"/>
                  </a:moveTo>
                  <a:lnTo>
                    <a:pt x="10563" y="2059"/>
                  </a:lnTo>
                  <a:lnTo>
                    <a:pt x="10478" y="2087"/>
                  </a:lnTo>
                  <a:close/>
                  <a:moveTo>
                    <a:pt x="1860" y="23328"/>
                  </a:moveTo>
                  <a:cubicBezTo>
                    <a:pt x="1874" y="23313"/>
                    <a:pt x="1888" y="23313"/>
                    <a:pt x="1903" y="23313"/>
                  </a:cubicBezTo>
                  <a:close/>
                  <a:moveTo>
                    <a:pt x="4614" y="26820"/>
                  </a:moveTo>
                  <a:lnTo>
                    <a:pt x="4629" y="26820"/>
                  </a:lnTo>
                  <a:cubicBezTo>
                    <a:pt x="4629" y="26820"/>
                    <a:pt x="4629" y="26835"/>
                    <a:pt x="4629" y="26835"/>
                  </a:cubicBezTo>
                  <a:cubicBezTo>
                    <a:pt x="4629" y="26835"/>
                    <a:pt x="4614" y="26820"/>
                    <a:pt x="4614" y="26820"/>
                  </a:cubicBezTo>
                  <a:close/>
                  <a:moveTo>
                    <a:pt x="21922" y="32926"/>
                  </a:moveTo>
                  <a:close/>
                  <a:moveTo>
                    <a:pt x="27999" y="29404"/>
                  </a:moveTo>
                  <a:close/>
                  <a:moveTo>
                    <a:pt x="32570" y="21950"/>
                  </a:move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2" name="Google Shape;1202;p75"/>
            <p:cNvPicPr preferRelativeResize="0"/>
            <p:nvPr/>
          </p:nvPicPr>
          <p:blipFill>
            <a:blip r:embed="rId11">
              <a:alphaModFix amt="88000"/>
            </a:blip>
            <a:stretch>
              <a:fillRect/>
            </a:stretch>
          </p:blipFill>
          <p:spPr>
            <a:xfrm>
              <a:off x="10344860" y="2793918"/>
              <a:ext cx="1137392" cy="1180421"/>
            </a:xfrm>
            <a:prstGeom prst="rect">
              <a:avLst/>
            </a:prstGeom>
            <a:noFill/>
            <a:ln>
              <a:noFill/>
            </a:ln>
          </p:spPr>
        </p:pic>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6" name="Shape 1206"/>
        <p:cNvGrpSpPr/>
        <p:nvPr/>
      </p:nvGrpSpPr>
      <p:grpSpPr>
        <a:xfrm>
          <a:off x="0" y="0"/>
          <a:ext cx="0" cy="0"/>
          <a:chOff x="0" y="0"/>
          <a:chExt cx="0" cy="0"/>
        </a:xfrm>
      </p:grpSpPr>
      <p:sp>
        <p:nvSpPr>
          <p:cNvPr id="1207" name="Google Shape;1207;p76"/>
          <p:cNvSpPr/>
          <p:nvPr/>
        </p:nvSpPr>
        <p:spPr>
          <a:xfrm>
            <a:off x="-628650" y="1896399"/>
            <a:ext cx="4610100" cy="4610100"/>
          </a:xfrm>
          <a:prstGeom prst="ellipse">
            <a:avLst/>
          </a:prstGeom>
          <a:gradFill>
            <a:gsLst>
              <a:gs pos="0">
                <a:schemeClr val="dk2"/>
              </a:gs>
              <a:gs pos="100000">
                <a:schemeClr val="lt1"/>
              </a:gs>
            </a:gsLst>
            <a:path path="circle">
              <a:fillToRect b="50%" l="50%" r="50%" t="50%"/>
            </a:path>
            <a:tileRect/>
          </a:gradFill>
          <a:ln cap="flat" cmpd="sng" w="76200">
            <a:solidFill>
              <a:schemeClr val="lt1"/>
            </a:solidFill>
            <a:prstDash val="solid"/>
            <a:round/>
            <a:headEnd len="sm" w="sm" type="none"/>
            <a:tailEnd len="sm" w="sm" type="none"/>
          </a:ln>
          <a:effectLst>
            <a:outerShdw blurRad="57150" rotWithShape="0" algn="bl" dir="1674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76"/>
          <p:cNvSpPr txBox="1"/>
          <p:nvPr>
            <p:ph type="title"/>
          </p:nvPr>
        </p:nvSpPr>
        <p:spPr>
          <a:xfrm>
            <a:off x="912875" y="2563150"/>
            <a:ext cx="2687700" cy="2225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a:t>
            </a:r>
            <a:r>
              <a:rPr lang="en"/>
              <a:t> picture is worth a thousand words</a:t>
            </a:r>
            <a:endParaRPr/>
          </a:p>
        </p:txBody>
      </p:sp>
      <p:pic>
        <p:nvPicPr>
          <p:cNvPr id="1209" name="Google Shape;1209;p76"/>
          <p:cNvPicPr preferRelativeResize="0"/>
          <p:nvPr/>
        </p:nvPicPr>
        <p:blipFill>
          <a:blip r:embed="rId4">
            <a:alphaModFix amt="86000"/>
          </a:blip>
          <a:stretch>
            <a:fillRect/>
          </a:stretch>
        </p:blipFill>
        <p:spPr>
          <a:xfrm rot="-1379977">
            <a:off x="6583238" y="3906687"/>
            <a:ext cx="942975" cy="1866900"/>
          </a:xfrm>
          <a:prstGeom prst="rect">
            <a:avLst/>
          </a:prstGeom>
          <a:noFill/>
          <a:ln>
            <a:noFill/>
          </a:ln>
        </p:spPr>
      </p:pic>
      <p:pic>
        <p:nvPicPr>
          <p:cNvPr id="1210" name="Google Shape;1210;p76"/>
          <p:cNvPicPr preferRelativeResize="0"/>
          <p:nvPr/>
        </p:nvPicPr>
        <p:blipFill>
          <a:blip r:embed="rId5">
            <a:alphaModFix/>
          </a:blip>
          <a:stretch>
            <a:fillRect/>
          </a:stretch>
        </p:blipFill>
        <p:spPr>
          <a:xfrm>
            <a:off x="0" y="2419350"/>
            <a:ext cx="923925" cy="2876550"/>
          </a:xfrm>
          <a:prstGeom prst="rect">
            <a:avLst/>
          </a:prstGeom>
          <a:noFill/>
          <a:ln>
            <a:noFill/>
          </a:ln>
        </p:spPr>
      </p:pic>
      <p:grpSp>
        <p:nvGrpSpPr>
          <p:cNvPr id="1211" name="Google Shape;1211;p76"/>
          <p:cNvGrpSpPr/>
          <p:nvPr/>
        </p:nvGrpSpPr>
        <p:grpSpPr>
          <a:xfrm>
            <a:off x="7699739" y="387029"/>
            <a:ext cx="1016894" cy="1021919"/>
            <a:chOff x="13255994" y="2765620"/>
            <a:chExt cx="1192838" cy="1198732"/>
          </a:xfrm>
        </p:grpSpPr>
        <p:sp>
          <p:nvSpPr>
            <p:cNvPr id="1212" name="Google Shape;1212;p76"/>
            <p:cNvSpPr/>
            <p:nvPr/>
          </p:nvSpPr>
          <p:spPr>
            <a:xfrm>
              <a:off x="13255994" y="2765620"/>
              <a:ext cx="1192838" cy="1198732"/>
            </a:xfrm>
            <a:custGeom>
              <a:rect b="b" l="l" r="r" t="t"/>
              <a:pathLst>
                <a:path extrusionOk="0" h="34573" w="34403">
                  <a:moveTo>
                    <a:pt x="34204" y="21539"/>
                  </a:moveTo>
                  <a:lnTo>
                    <a:pt x="34403" y="21439"/>
                  </a:lnTo>
                  <a:lnTo>
                    <a:pt x="34403" y="20829"/>
                  </a:lnTo>
                  <a:cubicBezTo>
                    <a:pt x="34403" y="20829"/>
                    <a:pt x="34389" y="20814"/>
                    <a:pt x="34374" y="20786"/>
                  </a:cubicBezTo>
                  <a:cubicBezTo>
                    <a:pt x="34360" y="20758"/>
                    <a:pt x="34374" y="20729"/>
                    <a:pt x="34403" y="20715"/>
                  </a:cubicBezTo>
                  <a:lnTo>
                    <a:pt x="34403" y="20715"/>
                  </a:lnTo>
                  <a:cubicBezTo>
                    <a:pt x="34318" y="20587"/>
                    <a:pt x="34204" y="20616"/>
                    <a:pt x="34091" y="20672"/>
                  </a:cubicBezTo>
                  <a:cubicBezTo>
                    <a:pt x="34048" y="20701"/>
                    <a:pt x="33991" y="20687"/>
                    <a:pt x="33949" y="20658"/>
                  </a:cubicBezTo>
                  <a:cubicBezTo>
                    <a:pt x="33906" y="20601"/>
                    <a:pt x="33920" y="20502"/>
                    <a:pt x="33991" y="20474"/>
                  </a:cubicBezTo>
                  <a:cubicBezTo>
                    <a:pt x="34162" y="20374"/>
                    <a:pt x="34233" y="20190"/>
                    <a:pt x="34190" y="20005"/>
                  </a:cubicBezTo>
                  <a:cubicBezTo>
                    <a:pt x="34162" y="19977"/>
                    <a:pt x="34119" y="19977"/>
                    <a:pt x="34091" y="20005"/>
                  </a:cubicBezTo>
                  <a:lnTo>
                    <a:pt x="34091" y="20005"/>
                  </a:lnTo>
                  <a:lnTo>
                    <a:pt x="34076" y="19963"/>
                  </a:lnTo>
                  <a:cubicBezTo>
                    <a:pt x="34048" y="19920"/>
                    <a:pt x="34034" y="19863"/>
                    <a:pt x="34034" y="19806"/>
                  </a:cubicBezTo>
                  <a:lnTo>
                    <a:pt x="34034" y="19806"/>
                  </a:lnTo>
                  <a:lnTo>
                    <a:pt x="34091" y="19806"/>
                  </a:lnTo>
                  <a:lnTo>
                    <a:pt x="34091" y="19693"/>
                  </a:lnTo>
                  <a:lnTo>
                    <a:pt x="34048" y="19693"/>
                  </a:lnTo>
                  <a:cubicBezTo>
                    <a:pt x="34048" y="19679"/>
                    <a:pt x="34048" y="19664"/>
                    <a:pt x="34048" y="19650"/>
                  </a:cubicBezTo>
                  <a:cubicBezTo>
                    <a:pt x="34105" y="19679"/>
                    <a:pt x="34190" y="19679"/>
                    <a:pt x="34261" y="19636"/>
                  </a:cubicBezTo>
                  <a:cubicBezTo>
                    <a:pt x="34374" y="19522"/>
                    <a:pt x="34403" y="19338"/>
                    <a:pt x="34303" y="19196"/>
                  </a:cubicBezTo>
                  <a:lnTo>
                    <a:pt x="34303" y="19196"/>
                  </a:lnTo>
                  <a:lnTo>
                    <a:pt x="34204" y="19082"/>
                  </a:lnTo>
                  <a:cubicBezTo>
                    <a:pt x="34204" y="19082"/>
                    <a:pt x="34190" y="19082"/>
                    <a:pt x="34176" y="19054"/>
                  </a:cubicBezTo>
                  <a:cubicBezTo>
                    <a:pt x="34162" y="19025"/>
                    <a:pt x="34176" y="18997"/>
                    <a:pt x="34204" y="18983"/>
                  </a:cubicBezTo>
                  <a:lnTo>
                    <a:pt x="34204" y="18983"/>
                  </a:lnTo>
                  <a:cubicBezTo>
                    <a:pt x="34261" y="18926"/>
                    <a:pt x="34261" y="18827"/>
                    <a:pt x="34204" y="18784"/>
                  </a:cubicBezTo>
                  <a:cubicBezTo>
                    <a:pt x="34190" y="18742"/>
                    <a:pt x="34190" y="18713"/>
                    <a:pt x="34204" y="18685"/>
                  </a:cubicBezTo>
                  <a:cubicBezTo>
                    <a:pt x="34176" y="18656"/>
                    <a:pt x="34133" y="18642"/>
                    <a:pt x="34105" y="18656"/>
                  </a:cubicBezTo>
                  <a:cubicBezTo>
                    <a:pt x="33949" y="18415"/>
                    <a:pt x="34062" y="18188"/>
                    <a:pt x="34091" y="17946"/>
                  </a:cubicBezTo>
                  <a:cubicBezTo>
                    <a:pt x="34091" y="17918"/>
                    <a:pt x="34162" y="17890"/>
                    <a:pt x="34204" y="17861"/>
                  </a:cubicBezTo>
                  <a:cubicBezTo>
                    <a:pt x="34162" y="17733"/>
                    <a:pt x="34133" y="17606"/>
                    <a:pt x="34105" y="17478"/>
                  </a:cubicBezTo>
                  <a:cubicBezTo>
                    <a:pt x="34105" y="17450"/>
                    <a:pt x="34062" y="17435"/>
                    <a:pt x="34048" y="17421"/>
                  </a:cubicBezTo>
                  <a:cubicBezTo>
                    <a:pt x="33835" y="17265"/>
                    <a:pt x="33835" y="17265"/>
                    <a:pt x="33807" y="17166"/>
                  </a:cubicBezTo>
                  <a:cubicBezTo>
                    <a:pt x="33934" y="17052"/>
                    <a:pt x="33977" y="16867"/>
                    <a:pt x="33906" y="16711"/>
                  </a:cubicBezTo>
                  <a:cubicBezTo>
                    <a:pt x="33821" y="16555"/>
                    <a:pt x="33792" y="16399"/>
                    <a:pt x="33792" y="16228"/>
                  </a:cubicBezTo>
                  <a:cubicBezTo>
                    <a:pt x="33792" y="16115"/>
                    <a:pt x="33807" y="15987"/>
                    <a:pt x="33693" y="15916"/>
                  </a:cubicBezTo>
                  <a:cubicBezTo>
                    <a:pt x="33366" y="15561"/>
                    <a:pt x="33381" y="15121"/>
                    <a:pt x="33295" y="14695"/>
                  </a:cubicBezTo>
                  <a:cubicBezTo>
                    <a:pt x="33423" y="14582"/>
                    <a:pt x="33366" y="14425"/>
                    <a:pt x="33381" y="14283"/>
                  </a:cubicBezTo>
                  <a:cubicBezTo>
                    <a:pt x="33139" y="14056"/>
                    <a:pt x="33026" y="13730"/>
                    <a:pt x="33082" y="13403"/>
                  </a:cubicBezTo>
                  <a:cubicBezTo>
                    <a:pt x="33082" y="13389"/>
                    <a:pt x="33082" y="13375"/>
                    <a:pt x="33082" y="13360"/>
                  </a:cubicBezTo>
                  <a:cubicBezTo>
                    <a:pt x="32869" y="13233"/>
                    <a:pt x="32898" y="12991"/>
                    <a:pt x="32898" y="12821"/>
                  </a:cubicBezTo>
                  <a:cubicBezTo>
                    <a:pt x="32869" y="12438"/>
                    <a:pt x="32784" y="12068"/>
                    <a:pt x="32628" y="11728"/>
                  </a:cubicBezTo>
                  <a:cubicBezTo>
                    <a:pt x="32600" y="11657"/>
                    <a:pt x="32586" y="11600"/>
                    <a:pt x="32557" y="11529"/>
                  </a:cubicBezTo>
                  <a:cubicBezTo>
                    <a:pt x="32316" y="11302"/>
                    <a:pt x="32373" y="11004"/>
                    <a:pt x="32373" y="10705"/>
                  </a:cubicBezTo>
                  <a:cubicBezTo>
                    <a:pt x="32344" y="10705"/>
                    <a:pt x="32316" y="10705"/>
                    <a:pt x="32287" y="10691"/>
                  </a:cubicBezTo>
                  <a:cubicBezTo>
                    <a:pt x="32287" y="10691"/>
                    <a:pt x="32287" y="10691"/>
                    <a:pt x="32287" y="10691"/>
                  </a:cubicBezTo>
                  <a:cubicBezTo>
                    <a:pt x="32302" y="10663"/>
                    <a:pt x="32287" y="10620"/>
                    <a:pt x="32259" y="10606"/>
                  </a:cubicBezTo>
                  <a:lnTo>
                    <a:pt x="32259" y="10492"/>
                  </a:lnTo>
                  <a:cubicBezTo>
                    <a:pt x="32316" y="10436"/>
                    <a:pt x="32316" y="10350"/>
                    <a:pt x="32259" y="10294"/>
                  </a:cubicBezTo>
                  <a:cubicBezTo>
                    <a:pt x="32273" y="10209"/>
                    <a:pt x="32231" y="10123"/>
                    <a:pt x="32160" y="10081"/>
                  </a:cubicBezTo>
                  <a:cubicBezTo>
                    <a:pt x="32117" y="10052"/>
                    <a:pt x="32089" y="10024"/>
                    <a:pt x="32060" y="9981"/>
                  </a:cubicBezTo>
                  <a:lnTo>
                    <a:pt x="32060" y="9882"/>
                  </a:lnTo>
                  <a:cubicBezTo>
                    <a:pt x="32089" y="9854"/>
                    <a:pt x="32117" y="9811"/>
                    <a:pt x="32160" y="9783"/>
                  </a:cubicBezTo>
                  <a:lnTo>
                    <a:pt x="32060" y="9584"/>
                  </a:lnTo>
                  <a:cubicBezTo>
                    <a:pt x="32018" y="9541"/>
                    <a:pt x="31989" y="9513"/>
                    <a:pt x="31947" y="9470"/>
                  </a:cubicBezTo>
                  <a:lnTo>
                    <a:pt x="31847" y="9371"/>
                  </a:lnTo>
                  <a:cubicBezTo>
                    <a:pt x="31833" y="9357"/>
                    <a:pt x="31805" y="9342"/>
                    <a:pt x="31776" y="9342"/>
                  </a:cubicBezTo>
                  <a:cubicBezTo>
                    <a:pt x="31805" y="9328"/>
                    <a:pt x="31819" y="9286"/>
                    <a:pt x="31847" y="9271"/>
                  </a:cubicBezTo>
                  <a:cubicBezTo>
                    <a:pt x="31876" y="9243"/>
                    <a:pt x="31847" y="9200"/>
                    <a:pt x="31847" y="9172"/>
                  </a:cubicBezTo>
                  <a:cubicBezTo>
                    <a:pt x="31790" y="9115"/>
                    <a:pt x="31719" y="9101"/>
                    <a:pt x="31648" y="9115"/>
                  </a:cubicBezTo>
                  <a:lnTo>
                    <a:pt x="31648" y="9115"/>
                  </a:lnTo>
                  <a:cubicBezTo>
                    <a:pt x="31648" y="9101"/>
                    <a:pt x="31648" y="9101"/>
                    <a:pt x="31648" y="9087"/>
                  </a:cubicBezTo>
                  <a:lnTo>
                    <a:pt x="31648" y="9087"/>
                  </a:lnTo>
                  <a:cubicBezTo>
                    <a:pt x="31648" y="9087"/>
                    <a:pt x="31677" y="9073"/>
                    <a:pt x="31677" y="9044"/>
                  </a:cubicBezTo>
                  <a:cubicBezTo>
                    <a:pt x="31691" y="9016"/>
                    <a:pt x="31677" y="8987"/>
                    <a:pt x="31648" y="8959"/>
                  </a:cubicBezTo>
                  <a:lnTo>
                    <a:pt x="31648" y="8959"/>
                  </a:lnTo>
                  <a:cubicBezTo>
                    <a:pt x="31592" y="8916"/>
                    <a:pt x="31606" y="8817"/>
                    <a:pt x="31549" y="8760"/>
                  </a:cubicBezTo>
                  <a:lnTo>
                    <a:pt x="31549" y="8760"/>
                  </a:lnTo>
                  <a:lnTo>
                    <a:pt x="31450" y="8661"/>
                  </a:lnTo>
                  <a:cubicBezTo>
                    <a:pt x="31421" y="8590"/>
                    <a:pt x="31379" y="8519"/>
                    <a:pt x="31350" y="8448"/>
                  </a:cubicBezTo>
                  <a:cubicBezTo>
                    <a:pt x="31308" y="8420"/>
                    <a:pt x="31279" y="8391"/>
                    <a:pt x="31251" y="8349"/>
                  </a:cubicBezTo>
                  <a:lnTo>
                    <a:pt x="31038" y="8249"/>
                  </a:lnTo>
                  <a:cubicBezTo>
                    <a:pt x="30768" y="7852"/>
                    <a:pt x="30541" y="7440"/>
                    <a:pt x="30328" y="7028"/>
                  </a:cubicBezTo>
                  <a:lnTo>
                    <a:pt x="30328" y="7028"/>
                  </a:lnTo>
                  <a:lnTo>
                    <a:pt x="30229" y="6915"/>
                  </a:lnTo>
                  <a:lnTo>
                    <a:pt x="30229" y="6915"/>
                  </a:lnTo>
                  <a:cubicBezTo>
                    <a:pt x="30129" y="6844"/>
                    <a:pt x="30214" y="6702"/>
                    <a:pt x="30129" y="6616"/>
                  </a:cubicBezTo>
                  <a:cubicBezTo>
                    <a:pt x="30087" y="6574"/>
                    <a:pt x="30058" y="6545"/>
                    <a:pt x="30030" y="6517"/>
                  </a:cubicBezTo>
                  <a:lnTo>
                    <a:pt x="30030" y="6517"/>
                  </a:lnTo>
                  <a:cubicBezTo>
                    <a:pt x="29987" y="6474"/>
                    <a:pt x="29930" y="6474"/>
                    <a:pt x="29902" y="6517"/>
                  </a:cubicBezTo>
                  <a:cubicBezTo>
                    <a:pt x="29817" y="6460"/>
                    <a:pt x="29760" y="6389"/>
                    <a:pt x="29718" y="6304"/>
                  </a:cubicBezTo>
                  <a:cubicBezTo>
                    <a:pt x="29561" y="6063"/>
                    <a:pt x="29292" y="5892"/>
                    <a:pt x="29192" y="5608"/>
                  </a:cubicBezTo>
                  <a:cubicBezTo>
                    <a:pt x="29036" y="5466"/>
                    <a:pt x="28922" y="5296"/>
                    <a:pt x="28880" y="5097"/>
                  </a:cubicBezTo>
                  <a:cubicBezTo>
                    <a:pt x="28837" y="4955"/>
                    <a:pt x="28724" y="4827"/>
                    <a:pt x="28596" y="4771"/>
                  </a:cubicBezTo>
                  <a:cubicBezTo>
                    <a:pt x="28596" y="4714"/>
                    <a:pt x="28582" y="4643"/>
                    <a:pt x="28567" y="4586"/>
                  </a:cubicBezTo>
                  <a:cubicBezTo>
                    <a:pt x="28525" y="4572"/>
                    <a:pt x="28482" y="4529"/>
                    <a:pt x="28482" y="4472"/>
                  </a:cubicBezTo>
                  <a:cubicBezTo>
                    <a:pt x="28369" y="4416"/>
                    <a:pt x="28326" y="4302"/>
                    <a:pt x="28269" y="4203"/>
                  </a:cubicBezTo>
                  <a:cubicBezTo>
                    <a:pt x="28184" y="4047"/>
                    <a:pt x="28014" y="3933"/>
                    <a:pt x="27829" y="3933"/>
                  </a:cubicBezTo>
                  <a:cubicBezTo>
                    <a:pt x="27701" y="3961"/>
                    <a:pt x="27659" y="3933"/>
                    <a:pt x="27602" y="3848"/>
                  </a:cubicBezTo>
                  <a:cubicBezTo>
                    <a:pt x="27574" y="3791"/>
                    <a:pt x="27503" y="3748"/>
                    <a:pt x="27446" y="3748"/>
                  </a:cubicBezTo>
                  <a:cubicBezTo>
                    <a:pt x="27460" y="3692"/>
                    <a:pt x="27417" y="3677"/>
                    <a:pt x="27375" y="3677"/>
                  </a:cubicBezTo>
                  <a:cubicBezTo>
                    <a:pt x="27346" y="3649"/>
                    <a:pt x="27318" y="3635"/>
                    <a:pt x="27290" y="3635"/>
                  </a:cubicBezTo>
                  <a:cubicBezTo>
                    <a:pt x="27290" y="3606"/>
                    <a:pt x="27275" y="3578"/>
                    <a:pt x="27261" y="3550"/>
                  </a:cubicBezTo>
                  <a:lnTo>
                    <a:pt x="27290" y="3550"/>
                  </a:lnTo>
                  <a:cubicBezTo>
                    <a:pt x="27318" y="3479"/>
                    <a:pt x="27318" y="3393"/>
                    <a:pt x="27261" y="3337"/>
                  </a:cubicBezTo>
                  <a:lnTo>
                    <a:pt x="27162" y="3237"/>
                  </a:lnTo>
                  <a:lnTo>
                    <a:pt x="27162" y="3237"/>
                  </a:lnTo>
                  <a:cubicBezTo>
                    <a:pt x="27133" y="3223"/>
                    <a:pt x="27105" y="3209"/>
                    <a:pt x="27091" y="3195"/>
                  </a:cubicBezTo>
                  <a:cubicBezTo>
                    <a:pt x="27091" y="3166"/>
                    <a:pt x="27077" y="3152"/>
                    <a:pt x="27062" y="3138"/>
                  </a:cubicBezTo>
                  <a:lnTo>
                    <a:pt x="27062" y="3038"/>
                  </a:lnTo>
                  <a:cubicBezTo>
                    <a:pt x="27048" y="3024"/>
                    <a:pt x="27020" y="3010"/>
                    <a:pt x="27006" y="3010"/>
                  </a:cubicBezTo>
                  <a:cubicBezTo>
                    <a:pt x="26992" y="2982"/>
                    <a:pt x="26977" y="2953"/>
                    <a:pt x="26963" y="2925"/>
                  </a:cubicBezTo>
                  <a:lnTo>
                    <a:pt x="26850" y="2925"/>
                  </a:lnTo>
                  <a:lnTo>
                    <a:pt x="26850" y="2826"/>
                  </a:lnTo>
                  <a:cubicBezTo>
                    <a:pt x="26821" y="2797"/>
                    <a:pt x="26779" y="2755"/>
                    <a:pt x="26750" y="2726"/>
                  </a:cubicBezTo>
                  <a:lnTo>
                    <a:pt x="26750" y="2726"/>
                  </a:lnTo>
                  <a:cubicBezTo>
                    <a:pt x="26722" y="2698"/>
                    <a:pt x="26679" y="2698"/>
                    <a:pt x="26651" y="2726"/>
                  </a:cubicBezTo>
                  <a:lnTo>
                    <a:pt x="26651" y="2726"/>
                  </a:lnTo>
                  <a:cubicBezTo>
                    <a:pt x="26622" y="2755"/>
                    <a:pt x="26580" y="2783"/>
                    <a:pt x="26551" y="2826"/>
                  </a:cubicBezTo>
                  <a:lnTo>
                    <a:pt x="26551" y="2826"/>
                  </a:lnTo>
                  <a:cubicBezTo>
                    <a:pt x="26551" y="2826"/>
                    <a:pt x="26523" y="2840"/>
                    <a:pt x="26523" y="2854"/>
                  </a:cubicBezTo>
                  <a:cubicBezTo>
                    <a:pt x="26509" y="2882"/>
                    <a:pt x="26523" y="2854"/>
                    <a:pt x="26523" y="2868"/>
                  </a:cubicBezTo>
                  <a:cubicBezTo>
                    <a:pt x="26495" y="2854"/>
                    <a:pt x="26466" y="2840"/>
                    <a:pt x="26452" y="2826"/>
                  </a:cubicBezTo>
                  <a:cubicBezTo>
                    <a:pt x="26452" y="2797"/>
                    <a:pt x="26452" y="2755"/>
                    <a:pt x="26452" y="2726"/>
                  </a:cubicBezTo>
                  <a:cubicBezTo>
                    <a:pt x="26395" y="2669"/>
                    <a:pt x="26296" y="2684"/>
                    <a:pt x="26253" y="2613"/>
                  </a:cubicBezTo>
                  <a:lnTo>
                    <a:pt x="26253" y="2613"/>
                  </a:lnTo>
                  <a:cubicBezTo>
                    <a:pt x="26211" y="2584"/>
                    <a:pt x="26182" y="2556"/>
                    <a:pt x="26154" y="2513"/>
                  </a:cubicBezTo>
                  <a:lnTo>
                    <a:pt x="26154" y="2513"/>
                  </a:lnTo>
                  <a:cubicBezTo>
                    <a:pt x="26125" y="2485"/>
                    <a:pt x="26069" y="2485"/>
                    <a:pt x="26040" y="2513"/>
                  </a:cubicBezTo>
                  <a:cubicBezTo>
                    <a:pt x="26012" y="2513"/>
                    <a:pt x="25969" y="2513"/>
                    <a:pt x="25941" y="2513"/>
                  </a:cubicBezTo>
                  <a:cubicBezTo>
                    <a:pt x="25870" y="2513"/>
                    <a:pt x="25870" y="2442"/>
                    <a:pt x="25827" y="2414"/>
                  </a:cubicBezTo>
                  <a:cubicBezTo>
                    <a:pt x="25799" y="2414"/>
                    <a:pt x="25770" y="2414"/>
                    <a:pt x="25742" y="2414"/>
                  </a:cubicBezTo>
                  <a:cubicBezTo>
                    <a:pt x="25714" y="2442"/>
                    <a:pt x="25657" y="2442"/>
                    <a:pt x="25628" y="2414"/>
                  </a:cubicBezTo>
                  <a:lnTo>
                    <a:pt x="25628" y="2414"/>
                  </a:lnTo>
                  <a:cubicBezTo>
                    <a:pt x="25628" y="2414"/>
                    <a:pt x="25614" y="2400"/>
                    <a:pt x="25614" y="2385"/>
                  </a:cubicBezTo>
                  <a:cubicBezTo>
                    <a:pt x="25600" y="2357"/>
                    <a:pt x="25614" y="2343"/>
                    <a:pt x="25643" y="2314"/>
                  </a:cubicBezTo>
                  <a:lnTo>
                    <a:pt x="25643" y="2314"/>
                  </a:lnTo>
                  <a:cubicBezTo>
                    <a:pt x="25685" y="2258"/>
                    <a:pt x="25685" y="2172"/>
                    <a:pt x="25643" y="2116"/>
                  </a:cubicBezTo>
                  <a:lnTo>
                    <a:pt x="25643" y="2116"/>
                  </a:lnTo>
                  <a:cubicBezTo>
                    <a:pt x="25458" y="2059"/>
                    <a:pt x="25302" y="2258"/>
                    <a:pt x="25117" y="2116"/>
                  </a:cubicBezTo>
                  <a:lnTo>
                    <a:pt x="25032" y="2116"/>
                  </a:lnTo>
                  <a:cubicBezTo>
                    <a:pt x="25032" y="2116"/>
                    <a:pt x="25004" y="2101"/>
                    <a:pt x="25004" y="2073"/>
                  </a:cubicBezTo>
                  <a:cubicBezTo>
                    <a:pt x="24990" y="2045"/>
                    <a:pt x="25004" y="2016"/>
                    <a:pt x="25032" y="2016"/>
                  </a:cubicBezTo>
                  <a:lnTo>
                    <a:pt x="25032" y="2016"/>
                  </a:lnTo>
                  <a:cubicBezTo>
                    <a:pt x="25061" y="1974"/>
                    <a:pt x="25089" y="1931"/>
                    <a:pt x="25132" y="1903"/>
                  </a:cubicBezTo>
                  <a:lnTo>
                    <a:pt x="25132" y="1803"/>
                  </a:lnTo>
                  <a:cubicBezTo>
                    <a:pt x="25089" y="1761"/>
                    <a:pt x="25061" y="1732"/>
                    <a:pt x="25032" y="1690"/>
                  </a:cubicBezTo>
                  <a:lnTo>
                    <a:pt x="25032" y="1690"/>
                  </a:lnTo>
                  <a:cubicBezTo>
                    <a:pt x="25004" y="1661"/>
                    <a:pt x="24947" y="1661"/>
                    <a:pt x="24919" y="1690"/>
                  </a:cubicBezTo>
                  <a:cubicBezTo>
                    <a:pt x="24890" y="1690"/>
                    <a:pt x="24862" y="1690"/>
                    <a:pt x="24833" y="1690"/>
                  </a:cubicBezTo>
                  <a:cubicBezTo>
                    <a:pt x="24762" y="1746"/>
                    <a:pt x="24777" y="1846"/>
                    <a:pt x="24720" y="1888"/>
                  </a:cubicBezTo>
                  <a:cubicBezTo>
                    <a:pt x="24691" y="1903"/>
                    <a:pt x="24649" y="1903"/>
                    <a:pt x="24620" y="1888"/>
                  </a:cubicBezTo>
                  <a:cubicBezTo>
                    <a:pt x="24592" y="1917"/>
                    <a:pt x="24564" y="1945"/>
                    <a:pt x="24564" y="1988"/>
                  </a:cubicBezTo>
                  <a:cubicBezTo>
                    <a:pt x="24393" y="1974"/>
                    <a:pt x="24251" y="1874"/>
                    <a:pt x="24152" y="1746"/>
                  </a:cubicBezTo>
                  <a:cubicBezTo>
                    <a:pt x="24038" y="1590"/>
                    <a:pt x="23854" y="1647"/>
                    <a:pt x="23698" y="1619"/>
                  </a:cubicBezTo>
                  <a:cubicBezTo>
                    <a:pt x="23669" y="1619"/>
                    <a:pt x="23641" y="1533"/>
                    <a:pt x="23612" y="1505"/>
                  </a:cubicBezTo>
                  <a:cubicBezTo>
                    <a:pt x="23570" y="1448"/>
                    <a:pt x="23527" y="1392"/>
                    <a:pt x="23485" y="1349"/>
                  </a:cubicBezTo>
                  <a:cubicBezTo>
                    <a:pt x="23428" y="1278"/>
                    <a:pt x="23314" y="1292"/>
                    <a:pt x="23272" y="1363"/>
                  </a:cubicBezTo>
                  <a:cubicBezTo>
                    <a:pt x="23243" y="1406"/>
                    <a:pt x="23215" y="1448"/>
                    <a:pt x="23186" y="1491"/>
                  </a:cubicBezTo>
                  <a:lnTo>
                    <a:pt x="23087" y="1491"/>
                  </a:lnTo>
                  <a:cubicBezTo>
                    <a:pt x="23087" y="1392"/>
                    <a:pt x="23073" y="1306"/>
                    <a:pt x="23059" y="1207"/>
                  </a:cubicBezTo>
                  <a:cubicBezTo>
                    <a:pt x="23030" y="1193"/>
                    <a:pt x="23002" y="1193"/>
                    <a:pt x="22973" y="1193"/>
                  </a:cubicBezTo>
                  <a:lnTo>
                    <a:pt x="22973" y="1193"/>
                  </a:lnTo>
                  <a:lnTo>
                    <a:pt x="22973" y="1193"/>
                  </a:lnTo>
                  <a:cubicBezTo>
                    <a:pt x="22973" y="1164"/>
                    <a:pt x="22973" y="1136"/>
                    <a:pt x="22973" y="1108"/>
                  </a:cubicBezTo>
                  <a:cubicBezTo>
                    <a:pt x="22902" y="1093"/>
                    <a:pt x="22831" y="1122"/>
                    <a:pt x="22775" y="1179"/>
                  </a:cubicBezTo>
                  <a:lnTo>
                    <a:pt x="22775" y="1179"/>
                  </a:lnTo>
                  <a:cubicBezTo>
                    <a:pt x="22746" y="1179"/>
                    <a:pt x="22718" y="1179"/>
                    <a:pt x="22689" y="1179"/>
                  </a:cubicBezTo>
                  <a:lnTo>
                    <a:pt x="22548" y="1278"/>
                  </a:lnTo>
                  <a:lnTo>
                    <a:pt x="22548" y="1278"/>
                  </a:lnTo>
                  <a:cubicBezTo>
                    <a:pt x="22491" y="1207"/>
                    <a:pt x="22377" y="1193"/>
                    <a:pt x="22306" y="1250"/>
                  </a:cubicBezTo>
                  <a:lnTo>
                    <a:pt x="22278" y="1250"/>
                  </a:lnTo>
                  <a:lnTo>
                    <a:pt x="22306" y="1235"/>
                  </a:lnTo>
                  <a:cubicBezTo>
                    <a:pt x="22434" y="1065"/>
                    <a:pt x="22434" y="824"/>
                    <a:pt x="22278" y="667"/>
                  </a:cubicBezTo>
                  <a:cubicBezTo>
                    <a:pt x="22221" y="596"/>
                    <a:pt x="22122" y="611"/>
                    <a:pt x="22079" y="682"/>
                  </a:cubicBezTo>
                  <a:cubicBezTo>
                    <a:pt x="22079" y="710"/>
                    <a:pt x="22079" y="738"/>
                    <a:pt x="22079" y="767"/>
                  </a:cubicBezTo>
                  <a:cubicBezTo>
                    <a:pt x="21994" y="880"/>
                    <a:pt x="21809" y="909"/>
                    <a:pt x="21781" y="1065"/>
                  </a:cubicBezTo>
                  <a:cubicBezTo>
                    <a:pt x="21767" y="1065"/>
                    <a:pt x="21752" y="1108"/>
                    <a:pt x="21752" y="1065"/>
                  </a:cubicBezTo>
                  <a:cubicBezTo>
                    <a:pt x="21767" y="611"/>
                    <a:pt x="21312" y="852"/>
                    <a:pt x="21156" y="667"/>
                  </a:cubicBezTo>
                  <a:cubicBezTo>
                    <a:pt x="21057" y="611"/>
                    <a:pt x="20929" y="653"/>
                    <a:pt x="20844" y="554"/>
                  </a:cubicBezTo>
                  <a:lnTo>
                    <a:pt x="20844" y="554"/>
                  </a:lnTo>
                  <a:cubicBezTo>
                    <a:pt x="20787" y="497"/>
                    <a:pt x="20759" y="383"/>
                    <a:pt x="20645" y="454"/>
                  </a:cubicBezTo>
                  <a:cubicBezTo>
                    <a:pt x="20602" y="497"/>
                    <a:pt x="20574" y="554"/>
                    <a:pt x="20574" y="596"/>
                  </a:cubicBezTo>
                  <a:cubicBezTo>
                    <a:pt x="20588" y="625"/>
                    <a:pt x="20588" y="653"/>
                    <a:pt x="20602" y="667"/>
                  </a:cubicBezTo>
                  <a:cubicBezTo>
                    <a:pt x="20546" y="682"/>
                    <a:pt x="20489" y="696"/>
                    <a:pt x="20475" y="724"/>
                  </a:cubicBezTo>
                  <a:cubicBezTo>
                    <a:pt x="20404" y="866"/>
                    <a:pt x="20318" y="781"/>
                    <a:pt x="20233" y="753"/>
                  </a:cubicBezTo>
                  <a:lnTo>
                    <a:pt x="20233" y="753"/>
                  </a:lnTo>
                  <a:cubicBezTo>
                    <a:pt x="20205" y="682"/>
                    <a:pt x="20162" y="696"/>
                    <a:pt x="20120" y="753"/>
                  </a:cubicBezTo>
                  <a:cubicBezTo>
                    <a:pt x="19907" y="781"/>
                    <a:pt x="19892" y="582"/>
                    <a:pt x="19821" y="454"/>
                  </a:cubicBezTo>
                  <a:lnTo>
                    <a:pt x="19708" y="398"/>
                  </a:lnTo>
                  <a:lnTo>
                    <a:pt x="19694" y="369"/>
                  </a:lnTo>
                  <a:cubicBezTo>
                    <a:pt x="19680" y="327"/>
                    <a:pt x="19651" y="284"/>
                    <a:pt x="19609" y="256"/>
                  </a:cubicBezTo>
                  <a:lnTo>
                    <a:pt x="19609" y="256"/>
                  </a:lnTo>
                  <a:cubicBezTo>
                    <a:pt x="19552" y="185"/>
                    <a:pt x="19452" y="170"/>
                    <a:pt x="19353" y="199"/>
                  </a:cubicBezTo>
                  <a:cubicBezTo>
                    <a:pt x="19325" y="213"/>
                    <a:pt x="19296" y="227"/>
                    <a:pt x="19282" y="256"/>
                  </a:cubicBezTo>
                  <a:lnTo>
                    <a:pt x="19239" y="241"/>
                  </a:lnTo>
                  <a:lnTo>
                    <a:pt x="19239" y="241"/>
                  </a:lnTo>
                  <a:cubicBezTo>
                    <a:pt x="19254" y="213"/>
                    <a:pt x="19239" y="170"/>
                    <a:pt x="19197" y="156"/>
                  </a:cubicBezTo>
                  <a:cubicBezTo>
                    <a:pt x="19168" y="156"/>
                    <a:pt x="19140" y="156"/>
                    <a:pt x="19097" y="142"/>
                  </a:cubicBezTo>
                  <a:cubicBezTo>
                    <a:pt x="19069" y="114"/>
                    <a:pt x="19041" y="85"/>
                    <a:pt x="19012" y="43"/>
                  </a:cubicBezTo>
                  <a:lnTo>
                    <a:pt x="19012" y="43"/>
                  </a:lnTo>
                  <a:cubicBezTo>
                    <a:pt x="18913" y="0"/>
                    <a:pt x="18870" y="43"/>
                    <a:pt x="18856" y="142"/>
                  </a:cubicBezTo>
                  <a:cubicBezTo>
                    <a:pt x="18842" y="156"/>
                    <a:pt x="18899" y="185"/>
                    <a:pt x="18856" y="185"/>
                  </a:cubicBezTo>
                  <a:cubicBezTo>
                    <a:pt x="18785" y="99"/>
                    <a:pt x="18700" y="71"/>
                    <a:pt x="18600" y="170"/>
                  </a:cubicBezTo>
                  <a:cubicBezTo>
                    <a:pt x="18615" y="199"/>
                    <a:pt x="18615" y="227"/>
                    <a:pt x="18600" y="256"/>
                  </a:cubicBezTo>
                  <a:cubicBezTo>
                    <a:pt x="18572" y="312"/>
                    <a:pt x="18529" y="327"/>
                    <a:pt x="18501" y="256"/>
                  </a:cubicBezTo>
                  <a:lnTo>
                    <a:pt x="18501" y="256"/>
                  </a:lnTo>
                  <a:cubicBezTo>
                    <a:pt x="18458" y="213"/>
                    <a:pt x="18430" y="185"/>
                    <a:pt x="18387" y="156"/>
                  </a:cubicBezTo>
                  <a:cubicBezTo>
                    <a:pt x="18359" y="156"/>
                    <a:pt x="18331" y="156"/>
                    <a:pt x="18302" y="156"/>
                  </a:cubicBezTo>
                  <a:cubicBezTo>
                    <a:pt x="18260" y="185"/>
                    <a:pt x="18231" y="213"/>
                    <a:pt x="18189" y="256"/>
                  </a:cubicBezTo>
                  <a:cubicBezTo>
                    <a:pt x="18146" y="312"/>
                    <a:pt x="18132" y="469"/>
                    <a:pt x="17990" y="341"/>
                  </a:cubicBezTo>
                  <a:cubicBezTo>
                    <a:pt x="17933" y="284"/>
                    <a:pt x="17834" y="298"/>
                    <a:pt x="17791" y="355"/>
                  </a:cubicBezTo>
                  <a:cubicBezTo>
                    <a:pt x="17763" y="369"/>
                    <a:pt x="17749" y="383"/>
                    <a:pt x="17749" y="412"/>
                  </a:cubicBezTo>
                  <a:cubicBezTo>
                    <a:pt x="17734" y="383"/>
                    <a:pt x="17706" y="369"/>
                    <a:pt x="17678" y="355"/>
                  </a:cubicBezTo>
                  <a:lnTo>
                    <a:pt x="17678" y="355"/>
                  </a:lnTo>
                  <a:cubicBezTo>
                    <a:pt x="17649" y="327"/>
                    <a:pt x="17607" y="284"/>
                    <a:pt x="17578" y="256"/>
                  </a:cubicBezTo>
                  <a:cubicBezTo>
                    <a:pt x="17578" y="213"/>
                    <a:pt x="17578" y="185"/>
                    <a:pt x="17578" y="156"/>
                  </a:cubicBezTo>
                  <a:cubicBezTo>
                    <a:pt x="17436" y="156"/>
                    <a:pt x="17351" y="199"/>
                    <a:pt x="17422" y="355"/>
                  </a:cubicBezTo>
                  <a:cubicBezTo>
                    <a:pt x="17465" y="426"/>
                    <a:pt x="17436" y="525"/>
                    <a:pt x="17365" y="568"/>
                  </a:cubicBezTo>
                  <a:lnTo>
                    <a:pt x="17365" y="568"/>
                  </a:lnTo>
                  <a:cubicBezTo>
                    <a:pt x="17337" y="469"/>
                    <a:pt x="17308" y="483"/>
                    <a:pt x="17280" y="568"/>
                  </a:cubicBezTo>
                  <a:lnTo>
                    <a:pt x="17280" y="568"/>
                  </a:lnTo>
                  <a:cubicBezTo>
                    <a:pt x="17209" y="625"/>
                    <a:pt x="17124" y="653"/>
                    <a:pt x="17039" y="639"/>
                  </a:cubicBezTo>
                  <a:cubicBezTo>
                    <a:pt x="16939" y="625"/>
                    <a:pt x="16840" y="596"/>
                    <a:pt x="16755" y="554"/>
                  </a:cubicBezTo>
                  <a:cubicBezTo>
                    <a:pt x="16485" y="426"/>
                    <a:pt x="16272" y="554"/>
                    <a:pt x="16045" y="667"/>
                  </a:cubicBezTo>
                  <a:cubicBezTo>
                    <a:pt x="15988" y="696"/>
                    <a:pt x="16016" y="753"/>
                    <a:pt x="16045" y="795"/>
                  </a:cubicBezTo>
                  <a:cubicBezTo>
                    <a:pt x="16116" y="923"/>
                    <a:pt x="16045" y="923"/>
                    <a:pt x="15945" y="951"/>
                  </a:cubicBezTo>
                  <a:cubicBezTo>
                    <a:pt x="15803" y="966"/>
                    <a:pt x="15818" y="809"/>
                    <a:pt x="15732" y="781"/>
                  </a:cubicBezTo>
                  <a:cubicBezTo>
                    <a:pt x="15605" y="753"/>
                    <a:pt x="15463" y="738"/>
                    <a:pt x="15335" y="738"/>
                  </a:cubicBezTo>
                  <a:lnTo>
                    <a:pt x="15335" y="738"/>
                  </a:lnTo>
                  <a:cubicBezTo>
                    <a:pt x="15207" y="682"/>
                    <a:pt x="15051" y="682"/>
                    <a:pt x="14923" y="767"/>
                  </a:cubicBezTo>
                  <a:cubicBezTo>
                    <a:pt x="14810" y="838"/>
                    <a:pt x="14682" y="866"/>
                    <a:pt x="14554" y="866"/>
                  </a:cubicBezTo>
                  <a:lnTo>
                    <a:pt x="14100" y="866"/>
                  </a:lnTo>
                  <a:cubicBezTo>
                    <a:pt x="14071" y="895"/>
                    <a:pt x="14043" y="923"/>
                    <a:pt x="14000" y="951"/>
                  </a:cubicBezTo>
                  <a:lnTo>
                    <a:pt x="13901" y="980"/>
                  </a:lnTo>
                  <a:cubicBezTo>
                    <a:pt x="13631" y="951"/>
                    <a:pt x="13376" y="923"/>
                    <a:pt x="13191" y="1164"/>
                  </a:cubicBezTo>
                  <a:lnTo>
                    <a:pt x="13191" y="1164"/>
                  </a:lnTo>
                  <a:cubicBezTo>
                    <a:pt x="12808" y="1179"/>
                    <a:pt x="12453" y="1321"/>
                    <a:pt x="12169" y="1576"/>
                  </a:cubicBezTo>
                  <a:lnTo>
                    <a:pt x="12169" y="1576"/>
                  </a:lnTo>
                  <a:cubicBezTo>
                    <a:pt x="11885" y="1661"/>
                    <a:pt x="11459" y="1576"/>
                    <a:pt x="11544" y="2087"/>
                  </a:cubicBezTo>
                  <a:lnTo>
                    <a:pt x="11260" y="2201"/>
                  </a:lnTo>
                  <a:lnTo>
                    <a:pt x="10820" y="2201"/>
                  </a:lnTo>
                  <a:cubicBezTo>
                    <a:pt x="10777" y="2201"/>
                    <a:pt x="10692" y="2243"/>
                    <a:pt x="10692" y="2258"/>
                  </a:cubicBezTo>
                  <a:cubicBezTo>
                    <a:pt x="10749" y="2513"/>
                    <a:pt x="10479" y="2513"/>
                    <a:pt x="10380" y="2655"/>
                  </a:cubicBezTo>
                  <a:cubicBezTo>
                    <a:pt x="10238" y="2868"/>
                    <a:pt x="10025" y="2854"/>
                    <a:pt x="9812" y="2698"/>
                  </a:cubicBezTo>
                  <a:cubicBezTo>
                    <a:pt x="9755" y="2726"/>
                    <a:pt x="9727" y="2797"/>
                    <a:pt x="9741" y="2868"/>
                  </a:cubicBezTo>
                  <a:cubicBezTo>
                    <a:pt x="9783" y="2996"/>
                    <a:pt x="9698" y="2996"/>
                    <a:pt x="9613" y="3010"/>
                  </a:cubicBezTo>
                  <a:cubicBezTo>
                    <a:pt x="9429" y="2982"/>
                    <a:pt x="9287" y="3109"/>
                    <a:pt x="9130" y="3095"/>
                  </a:cubicBezTo>
                  <a:cubicBezTo>
                    <a:pt x="8932" y="3095"/>
                    <a:pt x="8761" y="3166"/>
                    <a:pt x="8619" y="3294"/>
                  </a:cubicBezTo>
                  <a:cubicBezTo>
                    <a:pt x="8562" y="3351"/>
                    <a:pt x="8477" y="3379"/>
                    <a:pt x="8420" y="3436"/>
                  </a:cubicBezTo>
                  <a:cubicBezTo>
                    <a:pt x="8349" y="3479"/>
                    <a:pt x="8264" y="3436"/>
                    <a:pt x="8179" y="3422"/>
                  </a:cubicBezTo>
                  <a:lnTo>
                    <a:pt x="8179" y="3621"/>
                  </a:lnTo>
                  <a:lnTo>
                    <a:pt x="8179" y="3720"/>
                  </a:lnTo>
                  <a:cubicBezTo>
                    <a:pt x="8080" y="3890"/>
                    <a:pt x="7924" y="3990"/>
                    <a:pt x="7739" y="4018"/>
                  </a:cubicBezTo>
                  <a:cubicBezTo>
                    <a:pt x="7483" y="4089"/>
                    <a:pt x="7270" y="4260"/>
                    <a:pt x="7128" y="4472"/>
                  </a:cubicBezTo>
                  <a:cubicBezTo>
                    <a:pt x="7086" y="4529"/>
                    <a:pt x="7043" y="4600"/>
                    <a:pt x="6986" y="4614"/>
                  </a:cubicBezTo>
                  <a:cubicBezTo>
                    <a:pt x="6702" y="4629"/>
                    <a:pt x="6504" y="4842"/>
                    <a:pt x="6262" y="4927"/>
                  </a:cubicBezTo>
                  <a:cubicBezTo>
                    <a:pt x="5836" y="5055"/>
                    <a:pt x="5552" y="5424"/>
                    <a:pt x="5510" y="5864"/>
                  </a:cubicBezTo>
                  <a:lnTo>
                    <a:pt x="5510" y="5864"/>
                  </a:lnTo>
                  <a:cubicBezTo>
                    <a:pt x="5425" y="5864"/>
                    <a:pt x="5354" y="5906"/>
                    <a:pt x="5311" y="5963"/>
                  </a:cubicBezTo>
                  <a:lnTo>
                    <a:pt x="5212" y="5963"/>
                  </a:lnTo>
                  <a:cubicBezTo>
                    <a:pt x="5127" y="5921"/>
                    <a:pt x="5127" y="5921"/>
                    <a:pt x="5112" y="6063"/>
                  </a:cubicBezTo>
                  <a:lnTo>
                    <a:pt x="4800" y="6063"/>
                  </a:lnTo>
                  <a:cubicBezTo>
                    <a:pt x="4772" y="6233"/>
                    <a:pt x="4573" y="6247"/>
                    <a:pt x="4502" y="6375"/>
                  </a:cubicBezTo>
                  <a:lnTo>
                    <a:pt x="4502" y="6375"/>
                  </a:lnTo>
                  <a:cubicBezTo>
                    <a:pt x="4445" y="6432"/>
                    <a:pt x="4402" y="6517"/>
                    <a:pt x="4346" y="6560"/>
                  </a:cubicBezTo>
                  <a:cubicBezTo>
                    <a:pt x="4189" y="6631"/>
                    <a:pt x="4189" y="6758"/>
                    <a:pt x="4189" y="6886"/>
                  </a:cubicBezTo>
                  <a:cubicBezTo>
                    <a:pt x="4076" y="7014"/>
                    <a:pt x="3877" y="7071"/>
                    <a:pt x="3877" y="7284"/>
                  </a:cubicBezTo>
                  <a:cubicBezTo>
                    <a:pt x="3721" y="7170"/>
                    <a:pt x="3636" y="7426"/>
                    <a:pt x="3480" y="7369"/>
                  </a:cubicBezTo>
                  <a:cubicBezTo>
                    <a:pt x="3380" y="7326"/>
                    <a:pt x="3352" y="7468"/>
                    <a:pt x="3295" y="7525"/>
                  </a:cubicBezTo>
                  <a:cubicBezTo>
                    <a:pt x="3167" y="7653"/>
                    <a:pt x="3153" y="7852"/>
                    <a:pt x="3068" y="8022"/>
                  </a:cubicBezTo>
                  <a:lnTo>
                    <a:pt x="3153" y="8022"/>
                  </a:lnTo>
                  <a:cubicBezTo>
                    <a:pt x="3125" y="8036"/>
                    <a:pt x="3096" y="8022"/>
                    <a:pt x="3068" y="8022"/>
                  </a:cubicBezTo>
                  <a:lnTo>
                    <a:pt x="3068" y="8022"/>
                  </a:lnTo>
                  <a:cubicBezTo>
                    <a:pt x="2826" y="8036"/>
                    <a:pt x="2798" y="8235"/>
                    <a:pt x="2741" y="8405"/>
                  </a:cubicBezTo>
                  <a:cubicBezTo>
                    <a:pt x="2684" y="8462"/>
                    <a:pt x="2642" y="8547"/>
                    <a:pt x="2656" y="8633"/>
                  </a:cubicBezTo>
                  <a:lnTo>
                    <a:pt x="2656" y="8633"/>
                  </a:lnTo>
                  <a:cubicBezTo>
                    <a:pt x="2500" y="8718"/>
                    <a:pt x="2329" y="8746"/>
                    <a:pt x="2159" y="8746"/>
                  </a:cubicBezTo>
                  <a:cubicBezTo>
                    <a:pt x="2159" y="8817"/>
                    <a:pt x="2117" y="8902"/>
                    <a:pt x="2046" y="8931"/>
                  </a:cubicBezTo>
                  <a:cubicBezTo>
                    <a:pt x="1818" y="9229"/>
                    <a:pt x="1605" y="9527"/>
                    <a:pt x="1435" y="9854"/>
                  </a:cubicBezTo>
                  <a:lnTo>
                    <a:pt x="1435" y="9953"/>
                  </a:lnTo>
                  <a:cubicBezTo>
                    <a:pt x="1506" y="9996"/>
                    <a:pt x="1506" y="10024"/>
                    <a:pt x="1435" y="10067"/>
                  </a:cubicBezTo>
                  <a:cubicBezTo>
                    <a:pt x="1392" y="10138"/>
                    <a:pt x="1321" y="10180"/>
                    <a:pt x="1236" y="10180"/>
                  </a:cubicBezTo>
                  <a:cubicBezTo>
                    <a:pt x="1236" y="10265"/>
                    <a:pt x="1222" y="10350"/>
                    <a:pt x="1222" y="10436"/>
                  </a:cubicBezTo>
                  <a:cubicBezTo>
                    <a:pt x="1123" y="10393"/>
                    <a:pt x="1009" y="10407"/>
                    <a:pt x="924" y="10478"/>
                  </a:cubicBezTo>
                  <a:cubicBezTo>
                    <a:pt x="924" y="10507"/>
                    <a:pt x="924" y="10535"/>
                    <a:pt x="924" y="10578"/>
                  </a:cubicBezTo>
                  <a:cubicBezTo>
                    <a:pt x="867" y="10620"/>
                    <a:pt x="867" y="10720"/>
                    <a:pt x="924" y="10776"/>
                  </a:cubicBezTo>
                  <a:cubicBezTo>
                    <a:pt x="924" y="10805"/>
                    <a:pt x="924" y="10833"/>
                    <a:pt x="924" y="10876"/>
                  </a:cubicBezTo>
                  <a:cubicBezTo>
                    <a:pt x="952" y="10904"/>
                    <a:pt x="995" y="10947"/>
                    <a:pt x="1023" y="10975"/>
                  </a:cubicBezTo>
                  <a:cubicBezTo>
                    <a:pt x="1023" y="11373"/>
                    <a:pt x="1023" y="11373"/>
                    <a:pt x="753" y="11628"/>
                  </a:cubicBezTo>
                  <a:cubicBezTo>
                    <a:pt x="753" y="11643"/>
                    <a:pt x="739" y="11657"/>
                    <a:pt x="739" y="11685"/>
                  </a:cubicBezTo>
                  <a:lnTo>
                    <a:pt x="839" y="11699"/>
                  </a:lnTo>
                  <a:cubicBezTo>
                    <a:pt x="938" y="11713"/>
                    <a:pt x="981" y="11756"/>
                    <a:pt x="924" y="11870"/>
                  </a:cubicBezTo>
                  <a:cubicBezTo>
                    <a:pt x="895" y="11941"/>
                    <a:pt x="824" y="11997"/>
                    <a:pt x="753" y="12026"/>
                  </a:cubicBezTo>
                  <a:cubicBezTo>
                    <a:pt x="782" y="12125"/>
                    <a:pt x="810" y="12210"/>
                    <a:pt x="839" y="12310"/>
                  </a:cubicBezTo>
                  <a:cubicBezTo>
                    <a:pt x="824" y="12338"/>
                    <a:pt x="810" y="12352"/>
                    <a:pt x="810" y="12381"/>
                  </a:cubicBezTo>
                  <a:lnTo>
                    <a:pt x="810" y="12381"/>
                  </a:lnTo>
                  <a:cubicBezTo>
                    <a:pt x="654" y="12622"/>
                    <a:pt x="399" y="12793"/>
                    <a:pt x="455" y="13119"/>
                  </a:cubicBezTo>
                  <a:cubicBezTo>
                    <a:pt x="257" y="13233"/>
                    <a:pt x="313" y="13431"/>
                    <a:pt x="328" y="13602"/>
                  </a:cubicBezTo>
                  <a:cubicBezTo>
                    <a:pt x="370" y="13815"/>
                    <a:pt x="370" y="14028"/>
                    <a:pt x="313" y="14241"/>
                  </a:cubicBezTo>
                  <a:cubicBezTo>
                    <a:pt x="299" y="14326"/>
                    <a:pt x="342" y="14411"/>
                    <a:pt x="413" y="14454"/>
                  </a:cubicBezTo>
                  <a:lnTo>
                    <a:pt x="413" y="14454"/>
                  </a:lnTo>
                  <a:cubicBezTo>
                    <a:pt x="384" y="14553"/>
                    <a:pt x="328" y="14624"/>
                    <a:pt x="228" y="14667"/>
                  </a:cubicBezTo>
                  <a:lnTo>
                    <a:pt x="242" y="15149"/>
                  </a:lnTo>
                  <a:cubicBezTo>
                    <a:pt x="271" y="15164"/>
                    <a:pt x="285" y="15164"/>
                    <a:pt x="313" y="15178"/>
                  </a:cubicBezTo>
                  <a:cubicBezTo>
                    <a:pt x="242" y="15263"/>
                    <a:pt x="313" y="15405"/>
                    <a:pt x="228" y="15476"/>
                  </a:cubicBezTo>
                  <a:lnTo>
                    <a:pt x="214" y="15590"/>
                  </a:lnTo>
                  <a:cubicBezTo>
                    <a:pt x="171" y="15717"/>
                    <a:pt x="1" y="15817"/>
                    <a:pt x="115" y="15987"/>
                  </a:cubicBezTo>
                  <a:lnTo>
                    <a:pt x="115" y="15987"/>
                  </a:lnTo>
                  <a:cubicBezTo>
                    <a:pt x="257" y="16143"/>
                    <a:pt x="143" y="16328"/>
                    <a:pt x="214" y="16498"/>
                  </a:cubicBezTo>
                  <a:cubicBezTo>
                    <a:pt x="214" y="16583"/>
                    <a:pt x="257" y="16654"/>
                    <a:pt x="313" y="16711"/>
                  </a:cubicBezTo>
                  <a:cubicBezTo>
                    <a:pt x="313" y="16740"/>
                    <a:pt x="313" y="16768"/>
                    <a:pt x="313" y="16796"/>
                  </a:cubicBezTo>
                  <a:lnTo>
                    <a:pt x="214" y="16910"/>
                  </a:lnTo>
                  <a:cubicBezTo>
                    <a:pt x="214" y="16981"/>
                    <a:pt x="242" y="17052"/>
                    <a:pt x="285" y="17109"/>
                  </a:cubicBezTo>
                  <a:cubicBezTo>
                    <a:pt x="186" y="17180"/>
                    <a:pt x="1" y="17222"/>
                    <a:pt x="129" y="17421"/>
                  </a:cubicBezTo>
                  <a:lnTo>
                    <a:pt x="129" y="17421"/>
                  </a:lnTo>
                  <a:cubicBezTo>
                    <a:pt x="257" y="17577"/>
                    <a:pt x="115" y="17776"/>
                    <a:pt x="242" y="17932"/>
                  </a:cubicBezTo>
                  <a:lnTo>
                    <a:pt x="242" y="17932"/>
                  </a:lnTo>
                  <a:cubicBezTo>
                    <a:pt x="271" y="17975"/>
                    <a:pt x="299" y="18003"/>
                    <a:pt x="342" y="18032"/>
                  </a:cubicBezTo>
                  <a:cubicBezTo>
                    <a:pt x="413" y="18074"/>
                    <a:pt x="384" y="18117"/>
                    <a:pt x="328" y="18145"/>
                  </a:cubicBezTo>
                  <a:cubicBezTo>
                    <a:pt x="257" y="18230"/>
                    <a:pt x="342" y="18372"/>
                    <a:pt x="242" y="18458"/>
                  </a:cubicBezTo>
                  <a:cubicBezTo>
                    <a:pt x="242" y="18486"/>
                    <a:pt x="242" y="18514"/>
                    <a:pt x="242" y="18543"/>
                  </a:cubicBezTo>
                  <a:cubicBezTo>
                    <a:pt x="313" y="18614"/>
                    <a:pt x="455" y="18685"/>
                    <a:pt x="285" y="18813"/>
                  </a:cubicBezTo>
                  <a:cubicBezTo>
                    <a:pt x="186" y="18884"/>
                    <a:pt x="157" y="18955"/>
                    <a:pt x="228" y="19054"/>
                  </a:cubicBezTo>
                  <a:cubicBezTo>
                    <a:pt x="228" y="19082"/>
                    <a:pt x="242" y="19125"/>
                    <a:pt x="242" y="19153"/>
                  </a:cubicBezTo>
                  <a:cubicBezTo>
                    <a:pt x="484" y="19238"/>
                    <a:pt x="200" y="19451"/>
                    <a:pt x="342" y="19565"/>
                  </a:cubicBezTo>
                  <a:cubicBezTo>
                    <a:pt x="427" y="19650"/>
                    <a:pt x="342" y="19792"/>
                    <a:pt x="441" y="19877"/>
                  </a:cubicBezTo>
                  <a:lnTo>
                    <a:pt x="441" y="19877"/>
                  </a:lnTo>
                  <a:cubicBezTo>
                    <a:pt x="498" y="19934"/>
                    <a:pt x="484" y="20034"/>
                    <a:pt x="541" y="20076"/>
                  </a:cubicBezTo>
                  <a:cubicBezTo>
                    <a:pt x="612" y="20133"/>
                    <a:pt x="697" y="20147"/>
                    <a:pt x="768" y="20133"/>
                  </a:cubicBezTo>
                  <a:cubicBezTo>
                    <a:pt x="810" y="20133"/>
                    <a:pt x="810" y="20090"/>
                    <a:pt x="839" y="20076"/>
                  </a:cubicBezTo>
                  <a:cubicBezTo>
                    <a:pt x="853" y="20119"/>
                    <a:pt x="782" y="20147"/>
                    <a:pt x="796" y="20190"/>
                  </a:cubicBezTo>
                  <a:cubicBezTo>
                    <a:pt x="810" y="20289"/>
                    <a:pt x="768" y="20403"/>
                    <a:pt x="853" y="20488"/>
                  </a:cubicBezTo>
                  <a:lnTo>
                    <a:pt x="938" y="20488"/>
                  </a:lnTo>
                  <a:lnTo>
                    <a:pt x="938" y="20587"/>
                  </a:lnTo>
                  <a:lnTo>
                    <a:pt x="938" y="20587"/>
                  </a:lnTo>
                  <a:cubicBezTo>
                    <a:pt x="853" y="20630"/>
                    <a:pt x="768" y="20701"/>
                    <a:pt x="739" y="20800"/>
                  </a:cubicBezTo>
                  <a:cubicBezTo>
                    <a:pt x="782" y="20829"/>
                    <a:pt x="810" y="20857"/>
                    <a:pt x="839" y="20900"/>
                  </a:cubicBezTo>
                  <a:lnTo>
                    <a:pt x="938" y="20900"/>
                  </a:lnTo>
                  <a:cubicBezTo>
                    <a:pt x="966" y="20885"/>
                    <a:pt x="981" y="20871"/>
                    <a:pt x="995" y="20843"/>
                  </a:cubicBezTo>
                  <a:lnTo>
                    <a:pt x="1052" y="20900"/>
                  </a:lnTo>
                  <a:lnTo>
                    <a:pt x="1052" y="20999"/>
                  </a:lnTo>
                  <a:cubicBezTo>
                    <a:pt x="995" y="21070"/>
                    <a:pt x="895" y="21042"/>
                    <a:pt x="853" y="21113"/>
                  </a:cubicBezTo>
                  <a:cubicBezTo>
                    <a:pt x="853" y="21141"/>
                    <a:pt x="853" y="21169"/>
                    <a:pt x="853" y="21198"/>
                  </a:cubicBezTo>
                  <a:cubicBezTo>
                    <a:pt x="1052" y="21326"/>
                    <a:pt x="1009" y="21539"/>
                    <a:pt x="1052" y="21723"/>
                  </a:cubicBezTo>
                  <a:lnTo>
                    <a:pt x="1052" y="21723"/>
                  </a:lnTo>
                  <a:cubicBezTo>
                    <a:pt x="1108" y="21808"/>
                    <a:pt x="1350" y="21695"/>
                    <a:pt x="1265" y="21922"/>
                  </a:cubicBezTo>
                  <a:cubicBezTo>
                    <a:pt x="1265" y="21950"/>
                    <a:pt x="1265" y="21979"/>
                    <a:pt x="1265" y="22007"/>
                  </a:cubicBezTo>
                  <a:cubicBezTo>
                    <a:pt x="1293" y="22050"/>
                    <a:pt x="1321" y="22092"/>
                    <a:pt x="1364" y="22121"/>
                  </a:cubicBezTo>
                  <a:lnTo>
                    <a:pt x="1364" y="22121"/>
                  </a:lnTo>
                  <a:cubicBezTo>
                    <a:pt x="1478" y="22234"/>
                    <a:pt x="1350" y="22419"/>
                    <a:pt x="1463" y="22532"/>
                  </a:cubicBezTo>
                  <a:lnTo>
                    <a:pt x="1463" y="22532"/>
                  </a:lnTo>
                  <a:cubicBezTo>
                    <a:pt x="1563" y="22618"/>
                    <a:pt x="1492" y="22745"/>
                    <a:pt x="1549" y="22831"/>
                  </a:cubicBezTo>
                  <a:lnTo>
                    <a:pt x="1549" y="22958"/>
                  </a:lnTo>
                  <a:cubicBezTo>
                    <a:pt x="1534" y="23072"/>
                    <a:pt x="1449" y="23228"/>
                    <a:pt x="1662" y="23271"/>
                  </a:cubicBezTo>
                  <a:cubicBezTo>
                    <a:pt x="1747" y="23441"/>
                    <a:pt x="1776" y="23654"/>
                    <a:pt x="1946" y="23824"/>
                  </a:cubicBezTo>
                  <a:cubicBezTo>
                    <a:pt x="2145" y="24023"/>
                    <a:pt x="2230" y="24307"/>
                    <a:pt x="2188" y="24577"/>
                  </a:cubicBezTo>
                  <a:cubicBezTo>
                    <a:pt x="2159" y="24719"/>
                    <a:pt x="2102" y="24861"/>
                    <a:pt x="2230" y="25003"/>
                  </a:cubicBezTo>
                  <a:cubicBezTo>
                    <a:pt x="2301" y="25088"/>
                    <a:pt x="2230" y="25187"/>
                    <a:pt x="2202" y="25287"/>
                  </a:cubicBezTo>
                  <a:lnTo>
                    <a:pt x="2301" y="25386"/>
                  </a:lnTo>
                  <a:lnTo>
                    <a:pt x="2486" y="25400"/>
                  </a:lnTo>
                  <a:lnTo>
                    <a:pt x="2486" y="25400"/>
                  </a:lnTo>
                  <a:lnTo>
                    <a:pt x="2599" y="25599"/>
                  </a:lnTo>
                  <a:cubicBezTo>
                    <a:pt x="2585" y="25784"/>
                    <a:pt x="2613" y="25954"/>
                    <a:pt x="2699" y="26110"/>
                  </a:cubicBezTo>
                  <a:cubicBezTo>
                    <a:pt x="2897" y="26210"/>
                    <a:pt x="3011" y="26408"/>
                    <a:pt x="3011" y="26621"/>
                  </a:cubicBezTo>
                  <a:cubicBezTo>
                    <a:pt x="3011" y="26735"/>
                    <a:pt x="2983" y="26863"/>
                    <a:pt x="3110" y="26934"/>
                  </a:cubicBezTo>
                  <a:cubicBezTo>
                    <a:pt x="3153" y="27019"/>
                    <a:pt x="3181" y="27133"/>
                    <a:pt x="3167" y="27246"/>
                  </a:cubicBezTo>
                  <a:cubicBezTo>
                    <a:pt x="3153" y="27317"/>
                    <a:pt x="3224" y="27346"/>
                    <a:pt x="3295" y="27346"/>
                  </a:cubicBezTo>
                  <a:lnTo>
                    <a:pt x="3295" y="27346"/>
                  </a:lnTo>
                  <a:cubicBezTo>
                    <a:pt x="3309" y="27402"/>
                    <a:pt x="3352" y="27445"/>
                    <a:pt x="3394" y="27459"/>
                  </a:cubicBezTo>
                  <a:cubicBezTo>
                    <a:pt x="3465" y="27658"/>
                    <a:pt x="3579" y="27842"/>
                    <a:pt x="3749" y="27984"/>
                  </a:cubicBezTo>
                  <a:cubicBezTo>
                    <a:pt x="3920" y="28141"/>
                    <a:pt x="4062" y="28339"/>
                    <a:pt x="4147" y="28552"/>
                  </a:cubicBezTo>
                  <a:cubicBezTo>
                    <a:pt x="4289" y="28609"/>
                    <a:pt x="4331" y="28765"/>
                    <a:pt x="4445" y="28865"/>
                  </a:cubicBezTo>
                  <a:cubicBezTo>
                    <a:pt x="4473" y="28865"/>
                    <a:pt x="4502" y="28865"/>
                    <a:pt x="4530" y="28865"/>
                  </a:cubicBezTo>
                  <a:cubicBezTo>
                    <a:pt x="4630" y="29035"/>
                    <a:pt x="4772" y="29177"/>
                    <a:pt x="4942" y="29276"/>
                  </a:cubicBezTo>
                  <a:lnTo>
                    <a:pt x="4942" y="29276"/>
                  </a:lnTo>
                  <a:lnTo>
                    <a:pt x="4942" y="29276"/>
                  </a:lnTo>
                  <a:lnTo>
                    <a:pt x="4942" y="29276"/>
                  </a:lnTo>
                  <a:lnTo>
                    <a:pt x="5070" y="29560"/>
                  </a:lnTo>
                  <a:cubicBezTo>
                    <a:pt x="5240" y="29560"/>
                    <a:pt x="5410" y="29603"/>
                    <a:pt x="5567" y="29674"/>
                  </a:cubicBezTo>
                  <a:lnTo>
                    <a:pt x="5567" y="29674"/>
                  </a:lnTo>
                  <a:cubicBezTo>
                    <a:pt x="5836" y="29788"/>
                    <a:pt x="5950" y="30043"/>
                    <a:pt x="6092" y="30270"/>
                  </a:cubicBezTo>
                  <a:cubicBezTo>
                    <a:pt x="6177" y="30285"/>
                    <a:pt x="6248" y="30299"/>
                    <a:pt x="6291" y="30384"/>
                  </a:cubicBezTo>
                  <a:lnTo>
                    <a:pt x="6390" y="30384"/>
                  </a:lnTo>
                  <a:cubicBezTo>
                    <a:pt x="6390" y="30412"/>
                    <a:pt x="6390" y="30441"/>
                    <a:pt x="6390" y="30469"/>
                  </a:cubicBezTo>
                  <a:cubicBezTo>
                    <a:pt x="6561" y="30498"/>
                    <a:pt x="6603" y="30668"/>
                    <a:pt x="6688" y="30781"/>
                  </a:cubicBezTo>
                  <a:lnTo>
                    <a:pt x="6802" y="30881"/>
                  </a:lnTo>
                  <a:lnTo>
                    <a:pt x="6887" y="30994"/>
                  </a:lnTo>
                  <a:lnTo>
                    <a:pt x="6986" y="30994"/>
                  </a:lnTo>
                  <a:cubicBezTo>
                    <a:pt x="6986" y="31037"/>
                    <a:pt x="6986" y="31065"/>
                    <a:pt x="6986" y="31094"/>
                  </a:cubicBezTo>
                  <a:lnTo>
                    <a:pt x="7100" y="31193"/>
                  </a:lnTo>
                  <a:cubicBezTo>
                    <a:pt x="7199" y="31278"/>
                    <a:pt x="7299" y="31364"/>
                    <a:pt x="7398" y="31463"/>
                  </a:cubicBezTo>
                  <a:cubicBezTo>
                    <a:pt x="7498" y="31577"/>
                    <a:pt x="7640" y="31648"/>
                    <a:pt x="7796" y="31619"/>
                  </a:cubicBezTo>
                  <a:cubicBezTo>
                    <a:pt x="7824" y="31676"/>
                    <a:pt x="7838" y="31719"/>
                    <a:pt x="7909" y="31719"/>
                  </a:cubicBezTo>
                  <a:lnTo>
                    <a:pt x="7909" y="31719"/>
                  </a:lnTo>
                  <a:cubicBezTo>
                    <a:pt x="8009" y="31804"/>
                    <a:pt x="8179" y="31818"/>
                    <a:pt x="8236" y="31988"/>
                  </a:cubicBezTo>
                  <a:cubicBezTo>
                    <a:pt x="8250" y="32059"/>
                    <a:pt x="8335" y="32045"/>
                    <a:pt x="8406" y="32059"/>
                  </a:cubicBezTo>
                  <a:cubicBezTo>
                    <a:pt x="8420" y="32130"/>
                    <a:pt x="8435" y="32215"/>
                    <a:pt x="8449" y="32301"/>
                  </a:cubicBezTo>
                  <a:cubicBezTo>
                    <a:pt x="8520" y="32301"/>
                    <a:pt x="8605" y="32343"/>
                    <a:pt x="8648" y="32400"/>
                  </a:cubicBezTo>
                  <a:cubicBezTo>
                    <a:pt x="8804" y="32443"/>
                    <a:pt x="9003" y="32400"/>
                    <a:pt x="9130" y="32542"/>
                  </a:cubicBezTo>
                  <a:cubicBezTo>
                    <a:pt x="9145" y="32627"/>
                    <a:pt x="9201" y="32684"/>
                    <a:pt x="9301" y="32670"/>
                  </a:cubicBezTo>
                  <a:cubicBezTo>
                    <a:pt x="9343" y="32670"/>
                    <a:pt x="9386" y="32656"/>
                    <a:pt x="9414" y="32627"/>
                  </a:cubicBezTo>
                  <a:cubicBezTo>
                    <a:pt x="9443" y="32798"/>
                    <a:pt x="9570" y="32755"/>
                    <a:pt x="9670" y="32769"/>
                  </a:cubicBezTo>
                  <a:cubicBezTo>
                    <a:pt x="9741" y="32783"/>
                    <a:pt x="9755" y="32869"/>
                    <a:pt x="9769" y="32925"/>
                  </a:cubicBezTo>
                  <a:lnTo>
                    <a:pt x="9869" y="33025"/>
                  </a:lnTo>
                  <a:cubicBezTo>
                    <a:pt x="9940" y="33025"/>
                    <a:pt x="10025" y="33067"/>
                    <a:pt x="10067" y="33138"/>
                  </a:cubicBezTo>
                  <a:lnTo>
                    <a:pt x="10053" y="33252"/>
                  </a:lnTo>
                  <a:lnTo>
                    <a:pt x="10153" y="33351"/>
                  </a:lnTo>
                  <a:lnTo>
                    <a:pt x="10465" y="33451"/>
                  </a:lnTo>
                  <a:cubicBezTo>
                    <a:pt x="10493" y="33380"/>
                    <a:pt x="10536" y="33380"/>
                    <a:pt x="10564" y="33451"/>
                  </a:cubicBezTo>
                  <a:lnTo>
                    <a:pt x="10877" y="33564"/>
                  </a:lnTo>
                  <a:lnTo>
                    <a:pt x="10976" y="33451"/>
                  </a:lnTo>
                  <a:lnTo>
                    <a:pt x="11075" y="33351"/>
                  </a:lnTo>
                  <a:cubicBezTo>
                    <a:pt x="11232" y="33408"/>
                    <a:pt x="11388" y="33479"/>
                    <a:pt x="11516" y="33578"/>
                  </a:cubicBezTo>
                  <a:cubicBezTo>
                    <a:pt x="11672" y="33735"/>
                    <a:pt x="11871" y="33607"/>
                    <a:pt x="12013" y="33749"/>
                  </a:cubicBezTo>
                  <a:cubicBezTo>
                    <a:pt x="12183" y="33791"/>
                    <a:pt x="12325" y="33919"/>
                    <a:pt x="12509" y="33877"/>
                  </a:cubicBezTo>
                  <a:cubicBezTo>
                    <a:pt x="12609" y="33948"/>
                    <a:pt x="12680" y="34061"/>
                    <a:pt x="12850" y="33948"/>
                  </a:cubicBezTo>
                  <a:cubicBezTo>
                    <a:pt x="12935" y="33891"/>
                    <a:pt x="13006" y="33962"/>
                    <a:pt x="13035" y="34047"/>
                  </a:cubicBezTo>
                  <a:lnTo>
                    <a:pt x="13148" y="34146"/>
                  </a:lnTo>
                  <a:cubicBezTo>
                    <a:pt x="13333" y="34203"/>
                    <a:pt x="13532" y="34217"/>
                    <a:pt x="13731" y="34175"/>
                  </a:cubicBezTo>
                  <a:lnTo>
                    <a:pt x="13731" y="34175"/>
                  </a:lnTo>
                  <a:cubicBezTo>
                    <a:pt x="13816" y="34288"/>
                    <a:pt x="13929" y="34374"/>
                    <a:pt x="14057" y="34288"/>
                  </a:cubicBezTo>
                  <a:cubicBezTo>
                    <a:pt x="14156" y="34217"/>
                    <a:pt x="14284" y="34217"/>
                    <a:pt x="14369" y="34288"/>
                  </a:cubicBezTo>
                  <a:cubicBezTo>
                    <a:pt x="14483" y="34345"/>
                    <a:pt x="14568" y="34288"/>
                    <a:pt x="14653" y="34274"/>
                  </a:cubicBezTo>
                  <a:cubicBezTo>
                    <a:pt x="14710" y="34388"/>
                    <a:pt x="14881" y="34416"/>
                    <a:pt x="14866" y="34572"/>
                  </a:cubicBezTo>
                  <a:lnTo>
                    <a:pt x="15065" y="34473"/>
                  </a:lnTo>
                  <a:cubicBezTo>
                    <a:pt x="15136" y="34359"/>
                    <a:pt x="15207" y="34374"/>
                    <a:pt x="15264" y="34473"/>
                  </a:cubicBezTo>
                  <a:cubicBezTo>
                    <a:pt x="15349" y="34530"/>
                    <a:pt x="15463" y="34501"/>
                    <a:pt x="15519" y="34416"/>
                  </a:cubicBezTo>
                  <a:cubicBezTo>
                    <a:pt x="15590" y="34331"/>
                    <a:pt x="15690" y="34274"/>
                    <a:pt x="15562" y="34161"/>
                  </a:cubicBezTo>
                  <a:cubicBezTo>
                    <a:pt x="15505" y="34104"/>
                    <a:pt x="15590" y="34075"/>
                    <a:pt x="15605" y="34033"/>
                  </a:cubicBezTo>
                  <a:cubicBezTo>
                    <a:pt x="15633" y="33976"/>
                    <a:pt x="15661" y="33919"/>
                    <a:pt x="15690" y="33862"/>
                  </a:cubicBezTo>
                  <a:cubicBezTo>
                    <a:pt x="15732" y="33862"/>
                    <a:pt x="15803" y="33848"/>
                    <a:pt x="15832" y="33877"/>
                  </a:cubicBezTo>
                  <a:cubicBezTo>
                    <a:pt x="15931" y="33976"/>
                    <a:pt x="16059" y="34019"/>
                    <a:pt x="16187" y="34019"/>
                  </a:cubicBezTo>
                  <a:cubicBezTo>
                    <a:pt x="16357" y="33976"/>
                    <a:pt x="16528" y="34019"/>
                    <a:pt x="16655" y="34132"/>
                  </a:cubicBezTo>
                  <a:lnTo>
                    <a:pt x="16641" y="34161"/>
                  </a:lnTo>
                  <a:cubicBezTo>
                    <a:pt x="16627" y="34232"/>
                    <a:pt x="16641" y="34303"/>
                    <a:pt x="16698" y="34359"/>
                  </a:cubicBezTo>
                  <a:cubicBezTo>
                    <a:pt x="16826" y="34430"/>
                    <a:pt x="16840" y="34317"/>
                    <a:pt x="16897" y="34260"/>
                  </a:cubicBezTo>
                  <a:lnTo>
                    <a:pt x="16897" y="34260"/>
                  </a:lnTo>
                  <a:cubicBezTo>
                    <a:pt x="16953" y="34189"/>
                    <a:pt x="17053" y="34189"/>
                    <a:pt x="17095" y="34260"/>
                  </a:cubicBezTo>
                  <a:lnTo>
                    <a:pt x="17095" y="34260"/>
                  </a:lnTo>
                  <a:cubicBezTo>
                    <a:pt x="17152" y="34317"/>
                    <a:pt x="17252" y="34317"/>
                    <a:pt x="17308" y="34260"/>
                  </a:cubicBezTo>
                  <a:cubicBezTo>
                    <a:pt x="17365" y="34189"/>
                    <a:pt x="17450" y="34217"/>
                    <a:pt x="17507" y="34146"/>
                  </a:cubicBezTo>
                  <a:lnTo>
                    <a:pt x="17507" y="34146"/>
                  </a:lnTo>
                  <a:cubicBezTo>
                    <a:pt x="17564" y="33919"/>
                    <a:pt x="17805" y="34047"/>
                    <a:pt x="17919" y="33948"/>
                  </a:cubicBezTo>
                  <a:cubicBezTo>
                    <a:pt x="17919" y="33905"/>
                    <a:pt x="17919" y="33877"/>
                    <a:pt x="17919" y="33848"/>
                  </a:cubicBezTo>
                  <a:cubicBezTo>
                    <a:pt x="17962" y="33749"/>
                    <a:pt x="18075" y="33806"/>
                    <a:pt x="18118" y="33735"/>
                  </a:cubicBezTo>
                  <a:lnTo>
                    <a:pt x="18118" y="33735"/>
                  </a:lnTo>
                  <a:cubicBezTo>
                    <a:pt x="18203" y="33664"/>
                    <a:pt x="18345" y="33664"/>
                    <a:pt x="18430" y="33735"/>
                  </a:cubicBezTo>
                  <a:cubicBezTo>
                    <a:pt x="18430" y="33763"/>
                    <a:pt x="18430" y="33806"/>
                    <a:pt x="18430" y="33834"/>
                  </a:cubicBezTo>
                  <a:cubicBezTo>
                    <a:pt x="18586" y="33891"/>
                    <a:pt x="18700" y="33749"/>
                    <a:pt x="18828" y="33735"/>
                  </a:cubicBezTo>
                  <a:lnTo>
                    <a:pt x="18828" y="33735"/>
                  </a:lnTo>
                  <a:cubicBezTo>
                    <a:pt x="18842" y="33777"/>
                    <a:pt x="18842" y="33806"/>
                    <a:pt x="18828" y="33834"/>
                  </a:cubicBezTo>
                  <a:lnTo>
                    <a:pt x="18941" y="33933"/>
                  </a:lnTo>
                  <a:lnTo>
                    <a:pt x="19041" y="34033"/>
                  </a:lnTo>
                  <a:lnTo>
                    <a:pt x="19126" y="34033"/>
                  </a:lnTo>
                  <a:cubicBezTo>
                    <a:pt x="19154" y="33948"/>
                    <a:pt x="19168" y="33862"/>
                    <a:pt x="19268" y="33848"/>
                  </a:cubicBezTo>
                  <a:cubicBezTo>
                    <a:pt x="19396" y="33834"/>
                    <a:pt x="19438" y="33919"/>
                    <a:pt x="19452" y="34033"/>
                  </a:cubicBezTo>
                  <a:cubicBezTo>
                    <a:pt x="19623" y="33919"/>
                    <a:pt x="19779" y="33735"/>
                    <a:pt x="19949" y="33720"/>
                  </a:cubicBezTo>
                  <a:cubicBezTo>
                    <a:pt x="20120" y="33692"/>
                    <a:pt x="20162" y="33578"/>
                    <a:pt x="20276" y="33522"/>
                  </a:cubicBezTo>
                  <a:lnTo>
                    <a:pt x="20276" y="33522"/>
                  </a:lnTo>
                  <a:cubicBezTo>
                    <a:pt x="20418" y="33664"/>
                    <a:pt x="20588" y="33550"/>
                    <a:pt x="20744" y="33536"/>
                  </a:cubicBezTo>
                  <a:cubicBezTo>
                    <a:pt x="20943" y="33536"/>
                    <a:pt x="21114" y="33380"/>
                    <a:pt x="21099" y="33181"/>
                  </a:cubicBezTo>
                  <a:cubicBezTo>
                    <a:pt x="21114" y="33039"/>
                    <a:pt x="21156" y="33039"/>
                    <a:pt x="21298" y="33124"/>
                  </a:cubicBezTo>
                  <a:cubicBezTo>
                    <a:pt x="21483" y="33238"/>
                    <a:pt x="21497" y="33252"/>
                    <a:pt x="21568" y="33096"/>
                  </a:cubicBezTo>
                  <a:cubicBezTo>
                    <a:pt x="21681" y="32854"/>
                    <a:pt x="21965" y="32755"/>
                    <a:pt x="22193" y="32883"/>
                  </a:cubicBezTo>
                  <a:cubicBezTo>
                    <a:pt x="22249" y="32897"/>
                    <a:pt x="22292" y="32869"/>
                    <a:pt x="22320" y="32812"/>
                  </a:cubicBezTo>
                  <a:cubicBezTo>
                    <a:pt x="22434" y="32783"/>
                    <a:pt x="22548" y="32812"/>
                    <a:pt x="22619" y="32911"/>
                  </a:cubicBezTo>
                  <a:lnTo>
                    <a:pt x="22619" y="33011"/>
                  </a:lnTo>
                  <a:lnTo>
                    <a:pt x="22704" y="32925"/>
                  </a:lnTo>
                  <a:cubicBezTo>
                    <a:pt x="22760" y="33011"/>
                    <a:pt x="22860" y="33053"/>
                    <a:pt x="22931" y="33110"/>
                  </a:cubicBezTo>
                  <a:lnTo>
                    <a:pt x="22931" y="33110"/>
                  </a:lnTo>
                  <a:cubicBezTo>
                    <a:pt x="22959" y="33138"/>
                    <a:pt x="23002" y="33138"/>
                    <a:pt x="23030" y="33110"/>
                  </a:cubicBezTo>
                  <a:lnTo>
                    <a:pt x="23030" y="33110"/>
                  </a:lnTo>
                  <a:cubicBezTo>
                    <a:pt x="23101" y="33067"/>
                    <a:pt x="23044" y="32954"/>
                    <a:pt x="23130" y="32911"/>
                  </a:cubicBezTo>
                  <a:lnTo>
                    <a:pt x="23229" y="32911"/>
                  </a:lnTo>
                  <a:cubicBezTo>
                    <a:pt x="23300" y="32854"/>
                    <a:pt x="23272" y="32755"/>
                    <a:pt x="23328" y="32698"/>
                  </a:cubicBezTo>
                  <a:lnTo>
                    <a:pt x="23328" y="32698"/>
                  </a:lnTo>
                  <a:cubicBezTo>
                    <a:pt x="23399" y="32641"/>
                    <a:pt x="23428" y="32528"/>
                    <a:pt x="23541" y="32599"/>
                  </a:cubicBezTo>
                  <a:lnTo>
                    <a:pt x="23541" y="32599"/>
                  </a:lnTo>
                  <a:cubicBezTo>
                    <a:pt x="23598" y="32656"/>
                    <a:pt x="23698" y="32641"/>
                    <a:pt x="23754" y="32712"/>
                  </a:cubicBezTo>
                  <a:lnTo>
                    <a:pt x="23754" y="32712"/>
                  </a:lnTo>
                  <a:cubicBezTo>
                    <a:pt x="23783" y="32741"/>
                    <a:pt x="23825" y="32769"/>
                    <a:pt x="23854" y="32812"/>
                  </a:cubicBezTo>
                  <a:lnTo>
                    <a:pt x="23854" y="32812"/>
                  </a:lnTo>
                  <a:cubicBezTo>
                    <a:pt x="23882" y="32840"/>
                    <a:pt x="23925" y="32840"/>
                    <a:pt x="23953" y="32812"/>
                  </a:cubicBezTo>
                  <a:cubicBezTo>
                    <a:pt x="24053" y="32613"/>
                    <a:pt x="24251" y="32854"/>
                    <a:pt x="24365" y="32712"/>
                  </a:cubicBezTo>
                  <a:cubicBezTo>
                    <a:pt x="24436" y="32670"/>
                    <a:pt x="24478" y="32585"/>
                    <a:pt x="24464" y="32514"/>
                  </a:cubicBezTo>
                  <a:cubicBezTo>
                    <a:pt x="24436" y="32471"/>
                    <a:pt x="24393" y="32443"/>
                    <a:pt x="24365" y="32400"/>
                  </a:cubicBezTo>
                  <a:lnTo>
                    <a:pt x="24365" y="32400"/>
                  </a:lnTo>
                  <a:cubicBezTo>
                    <a:pt x="24365" y="32400"/>
                    <a:pt x="24351" y="32386"/>
                    <a:pt x="24336" y="32372"/>
                  </a:cubicBezTo>
                  <a:cubicBezTo>
                    <a:pt x="24336" y="32343"/>
                    <a:pt x="24336" y="32329"/>
                    <a:pt x="24365" y="32301"/>
                  </a:cubicBezTo>
                  <a:lnTo>
                    <a:pt x="24365" y="32301"/>
                  </a:lnTo>
                  <a:cubicBezTo>
                    <a:pt x="24407" y="32258"/>
                    <a:pt x="24436" y="32187"/>
                    <a:pt x="24422" y="32116"/>
                  </a:cubicBezTo>
                  <a:lnTo>
                    <a:pt x="24379" y="32074"/>
                  </a:lnTo>
                  <a:lnTo>
                    <a:pt x="24464" y="31988"/>
                  </a:lnTo>
                  <a:cubicBezTo>
                    <a:pt x="24649" y="32116"/>
                    <a:pt x="24748" y="31946"/>
                    <a:pt x="24876" y="31889"/>
                  </a:cubicBezTo>
                  <a:cubicBezTo>
                    <a:pt x="24947" y="31889"/>
                    <a:pt x="25032" y="31875"/>
                    <a:pt x="25103" y="31832"/>
                  </a:cubicBezTo>
                  <a:cubicBezTo>
                    <a:pt x="25245" y="31733"/>
                    <a:pt x="25259" y="31733"/>
                    <a:pt x="25387" y="31889"/>
                  </a:cubicBezTo>
                  <a:cubicBezTo>
                    <a:pt x="25458" y="31889"/>
                    <a:pt x="25529" y="31889"/>
                    <a:pt x="25572" y="31818"/>
                  </a:cubicBezTo>
                  <a:cubicBezTo>
                    <a:pt x="25628" y="31704"/>
                    <a:pt x="25671" y="31577"/>
                    <a:pt x="25742" y="31463"/>
                  </a:cubicBezTo>
                  <a:cubicBezTo>
                    <a:pt x="25742" y="31435"/>
                    <a:pt x="25785" y="31435"/>
                    <a:pt x="25813" y="31420"/>
                  </a:cubicBezTo>
                  <a:cubicBezTo>
                    <a:pt x="25827" y="31449"/>
                    <a:pt x="25841" y="31491"/>
                    <a:pt x="25841" y="31520"/>
                  </a:cubicBezTo>
                  <a:cubicBezTo>
                    <a:pt x="25856" y="31548"/>
                    <a:pt x="25884" y="31577"/>
                    <a:pt x="25898" y="31605"/>
                  </a:cubicBezTo>
                  <a:lnTo>
                    <a:pt x="25898" y="32003"/>
                  </a:lnTo>
                  <a:lnTo>
                    <a:pt x="25898" y="32003"/>
                  </a:lnTo>
                  <a:lnTo>
                    <a:pt x="25998" y="32102"/>
                  </a:lnTo>
                  <a:cubicBezTo>
                    <a:pt x="26111" y="32116"/>
                    <a:pt x="26225" y="32017"/>
                    <a:pt x="26196" y="31903"/>
                  </a:cubicBezTo>
                  <a:cubicBezTo>
                    <a:pt x="26168" y="31875"/>
                    <a:pt x="26140" y="31832"/>
                    <a:pt x="26111" y="31804"/>
                  </a:cubicBezTo>
                  <a:lnTo>
                    <a:pt x="26111" y="31690"/>
                  </a:lnTo>
                  <a:cubicBezTo>
                    <a:pt x="26125" y="31676"/>
                    <a:pt x="26140" y="31633"/>
                    <a:pt x="26125" y="31605"/>
                  </a:cubicBezTo>
                  <a:cubicBezTo>
                    <a:pt x="26154" y="31605"/>
                    <a:pt x="26168" y="31591"/>
                    <a:pt x="26196" y="31591"/>
                  </a:cubicBezTo>
                  <a:cubicBezTo>
                    <a:pt x="26225" y="31477"/>
                    <a:pt x="26069" y="31349"/>
                    <a:pt x="26211" y="31236"/>
                  </a:cubicBezTo>
                  <a:cubicBezTo>
                    <a:pt x="26338" y="31165"/>
                    <a:pt x="26466" y="31080"/>
                    <a:pt x="26622" y="31179"/>
                  </a:cubicBezTo>
                  <a:lnTo>
                    <a:pt x="26622" y="31179"/>
                  </a:lnTo>
                  <a:lnTo>
                    <a:pt x="26622" y="31278"/>
                  </a:lnTo>
                  <a:lnTo>
                    <a:pt x="26722" y="31392"/>
                  </a:lnTo>
                  <a:cubicBezTo>
                    <a:pt x="26850" y="31307"/>
                    <a:pt x="26807" y="31179"/>
                    <a:pt x="26821" y="31065"/>
                  </a:cubicBezTo>
                  <a:cubicBezTo>
                    <a:pt x="26864" y="31080"/>
                    <a:pt x="26921" y="31122"/>
                    <a:pt x="26949" y="31108"/>
                  </a:cubicBezTo>
                  <a:cubicBezTo>
                    <a:pt x="26977" y="31108"/>
                    <a:pt x="26992" y="31094"/>
                    <a:pt x="27006" y="31080"/>
                  </a:cubicBezTo>
                  <a:cubicBezTo>
                    <a:pt x="27020" y="31193"/>
                    <a:pt x="27062" y="31293"/>
                    <a:pt x="27133" y="31378"/>
                  </a:cubicBezTo>
                  <a:lnTo>
                    <a:pt x="27133" y="31378"/>
                  </a:lnTo>
                  <a:cubicBezTo>
                    <a:pt x="27162" y="31420"/>
                    <a:pt x="27204" y="31463"/>
                    <a:pt x="27247" y="31491"/>
                  </a:cubicBezTo>
                  <a:lnTo>
                    <a:pt x="27432" y="31491"/>
                  </a:lnTo>
                  <a:cubicBezTo>
                    <a:pt x="27488" y="31435"/>
                    <a:pt x="27503" y="31349"/>
                    <a:pt x="27432" y="31293"/>
                  </a:cubicBezTo>
                  <a:lnTo>
                    <a:pt x="27432" y="31293"/>
                  </a:lnTo>
                  <a:cubicBezTo>
                    <a:pt x="27375" y="31179"/>
                    <a:pt x="27432" y="31065"/>
                    <a:pt x="27417" y="30952"/>
                  </a:cubicBezTo>
                  <a:lnTo>
                    <a:pt x="27588" y="31037"/>
                  </a:lnTo>
                  <a:lnTo>
                    <a:pt x="27645" y="31094"/>
                  </a:lnTo>
                  <a:lnTo>
                    <a:pt x="27744" y="31080"/>
                  </a:lnTo>
                  <a:cubicBezTo>
                    <a:pt x="27772" y="31051"/>
                    <a:pt x="27815" y="31051"/>
                    <a:pt x="27843" y="31080"/>
                  </a:cubicBezTo>
                  <a:cubicBezTo>
                    <a:pt x="27886" y="31151"/>
                    <a:pt x="27971" y="31193"/>
                    <a:pt x="28056" y="31179"/>
                  </a:cubicBezTo>
                  <a:cubicBezTo>
                    <a:pt x="28099" y="31122"/>
                    <a:pt x="28142" y="31051"/>
                    <a:pt x="28184" y="30980"/>
                  </a:cubicBezTo>
                  <a:lnTo>
                    <a:pt x="28355" y="30980"/>
                  </a:lnTo>
                  <a:lnTo>
                    <a:pt x="28355" y="30867"/>
                  </a:lnTo>
                  <a:lnTo>
                    <a:pt x="28255" y="30867"/>
                  </a:lnTo>
                  <a:cubicBezTo>
                    <a:pt x="28255" y="30838"/>
                    <a:pt x="28255" y="30810"/>
                    <a:pt x="28241" y="30781"/>
                  </a:cubicBezTo>
                  <a:lnTo>
                    <a:pt x="28241" y="30668"/>
                  </a:lnTo>
                  <a:cubicBezTo>
                    <a:pt x="28227" y="30483"/>
                    <a:pt x="28269" y="30299"/>
                    <a:pt x="28369" y="30143"/>
                  </a:cubicBezTo>
                  <a:cubicBezTo>
                    <a:pt x="28411" y="30086"/>
                    <a:pt x="28496" y="30100"/>
                    <a:pt x="28525" y="30171"/>
                  </a:cubicBezTo>
                  <a:cubicBezTo>
                    <a:pt x="28539" y="30228"/>
                    <a:pt x="28553" y="30299"/>
                    <a:pt x="28567" y="30356"/>
                  </a:cubicBezTo>
                  <a:cubicBezTo>
                    <a:pt x="28638" y="30370"/>
                    <a:pt x="28724" y="30327"/>
                    <a:pt x="28766" y="30270"/>
                  </a:cubicBezTo>
                  <a:cubicBezTo>
                    <a:pt x="28809" y="30199"/>
                    <a:pt x="28880" y="30157"/>
                    <a:pt x="28965" y="30157"/>
                  </a:cubicBezTo>
                  <a:cubicBezTo>
                    <a:pt x="29008" y="30072"/>
                    <a:pt x="29079" y="30001"/>
                    <a:pt x="29164" y="29958"/>
                  </a:cubicBezTo>
                  <a:cubicBezTo>
                    <a:pt x="29235" y="29915"/>
                    <a:pt x="29277" y="29844"/>
                    <a:pt x="29292" y="29759"/>
                  </a:cubicBezTo>
                  <a:cubicBezTo>
                    <a:pt x="29462" y="29674"/>
                    <a:pt x="29462" y="29674"/>
                    <a:pt x="29590" y="29844"/>
                  </a:cubicBezTo>
                  <a:lnTo>
                    <a:pt x="29760" y="29844"/>
                  </a:lnTo>
                  <a:cubicBezTo>
                    <a:pt x="29760" y="29759"/>
                    <a:pt x="29803" y="29688"/>
                    <a:pt x="29874" y="29631"/>
                  </a:cubicBezTo>
                  <a:cubicBezTo>
                    <a:pt x="30058" y="29489"/>
                    <a:pt x="30143" y="29262"/>
                    <a:pt x="30087" y="29049"/>
                  </a:cubicBezTo>
                  <a:cubicBezTo>
                    <a:pt x="30087" y="28978"/>
                    <a:pt x="30087" y="28907"/>
                    <a:pt x="30087" y="28836"/>
                  </a:cubicBezTo>
                  <a:cubicBezTo>
                    <a:pt x="30101" y="28836"/>
                    <a:pt x="30129" y="28808"/>
                    <a:pt x="30129" y="28822"/>
                  </a:cubicBezTo>
                  <a:cubicBezTo>
                    <a:pt x="30328" y="28978"/>
                    <a:pt x="30342" y="28978"/>
                    <a:pt x="30484" y="28851"/>
                  </a:cubicBezTo>
                  <a:cubicBezTo>
                    <a:pt x="30541" y="28808"/>
                    <a:pt x="30584" y="28765"/>
                    <a:pt x="30669" y="28780"/>
                  </a:cubicBezTo>
                  <a:cubicBezTo>
                    <a:pt x="30754" y="28794"/>
                    <a:pt x="30797" y="28751"/>
                    <a:pt x="30768" y="28666"/>
                  </a:cubicBezTo>
                  <a:cubicBezTo>
                    <a:pt x="30726" y="28524"/>
                    <a:pt x="30910" y="28538"/>
                    <a:pt x="30910" y="28425"/>
                  </a:cubicBezTo>
                  <a:lnTo>
                    <a:pt x="30910" y="28425"/>
                  </a:lnTo>
                  <a:cubicBezTo>
                    <a:pt x="31066" y="28311"/>
                    <a:pt x="31038" y="28169"/>
                    <a:pt x="30981" y="28027"/>
                  </a:cubicBezTo>
                  <a:cubicBezTo>
                    <a:pt x="30910" y="27885"/>
                    <a:pt x="30981" y="27771"/>
                    <a:pt x="31123" y="27715"/>
                  </a:cubicBezTo>
                  <a:lnTo>
                    <a:pt x="31123" y="27715"/>
                  </a:lnTo>
                  <a:cubicBezTo>
                    <a:pt x="31322" y="27857"/>
                    <a:pt x="31393" y="28112"/>
                    <a:pt x="31294" y="28339"/>
                  </a:cubicBezTo>
                  <a:cubicBezTo>
                    <a:pt x="31279" y="28382"/>
                    <a:pt x="31322" y="28425"/>
                    <a:pt x="31379" y="28425"/>
                  </a:cubicBezTo>
                  <a:cubicBezTo>
                    <a:pt x="31421" y="28410"/>
                    <a:pt x="31450" y="28396"/>
                    <a:pt x="31464" y="28382"/>
                  </a:cubicBezTo>
                  <a:cubicBezTo>
                    <a:pt x="31492" y="28354"/>
                    <a:pt x="31521" y="28311"/>
                    <a:pt x="31521" y="28297"/>
                  </a:cubicBezTo>
                  <a:cubicBezTo>
                    <a:pt x="31435" y="28112"/>
                    <a:pt x="31606" y="27984"/>
                    <a:pt x="31634" y="27842"/>
                  </a:cubicBezTo>
                  <a:cubicBezTo>
                    <a:pt x="31790" y="27786"/>
                    <a:pt x="31833" y="27658"/>
                    <a:pt x="31833" y="27516"/>
                  </a:cubicBezTo>
                  <a:lnTo>
                    <a:pt x="31748" y="27502"/>
                  </a:lnTo>
                  <a:cubicBezTo>
                    <a:pt x="31748" y="27445"/>
                    <a:pt x="31748" y="27374"/>
                    <a:pt x="31762" y="27317"/>
                  </a:cubicBezTo>
                  <a:lnTo>
                    <a:pt x="31833" y="27317"/>
                  </a:lnTo>
                  <a:cubicBezTo>
                    <a:pt x="31861" y="27246"/>
                    <a:pt x="31904" y="27246"/>
                    <a:pt x="31947" y="27317"/>
                  </a:cubicBezTo>
                  <a:cubicBezTo>
                    <a:pt x="32074" y="27246"/>
                    <a:pt x="32259" y="27232"/>
                    <a:pt x="32245" y="27019"/>
                  </a:cubicBezTo>
                  <a:cubicBezTo>
                    <a:pt x="32231" y="26962"/>
                    <a:pt x="32188" y="26920"/>
                    <a:pt x="32145" y="26920"/>
                  </a:cubicBezTo>
                  <a:lnTo>
                    <a:pt x="32145" y="26920"/>
                  </a:lnTo>
                  <a:cubicBezTo>
                    <a:pt x="32145" y="26749"/>
                    <a:pt x="32160" y="26579"/>
                    <a:pt x="32160" y="26408"/>
                  </a:cubicBezTo>
                  <a:lnTo>
                    <a:pt x="32216" y="26408"/>
                  </a:lnTo>
                  <a:cubicBezTo>
                    <a:pt x="32216" y="26423"/>
                    <a:pt x="32231" y="26437"/>
                    <a:pt x="32231" y="26451"/>
                  </a:cubicBezTo>
                  <a:cubicBezTo>
                    <a:pt x="32259" y="26508"/>
                    <a:pt x="32273" y="26550"/>
                    <a:pt x="32273" y="26607"/>
                  </a:cubicBezTo>
                  <a:cubicBezTo>
                    <a:pt x="32273" y="26650"/>
                    <a:pt x="32273" y="26678"/>
                    <a:pt x="32273" y="26721"/>
                  </a:cubicBezTo>
                  <a:cubicBezTo>
                    <a:pt x="32273" y="26778"/>
                    <a:pt x="32273" y="26849"/>
                    <a:pt x="32287" y="26905"/>
                  </a:cubicBezTo>
                  <a:cubicBezTo>
                    <a:pt x="32373" y="27090"/>
                    <a:pt x="32202" y="27374"/>
                    <a:pt x="32458" y="27516"/>
                  </a:cubicBezTo>
                  <a:cubicBezTo>
                    <a:pt x="32600" y="27516"/>
                    <a:pt x="32770" y="27559"/>
                    <a:pt x="32770" y="27317"/>
                  </a:cubicBezTo>
                  <a:cubicBezTo>
                    <a:pt x="32756" y="27289"/>
                    <a:pt x="32756" y="27260"/>
                    <a:pt x="32770" y="27218"/>
                  </a:cubicBezTo>
                  <a:cubicBezTo>
                    <a:pt x="32813" y="26877"/>
                    <a:pt x="32884" y="26522"/>
                    <a:pt x="32969" y="26181"/>
                  </a:cubicBezTo>
                  <a:cubicBezTo>
                    <a:pt x="32969" y="26167"/>
                    <a:pt x="32969" y="26139"/>
                    <a:pt x="32969" y="26110"/>
                  </a:cubicBezTo>
                  <a:cubicBezTo>
                    <a:pt x="32940" y="26068"/>
                    <a:pt x="32884" y="26025"/>
                    <a:pt x="32827" y="26025"/>
                  </a:cubicBezTo>
                  <a:lnTo>
                    <a:pt x="32784" y="26025"/>
                  </a:lnTo>
                  <a:lnTo>
                    <a:pt x="32756" y="25897"/>
                  </a:lnTo>
                  <a:cubicBezTo>
                    <a:pt x="32784" y="25770"/>
                    <a:pt x="32756" y="25599"/>
                    <a:pt x="32969" y="25585"/>
                  </a:cubicBezTo>
                  <a:cubicBezTo>
                    <a:pt x="32884" y="25670"/>
                    <a:pt x="32898" y="25812"/>
                    <a:pt x="32983" y="25883"/>
                  </a:cubicBezTo>
                  <a:cubicBezTo>
                    <a:pt x="33011" y="25883"/>
                    <a:pt x="33040" y="25883"/>
                    <a:pt x="33068" y="25883"/>
                  </a:cubicBezTo>
                  <a:cubicBezTo>
                    <a:pt x="33267" y="25812"/>
                    <a:pt x="33423" y="25727"/>
                    <a:pt x="33281" y="25486"/>
                  </a:cubicBezTo>
                  <a:lnTo>
                    <a:pt x="33281" y="25486"/>
                  </a:lnTo>
                  <a:cubicBezTo>
                    <a:pt x="33168" y="25486"/>
                    <a:pt x="33068" y="25514"/>
                    <a:pt x="32983" y="25585"/>
                  </a:cubicBezTo>
                  <a:cubicBezTo>
                    <a:pt x="32926" y="25344"/>
                    <a:pt x="33082" y="25273"/>
                    <a:pt x="33239" y="25187"/>
                  </a:cubicBezTo>
                  <a:lnTo>
                    <a:pt x="33267" y="25202"/>
                  </a:lnTo>
                  <a:cubicBezTo>
                    <a:pt x="33310" y="25216"/>
                    <a:pt x="33352" y="25202"/>
                    <a:pt x="33381" y="25173"/>
                  </a:cubicBezTo>
                  <a:lnTo>
                    <a:pt x="33381" y="25173"/>
                  </a:lnTo>
                  <a:cubicBezTo>
                    <a:pt x="33437" y="25102"/>
                    <a:pt x="33537" y="25131"/>
                    <a:pt x="33594" y="25074"/>
                  </a:cubicBezTo>
                  <a:lnTo>
                    <a:pt x="33792" y="25074"/>
                  </a:lnTo>
                  <a:cubicBezTo>
                    <a:pt x="33835" y="25045"/>
                    <a:pt x="33835" y="24989"/>
                    <a:pt x="33807" y="24946"/>
                  </a:cubicBezTo>
                  <a:lnTo>
                    <a:pt x="33792" y="24946"/>
                  </a:lnTo>
                  <a:cubicBezTo>
                    <a:pt x="33764" y="24762"/>
                    <a:pt x="33849" y="24577"/>
                    <a:pt x="33991" y="24463"/>
                  </a:cubicBezTo>
                  <a:cubicBezTo>
                    <a:pt x="33934" y="24421"/>
                    <a:pt x="33892" y="24336"/>
                    <a:pt x="33892" y="24265"/>
                  </a:cubicBezTo>
                  <a:lnTo>
                    <a:pt x="33991" y="24265"/>
                  </a:lnTo>
                  <a:cubicBezTo>
                    <a:pt x="34005" y="24236"/>
                    <a:pt x="34005" y="24208"/>
                    <a:pt x="34020" y="24179"/>
                  </a:cubicBezTo>
                  <a:lnTo>
                    <a:pt x="34020" y="24179"/>
                  </a:lnTo>
                  <a:cubicBezTo>
                    <a:pt x="34233" y="24066"/>
                    <a:pt x="34233" y="24052"/>
                    <a:pt x="34119" y="23839"/>
                  </a:cubicBezTo>
                  <a:cubicBezTo>
                    <a:pt x="34119" y="23810"/>
                    <a:pt x="34119" y="23782"/>
                    <a:pt x="34105" y="23768"/>
                  </a:cubicBezTo>
                  <a:lnTo>
                    <a:pt x="34105" y="23768"/>
                  </a:lnTo>
                  <a:lnTo>
                    <a:pt x="34303" y="23753"/>
                  </a:lnTo>
                  <a:cubicBezTo>
                    <a:pt x="34318" y="23611"/>
                    <a:pt x="34303" y="23484"/>
                    <a:pt x="34275" y="23356"/>
                  </a:cubicBezTo>
                  <a:cubicBezTo>
                    <a:pt x="34261" y="23271"/>
                    <a:pt x="34346" y="23257"/>
                    <a:pt x="34403" y="23242"/>
                  </a:cubicBezTo>
                  <a:lnTo>
                    <a:pt x="34403" y="23143"/>
                  </a:lnTo>
                  <a:lnTo>
                    <a:pt x="34105" y="23044"/>
                  </a:lnTo>
                  <a:lnTo>
                    <a:pt x="34105" y="23044"/>
                  </a:lnTo>
                  <a:cubicBezTo>
                    <a:pt x="34133" y="22788"/>
                    <a:pt x="34247" y="22532"/>
                    <a:pt x="34005" y="22334"/>
                  </a:cubicBezTo>
                  <a:lnTo>
                    <a:pt x="34105" y="22234"/>
                  </a:lnTo>
                  <a:cubicBezTo>
                    <a:pt x="34303" y="22149"/>
                    <a:pt x="34332" y="22092"/>
                    <a:pt x="34303" y="21950"/>
                  </a:cubicBezTo>
                  <a:cubicBezTo>
                    <a:pt x="34289" y="21879"/>
                    <a:pt x="34247" y="21794"/>
                    <a:pt x="34218" y="21723"/>
                  </a:cubicBezTo>
                  <a:cubicBezTo>
                    <a:pt x="34233" y="21681"/>
                    <a:pt x="34275" y="21652"/>
                    <a:pt x="34303" y="21610"/>
                  </a:cubicBezTo>
                  <a:cubicBezTo>
                    <a:pt x="34275" y="21581"/>
                    <a:pt x="34233" y="21553"/>
                    <a:pt x="34204" y="21539"/>
                  </a:cubicBezTo>
                  <a:close/>
                  <a:moveTo>
                    <a:pt x="6490" y="30327"/>
                  </a:moveTo>
                  <a:lnTo>
                    <a:pt x="6490" y="30327"/>
                  </a:lnTo>
                  <a:lnTo>
                    <a:pt x="6475" y="30313"/>
                  </a:lnTo>
                  <a:cubicBezTo>
                    <a:pt x="6475" y="30313"/>
                    <a:pt x="6490" y="30327"/>
                    <a:pt x="6490" y="30327"/>
                  </a:cubicBezTo>
                  <a:lnTo>
                    <a:pt x="6490" y="30327"/>
                  </a:lnTo>
                  <a:lnTo>
                    <a:pt x="6490" y="30327"/>
                  </a:lnTo>
                  <a:close/>
                  <a:moveTo>
                    <a:pt x="32145" y="25755"/>
                  </a:moveTo>
                  <a:lnTo>
                    <a:pt x="32145" y="25755"/>
                  </a:lnTo>
                  <a:lnTo>
                    <a:pt x="32145" y="25755"/>
                  </a:lnTo>
                  <a:close/>
                  <a:moveTo>
                    <a:pt x="33381" y="18770"/>
                  </a:moveTo>
                  <a:lnTo>
                    <a:pt x="33395" y="18770"/>
                  </a:lnTo>
                  <a:lnTo>
                    <a:pt x="33395" y="18784"/>
                  </a:lnTo>
                  <a:lnTo>
                    <a:pt x="33395" y="18770"/>
                  </a:lnTo>
                  <a:lnTo>
                    <a:pt x="33395" y="18770"/>
                  </a:lnTo>
                  <a:close/>
                  <a:moveTo>
                    <a:pt x="15903" y="31846"/>
                  </a:moveTo>
                  <a:lnTo>
                    <a:pt x="15903" y="31846"/>
                  </a:lnTo>
                  <a:close/>
                  <a:moveTo>
                    <a:pt x="8946" y="31775"/>
                  </a:moveTo>
                  <a:lnTo>
                    <a:pt x="8946" y="31775"/>
                  </a:lnTo>
                  <a:lnTo>
                    <a:pt x="8917" y="31761"/>
                  </a:lnTo>
                  <a:cubicBezTo>
                    <a:pt x="8932" y="31761"/>
                    <a:pt x="8932" y="31775"/>
                    <a:pt x="8946" y="31775"/>
                  </a:cubicBezTo>
                  <a:close/>
                  <a:moveTo>
                    <a:pt x="15221" y="1746"/>
                  </a:moveTo>
                  <a:lnTo>
                    <a:pt x="15221" y="1746"/>
                  </a:lnTo>
                  <a:cubicBezTo>
                    <a:pt x="15221" y="1746"/>
                    <a:pt x="15221" y="1732"/>
                    <a:pt x="15221" y="1746"/>
                  </a:cubicBezTo>
                  <a:close/>
                  <a:moveTo>
                    <a:pt x="10266" y="29305"/>
                  </a:moveTo>
                  <a:lnTo>
                    <a:pt x="10266" y="29305"/>
                  </a:lnTo>
                  <a:lnTo>
                    <a:pt x="10266" y="29319"/>
                  </a:lnTo>
                  <a:close/>
                  <a:moveTo>
                    <a:pt x="1378" y="17748"/>
                  </a:moveTo>
                  <a:close/>
                  <a:moveTo>
                    <a:pt x="33281" y="21539"/>
                  </a:moveTo>
                  <a:close/>
                  <a:moveTo>
                    <a:pt x="4502" y="8263"/>
                  </a:moveTo>
                  <a:lnTo>
                    <a:pt x="4516" y="8263"/>
                  </a:lnTo>
                  <a:lnTo>
                    <a:pt x="4530" y="8249"/>
                  </a:lnTo>
                  <a:lnTo>
                    <a:pt x="4530" y="8249"/>
                  </a:lnTo>
                  <a:cubicBezTo>
                    <a:pt x="4530" y="8249"/>
                    <a:pt x="4516" y="8263"/>
                    <a:pt x="4516" y="8263"/>
                  </a:cubicBezTo>
                  <a:cubicBezTo>
                    <a:pt x="4516" y="8278"/>
                    <a:pt x="4488" y="8278"/>
                    <a:pt x="4488" y="8263"/>
                  </a:cubicBezTo>
                  <a:close/>
                  <a:moveTo>
                    <a:pt x="4843" y="10649"/>
                  </a:moveTo>
                  <a:lnTo>
                    <a:pt x="4843" y="10620"/>
                  </a:lnTo>
                  <a:lnTo>
                    <a:pt x="4843" y="10606"/>
                  </a:lnTo>
                  <a:cubicBezTo>
                    <a:pt x="4843" y="10620"/>
                    <a:pt x="4843" y="10634"/>
                    <a:pt x="4843" y="10649"/>
                  </a:cubicBezTo>
                  <a:close/>
                  <a:moveTo>
                    <a:pt x="4843" y="10677"/>
                  </a:moveTo>
                  <a:lnTo>
                    <a:pt x="4857" y="10691"/>
                  </a:lnTo>
                  <a:cubicBezTo>
                    <a:pt x="4857" y="10691"/>
                    <a:pt x="4857" y="10677"/>
                    <a:pt x="4857" y="10677"/>
                  </a:cubicBezTo>
                  <a:lnTo>
                    <a:pt x="4857" y="10691"/>
                  </a:lnTo>
                  <a:lnTo>
                    <a:pt x="4857" y="10691"/>
                  </a:lnTo>
                  <a:lnTo>
                    <a:pt x="4857" y="10691"/>
                  </a:lnTo>
                  <a:close/>
                  <a:moveTo>
                    <a:pt x="23371" y="3124"/>
                  </a:moveTo>
                  <a:lnTo>
                    <a:pt x="23399" y="3109"/>
                  </a:lnTo>
                  <a:lnTo>
                    <a:pt x="23399" y="3109"/>
                  </a:lnTo>
                  <a:lnTo>
                    <a:pt x="23371" y="3124"/>
                  </a:lnTo>
                  <a:close/>
                  <a:moveTo>
                    <a:pt x="23357" y="3095"/>
                  </a:moveTo>
                  <a:lnTo>
                    <a:pt x="23357" y="3095"/>
                  </a:lnTo>
                  <a:lnTo>
                    <a:pt x="23357" y="3109"/>
                  </a:lnTo>
                  <a:lnTo>
                    <a:pt x="23357" y="3109"/>
                  </a:lnTo>
                  <a:close/>
                  <a:moveTo>
                    <a:pt x="15037" y="27658"/>
                  </a:moveTo>
                  <a:lnTo>
                    <a:pt x="15037" y="27644"/>
                  </a:lnTo>
                  <a:lnTo>
                    <a:pt x="15037" y="27644"/>
                  </a:lnTo>
                  <a:close/>
                  <a:moveTo>
                    <a:pt x="14980" y="27573"/>
                  </a:moveTo>
                  <a:lnTo>
                    <a:pt x="14980" y="27573"/>
                  </a:lnTo>
                  <a:close/>
                  <a:moveTo>
                    <a:pt x="24393" y="6971"/>
                  </a:moveTo>
                  <a:cubicBezTo>
                    <a:pt x="24393" y="6971"/>
                    <a:pt x="24393" y="7000"/>
                    <a:pt x="24393" y="7014"/>
                  </a:cubicBezTo>
                  <a:cubicBezTo>
                    <a:pt x="24365" y="7014"/>
                    <a:pt x="24336" y="7014"/>
                    <a:pt x="24322" y="7014"/>
                  </a:cubicBezTo>
                  <a:cubicBezTo>
                    <a:pt x="24336" y="7000"/>
                    <a:pt x="24365" y="6986"/>
                    <a:pt x="24379" y="6971"/>
                  </a:cubicBezTo>
                  <a:close/>
                  <a:moveTo>
                    <a:pt x="22434" y="25954"/>
                  </a:moveTo>
                  <a:cubicBezTo>
                    <a:pt x="22434" y="25940"/>
                    <a:pt x="22434" y="25940"/>
                    <a:pt x="22420" y="25926"/>
                  </a:cubicBezTo>
                  <a:lnTo>
                    <a:pt x="22448" y="25912"/>
                  </a:lnTo>
                  <a:cubicBezTo>
                    <a:pt x="22434" y="25926"/>
                    <a:pt x="22434" y="25940"/>
                    <a:pt x="22434" y="25954"/>
                  </a:cubicBezTo>
                  <a:close/>
                  <a:moveTo>
                    <a:pt x="6646" y="10705"/>
                  </a:moveTo>
                  <a:cubicBezTo>
                    <a:pt x="6745" y="10677"/>
                    <a:pt x="6844" y="10677"/>
                    <a:pt x="6944" y="10734"/>
                  </a:cubicBezTo>
                  <a:lnTo>
                    <a:pt x="6731" y="10805"/>
                  </a:lnTo>
                  <a:cubicBezTo>
                    <a:pt x="6688" y="10791"/>
                    <a:pt x="6646" y="10748"/>
                    <a:pt x="6631" y="10705"/>
                  </a:cubicBezTo>
                  <a:close/>
                  <a:moveTo>
                    <a:pt x="29093" y="12452"/>
                  </a:moveTo>
                  <a:lnTo>
                    <a:pt x="29107" y="12452"/>
                  </a:lnTo>
                  <a:lnTo>
                    <a:pt x="29107" y="12452"/>
                  </a:lnTo>
                  <a:lnTo>
                    <a:pt x="29107" y="12452"/>
                  </a:lnTo>
                  <a:close/>
                  <a:moveTo>
                    <a:pt x="23059" y="23512"/>
                  </a:moveTo>
                  <a:cubicBezTo>
                    <a:pt x="23059" y="23498"/>
                    <a:pt x="23059" y="23498"/>
                    <a:pt x="23059" y="23484"/>
                  </a:cubicBezTo>
                  <a:lnTo>
                    <a:pt x="23059" y="23484"/>
                  </a:lnTo>
                  <a:lnTo>
                    <a:pt x="23059" y="23484"/>
                  </a:lnTo>
                  <a:lnTo>
                    <a:pt x="23059" y="23484"/>
                  </a:lnTo>
                  <a:lnTo>
                    <a:pt x="23073" y="23512"/>
                  </a:lnTo>
                  <a:close/>
                  <a:moveTo>
                    <a:pt x="9343" y="22760"/>
                  </a:moveTo>
                  <a:lnTo>
                    <a:pt x="9343" y="22760"/>
                  </a:lnTo>
                  <a:lnTo>
                    <a:pt x="9343" y="22760"/>
                  </a:lnTo>
                  <a:lnTo>
                    <a:pt x="9358" y="22760"/>
                  </a:lnTo>
                  <a:lnTo>
                    <a:pt x="9358" y="22760"/>
                  </a:lnTo>
                  <a:close/>
                  <a:moveTo>
                    <a:pt x="7611" y="22248"/>
                  </a:moveTo>
                  <a:lnTo>
                    <a:pt x="7625" y="22263"/>
                  </a:lnTo>
                  <a:lnTo>
                    <a:pt x="7625" y="22263"/>
                  </a:lnTo>
                  <a:cubicBezTo>
                    <a:pt x="7625" y="22263"/>
                    <a:pt x="7625" y="22248"/>
                    <a:pt x="7625" y="22248"/>
                  </a:cubicBezTo>
                  <a:close/>
                  <a:moveTo>
                    <a:pt x="9542" y="21539"/>
                  </a:moveTo>
                  <a:close/>
                  <a:moveTo>
                    <a:pt x="6177" y="19693"/>
                  </a:moveTo>
                  <a:cubicBezTo>
                    <a:pt x="6163" y="19721"/>
                    <a:pt x="6135" y="19735"/>
                    <a:pt x="6120" y="19750"/>
                  </a:cubicBezTo>
                  <a:lnTo>
                    <a:pt x="6177" y="19693"/>
                  </a:lnTo>
                  <a:close/>
                  <a:moveTo>
                    <a:pt x="14554" y="9371"/>
                  </a:moveTo>
                  <a:close/>
                  <a:moveTo>
                    <a:pt x="25103" y="20005"/>
                  </a:moveTo>
                  <a:close/>
                  <a:moveTo>
                    <a:pt x="21724" y="13872"/>
                  </a:moveTo>
                  <a:lnTo>
                    <a:pt x="21724" y="13872"/>
                  </a:lnTo>
                  <a:lnTo>
                    <a:pt x="21710" y="13872"/>
                  </a:lnTo>
                  <a:lnTo>
                    <a:pt x="21710" y="13872"/>
                  </a:lnTo>
                  <a:lnTo>
                    <a:pt x="21710" y="13872"/>
                  </a:lnTo>
                  <a:lnTo>
                    <a:pt x="21710" y="13872"/>
                  </a:lnTo>
                  <a:close/>
                  <a:moveTo>
                    <a:pt x="22548" y="17648"/>
                  </a:moveTo>
                  <a:lnTo>
                    <a:pt x="22548" y="17648"/>
                  </a:lnTo>
                  <a:close/>
                  <a:moveTo>
                    <a:pt x="22434" y="17549"/>
                  </a:moveTo>
                  <a:lnTo>
                    <a:pt x="22420" y="17549"/>
                  </a:lnTo>
                  <a:close/>
                  <a:moveTo>
                    <a:pt x="14767" y="17847"/>
                  </a:moveTo>
                  <a:lnTo>
                    <a:pt x="14767" y="17847"/>
                  </a:lnTo>
                  <a:close/>
                  <a:moveTo>
                    <a:pt x="14682" y="17932"/>
                  </a:moveTo>
                  <a:lnTo>
                    <a:pt x="14724" y="17904"/>
                  </a:lnTo>
                  <a:cubicBezTo>
                    <a:pt x="14710" y="17918"/>
                    <a:pt x="14696" y="17918"/>
                    <a:pt x="14682" y="17932"/>
                  </a:cubicBezTo>
                  <a:close/>
                  <a:moveTo>
                    <a:pt x="14980" y="18060"/>
                  </a:moveTo>
                  <a:close/>
                  <a:moveTo>
                    <a:pt x="17081" y="18855"/>
                  </a:moveTo>
                  <a:cubicBezTo>
                    <a:pt x="17024" y="18855"/>
                    <a:pt x="16968" y="18841"/>
                    <a:pt x="16925" y="18813"/>
                  </a:cubicBezTo>
                  <a:cubicBezTo>
                    <a:pt x="16968" y="18827"/>
                    <a:pt x="17024" y="18841"/>
                    <a:pt x="17081" y="18855"/>
                  </a:cubicBezTo>
                  <a:close/>
                  <a:moveTo>
                    <a:pt x="17905" y="21155"/>
                  </a:moveTo>
                  <a:lnTo>
                    <a:pt x="17905" y="21127"/>
                  </a:lnTo>
                  <a:cubicBezTo>
                    <a:pt x="17919" y="21127"/>
                    <a:pt x="17933" y="21127"/>
                    <a:pt x="17962" y="21127"/>
                  </a:cubicBezTo>
                  <a:lnTo>
                    <a:pt x="17962" y="21127"/>
                  </a:lnTo>
                  <a:close/>
                  <a:moveTo>
                    <a:pt x="21937" y="17435"/>
                  </a:moveTo>
                  <a:close/>
                  <a:moveTo>
                    <a:pt x="22136" y="18869"/>
                  </a:moveTo>
                  <a:lnTo>
                    <a:pt x="22122" y="18869"/>
                  </a:lnTo>
                  <a:lnTo>
                    <a:pt x="22122" y="18855"/>
                  </a:lnTo>
                  <a:lnTo>
                    <a:pt x="22164" y="18855"/>
                  </a:lnTo>
                  <a:cubicBezTo>
                    <a:pt x="22150" y="18855"/>
                    <a:pt x="22136" y="18855"/>
                    <a:pt x="22136" y="18869"/>
                  </a:cubicBezTo>
                  <a:close/>
                  <a:moveTo>
                    <a:pt x="23257" y="14269"/>
                  </a:moveTo>
                  <a:lnTo>
                    <a:pt x="23257" y="14269"/>
                  </a:lnTo>
                  <a:lnTo>
                    <a:pt x="23257" y="14255"/>
                  </a:lnTo>
                  <a:lnTo>
                    <a:pt x="23286" y="14255"/>
                  </a:lnTo>
                  <a:cubicBezTo>
                    <a:pt x="23272" y="14255"/>
                    <a:pt x="23272" y="14269"/>
                    <a:pt x="23257" y="14283"/>
                  </a:cubicBezTo>
                  <a:close/>
                  <a:moveTo>
                    <a:pt x="10280" y="17521"/>
                  </a:moveTo>
                  <a:lnTo>
                    <a:pt x="10295" y="17535"/>
                  </a:lnTo>
                  <a:lnTo>
                    <a:pt x="10280" y="17535"/>
                  </a:lnTo>
                  <a:cubicBezTo>
                    <a:pt x="10280" y="17535"/>
                    <a:pt x="10280" y="17535"/>
                    <a:pt x="10280" y="17535"/>
                  </a:cubicBezTo>
                  <a:close/>
                  <a:moveTo>
                    <a:pt x="12013" y="19196"/>
                  </a:moveTo>
                  <a:lnTo>
                    <a:pt x="12013" y="19196"/>
                  </a:lnTo>
                  <a:cubicBezTo>
                    <a:pt x="11998" y="19182"/>
                    <a:pt x="11998" y="19182"/>
                    <a:pt x="12013" y="19167"/>
                  </a:cubicBezTo>
                  <a:close/>
                  <a:moveTo>
                    <a:pt x="14866" y="20431"/>
                  </a:moveTo>
                  <a:lnTo>
                    <a:pt x="14866" y="20431"/>
                  </a:lnTo>
                  <a:lnTo>
                    <a:pt x="14838" y="20431"/>
                  </a:lnTo>
                  <a:close/>
                  <a:moveTo>
                    <a:pt x="22519" y="18387"/>
                  </a:moveTo>
                  <a:lnTo>
                    <a:pt x="22519" y="18387"/>
                  </a:lnTo>
                  <a:lnTo>
                    <a:pt x="22548" y="18372"/>
                  </a:lnTo>
                  <a:lnTo>
                    <a:pt x="22548" y="18372"/>
                  </a:lnTo>
                  <a:close/>
                  <a:moveTo>
                    <a:pt x="25203" y="17322"/>
                  </a:moveTo>
                  <a:cubicBezTo>
                    <a:pt x="25174" y="17336"/>
                    <a:pt x="25132" y="17336"/>
                    <a:pt x="25103" y="17322"/>
                  </a:cubicBezTo>
                  <a:cubicBezTo>
                    <a:pt x="25132" y="17322"/>
                    <a:pt x="25174" y="17322"/>
                    <a:pt x="25217" y="17322"/>
                  </a:cubicBezTo>
                  <a:close/>
                  <a:moveTo>
                    <a:pt x="22434" y="13062"/>
                  </a:moveTo>
                  <a:lnTo>
                    <a:pt x="22448" y="13062"/>
                  </a:lnTo>
                  <a:cubicBezTo>
                    <a:pt x="22462" y="13091"/>
                    <a:pt x="22491" y="13105"/>
                    <a:pt x="22505" y="13133"/>
                  </a:cubicBezTo>
                  <a:cubicBezTo>
                    <a:pt x="22477" y="13105"/>
                    <a:pt x="22448" y="13077"/>
                    <a:pt x="22434" y="13048"/>
                  </a:cubicBezTo>
                  <a:close/>
                  <a:moveTo>
                    <a:pt x="19552" y="13928"/>
                  </a:moveTo>
                  <a:lnTo>
                    <a:pt x="19552" y="13886"/>
                  </a:lnTo>
                  <a:cubicBezTo>
                    <a:pt x="19566" y="13886"/>
                    <a:pt x="19566" y="13886"/>
                    <a:pt x="19580" y="13886"/>
                  </a:cubicBezTo>
                  <a:cubicBezTo>
                    <a:pt x="19566" y="13900"/>
                    <a:pt x="19566" y="13900"/>
                    <a:pt x="19566" y="13914"/>
                  </a:cubicBezTo>
                  <a:close/>
                  <a:moveTo>
                    <a:pt x="17166" y="12793"/>
                  </a:moveTo>
                  <a:cubicBezTo>
                    <a:pt x="17181" y="12750"/>
                    <a:pt x="17223" y="12736"/>
                    <a:pt x="17266" y="12736"/>
                  </a:cubicBezTo>
                  <a:cubicBezTo>
                    <a:pt x="17266" y="12750"/>
                    <a:pt x="17266" y="12750"/>
                    <a:pt x="17280" y="12764"/>
                  </a:cubicBezTo>
                  <a:close/>
                  <a:moveTo>
                    <a:pt x="15477" y="21553"/>
                  </a:moveTo>
                  <a:close/>
                  <a:moveTo>
                    <a:pt x="14653" y="23200"/>
                  </a:moveTo>
                  <a:cubicBezTo>
                    <a:pt x="14639" y="23228"/>
                    <a:pt x="14625" y="23242"/>
                    <a:pt x="14597" y="23257"/>
                  </a:cubicBezTo>
                  <a:cubicBezTo>
                    <a:pt x="14611" y="23228"/>
                    <a:pt x="14639" y="23214"/>
                    <a:pt x="14668" y="23186"/>
                  </a:cubicBezTo>
                  <a:close/>
                  <a:moveTo>
                    <a:pt x="6901" y="15675"/>
                  </a:moveTo>
                  <a:lnTo>
                    <a:pt x="6901" y="15675"/>
                  </a:lnTo>
                  <a:cubicBezTo>
                    <a:pt x="6915" y="15675"/>
                    <a:pt x="6930" y="15675"/>
                    <a:pt x="6944" y="15689"/>
                  </a:cubicBezTo>
                  <a:lnTo>
                    <a:pt x="6944" y="15703"/>
                  </a:lnTo>
                  <a:close/>
                  <a:moveTo>
                    <a:pt x="20801" y="21439"/>
                  </a:moveTo>
                  <a:close/>
                  <a:moveTo>
                    <a:pt x="24706" y="13048"/>
                  </a:moveTo>
                  <a:lnTo>
                    <a:pt x="24691" y="13077"/>
                  </a:lnTo>
                  <a:lnTo>
                    <a:pt x="24691" y="13077"/>
                  </a:lnTo>
                  <a:lnTo>
                    <a:pt x="24691" y="13077"/>
                  </a:lnTo>
                  <a:lnTo>
                    <a:pt x="24691" y="13077"/>
                  </a:lnTo>
                  <a:lnTo>
                    <a:pt x="24691" y="13091"/>
                  </a:lnTo>
                  <a:close/>
                  <a:moveTo>
                    <a:pt x="20901" y="12764"/>
                  </a:moveTo>
                  <a:cubicBezTo>
                    <a:pt x="20901" y="12764"/>
                    <a:pt x="20901" y="12764"/>
                    <a:pt x="20901" y="12764"/>
                  </a:cubicBezTo>
                  <a:lnTo>
                    <a:pt x="20915" y="12764"/>
                  </a:lnTo>
                  <a:close/>
                  <a:moveTo>
                    <a:pt x="18047" y="9271"/>
                  </a:moveTo>
                  <a:cubicBezTo>
                    <a:pt x="18047" y="9271"/>
                    <a:pt x="18047" y="9286"/>
                    <a:pt x="18047" y="9286"/>
                  </a:cubicBezTo>
                  <a:cubicBezTo>
                    <a:pt x="18047" y="9286"/>
                    <a:pt x="18033" y="9271"/>
                    <a:pt x="18033" y="9271"/>
                  </a:cubicBezTo>
                  <a:close/>
                  <a:moveTo>
                    <a:pt x="12538" y="9470"/>
                  </a:moveTo>
                  <a:cubicBezTo>
                    <a:pt x="12524" y="9470"/>
                    <a:pt x="12524" y="9484"/>
                    <a:pt x="12509" y="9484"/>
                  </a:cubicBezTo>
                  <a:lnTo>
                    <a:pt x="12509" y="9484"/>
                  </a:lnTo>
                  <a:cubicBezTo>
                    <a:pt x="12524" y="9470"/>
                    <a:pt x="12524" y="9470"/>
                    <a:pt x="12538" y="9470"/>
                  </a:cubicBezTo>
                  <a:close/>
                  <a:moveTo>
                    <a:pt x="7597" y="14496"/>
                  </a:moveTo>
                  <a:lnTo>
                    <a:pt x="7569" y="14525"/>
                  </a:lnTo>
                  <a:cubicBezTo>
                    <a:pt x="7554" y="14511"/>
                    <a:pt x="7554" y="14511"/>
                    <a:pt x="7554" y="14496"/>
                  </a:cubicBezTo>
                  <a:close/>
                  <a:moveTo>
                    <a:pt x="12112" y="20928"/>
                  </a:moveTo>
                  <a:lnTo>
                    <a:pt x="12112" y="20928"/>
                  </a:lnTo>
                  <a:lnTo>
                    <a:pt x="11998" y="20829"/>
                  </a:lnTo>
                  <a:lnTo>
                    <a:pt x="11998" y="20829"/>
                  </a:lnTo>
                  <a:cubicBezTo>
                    <a:pt x="12041" y="20857"/>
                    <a:pt x="12084" y="20885"/>
                    <a:pt x="12112" y="20928"/>
                  </a:cubicBezTo>
                  <a:close/>
                  <a:moveTo>
                    <a:pt x="20205" y="22234"/>
                  </a:moveTo>
                  <a:lnTo>
                    <a:pt x="20205" y="22234"/>
                  </a:lnTo>
                  <a:lnTo>
                    <a:pt x="20219" y="22234"/>
                  </a:lnTo>
                  <a:close/>
                  <a:moveTo>
                    <a:pt x="27843" y="13346"/>
                  </a:moveTo>
                  <a:lnTo>
                    <a:pt x="27843" y="13346"/>
                  </a:lnTo>
                  <a:lnTo>
                    <a:pt x="27843" y="13346"/>
                  </a:lnTo>
                  <a:lnTo>
                    <a:pt x="27829" y="13332"/>
                  </a:lnTo>
                  <a:close/>
                  <a:moveTo>
                    <a:pt x="27446" y="13602"/>
                  </a:moveTo>
                  <a:cubicBezTo>
                    <a:pt x="27474" y="13559"/>
                    <a:pt x="27517" y="13517"/>
                    <a:pt x="27574" y="13488"/>
                  </a:cubicBezTo>
                  <a:cubicBezTo>
                    <a:pt x="27531" y="13531"/>
                    <a:pt x="27488" y="13559"/>
                    <a:pt x="27446" y="13602"/>
                  </a:cubicBezTo>
                  <a:close/>
                  <a:moveTo>
                    <a:pt x="21184" y="12352"/>
                  </a:moveTo>
                  <a:lnTo>
                    <a:pt x="21170" y="12338"/>
                  </a:lnTo>
                  <a:lnTo>
                    <a:pt x="21213" y="12338"/>
                  </a:lnTo>
                  <a:close/>
                  <a:moveTo>
                    <a:pt x="18970" y="11117"/>
                  </a:moveTo>
                  <a:lnTo>
                    <a:pt x="18984" y="11131"/>
                  </a:lnTo>
                  <a:cubicBezTo>
                    <a:pt x="19012" y="11160"/>
                    <a:pt x="19026" y="11231"/>
                    <a:pt x="18970" y="11231"/>
                  </a:cubicBezTo>
                  <a:lnTo>
                    <a:pt x="18970" y="11231"/>
                  </a:lnTo>
                  <a:cubicBezTo>
                    <a:pt x="18970" y="11202"/>
                    <a:pt x="18970" y="11160"/>
                    <a:pt x="18970" y="11117"/>
                  </a:cubicBezTo>
                  <a:close/>
                  <a:moveTo>
                    <a:pt x="20034" y="9882"/>
                  </a:moveTo>
                  <a:lnTo>
                    <a:pt x="20034" y="9868"/>
                  </a:lnTo>
                  <a:cubicBezTo>
                    <a:pt x="20034" y="9868"/>
                    <a:pt x="20034" y="9882"/>
                    <a:pt x="20034" y="9882"/>
                  </a:cubicBezTo>
                  <a:close/>
                  <a:moveTo>
                    <a:pt x="18615" y="8973"/>
                  </a:moveTo>
                  <a:cubicBezTo>
                    <a:pt x="18615" y="8973"/>
                    <a:pt x="18615" y="8987"/>
                    <a:pt x="18615" y="9002"/>
                  </a:cubicBezTo>
                  <a:cubicBezTo>
                    <a:pt x="18600" y="8987"/>
                    <a:pt x="18586" y="8987"/>
                    <a:pt x="18572" y="8987"/>
                  </a:cubicBezTo>
                  <a:close/>
                  <a:moveTo>
                    <a:pt x="27346" y="18372"/>
                  </a:moveTo>
                  <a:lnTo>
                    <a:pt x="27346" y="18372"/>
                  </a:lnTo>
                  <a:close/>
                  <a:moveTo>
                    <a:pt x="21795" y="11926"/>
                  </a:moveTo>
                  <a:cubicBezTo>
                    <a:pt x="21781" y="11926"/>
                    <a:pt x="21767" y="11926"/>
                    <a:pt x="21752" y="11926"/>
                  </a:cubicBezTo>
                  <a:lnTo>
                    <a:pt x="21752" y="11926"/>
                  </a:lnTo>
                  <a:close/>
                  <a:moveTo>
                    <a:pt x="12013" y="9570"/>
                  </a:moveTo>
                  <a:lnTo>
                    <a:pt x="12013" y="9570"/>
                  </a:lnTo>
                  <a:cubicBezTo>
                    <a:pt x="12013" y="9570"/>
                    <a:pt x="12013" y="9570"/>
                    <a:pt x="12013" y="9555"/>
                  </a:cubicBezTo>
                  <a:cubicBezTo>
                    <a:pt x="12013" y="9570"/>
                    <a:pt x="12013" y="9570"/>
                    <a:pt x="12013" y="9570"/>
                  </a:cubicBezTo>
                  <a:close/>
                  <a:moveTo>
                    <a:pt x="10863" y="12367"/>
                  </a:moveTo>
                  <a:lnTo>
                    <a:pt x="10863" y="12338"/>
                  </a:lnTo>
                  <a:lnTo>
                    <a:pt x="10877" y="12338"/>
                  </a:lnTo>
                  <a:cubicBezTo>
                    <a:pt x="10877" y="12352"/>
                    <a:pt x="10877" y="12352"/>
                    <a:pt x="10877" y="12367"/>
                  </a:cubicBezTo>
                  <a:close/>
                  <a:moveTo>
                    <a:pt x="7725" y="12040"/>
                  </a:moveTo>
                  <a:cubicBezTo>
                    <a:pt x="7725" y="12040"/>
                    <a:pt x="7739" y="12054"/>
                    <a:pt x="7739" y="12068"/>
                  </a:cubicBezTo>
                  <a:lnTo>
                    <a:pt x="7725" y="12040"/>
                  </a:lnTo>
                  <a:close/>
                  <a:moveTo>
                    <a:pt x="5056" y="16016"/>
                  </a:moveTo>
                  <a:lnTo>
                    <a:pt x="5056" y="16030"/>
                  </a:lnTo>
                  <a:lnTo>
                    <a:pt x="5056" y="16030"/>
                  </a:lnTo>
                  <a:lnTo>
                    <a:pt x="5056" y="16030"/>
                  </a:lnTo>
                  <a:close/>
                  <a:moveTo>
                    <a:pt x="6049" y="19792"/>
                  </a:moveTo>
                  <a:cubicBezTo>
                    <a:pt x="6064" y="19792"/>
                    <a:pt x="6078" y="19792"/>
                    <a:pt x="6092" y="19792"/>
                  </a:cubicBezTo>
                  <a:lnTo>
                    <a:pt x="6078" y="19806"/>
                  </a:lnTo>
                  <a:lnTo>
                    <a:pt x="6078" y="19806"/>
                  </a:lnTo>
                  <a:cubicBezTo>
                    <a:pt x="6064" y="19806"/>
                    <a:pt x="6049" y="19792"/>
                    <a:pt x="6049" y="19792"/>
                  </a:cubicBezTo>
                  <a:close/>
                  <a:moveTo>
                    <a:pt x="6106" y="19764"/>
                  </a:moveTo>
                  <a:close/>
                  <a:moveTo>
                    <a:pt x="6078" y="19806"/>
                  </a:moveTo>
                  <a:lnTo>
                    <a:pt x="6092" y="19778"/>
                  </a:lnTo>
                  <a:lnTo>
                    <a:pt x="6092" y="19778"/>
                  </a:lnTo>
                  <a:lnTo>
                    <a:pt x="6092" y="19778"/>
                  </a:lnTo>
                  <a:lnTo>
                    <a:pt x="6106" y="19764"/>
                  </a:lnTo>
                  <a:cubicBezTo>
                    <a:pt x="6092" y="19764"/>
                    <a:pt x="6092" y="19778"/>
                    <a:pt x="6078" y="19778"/>
                  </a:cubicBezTo>
                  <a:cubicBezTo>
                    <a:pt x="6078" y="19792"/>
                    <a:pt x="6064" y="19806"/>
                    <a:pt x="6049" y="19806"/>
                  </a:cubicBezTo>
                  <a:close/>
                  <a:moveTo>
                    <a:pt x="9244" y="20928"/>
                  </a:moveTo>
                  <a:lnTo>
                    <a:pt x="9244" y="20928"/>
                  </a:lnTo>
                  <a:lnTo>
                    <a:pt x="9230" y="20942"/>
                  </a:lnTo>
                  <a:cubicBezTo>
                    <a:pt x="9230" y="20928"/>
                    <a:pt x="9244" y="20928"/>
                    <a:pt x="9258" y="20928"/>
                  </a:cubicBezTo>
                  <a:close/>
                  <a:moveTo>
                    <a:pt x="24677" y="23484"/>
                  </a:moveTo>
                  <a:cubicBezTo>
                    <a:pt x="24677" y="23469"/>
                    <a:pt x="24663" y="23469"/>
                    <a:pt x="24663" y="23455"/>
                  </a:cubicBezTo>
                  <a:lnTo>
                    <a:pt x="24677" y="23455"/>
                  </a:lnTo>
                  <a:cubicBezTo>
                    <a:pt x="24677" y="23469"/>
                    <a:pt x="24677" y="23469"/>
                    <a:pt x="24677" y="23469"/>
                  </a:cubicBezTo>
                  <a:close/>
                  <a:moveTo>
                    <a:pt x="18345" y="8136"/>
                  </a:moveTo>
                  <a:close/>
                  <a:moveTo>
                    <a:pt x="6120" y="19750"/>
                  </a:moveTo>
                  <a:lnTo>
                    <a:pt x="6177" y="19693"/>
                  </a:lnTo>
                  <a:lnTo>
                    <a:pt x="6177" y="19693"/>
                  </a:lnTo>
                  <a:close/>
                  <a:moveTo>
                    <a:pt x="9542" y="21524"/>
                  </a:moveTo>
                  <a:close/>
                  <a:moveTo>
                    <a:pt x="26324" y="22135"/>
                  </a:moveTo>
                  <a:close/>
                  <a:moveTo>
                    <a:pt x="6475" y="12935"/>
                  </a:moveTo>
                  <a:lnTo>
                    <a:pt x="6475" y="12935"/>
                  </a:lnTo>
                  <a:lnTo>
                    <a:pt x="6475" y="12935"/>
                  </a:lnTo>
                  <a:lnTo>
                    <a:pt x="6475" y="12935"/>
                  </a:lnTo>
                  <a:close/>
                  <a:moveTo>
                    <a:pt x="4928" y="16399"/>
                  </a:moveTo>
                  <a:cubicBezTo>
                    <a:pt x="4928" y="16441"/>
                    <a:pt x="4899" y="16484"/>
                    <a:pt x="4871" y="16512"/>
                  </a:cubicBezTo>
                  <a:cubicBezTo>
                    <a:pt x="4885" y="16470"/>
                    <a:pt x="4914" y="16441"/>
                    <a:pt x="4928" y="16399"/>
                  </a:cubicBezTo>
                  <a:close/>
                  <a:moveTo>
                    <a:pt x="29164" y="12452"/>
                  </a:moveTo>
                  <a:lnTo>
                    <a:pt x="29164" y="12438"/>
                  </a:lnTo>
                  <a:lnTo>
                    <a:pt x="29164" y="12452"/>
                  </a:lnTo>
                  <a:close/>
                  <a:moveTo>
                    <a:pt x="8832" y="23171"/>
                  </a:moveTo>
                  <a:cubicBezTo>
                    <a:pt x="8818" y="23171"/>
                    <a:pt x="8818" y="23157"/>
                    <a:pt x="8804" y="23157"/>
                  </a:cubicBezTo>
                  <a:cubicBezTo>
                    <a:pt x="8818" y="23171"/>
                    <a:pt x="8832" y="23171"/>
                    <a:pt x="8832" y="23186"/>
                  </a:cubicBezTo>
                  <a:close/>
                  <a:moveTo>
                    <a:pt x="22264" y="25088"/>
                  </a:moveTo>
                  <a:lnTo>
                    <a:pt x="22320" y="25060"/>
                  </a:lnTo>
                  <a:close/>
                  <a:moveTo>
                    <a:pt x="25401" y="24080"/>
                  </a:moveTo>
                  <a:lnTo>
                    <a:pt x="25401" y="24080"/>
                  </a:lnTo>
                  <a:close/>
                  <a:moveTo>
                    <a:pt x="25416" y="24151"/>
                  </a:moveTo>
                  <a:lnTo>
                    <a:pt x="25416" y="24151"/>
                  </a:lnTo>
                  <a:lnTo>
                    <a:pt x="25401" y="24179"/>
                  </a:lnTo>
                  <a:cubicBezTo>
                    <a:pt x="25401" y="24165"/>
                    <a:pt x="25416" y="24165"/>
                    <a:pt x="25416" y="24165"/>
                  </a:cubicBezTo>
                  <a:close/>
                  <a:moveTo>
                    <a:pt x="23996" y="7284"/>
                  </a:moveTo>
                  <a:lnTo>
                    <a:pt x="23982" y="7255"/>
                  </a:lnTo>
                  <a:cubicBezTo>
                    <a:pt x="23996" y="7255"/>
                    <a:pt x="24010" y="7270"/>
                    <a:pt x="24010" y="7284"/>
                  </a:cubicBezTo>
                  <a:close/>
                  <a:moveTo>
                    <a:pt x="23442" y="8945"/>
                  </a:moveTo>
                  <a:lnTo>
                    <a:pt x="23442" y="8945"/>
                  </a:lnTo>
                  <a:lnTo>
                    <a:pt x="23456" y="8945"/>
                  </a:lnTo>
                  <a:cubicBezTo>
                    <a:pt x="23456" y="8945"/>
                    <a:pt x="23456" y="8959"/>
                    <a:pt x="23456" y="8959"/>
                  </a:cubicBezTo>
                  <a:close/>
                  <a:moveTo>
                    <a:pt x="22973" y="8604"/>
                  </a:moveTo>
                  <a:close/>
                  <a:moveTo>
                    <a:pt x="15846" y="6971"/>
                  </a:moveTo>
                  <a:cubicBezTo>
                    <a:pt x="15889" y="6971"/>
                    <a:pt x="15931" y="6986"/>
                    <a:pt x="15974" y="6986"/>
                  </a:cubicBezTo>
                  <a:cubicBezTo>
                    <a:pt x="15945" y="7000"/>
                    <a:pt x="15889" y="7000"/>
                    <a:pt x="15860" y="6971"/>
                  </a:cubicBezTo>
                  <a:close/>
                  <a:moveTo>
                    <a:pt x="7427" y="23356"/>
                  </a:moveTo>
                  <a:cubicBezTo>
                    <a:pt x="7427" y="23328"/>
                    <a:pt x="7427" y="23299"/>
                    <a:pt x="7427" y="23271"/>
                  </a:cubicBezTo>
                  <a:cubicBezTo>
                    <a:pt x="7455" y="23299"/>
                    <a:pt x="7455" y="23342"/>
                    <a:pt x="7441" y="23370"/>
                  </a:cubicBezTo>
                  <a:close/>
                  <a:moveTo>
                    <a:pt x="9173" y="23569"/>
                  </a:moveTo>
                  <a:cubicBezTo>
                    <a:pt x="9159" y="23569"/>
                    <a:pt x="9145" y="23583"/>
                    <a:pt x="9145" y="23583"/>
                  </a:cubicBezTo>
                  <a:lnTo>
                    <a:pt x="9145" y="23583"/>
                  </a:lnTo>
                  <a:lnTo>
                    <a:pt x="9145" y="23583"/>
                  </a:lnTo>
                  <a:cubicBezTo>
                    <a:pt x="9145" y="23583"/>
                    <a:pt x="9130" y="23583"/>
                    <a:pt x="9130" y="23583"/>
                  </a:cubicBezTo>
                  <a:lnTo>
                    <a:pt x="9145" y="23583"/>
                  </a:lnTo>
                  <a:lnTo>
                    <a:pt x="9159" y="23555"/>
                  </a:lnTo>
                  <a:cubicBezTo>
                    <a:pt x="9159" y="23569"/>
                    <a:pt x="9173" y="23569"/>
                    <a:pt x="9187" y="23583"/>
                  </a:cubicBezTo>
                  <a:close/>
                  <a:moveTo>
                    <a:pt x="19140" y="27800"/>
                  </a:moveTo>
                  <a:cubicBezTo>
                    <a:pt x="19154" y="27828"/>
                    <a:pt x="19168" y="27842"/>
                    <a:pt x="19168" y="27871"/>
                  </a:cubicBezTo>
                  <a:lnTo>
                    <a:pt x="19154" y="27871"/>
                  </a:lnTo>
                  <a:cubicBezTo>
                    <a:pt x="19168" y="27857"/>
                    <a:pt x="19168" y="27842"/>
                    <a:pt x="19168" y="27814"/>
                  </a:cubicBezTo>
                  <a:close/>
                  <a:moveTo>
                    <a:pt x="24166" y="23881"/>
                  </a:moveTo>
                  <a:lnTo>
                    <a:pt x="24166" y="23881"/>
                  </a:lnTo>
                  <a:lnTo>
                    <a:pt x="24166" y="23881"/>
                  </a:lnTo>
                  <a:close/>
                  <a:moveTo>
                    <a:pt x="29803" y="19196"/>
                  </a:moveTo>
                  <a:lnTo>
                    <a:pt x="29817" y="19224"/>
                  </a:lnTo>
                  <a:cubicBezTo>
                    <a:pt x="29817" y="19224"/>
                    <a:pt x="29803" y="19210"/>
                    <a:pt x="29803" y="19196"/>
                  </a:cubicBezTo>
                  <a:close/>
                  <a:moveTo>
                    <a:pt x="30711" y="19295"/>
                  </a:moveTo>
                  <a:close/>
                  <a:moveTo>
                    <a:pt x="23854" y="7213"/>
                  </a:moveTo>
                  <a:lnTo>
                    <a:pt x="23854" y="7213"/>
                  </a:lnTo>
                  <a:close/>
                  <a:moveTo>
                    <a:pt x="23655" y="7113"/>
                  </a:moveTo>
                  <a:cubicBezTo>
                    <a:pt x="23655" y="7099"/>
                    <a:pt x="23641" y="7099"/>
                    <a:pt x="23641" y="7085"/>
                  </a:cubicBezTo>
                  <a:cubicBezTo>
                    <a:pt x="23641" y="7099"/>
                    <a:pt x="23655" y="7099"/>
                    <a:pt x="23655" y="7113"/>
                  </a:cubicBezTo>
                  <a:close/>
                  <a:moveTo>
                    <a:pt x="4033" y="13957"/>
                  </a:moveTo>
                  <a:cubicBezTo>
                    <a:pt x="4033" y="13957"/>
                    <a:pt x="4033" y="13971"/>
                    <a:pt x="4033" y="13971"/>
                  </a:cubicBezTo>
                  <a:cubicBezTo>
                    <a:pt x="4047" y="13971"/>
                    <a:pt x="4076" y="13971"/>
                    <a:pt x="4104" y="13971"/>
                  </a:cubicBezTo>
                  <a:lnTo>
                    <a:pt x="4033" y="13971"/>
                  </a:lnTo>
                  <a:lnTo>
                    <a:pt x="4019" y="13957"/>
                  </a:lnTo>
                  <a:close/>
                  <a:moveTo>
                    <a:pt x="4559" y="17932"/>
                  </a:moveTo>
                  <a:cubicBezTo>
                    <a:pt x="4559" y="17946"/>
                    <a:pt x="4544" y="17961"/>
                    <a:pt x="4544" y="17961"/>
                  </a:cubicBezTo>
                  <a:lnTo>
                    <a:pt x="4530" y="17932"/>
                  </a:lnTo>
                  <a:close/>
                  <a:moveTo>
                    <a:pt x="10550" y="24023"/>
                  </a:moveTo>
                  <a:close/>
                  <a:moveTo>
                    <a:pt x="18132" y="28240"/>
                  </a:moveTo>
                  <a:cubicBezTo>
                    <a:pt x="18132" y="28226"/>
                    <a:pt x="18132" y="28212"/>
                    <a:pt x="18146" y="28197"/>
                  </a:cubicBezTo>
                  <a:cubicBezTo>
                    <a:pt x="18146" y="28212"/>
                    <a:pt x="18132" y="28226"/>
                    <a:pt x="18132" y="28240"/>
                  </a:cubicBezTo>
                  <a:close/>
                  <a:moveTo>
                    <a:pt x="22420" y="26139"/>
                  </a:moveTo>
                  <a:lnTo>
                    <a:pt x="22420" y="26125"/>
                  </a:lnTo>
                  <a:lnTo>
                    <a:pt x="22448" y="26167"/>
                  </a:lnTo>
                  <a:close/>
                  <a:moveTo>
                    <a:pt x="22136" y="9570"/>
                  </a:moveTo>
                  <a:lnTo>
                    <a:pt x="22136" y="9584"/>
                  </a:lnTo>
                  <a:lnTo>
                    <a:pt x="22122" y="9570"/>
                  </a:lnTo>
                  <a:close/>
                  <a:moveTo>
                    <a:pt x="14682" y="5111"/>
                  </a:moveTo>
                  <a:lnTo>
                    <a:pt x="14696" y="5182"/>
                  </a:lnTo>
                  <a:lnTo>
                    <a:pt x="14668" y="5182"/>
                  </a:lnTo>
                  <a:lnTo>
                    <a:pt x="14668" y="5111"/>
                  </a:lnTo>
                  <a:close/>
                  <a:moveTo>
                    <a:pt x="4786" y="11997"/>
                  </a:moveTo>
                  <a:cubicBezTo>
                    <a:pt x="4786" y="11997"/>
                    <a:pt x="4786" y="12012"/>
                    <a:pt x="4786" y="12012"/>
                  </a:cubicBezTo>
                  <a:cubicBezTo>
                    <a:pt x="4757" y="11983"/>
                    <a:pt x="4729" y="11955"/>
                    <a:pt x="4701" y="11941"/>
                  </a:cubicBezTo>
                  <a:cubicBezTo>
                    <a:pt x="4743" y="11955"/>
                    <a:pt x="4786" y="11969"/>
                    <a:pt x="4786" y="11983"/>
                  </a:cubicBezTo>
                  <a:close/>
                  <a:moveTo>
                    <a:pt x="23669" y="3947"/>
                  </a:moveTo>
                  <a:lnTo>
                    <a:pt x="23669" y="3947"/>
                  </a:lnTo>
                  <a:lnTo>
                    <a:pt x="23683" y="3947"/>
                  </a:lnTo>
                  <a:cubicBezTo>
                    <a:pt x="23683" y="3961"/>
                    <a:pt x="23683" y="3976"/>
                    <a:pt x="23669" y="3990"/>
                  </a:cubicBezTo>
                  <a:cubicBezTo>
                    <a:pt x="23669" y="3990"/>
                    <a:pt x="23669" y="3990"/>
                    <a:pt x="23655" y="3976"/>
                  </a:cubicBezTo>
                  <a:lnTo>
                    <a:pt x="23669" y="3961"/>
                  </a:lnTo>
                  <a:lnTo>
                    <a:pt x="23655" y="3961"/>
                  </a:lnTo>
                  <a:cubicBezTo>
                    <a:pt x="23655" y="3961"/>
                    <a:pt x="23655" y="3947"/>
                    <a:pt x="23669" y="3933"/>
                  </a:cubicBezTo>
                  <a:close/>
                  <a:moveTo>
                    <a:pt x="4473" y="11060"/>
                  </a:moveTo>
                  <a:cubicBezTo>
                    <a:pt x="4459" y="11046"/>
                    <a:pt x="4459" y="11032"/>
                    <a:pt x="4459" y="11032"/>
                  </a:cubicBezTo>
                  <a:lnTo>
                    <a:pt x="4459" y="11032"/>
                  </a:lnTo>
                  <a:cubicBezTo>
                    <a:pt x="4459" y="11032"/>
                    <a:pt x="4459" y="11046"/>
                    <a:pt x="4473" y="11060"/>
                  </a:cubicBezTo>
                  <a:close/>
                  <a:moveTo>
                    <a:pt x="4928" y="23540"/>
                  </a:moveTo>
                  <a:lnTo>
                    <a:pt x="4956" y="23540"/>
                  </a:lnTo>
                  <a:lnTo>
                    <a:pt x="4942" y="23555"/>
                  </a:lnTo>
                  <a:close/>
                  <a:moveTo>
                    <a:pt x="6901" y="24705"/>
                  </a:moveTo>
                  <a:lnTo>
                    <a:pt x="6901" y="24705"/>
                  </a:lnTo>
                  <a:cubicBezTo>
                    <a:pt x="6901" y="24719"/>
                    <a:pt x="6901" y="24719"/>
                    <a:pt x="6901" y="24733"/>
                  </a:cubicBezTo>
                  <a:cubicBezTo>
                    <a:pt x="6887" y="24719"/>
                    <a:pt x="6887" y="24719"/>
                    <a:pt x="6873" y="24705"/>
                  </a:cubicBezTo>
                  <a:close/>
                  <a:moveTo>
                    <a:pt x="7001" y="24918"/>
                  </a:moveTo>
                  <a:close/>
                  <a:moveTo>
                    <a:pt x="3423" y="11827"/>
                  </a:moveTo>
                  <a:close/>
                  <a:moveTo>
                    <a:pt x="17536" y="3237"/>
                  </a:moveTo>
                  <a:close/>
                  <a:moveTo>
                    <a:pt x="16684" y="4430"/>
                  </a:moveTo>
                  <a:cubicBezTo>
                    <a:pt x="16698" y="4387"/>
                    <a:pt x="16741" y="4373"/>
                    <a:pt x="16783" y="4373"/>
                  </a:cubicBezTo>
                  <a:cubicBezTo>
                    <a:pt x="16755" y="4387"/>
                    <a:pt x="16712" y="4402"/>
                    <a:pt x="16684" y="4430"/>
                  </a:cubicBezTo>
                  <a:close/>
                  <a:moveTo>
                    <a:pt x="9088" y="29064"/>
                  </a:moveTo>
                  <a:lnTo>
                    <a:pt x="9088" y="29049"/>
                  </a:lnTo>
                  <a:lnTo>
                    <a:pt x="9102" y="29049"/>
                  </a:lnTo>
                  <a:close/>
                  <a:moveTo>
                    <a:pt x="27872" y="29305"/>
                  </a:moveTo>
                  <a:cubicBezTo>
                    <a:pt x="27858" y="29291"/>
                    <a:pt x="27858" y="29291"/>
                    <a:pt x="27858" y="29276"/>
                  </a:cubicBezTo>
                  <a:cubicBezTo>
                    <a:pt x="27858" y="29291"/>
                    <a:pt x="27872" y="29305"/>
                    <a:pt x="27872" y="29305"/>
                  </a:cubicBezTo>
                  <a:close/>
                  <a:moveTo>
                    <a:pt x="32046" y="23072"/>
                  </a:moveTo>
                  <a:lnTo>
                    <a:pt x="32046" y="23072"/>
                  </a:lnTo>
                  <a:lnTo>
                    <a:pt x="32046" y="23072"/>
                  </a:lnTo>
                  <a:close/>
                  <a:moveTo>
                    <a:pt x="768" y="16839"/>
                  </a:moveTo>
                  <a:lnTo>
                    <a:pt x="768" y="16839"/>
                  </a:lnTo>
                  <a:lnTo>
                    <a:pt x="768" y="16839"/>
                  </a:lnTo>
                  <a:cubicBezTo>
                    <a:pt x="768" y="16839"/>
                    <a:pt x="768" y="16839"/>
                    <a:pt x="768" y="16839"/>
                  </a:cubicBezTo>
                  <a:close/>
                  <a:moveTo>
                    <a:pt x="2713" y="22987"/>
                  </a:moveTo>
                  <a:cubicBezTo>
                    <a:pt x="2699" y="23015"/>
                    <a:pt x="2670" y="23015"/>
                    <a:pt x="2613" y="22987"/>
                  </a:cubicBezTo>
                  <a:close/>
                  <a:moveTo>
                    <a:pt x="3920" y="22859"/>
                  </a:moveTo>
                  <a:lnTo>
                    <a:pt x="3920" y="22859"/>
                  </a:lnTo>
                  <a:lnTo>
                    <a:pt x="3877" y="22859"/>
                  </a:lnTo>
                  <a:close/>
                  <a:moveTo>
                    <a:pt x="16826" y="31974"/>
                  </a:moveTo>
                  <a:close/>
                  <a:moveTo>
                    <a:pt x="19168" y="31662"/>
                  </a:moveTo>
                  <a:close/>
                  <a:moveTo>
                    <a:pt x="32344" y="21354"/>
                  </a:moveTo>
                  <a:lnTo>
                    <a:pt x="32358" y="21354"/>
                  </a:lnTo>
                  <a:lnTo>
                    <a:pt x="32344" y="21340"/>
                  </a:lnTo>
                  <a:cubicBezTo>
                    <a:pt x="32344" y="21326"/>
                    <a:pt x="32344" y="21311"/>
                    <a:pt x="32358" y="21297"/>
                  </a:cubicBezTo>
                  <a:cubicBezTo>
                    <a:pt x="32358" y="21297"/>
                    <a:pt x="32373" y="21311"/>
                    <a:pt x="32373" y="21326"/>
                  </a:cubicBezTo>
                  <a:lnTo>
                    <a:pt x="32373" y="21354"/>
                  </a:lnTo>
                  <a:lnTo>
                    <a:pt x="32373" y="21354"/>
                  </a:lnTo>
                  <a:cubicBezTo>
                    <a:pt x="32358" y="21354"/>
                    <a:pt x="32344" y="21354"/>
                    <a:pt x="32344" y="21340"/>
                  </a:cubicBezTo>
                  <a:close/>
                  <a:moveTo>
                    <a:pt x="33281" y="21539"/>
                  </a:moveTo>
                  <a:lnTo>
                    <a:pt x="33281" y="21539"/>
                  </a:lnTo>
                  <a:lnTo>
                    <a:pt x="33281" y="21539"/>
                  </a:lnTo>
                  <a:lnTo>
                    <a:pt x="33281" y="21539"/>
                  </a:lnTo>
                  <a:close/>
                  <a:moveTo>
                    <a:pt x="33224" y="20459"/>
                  </a:moveTo>
                  <a:cubicBezTo>
                    <a:pt x="33196" y="20417"/>
                    <a:pt x="33196" y="20374"/>
                    <a:pt x="33182" y="20332"/>
                  </a:cubicBezTo>
                  <a:lnTo>
                    <a:pt x="33182" y="20332"/>
                  </a:lnTo>
                  <a:cubicBezTo>
                    <a:pt x="33196" y="20374"/>
                    <a:pt x="33224" y="20431"/>
                    <a:pt x="33224" y="20459"/>
                  </a:cubicBezTo>
                  <a:close/>
                  <a:moveTo>
                    <a:pt x="1378" y="17748"/>
                  </a:moveTo>
                  <a:lnTo>
                    <a:pt x="1378" y="17748"/>
                  </a:lnTo>
                  <a:lnTo>
                    <a:pt x="1378" y="17748"/>
                  </a:lnTo>
                  <a:lnTo>
                    <a:pt x="1378" y="17748"/>
                  </a:lnTo>
                  <a:lnTo>
                    <a:pt x="1378" y="17748"/>
                  </a:lnTo>
                  <a:lnTo>
                    <a:pt x="1378" y="17748"/>
                  </a:lnTo>
                  <a:cubicBezTo>
                    <a:pt x="1378" y="17733"/>
                    <a:pt x="1364" y="17748"/>
                    <a:pt x="1378" y="17748"/>
                  </a:cubicBezTo>
                  <a:close/>
                  <a:moveTo>
                    <a:pt x="12254" y="30057"/>
                  </a:moveTo>
                  <a:lnTo>
                    <a:pt x="12254" y="30043"/>
                  </a:lnTo>
                  <a:lnTo>
                    <a:pt x="12268" y="30043"/>
                  </a:lnTo>
                  <a:close/>
                  <a:moveTo>
                    <a:pt x="17621" y="31250"/>
                  </a:moveTo>
                  <a:lnTo>
                    <a:pt x="17621" y="31250"/>
                  </a:lnTo>
                  <a:lnTo>
                    <a:pt x="17621" y="31250"/>
                  </a:lnTo>
                  <a:close/>
                  <a:moveTo>
                    <a:pt x="28397" y="6645"/>
                  </a:moveTo>
                  <a:cubicBezTo>
                    <a:pt x="28411" y="6687"/>
                    <a:pt x="28411" y="6744"/>
                    <a:pt x="28326" y="6773"/>
                  </a:cubicBezTo>
                  <a:lnTo>
                    <a:pt x="28284" y="6702"/>
                  </a:lnTo>
                  <a:cubicBezTo>
                    <a:pt x="28326" y="6687"/>
                    <a:pt x="28355" y="6673"/>
                    <a:pt x="28397" y="6645"/>
                  </a:cubicBezTo>
                  <a:close/>
                  <a:moveTo>
                    <a:pt x="9201" y="3791"/>
                  </a:moveTo>
                  <a:lnTo>
                    <a:pt x="9187" y="3819"/>
                  </a:lnTo>
                  <a:cubicBezTo>
                    <a:pt x="9187" y="3805"/>
                    <a:pt x="9187" y="3805"/>
                    <a:pt x="9201" y="3791"/>
                  </a:cubicBezTo>
                  <a:close/>
                  <a:moveTo>
                    <a:pt x="33480" y="23768"/>
                  </a:moveTo>
                  <a:cubicBezTo>
                    <a:pt x="33508" y="23768"/>
                    <a:pt x="33523" y="23753"/>
                    <a:pt x="33551" y="23739"/>
                  </a:cubicBezTo>
                  <a:lnTo>
                    <a:pt x="33551" y="23739"/>
                  </a:lnTo>
                  <a:lnTo>
                    <a:pt x="33579" y="23697"/>
                  </a:lnTo>
                  <a:cubicBezTo>
                    <a:pt x="33579" y="23711"/>
                    <a:pt x="33579" y="23725"/>
                    <a:pt x="33594" y="23739"/>
                  </a:cubicBezTo>
                  <a:cubicBezTo>
                    <a:pt x="33608" y="23782"/>
                    <a:pt x="33622" y="23810"/>
                    <a:pt x="33636" y="23853"/>
                  </a:cubicBezTo>
                  <a:cubicBezTo>
                    <a:pt x="33594" y="23810"/>
                    <a:pt x="33537" y="23782"/>
                    <a:pt x="33480" y="23768"/>
                  </a:cubicBezTo>
                  <a:close/>
                  <a:moveTo>
                    <a:pt x="4530" y="7156"/>
                  </a:moveTo>
                  <a:lnTo>
                    <a:pt x="4587" y="7085"/>
                  </a:lnTo>
                  <a:lnTo>
                    <a:pt x="4615" y="7071"/>
                  </a:lnTo>
                  <a:cubicBezTo>
                    <a:pt x="4601" y="7099"/>
                    <a:pt x="4573" y="7128"/>
                    <a:pt x="4544" y="7156"/>
                  </a:cubicBezTo>
                  <a:close/>
                  <a:moveTo>
                    <a:pt x="12112" y="32684"/>
                  </a:moveTo>
                  <a:lnTo>
                    <a:pt x="12112" y="32684"/>
                  </a:lnTo>
                  <a:lnTo>
                    <a:pt x="12112" y="32698"/>
                  </a:lnTo>
                  <a:close/>
                  <a:moveTo>
                    <a:pt x="14767" y="33607"/>
                  </a:moveTo>
                  <a:lnTo>
                    <a:pt x="14767" y="33607"/>
                  </a:lnTo>
                  <a:lnTo>
                    <a:pt x="14767" y="33607"/>
                  </a:lnTo>
                  <a:lnTo>
                    <a:pt x="14767" y="33607"/>
                  </a:lnTo>
                  <a:cubicBezTo>
                    <a:pt x="14767" y="33607"/>
                    <a:pt x="14781" y="33607"/>
                    <a:pt x="14781" y="33607"/>
                  </a:cubicBezTo>
                  <a:close/>
                  <a:moveTo>
                    <a:pt x="30427" y="25429"/>
                  </a:moveTo>
                  <a:close/>
                  <a:moveTo>
                    <a:pt x="3636" y="7837"/>
                  </a:moveTo>
                  <a:cubicBezTo>
                    <a:pt x="3622" y="7837"/>
                    <a:pt x="3622" y="7823"/>
                    <a:pt x="3636" y="7823"/>
                  </a:cubicBezTo>
                  <a:lnTo>
                    <a:pt x="3664" y="7823"/>
                  </a:lnTo>
                  <a:close/>
                  <a:moveTo>
                    <a:pt x="881" y="12352"/>
                  </a:moveTo>
                  <a:lnTo>
                    <a:pt x="881" y="12367"/>
                  </a:lnTo>
                  <a:lnTo>
                    <a:pt x="867" y="12338"/>
                  </a:lnTo>
                  <a:lnTo>
                    <a:pt x="867" y="12338"/>
                  </a:lnTo>
                  <a:close/>
                  <a:moveTo>
                    <a:pt x="6433" y="30242"/>
                  </a:moveTo>
                  <a:cubicBezTo>
                    <a:pt x="6447" y="30256"/>
                    <a:pt x="6447" y="30285"/>
                    <a:pt x="6461" y="30299"/>
                  </a:cubicBezTo>
                  <a:cubicBezTo>
                    <a:pt x="6447" y="30285"/>
                    <a:pt x="6433" y="30256"/>
                    <a:pt x="6433" y="30228"/>
                  </a:cubicBezTo>
                  <a:close/>
                  <a:moveTo>
                    <a:pt x="29902" y="28595"/>
                  </a:moveTo>
                  <a:lnTo>
                    <a:pt x="29902" y="28595"/>
                  </a:lnTo>
                  <a:lnTo>
                    <a:pt x="29916" y="28595"/>
                  </a:lnTo>
                  <a:close/>
                  <a:moveTo>
                    <a:pt x="32160" y="26181"/>
                  </a:moveTo>
                  <a:lnTo>
                    <a:pt x="32145" y="25826"/>
                  </a:lnTo>
                  <a:lnTo>
                    <a:pt x="32145" y="25826"/>
                  </a:lnTo>
                  <a:lnTo>
                    <a:pt x="32287" y="25841"/>
                  </a:lnTo>
                  <a:cubicBezTo>
                    <a:pt x="32287" y="25869"/>
                    <a:pt x="32287" y="25883"/>
                    <a:pt x="32287" y="25897"/>
                  </a:cubicBezTo>
                  <a:cubicBezTo>
                    <a:pt x="32287" y="25926"/>
                    <a:pt x="32302" y="25954"/>
                    <a:pt x="32316" y="25968"/>
                  </a:cubicBezTo>
                  <a:cubicBezTo>
                    <a:pt x="32316" y="25997"/>
                    <a:pt x="32316" y="26011"/>
                    <a:pt x="32344" y="26025"/>
                  </a:cubicBezTo>
                  <a:cubicBezTo>
                    <a:pt x="32259" y="26054"/>
                    <a:pt x="32202" y="26110"/>
                    <a:pt x="32160" y="26181"/>
                  </a:cubicBezTo>
                  <a:close/>
                  <a:moveTo>
                    <a:pt x="33182" y="14383"/>
                  </a:moveTo>
                  <a:close/>
                  <a:moveTo>
                    <a:pt x="16442" y="1051"/>
                  </a:moveTo>
                  <a:lnTo>
                    <a:pt x="16428" y="1093"/>
                  </a:lnTo>
                  <a:lnTo>
                    <a:pt x="16400" y="1093"/>
                  </a:lnTo>
                  <a:cubicBezTo>
                    <a:pt x="16414" y="1079"/>
                    <a:pt x="16428" y="1065"/>
                    <a:pt x="16442" y="1051"/>
                  </a:cubicBezTo>
                  <a:close/>
                  <a:moveTo>
                    <a:pt x="5481" y="5906"/>
                  </a:moveTo>
                  <a:lnTo>
                    <a:pt x="5481" y="5906"/>
                  </a:lnTo>
                  <a:lnTo>
                    <a:pt x="5481" y="5906"/>
                  </a:lnTo>
                  <a:lnTo>
                    <a:pt x="5453" y="5878"/>
                  </a:lnTo>
                  <a:close/>
                  <a:moveTo>
                    <a:pt x="2202" y="9172"/>
                  </a:moveTo>
                  <a:lnTo>
                    <a:pt x="2202" y="9172"/>
                  </a:lnTo>
                  <a:cubicBezTo>
                    <a:pt x="2202" y="9158"/>
                    <a:pt x="2202" y="9158"/>
                    <a:pt x="2202" y="9158"/>
                  </a:cubicBezTo>
                  <a:cubicBezTo>
                    <a:pt x="2202" y="9158"/>
                    <a:pt x="2202" y="9158"/>
                    <a:pt x="2202" y="9172"/>
                  </a:cubicBezTo>
                  <a:close/>
                  <a:moveTo>
                    <a:pt x="9854" y="32485"/>
                  </a:moveTo>
                  <a:lnTo>
                    <a:pt x="9854" y="32457"/>
                  </a:lnTo>
                  <a:lnTo>
                    <a:pt x="9854" y="32485"/>
                  </a:lnTo>
                  <a:close/>
                  <a:moveTo>
                    <a:pt x="26921" y="31023"/>
                  </a:moveTo>
                  <a:cubicBezTo>
                    <a:pt x="26878" y="30923"/>
                    <a:pt x="26892" y="30824"/>
                    <a:pt x="26935" y="30739"/>
                  </a:cubicBezTo>
                  <a:lnTo>
                    <a:pt x="26977" y="30739"/>
                  </a:lnTo>
                  <a:lnTo>
                    <a:pt x="27020" y="30753"/>
                  </a:lnTo>
                  <a:cubicBezTo>
                    <a:pt x="26992" y="30781"/>
                    <a:pt x="26963" y="30810"/>
                    <a:pt x="26949" y="30838"/>
                  </a:cubicBezTo>
                  <a:cubicBezTo>
                    <a:pt x="26935" y="30895"/>
                    <a:pt x="26921" y="30966"/>
                    <a:pt x="26921" y="31023"/>
                  </a:cubicBezTo>
                  <a:close/>
                  <a:moveTo>
                    <a:pt x="29434" y="29163"/>
                  </a:moveTo>
                  <a:cubicBezTo>
                    <a:pt x="29462" y="29149"/>
                    <a:pt x="29476" y="29135"/>
                    <a:pt x="29490" y="29106"/>
                  </a:cubicBezTo>
                  <a:lnTo>
                    <a:pt x="29490" y="29106"/>
                  </a:lnTo>
                  <a:lnTo>
                    <a:pt x="29490" y="29106"/>
                  </a:lnTo>
                  <a:cubicBezTo>
                    <a:pt x="29476" y="29135"/>
                    <a:pt x="29462" y="29149"/>
                    <a:pt x="29448" y="29163"/>
                  </a:cubicBezTo>
                  <a:close/>
                  <a:moveTo>
                    <a:pt x="30527" y="27459"/>
                  </a:moveTo>
                  <a:cubicBezTo>
                    <a:pt x="30555" y="27431"/>
                    <a:pt x="30598" y="27402"/>
                    <a:pt x="30626" y="27402"/>
                  </a:cubicBezTo>
                  <a:lnTo>
                    <a:pt x="30626" y="27402"/>
                  </a:lnTo>
                  <a:cubicBezTo>
                    <a:pt x="30598" y="27431"/>
                    <a:pt x="30569" y="27445"/>
                    <a:pt x="30527" y="27459"/>
                  </a:cubicBezTo>
                  <a:close/>
                  <a:moveTo>
                    <a:pt x="31052" y="27743"/>
                  </a:move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13" name="Google Shape;1213;p76"/>
            <p:cNvPicPr preferRelativeResize="0"/>
            <p:nvPr/>
          </p:nvPicPr>
          <p:blipFill>
            <a:blip r:embed="rId6">
              <a:alphaModFix amt="81000"/>
            </a:blip>
            <a:stretch>
              <a:fillRect/>
            </a:stretch>
          </p:blipFill>
          <p:spPr>
            <a:xfrm>
              <a:off x="13256056" y="2768632"/>
              <a:ext cx="1192724" cy="1192717"/>
            </a:xfrm>
            <a:prstGeom prst="rect">
              <a:avLst/>
            </a:prstGeom>
            <a:noFill/>
            <a:ln>
              <a:noFill/>
            </a:ln>
          </p:spPr>
        </p:pic>
      </p:grpSp>
      <p:pic>
        <p:nvPicPr>
          <p:cNvPr id="1214" name="Google Shape;1214;p76"/>
          <p:cNvPicPr preferRelativeResize="0"/>
          <p:nvPr/>
        </p:nvPicPr>
        <p:blipFill>
          <a:blip r:embed="rId7">
            <a:alphaModFix/>
          </a:blip>
          <a:stretch>
            <a:fillRect/>
          </a:stretch>
        </p:blipFill>
        <p:spPr>
          <a:xfrm>
            <a:off x="1504950" y="2171775"/>
            <a:ext cx="342900" cy="371475"/>
          </a:xfrm>
          <a:prstGeom prst="rect">
            <a:avLst/>
          </a:prstGeom>
          <a:noFill/>
          <a:ln>
            <a:noFill/>
          </a:ln>
        </p:spPr>
      </p:pic>
      <p:pic>
        <p:nvPicPr>
          <p:cNvPr id="1215" name="Google Shape;1215;p76"/>
          <p:cNvPicPr preferRelativeResize="0"/>
          <p:nvPr/>
        </p:nvPicPr>
        <p:blipFill>
          <a:blip r:embed="rId8">
            <a:alphaModFix/>
          </a:blip>
          <a:stretch>
            <a:fillRect/>
          </a:stretch>
        </p:blipFill>
        <p:spPr>
          <a:xfrm>
            <a:off x="3418513" y="4426625"/>
            <a:ext cx="342900" cy="371475"/>
          </a:xfrm>
          <a:prstGeom prst="rect">
            <a:avLst/>
          </a:prstGeom>
          <a:noFill/>
          <a:ln>
            <a:noFill/>
          </a:ln>
        </p:spPr>
      </p:pic>
      <p:pic>
        <p:nvPicPr>
          <p:cNvPr id="1216" name="Google Shape;1216;p76"/>
          <p:cNvPicPr preferRelativeResize="0"/>
          <p:nvPr/>
        </p:nvPicPr>
        <p:blipFill>
          <a:blip r:embed="rId9">
            <a:alphaModFix/>
          </a:blip>
          <a:stretch>
            <a:fillRect/>
          </a:stretch>
        </p:blipFill>
        <p:spPr>
          <a:xfrm>
            <a:off x="4837263" y="4240888"/>
            <a:ext cx="342900" cy="371475"/>
          </a:xfrm>
          <a:prstGeom prst="rect">
            <a:avLst/>
          </a:prstGeom>
          <a:noFill/>
          <a:ln>
            <a:noFill/>
          </a:ln>
        </p:spPr>
      </p:pic>
      <p:pic>
        <p:nvPicPr>
          <p:cNvPr id="1217" name="Google Shape;1217;p76"/>
          <p:cNvPicPr preferRelativeResize="0"/>
          <p:nvPr/>
        </p:nvPicPr>
        <p:blipFill>
          <a:blip r:embed="rId7">
            <a:alphaModFix/>
          </a:blip>
          <a:stretch>
            <a:fillRect/>
          </a:stretch>
        </p:blipFill>
        <p:spPr>
          <a:xfrm>
            <a:off x="4731363" y="712250"/>
            <a:ext cx="342900" cy="3714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77"/>
          <p:cNvSpPr txBox="1"/>
          <p:nvPr>
            <p:ph idx="3" type="title"/>
          </p:nvPr>
        </p:nvSpPr>
        <p:spPr>
          <a:xfrm>
            <a:off x="5818076" y="1514475"/>
            <a:ext cx="2231400" cy="41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1223" name="Google Shape;1223;p77"/>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Factors to consider</a:t>
            </a:r>
            <a:endParaRPr/>
          </a:p>
        </p:txBody>
      </p:sp>
      <p:sp>
        <p:nvSpPr>
          <p:cNvPr id="1224" name="Google Shape;1224;p77"/>
          <p:cNvSpPr txBox="1"/>
          <p:nvPr>
            <p:ph idx="2" type="title"/>
          </p:nvPr>
        </p:nvSpPr>
        <p:spPr>
          <a:xfrm>
            <a:off x="2029623" y="1514475"/>
            <a:ext cx="2231400" cy="41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a:t>
            </a:r>
            <a:endParaRPr/>
          </a:p>
        </p:txBody>
      </p:sp>
      <p:sp>
        <p:nvSpPr>
          <p:cNvPr id="1225" name="Google Shape;1225;p77"/>
          <p:cNvSpPr txBox="1"/>
          <p:nvPr>
            <p:ph idx="1" type="subTitle"/>
          </p:nvPr>
        </p:nvSpPr>
        <p:spPr>
          <a:xfrm>
            <a:off x="2029623" y="1942425"/>
            <a:ext cx="22314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 is the second planet from the Sun</a:t>
            </a:r>
            <a:endParaRPr/>
          </a:p>
        </p:txBody>
      </p:sp>
      <p:sp>
        <p:nvSpPr>
          <p:cNvPr id="1226" name="Google Shape;1226;p77"/>
          <p:cNvSpPr txBox="1"/>
          <p:nvPr>
            <p:ph idx="4" type="subTitle"/>
          </p:nvPr>
        </p:nvSpPr>
        <p:spPr>
          <a:xfrm>
            <a:off x="5818073" y="1942425"/>
            <a:ext cx="22314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 is the biggest planet </a:t>
            </a:r>
            <a:r>
              <a:rPr lang="en"/>
              <a:t>of them all</a:t>
            </a:r>
            <a:endParaRPr/>
          </a:p>
        </p:txBody>
      </p:sp>
      <p:sp>
        <p:nvSpPr>
          <p:cNvPr id="1227" name="Google Shape;1227;p77"/>
          <p:cNvSpPr txBox="1"/>
          <p:nvPr>
            <p:ph idx="5" type="title"/>
          </p:nvPr>
        </p:nvSpPr>
        <p:spPr>
          <a:xfrm>
            <a:off x="2029623" y="3062075"/>
            <a:ext cx="2231400" cy="41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Mars</a:t>
            </a:r>
            <a:endParaRPr/>
          </a:p>
        </p:txBody>
      </p:sp>
      <p:sp>
        <p:nvSpPr>
          <p:cNvPr id="1228" name="Google Shape;1228;p77"/>
          <p:cNvSpPr txBox="1"/>
          <p:nvPr>
            <p:ph idx="6" type="subTitle"/>
          </p:nvPr>
        </p:nvSpPr>
        <p:spPr>
          <a:xfrm>
            <a:off x="2029623" y="3490125"/>
            <a:ext cx="22314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Despite being red, Mars is a cold place</a:t>
            </a:r>
            <a:endParaRPr/>
          </a:p>
        </p:txBody>
      </p:sp>
      <p:sp>
        <p:nvSpPr>
          <p:cNvPr id="1229" name="Google Shape;1229;p77"/>
          <p:cNvSpPr txBox="1"/>
          <p:nvPr>
            <p:ph idx="7" type="title"/>
          </p:nvPr>
        </p:nvSpPr>
        <p:spPr>
          <a:xfrm>
            <a:off x="5818076" y="3062075"/>
            <a:ext cx="2231400" cy="41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Saturn</a:t>
            </a:r>
            <a:endParaRPr/>
          </a:p>
        </p:txBody>
      </p:sp>
      <p:sp>
        <p:nvSpPr>
          <p:cNvPr id="1230" name="Google Shape;1230;p77"/>
          <p:cNvSpPr txBox="1"/>
          <p:nvPr>
            <p:ph idx="8" type="subTitle"/>
          </p:nvPr>
        </p:nvSpPr>
        <p:spPr>
          <a:xfrm>
            <a:off x="5818073" y="3490125"/>
            <a:ext cx="22314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Saturn is a gas giant and has several rings</a:t>
            </a:r>
            <a:endParaRPr/>
          </a:p>
        </p:txBody>
      </p:sp>
      <p:sp>
        <p:nvSpPr>
          <p:cNvPr id="1231" name="Google Shape;1231;p77"/>
          <p:cNvSpPr/>
          <p:nvPr/>
        </p:nvSpPr>
        <p:spPr>
          <a:xfrm>
            <a:off x="1094524" y="1632375"/>
            <a:ext cx="758400" cy="7584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7"/>
          <p:cNvSpPr/>
          <p:nvPr/>
        </p:nvSpPr>
        <p:spPr>
          <a:xfrm>
            <a:off x="1094524" y="3184950"/>
            <a:ext cx="758400" cy="7584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7"/>
          <p:cNvSpPr/>
          <p:nvPr/>
        </p:nvSpPr>
        <p:spPr>
          <a:xfrm>
            <a:off x="4885474" y="1632375"/>
            <a:ext cx="758400" cy="7584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7"/>
          <p:cNvSpPr/>
          <p:nvPr/>
        </p:nvSpPr>
        <p:spPr>
          <a:xfrm>
            <a:off x="4885474" y="3184950"/>
            <a:ext cx="758400" cy="7584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5" name="Google Shape;1235;p77"/>
          <p:cNvGrpSpPr/>
          <p:nvPr/>
        </p:nvGrpSpPr>
        <p:grpSpPr>
          <a:xfrm>
            <a:off x="5138114" y="3413467"/>
            <a:ext cx="253135" cy="301354"/>
            <a:chOff x="7139125" y="3637775"/>
            <a:chExt cx="213400" cy="254050"/>
          </a:xfrm>
        </p:grpSpPr>
        <p:sp>
          <p:nvSpPr>
            <p:cNvPr id="1236" name="Google Shape;1236;p77"/>
            <p:cNvSpPr/>
            <p:nvPr/>
          </p:nvSpPr>
          <p:spPr>
            <a:xfrm>
              <a:off x="7159450" y="3637775"/>
              <a:ext cx="173375" cy="208625"/>
            </a:xfrm>
            <a:custGeom>
              <a:rect b="b" l="l" r="r" t="t"/>
              <a:pathLst>
                <a:path extrusionOk="0" h="8345" w="6935">
                  <a:moveTo>
                    <a:pt x="3491" y="574"/>
                  </a:moveTo>
                  <a:cubicBezTo>
                    <a:pt x="3754" y="574"/>
                    <a:pt x="3874" y="885"/>
                    <a:pt x="3683" y="1076"/>
                  </a:cubicBezTo>
                  <a:cubicBezTo>
                    <a:pt x="3627" y="1140"/>
                    <a:pt x="3552" y="1169"/>
                    <a:pt x="3478" y="1169"/>
                  </a:cubicBezTo>
                  <a:cubicBezTo>
                    <a:pt x="3329" y="1169"/>
                    <a:pt x="3180" y="1052"/>
                    <a:pt x="3180" y="861"/>
                  </a:cubicBezTo>
                  <a:cubicBezTo>
                    <a:pt x="3180" y="694"/>
                    <a:pt x="3324" y="574"/>
                    <a:pt x="3491" y="574"/>
                  </a:cubicBezTo>
                  <a:close/>
                  <a:moveTo>
                    <a:pt x="3180" y="1817"/>
                  </a:moveTo>
                  <a:lnTo>
                    <a:pt x="3180" y="2941"/>
                  </a:lnTo>
                  <a:lnTo>
                    <a:pt x="2296" y="2941"/>
                  </a:lnTo>
                  <a:cubicBezTo>
                    <a:pt x="2415" y="2463"/>
                    <a:pt x="2750" y="2056"/>
                    <a:pt x="3180" y="1817"/>
                  </a:cubicBezTo>
                  <a:close/>
                  <a:moveTo>
                    <a:pt x="1961" y="2200"/>
                  </a:moveTo>
                  <a:cubicBezTo>
                    <a:pt x="1818" y="2439"/>
                    <a:pt x="1722" y="2702"/>
                    <a:pt x="1650" y="2965"/>
                  </a:cubicBezTo>
                  <a:lnTo>
                    <a:pt x="1148" y="2965"/>
                  </a:lnTo>
                  <a:cubicBezTo>
                    <a:pt x="1363" y="2654"/>
                    <a:pt x="1626" y="2415"/>
                    <a:pt x="1937" y="2200"/>
                  </a:cubicBezTo>
                  <a:close/>
                  <a:moveTo>
                    <a:pt x="3778" y="1841"/>
                  </a:moveTo>
                  <a:cubicBezTo>
                    <a:pt x="4232" y="2056"/>
                    <a:pt x="4543" y="2487"/>
                    <a:pt x="4687" y="2965"/>
                  </a:cubicBezTo>
                  <a:lnTo>
                    <a:pt x="3778" y="2965"/>
                  </a:lnTo>
                  <a:lnTo>
                    <a:pt x="3778" y="1841"/>
                  </a:lnTo>
                  <a:close/>
                  <a:moveTo>
                    <a:pt x="4997" y="2224"/>
                  </a:moveTo>
                  <a:lnTo>
                    <a:pt x="4997" y="2224"/>
                  </a:lnTo>
                  <a:cubicBezTo>
                    <a:pt x="5308" y="2415"/>
                    <a:pt x="5571" y="2654"/>
                    <a:pt x="5786" y="2965"/>
                  </a:cubicBezTo>
                  <a:lnTo>
                    <a:pt x="5284" y="2965"/>
                  </a:lnTo>
                  <a:cubicBezTo>
                    <a:pt x="5237" y="2702"/>
                    <a:pt x="5141" y="2439"/>
                    <a:pt x="4997" y="2224"/>
                  </a:cubicBezTo>
                  <a:close/>
                  <a:moveTo>
                    <a:pt x="3180" y="3539"/>
                  </a:moveTo>
                  <a:lnTo>
                    <a:pt x="3180" y="4734"/>
                  </a:lnTo>
                  <a:lnTo>
                    <a:pt x="2200" y="4734"/>
                  </a:lnTo>
                  <a:lnTo>
                    <a:pt x="2200" y="3539"/>
                  </a:lnTo>
                  <a:close/>
                  <a:moveTo>
                    <a:pt x="1603" y="3563"/>
                  </a:moveTo>
                  <a:lnTo>
                    <a:pt x="1603" y="4758"/>
                  </a:lnTo>
                  <a:lnTo>
                    <a:pt x="598" y="4758"/>
                  </a:lnTo>
                  <a:lnTo>
                    <a:pt x="598" y="4639"/>
                  </a:lnTo>
                  <a:cubicBezTo>
                    <a:pt x="598" y="4280"/>
                    <a:pt x="670" y="3897"/>
                    <a:pt x="814" y="3563"/>
                  </a:cubicBezTo>
                  <a:close/>
                  <a:moveTo>
                    <a:pt x="4758" y="3563"/>
                  </a:moveTo>
                  <a:lnTo>
                    <a:pt x="4758" y="4758"/>
                  </a:lnTo>
                  <a:lnTo>
                    <a:pt x="3754" y="4758"/>
                  </a:lnTo>
                  <a:lnTo>
                    <a:pt x="3754" y="3563"/>
                  </a:lnTo>
                  <a:close/>
                  <a:moveTo>
                    <a:pt x="6121" y="3563"/>
                  </a:moveTo>
                  <a:cubicBezTo>
                    <a:pt x="6265" y="3897"/>
                    <a:pt x="6336" y="4280"/>
                    <a:pt x="6336" y="4662"/>
                  </a:cubicBezTo>
                  <a:lnTo>
                    <a:pt x="6336" y="4758"/>
                  </a:lnTo>
                  <a:lnTo>
                    <a:pt x="5356" y="4758"/>
                  </a:lnTo>
                  <a:lnTo>
                    <a:pt x="5356" y="3563"/>
                  </a:lnTo>
                  <a:close/>
                  <a:moveTo>
                    <a:pt x="1603" y="5332"/>
                  </a:moveTo>
                  <a:lnTo>
                    <a:pt x="1603" y="6527"/>
                  </a:lnTo>
                  <a:lnTo>
                    <a:pt x="598" y="6527"/>
                  </a:lnTo>
                  <a:lnTo>
                    <a:pt x="598" y="5332"/>
                  </a:lnTo>
                  <a:close/>
                  <a:moveTo>
                    <a:pt x="3180" y="5332"/>
                  </a:moveTo>
                  <a:lnTo>
                    <a:pt x="3180" y="6527"/>
                  </a:lnTo>
                  <a:lnTo>
                    <a:pt x="2200" y="6527"/>
                  </a:lnTo>
                  <a:lnTo>
                    <a:pt x="2200" y="5332"/>
                  </a:lnTo>
                  <a:close/>
                  <a:moveTo>
                    <a:pt x="4758" y="5356"/>
                  </a:moveTo>
                  <a:lnTo>
                    <a:pt x="4758" y="6551"/>
                  </a:lnTo>
                  <a:lnTo>
                    <a:pt x="3778" y="6551"/>
                  </a:lnTo>
                  <a:lnTo>
                    <a:pt x="3778" y="5356"/>
                  </a:lnTo>
                  <a:close/>
                  <a:moveTo>
                    <a:pt x="6336" y="5356"/>
                  </a:moveTo>
                  <a:lnTo>
                    <a:pt x="6336" y="6551"/>
                  </a:lnTo>
                  <a:lnTo>
                    <a:pt x="5356" y="6551"/>
                  </a:lnTo>
                  <a:lnTo>
                    <a:pt x="5356" y="5356"/>
                  </a:lnTo>
                  <a:close/>
                  <a:moveTo>
                    <a:pt x="3467" y="0"/>
                  </a:moveTo>
                  <a:cubicBezTo>
                    <a:pt x="2798" y="0"/>
                    <a:pt x="2368" y="694"/>
                    <a:pt x="2654" y="1291"/>
                  </a:cubicBezTo>
                  <a:cubicBezTo>
                    <a:pt x="1100" y="1650"/>
                    <a:pt x="1" y="3061"/>
                    <a:pt x="1" y="4662"/>
                  </a:cubicBezTo>
                  <a:lnTo>
                    <a:pt x="1" y="8344"/>
                  </a:lnTo>
                  <a:lnTo>
                    <a:pt x="598" y="8344"/>
                  </a:lnTo>
                  <a:lnTo>
                    <a:pt x="574" y="7149"/>
                  </a:lnTo>
                  <a:lnTo>
                    <a:pt x="1579" y="7149"/>
                  </a:lnTo>
                  <a:lnTo>
                    <a:pt x="1579" y="8344"/>
                  </a:lnTo>
                  <a:lnTo>
                    <a:pt x="2176" y="8344"/>
                  </a:lnTo>
                  <a:lnTo>
                    <a:pt x="2176" y="7149"/>
                  </a:lnTo>
                  <a:lnTo>
                    <a:pt x="3157" y="7149"/>
                  </a:lnTo>
                  <a:lnTo>
                    <a:pt x="3157" y="8344"/>
                  </a:lnTo>
                  <a:lnTo>
                    <a:pt x="3754" y="8344"/>
                  </a:lnTo>
                  <a:lnTo>
                    <a:pt x="3754" y="7149"/>
                  </a:lnTo>
                  <a:lnTo>
                    <a:pt x="4758" y="7149"/>
                  </a:lnTo>
                  <a:lnTo>
                    <a:pt x="4758" y="8344"/>
                  </a:lnTo>
                  <a:lnTo>
                    <a:pt x="5356" y="8344"/>
                  </a:lnTo>
                  <a:lnTo>
                    <a:pt x="5356" y="7149"/>
                  </a:lnTo>
                  <a:lnTo>
                    <a:pt x="6336" y="7149"/>
                  </a:lnTo>
                  <a:lnTo>
                    <a:pt x="6336" y="8344"/>
                  </a:lnTo>
                  <a:lnTo>
                    <a:pt x="6934" y="8344"/>
                  </a:lnTo>
                  <a:lnTo>
                    <a:pt x="6934" y="4662"/>
                  </a:lnTo>
                  <a:cubicBezTo>
                    <a:pt x="6934" y="3061"/>
                    <a:pt x="5834" y="1650"/>
                    <a:pt x="4256" y="1291"/>
                  </a:cubicBezTo>
                  <a:cubicBezTo>
                    <a:pt x="4567" y="694"/>
                    <a:pt x="4137" y="0"/>
                    <a:pt x="34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7"/>
            <p:cNvSpPr/>
            <p:nvPr/>
          </p:nvSpPr>
          <p:spPr>
            <a:xfrm>
              <a:off x="7139125" y="3861300"/>
              <a:ext cx="213400" cy="30525"/>
            </a:xfrm>
            <a:custGeom>
              <a:rect b="b" l="l" r="r" t="t"/>
              <a:pathLst>
                <a:path extrusionOk="0" h="1221" w="8536">
                  <a:moveTo>
                    <a:pt x="288" y="1"/>
                  </a:moveTo>
                  <a:cubicBezTo>
                    <a:pt x="120" y="1"/>
                    <a:pt x="1" y="121"/>
                    <a:pt x="1" y="288"/>
                  </a:cubicBezTo>
                  <a:lnTo>
                    <a:pt x="1" y="933"/>
                  </a:lnTo>
                  <a:cubicBezTo>
                    <a:pt x="1" y="1101"/>
                    <a:pt x="120" y="1220"/>
                    <a:pt x="288" y="1220"/>
                  </a:cubicBezTo>
                  <a:lnTo>
                    <a:pt x="8225" y="1220"/>
                  </a:lnTo>
                  <a:cubicBezTo>
                    <a:pt x="8393" y="1220"/>
                    <a:pt x="8536" y="1101"/>
                    <a:pt x="8536" y="933"/>
                  </a:cubicBezTo>
                  <a:lnTo>
                    <a:pt x="8536" y="288"/>
                  </a:lnTo>
                  <a:cubicBezTo>
                    <a:pt x="8536" y="121"/>
                    <a:pt x="8393" y="1"/>
                    <a:pt x="82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77"/>
          <p:cNvGrpSpPr/>
          <p:nvPr/>
        </p:nvGrpSpPr>
        <p:grpSpPr>
          <a:xfrm>
            <a:off x="5134208" y="1860536"/>
            <a:ext cx="260934" cy="302066"/>
            <a:chOff x="4101600" y="1379650"/>
            <a:chExt cx="219975" cy="254650"/>
          </a:xfrm>
        </p:grpSpPr>
        <p:sp>
          <p:nvSpPr>
            <p:cNvPr id="1239" name="Google Shape;1239;p77"/>
            <p:cNvSpPr/>
            <p:nvPr/>
          </p:nvSpPr>
          <p:spPr>
            <a:xfrm>
              <a:off x="4190650" y="1426875"/>
              <a:ext cx="14975" cy="14975"/>
            </a:xfrm>
            <a:custGeom>
              <a:rect b="b" l="l" r="r" t="t"/>
              <a:pathLst>
                <a:path extrusionOk="0" h="599" w="599">
                  <a:moveTo>
                    <a:pt x="1" y="1"/>
                  </a:moveTo>
                  <a:lnTo>
                    <a:pt x="1" y="598"/>
                  </a:lnTo>
                  <a:lnTo>
                    <a:pt x="599" y="598"/>
                  </a:lnTo>
                  <a:lnTo>
                    <a:pt x="5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77"/>
            <p:cNvSpPr/>
            <p:nvPr/>
          </p:nvSpPr>
          <p:spPr>
            <a:xfrm>
              <a:off x="4170950" y="1456775"/>
              <a:ext cx="54400" cy="44250"/>
            </a:xfrm>
            <a:custGeom>
              <a:rect b="b" l="l" r="r" t="t"/>
              <a:pathLst>
                <a:path extrusionOk="0" h="1770" w="2176">
                  <a:moveTo>
                    <a:pt x="96" y="0"/>
                  </a:moveTo>
                  <a:cubicBezTo>
                    <a:pt x="48" y="0"/>
                    <a:pt x="0" y="24"/>
                    <a:pt x="0" y="96"/>
                  </a:cubicBezTo>
                  <a:lnTo>
                    <a:pt x="0" y="1769"/>
                  </a:lnTo>
                  <a:lnTo>
                    <a:pt x="2176" y="1769"/>
                  </a:lnTo>
                  <a:lnTo>
                    <a:pt x="2176" y="96"/>
                  </a:lnTo>
                  <a:cubicBezTo>
                    <a:pt x="2176" y="24"/>
                    <a:pt x="2128" y="0"/>
                    <a:pt x="20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77"/>
            <p:cNvSpPr/>
            <p:nvPr/>
          </p:nvSpPr>
          <p:spPr>
            <a:xfrm>
              <a:off x="4170950" y="1515925"/>
              <a:ext cx="54400" cy="14975"/>
            </a:xfrm>
            <a:custGeom>
              <a:rect b="b" l="l" r="r" t="t"/>
              <a:pathLst>
                <a:path extrusionOk="0" h="599" w="2176">
                  <a:moveTo>
                    <a:pt x="0" y="1"/>
                  </a:moveTo>
                  <a:lnTo>
                    <a:pt x="0" y="503"/>
                  </a:lnTo>
                  <a:cubicBezTo>
                    <a:pt x="0" y="551"/>
                    <a:pt x="48" y="599"/>
                    <a:pt x="96" y="599"/>
                  </a:cubicBezTo>
                  <a:lnTo>
                    <a:pt x="2080" y="599"/>
                  </a:lnTo>
                  <a:cubicBezTo>
                    <a:pt x="2128" y="599"/>
                    <a:pt x="2176" y="551"/>
                    <a:pt x="2176" y="503"/>
                  </a:cubicBezTo>
                  <a:lnTo>
                    <a:pt x="217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7"/>
            <p:cNvSpPr/>
            <p:nvPr/>
          </p:nvSpPr>
          <p:spPr>
            <a:xfrm>
              <a:off x="4101600" y="1379650"/>
              <a:ext cx="219975" cy="254650"/>
            </a:xfrm>
            <a:custGeom>
              <a:rect b="b" l="l" r="r" t="t"/>
              <a:pathLst>
                <a:path extrusionOk="0" h="10186" w="8799">
                  <a:moveTo>
                    <a:pt x="4472" y="1292"/>
                  </a:moveTo>
                  <a:cubicBezTo>
                    <a:pt x="4639" y="1292"/>
                    <a:pt x="4758" y="1411"/>
                    <a:pt x="4758" y="1579"/>
                  </a:cubicBezTo>
                  <a:lnTo>
                    <a:pt x="4758" y="2487"/>
                  </a:lnTo>
                  <a:lnTo>
                    <a:pt x="4854" y="2487"/>
                  </a:lnTo>
                  <a:cubicBezTo>
                    <a:pt x="5237" y="2487"/>
                    <a:pt x="5547" y="2798"/>
                    <a:pt x="5547" y="3181"/>
                  </a:cubicBezTo>
                  <a:lnTo>
                    <a:pt x="5547" y="5954"/>
                  </a:lnTo>
                  <a:cubicBezTo>
                    <a:pt x="5547" y="6337"/>
                    <a:pt x="5237" y="6647"/>
                    <a:pt x="4854" y="6647"/>
                  </a:cubicBezTo>
                  <a:lnTo>
                    <a:pt x="2870" y="6647"/>
                  </a:lnTo>
                  <a:cubicBezTo>
                    <a:pt x="2487" y="6647"/>
                    <a:pt x="2176" y="6337"/>
                    <a:pt x="2176" y="5954"/>
                  </a:cubicBezTo>
                  <a:lnTo>
                    <a:pt x="2176" y="3181"/>
                  </a:lnTo>
                  <a:cubicBezTo>
                    <a:pt x="2176" y="2798"/>
                    <a:pt x="2487" y="2487"/>
                    <a:pt x="2870" y="2487"/>
                  </a:cubicBezTo>
                  <a:lnTo>
                    <a:pt x="2965" y="2487"/>
                  </a:lnTo>
                  <a:lnTo>
                    <a:pt x="2965" y="1579"/>
                  </a:lnTo>
                  <a:cubicBezTo>
                    <a:pt x="2965" y="1411"/>
                    <a:pt x="3109" y="1292"/>
                    <a:pt x="3276" y="1292"/>
                  </a:cubicBezTo>
                  <a:close/>
                  <a:moveTo>
                    <a:pt x="3874" y="1"/>
                  </a:moveTo>
                  <a:cubicBezTo>
                    <a:pt x="1722" y="1"/>
                    <a:pt x="1" y="1722"/>
                    <a:pt x="1" y="3874"/>
                  </a:cubicBezTo>
                  <a:lnTo>
                    <a:pt x="1" y="9875"/>
                  </a:lnTo>
                  <a:cubicBezTo>
                    <a:pt x="1" y="10042"/>
                    <a:pt x="120" y="10186"/>
                    <a:pt x="288" y="10186"/>
                  </a:cubicBezTo>
                  <a:lnTo>
                    <a:pt x="4663" y="10186"/>
                  </a:lnTo>
                  <a:cubicBezTo>
                    <a:pt x="4830" y="10186"/>
                    <a:pt x="4950" y="10042"/>
                    <a:pt x="4950" y="9875"/>
                  </a:cubicBezTo>
                  <a:lnTo>
                    <a:pt x="4950" y="8632"/>
                  </a:lnTo>
                  <a:lnTo>
                    <a:pt x="6456" y="8632"/>
                  </a:lnTo>
                  <a:cubicBezTo>
                    <a:pt x="7054" y="8632"/>
                    <a:pt x="7532" y="8154"/>
                    <a:pt x="7532" y="7532"/>
                  </a:cubicBezTo>
                  <a:lnTo>
                    <a:pt x="7532" y="6337"/>
                  </a:lnTo>
                  <a:lnTo>
                    <a:pt x="8440" y="6337"/>
                  </a:lnTo>
                  <a:cubicBezTo>
                    <a:pt x="8655" y="6337"/>
                    <a:pt x="8799" y="6121"/>
                    <a:pt x="8703" y="5906"/>
                  </a:cubicBezTo>
                  <a:lnTo>
                    <a:pt x="8703" y="5906"/>
                  </a:lnTo>
                  <a:lnTo>
                    <a:pt x="8703" y="5930"/>
                  </a:lnTo>
                  <a:lnTo>
                    <a:pt x="7723" y="3994"/>
                  </a:lnTo>
                  <a:lnTo>
                    <a:pt x="7723" y="3874"/>
                  </a:lnTo>
                  <a:cubicBezTo>
                    <a:pt x="7723" y="1722"/>
                    <a:pt x="6002"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3" name="Google Shape;1243;p77"/>
          <p:cNvGrpSpPr/>
          <p:nvPr/>
        </p:nvGrpSpPr>
        <p:grpSpPr>
          <a:xfrm>
            <a:off x="1340054" y="1840558"/>
            <a:ext cx="267340" cy="312000"/>
            <a:chOff x="1815975" y="2116025"/>
            <a:chExt cx="225375" cy="263025"/>
          </a:xfrm>
        </p:grpSpPr>
        <p:sp>
          <p:nvSpPr>
            <p:cNvPr id="1244" name="Google Shape;1244;p77"/>
            <p:cNvSpPr/>
            <p:nvPr/>
          </p:nvSpPr>
          <p:spPr>
            <a:xfrm>
              <a:off x="1879950" y="2181775"/>
              <a:ext cx="29900" cy="35300"/>
            </a:xfrm>
            <a:custGeom>
              <a:rect b="b" l="l" r="r" t="t"/>
              <a:pathLst>
                <a:path extrusionOk="0" h="1412" w="1196">
                  <a:moveTo>
                    <a:pt x="598" y="0"/>
                  </a:moveTo>
                  <a:cubicBezTo>
                    <a:pt x="263" y="0"/>
                    <a:pt x="0" y="263"/>
                    <a:pt x="0" y="598"/>
                  </a:cubicBezTo>
                  <a:lnTo>
                    <a:pt x="0" y="1411"/>
                  </a:lnTo>
                  <a:lnTo>
                    <a:pt x="837" y="1411"/>
                  </a:lnTo>
                  <a:cubicBezTo>
                    <a:pt x="933" y="1244"/>
                    <a:pt x="1052" y="1124"/>
                    <a:pt x="1196" y="1005"/>
                  </a:cubicBezTo>
                  <a:lnTo>
                    <a:pt x="1196" y="598"/>
                  </a:lnTo>
                  <a:cubicBezTo>
                    <a:pt x="1196" y="263"/>
                    <a:pt x="909" y="0"/>
                    <a:pt x="5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77"/>
            <p:cNvSpPr/>
            <p:nvPr/>
          </p:nvSpPr>
          <p:spPr>
            <a:xfrm>
              <a:off x="1879950" y="2231975"/>
              <a:ext cx="22725" cy="34700"/>
            </a:xfrm>
            <a:custGeom>
              <a:rect b="b" l="l" r="r" t="t"/>
              <a:pathLst>
                <a:path extrusionOk="0" h="1388" w="909">
                  <a:moveTo>
                    <a:pt x="0" y="1"/>
                  </a:moveTo>
                  <a:lnTo>
                    <a:pt x="0" y="790"/>
                  </a:lnTo>
                  <a:cubicBezTo>
                    <a:pt x="0" y="1124"/>
                    <a:pt x="263" y="1387"/>
                    <a:pt x="598" y="1387"/>
                  </a:cubicBezTo>
                  <a:cubicBezTo>
                    <a:pt x="717" y="1387"/>
                    <a:pt x="813" y="1340"/>
                    <a:pt x="909" y="1292"/>
                  </a:cubicBezTo>
                  <a:cubicBezTo>
                    <a:pt x="693" y="1005"/>
                    <a:pt x="598" y="646"/>
                    <a:pt x="598" y="288"/>
                  </a:cubicBezTo>
                  <a:cubicBezTo>
                    <a:pt x="598" y="192"/>
                    <a:pt x="598" y="96"/>
                    <a:pt x="6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7"/>
            <p:cNvSpPr/>
            <p:nvPr/>
          </p:nvSpPr>
          <p:spPr>
            <a:xfrm>
              <a:off x="1911025" y="2246325"/>
              <a:ext cx="52025" cy="19750"/>
            </a:xfrm>
            <a:custGeom>
              <a:rect b="b" l="l" r="r" t="t"/>
              <a:pathLst>
                <a:path extrusionOk="0" h="790" w="2081">
                  <a:moveTo>
                    <a:pt x="0" y="1"/>
                  </a:moveTo>
                  <a:cubicBezTo>
                    <a:pt x="119" y="475"/>
                    <a:pt x="543" y="785"/>
                    <a:pt x="1040" y="789"/>
                  </a:cubicBezTo>
                  <a:lnTo>
                    <a:pt x="1040" y="789"/>
                  </a:lnTo>
                  <a:cubicBezTo>
                    <a:pt x="1537" y="785"/>
                    <a:pt x="1962" y="475"/>
                    <a:pt x="2080" y="1"/>
                  </a:cubicBezTo>
                  <a:close/>
                  <a:moveTo>
                    <a:pt x="1040" y="789"/>
                  </a:moveTo>
                  <a:lnTo>
                    <a:pt x="1040" y="789"/>
                  </a:lnTo>
                  <a:cubicBezTo>
                    <a:pt x="1036" y="789"/>
                    <a:pt x="1032" y="789"/>
                    <a:pt x="1028" y="789"/>
                  </a:cubicBezTo>
                  <a:lnTo>
                    <a:pt x="1052" y="789"/>
                  </a:lnTo>
                  <a:cubicBezTo>
                    <a:pt x="1048" y="789"/>
                    <a:pt x="1044" y="789"/>
                    <a:pt x="1040" y="78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77"/>
            <p:cNvSpPr/>
            <p:nvPr/>
          </p:nvSpPr>
          <p:spPr>
            <a:xfrm>
              <a:off x="1815975" y="2116025"/>
              <a:ext cx="225375" cy="263025"/>
            </a:xfrm>
            <a:custGeom>
              <a:rect b="b" l="l" r="r" t="t"/>
              <a:pathLst>
                <a:path extrusionOk="0" h="10521" w="9015">
                  <a:moveTo>
                    <a:pt x="3157" y="2051"/>
                  </a:moveTo>
                  <a:cubicBezTo>
                    <a:pt x="3755" y="2051"/>
                    <a:pt x="4352" y="2451"/>
                    <a:pt x="4352" y="3252"/>
                  </a:cubicBezTo>
                  <a:lnTo>
                    <a:pt x="4352" y="3324"/>
                  </a:lnTo>
                  <a:cubicBezTo>
                    <a:pt x="4529" y="3263"/>
                    <a:pt x="4709" y="3235"/>
                    <a:pt x="4885" y="3235"/>
                  </a:cubicBezTo>
                  <a:cubicBezTo>
                    <a:pt x="5683" y="3235"/>
                    <a:pt x="6410" y="3820"/>
                    <a:pt x="6528" y="4663"/>
                  </a:cubicBezTo>
                  <a:cubicBezTo>
                    <a:pt x="6693" y="5678"/>
                    <a:pt x="5903" y="6600"/>
                    <a:pt x="4893" y="6600"/>
                  </a:cubicBezTo>
                  <a:cubicBezTo>
                    <a:pt x="4880" y="6600"/>
                    <a:pt x="4867" y="6599"/>
                    <a:pt x="4854" y="6599"/>
                  </a:cubicBezTo>
                  <a:lnTo>
                    <a:pt x="4830" y="6599"/>
                  </a:lnTo>
                  <a:cubicBezTo>
                    <a:pt x="4496" y="6599"/>
                    <a:pt x="4185" y="6504"/>
                    <a:pt x="3922" y="6336"/>
                  </a:cubicBezTo>
                  <a:cubicBezTo>
                    <a:pt x="3688" y="6520"/>
                    <a:pt x="3423" y="6604"/>
                    <a:pt x="3164" y="6604"/>
                  </a:cubicBezTo>
                  <a:cubicBezTo>
                    <a:pt x="2551" y="6604"/>
                    <a:pt x="1978" y="6134"/>
                    <a:pt x="1961" y="5428"/>
                  </a:cubicBezTo>
                  <a:lnTo>
                    <a:pt x="1961" y="3252"/>
                  </a:lnTo>
                  <a:cubicBezTo>
                    <a:pt x="1961" y="2451"/>
                    <a:pt x="2559" y="2051"/>
                    <a:pt x="3157" y="2051"/>
                  </a:cubicBezTo>
                  <a:close/>
                  <a:moveTo>
                    <a:pt x="4065" y="1"/>
                  </a:moveTo>
                  <a:cubicBezTo>
                    <a:pt x="1794" y="1"/>
                    <a:pt x="1" y="1961"/>
                    <a:pt x="192" y="4232"/>
                  </a:cubicBezTo>
                  <a:lnTo>
                    <a:pt x="192" y="10209"/>
                  </a:lnTo>
                  <a:cubicBezTo>
                    <a:pt x="192" y="10377"/>
                    <a:pt x="336" y="10520"/>
                    <a:pt x="479" y="10520"/>
                  </a:cubicBezTo>
                  <a:lnTo>
                    <a:pt x="4854" y="10520"/>
                  </a:lnTo>
                  <a:cubicBezTo>
                    <a:pt x="5022" y="10520"/>
                    <a:pt x="5165" y="10377"/>
                    <a:pt x="5165" y="10209"/>
                  </a:cubicBezTo>
                  <a:lnTo>
                    <a:pt x="5165" y="8990"/>
                  </a:lnTo>
                  <a:lnTo>
                    <a:pt x="6647" y="8990"/>
                  </a:lnTo>
                  <a:cubicBezTo>
                    <a:pt x="7245" y="8990"/>
                    <a:pt x="7747" y="8488"/>
                    <a:pt x="7747" y="7890"/>
                  </a:cubicBezTo>
                  <a:lnTo>
                    <a:pt x="7747" y="6695"/>
                  </a:lnTo>
                  <a:lnTo>
                    <a:pt x="8632" y="6695"/>
                  </a:lnTo>
                  <a:cubicBezTo>
                    <a:pt x="8871" y="6695"/>
                    <a:pt x="9014" y="6480"/>
                    <a:pt x="8895" y="6264"/>
                  </a:cubicBezTo>
                  <a:lnTo>
                    <a:pt x="7938" y="4352"/>
                  </a:lnTo>
                  <a:lnTo>
                    <a:pt x="7938" y="4232"/>
                  </a:lnTo>
                  <a:cubicBezTo>
                    <a:pt x="8130" y="1961"/>
                    <a:pt x="6337" y="1"/>
                    <a:pt x="4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77"/>
            <p:cNvSpPr/>
            <p:nvPr/>
          </p:nvSpPr>
          <p:spPr>
            <a:xfrm>
              <a:off x="1910425" y="2211650"/>
              <a:ext cx="52625" cy="19750"/>
            </a:xfrm>
            <a:custGeom>
              <a:rect b="b" l="l" r="r" t="t"/>
              <a:pathLst>
                <a:path extrusionOk="0" h="790" w="2105">
                  <a:moveTo>
                    <a:pt x="1052" y="1"/>
                  </a:moveTo>
                  <a:cubicBezTo>
                    <a:pt x="574" y="1"/>
                    <a:pt x="144" y="336"/>
                    <a:pt x="0" y="790"/>
                  </a:cubicBezTo>
                  <a:lnTo>
                    <a:pt x="2104" y="790"/>
                  </a:lnTo>
                  <a:cubicBezTo>
                    <a:pt x="1961" y="336"/>
                    <a:pt x="1531" y="1"/>
                    <a:pt x="10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9" name="Google Shape;1249;p77"/>
          <p:cNvGrpSpPr/>
          <p:nvPr/>
        </p:nvGrpSpPr>
        <p:grpSpPr>
          <a:xfrm>
            <a:off x="1322692" y="3434038"/>
            <a:ext cx="302066" cy="260223"/>
            <a:chOff x="1044350" y="4338875"/>
            <a:chExt cx="254650" cy="219375"/>
          </a:xfrm>
        </p:grpSpPr>
        <p:sp>
          <p:nvSpPr>
            <p:cNvPr id="1250" name="Google Shape;1250;p77"/>
            <p:cNvSpPr/>
            <p:nvPr/>
          </p:nvSpPr>
          <p:spPr>
            <a:xfrm>
              <a:off x="1044350" y="4338875"/>
              <a:ext cx="120775" cy="219375"/>
            </a:xfrm>
            <a:custGeom>
              <a:rect b="b" l="l" r="r" t="t"/>
              <a:pathLst>
                <a:path extrusionOk="0" h="8775" w="4831">
                  <a:moveTo>
                    <a:pt x="311" y="0"/>
                  </a:moveTo>
                  <a:cubicBezTo>
                    <a:pt x="144" y="0"/>
                    <a:pt x="1" y="120"/>
                    <a:pt x="1" y="287"/>
                  </a:cubicBezTo>
                  <a:lnTo>
                    <a:pt x="1" y="8464"/>
                  </a:lnTo>
                  <a:cubicBezTo>
                    <a:pt x="1" y="8631"/>
                    <a:pt x="144" y="8775"/>
                    <a:pt x="311" y="8775"/>
                  </a:cubicBezTo>
                  <a:lnTo>
                    <a:pt x="1889" y="8775"/>
                  </a:lnTo>
                  <a:cubicBezTo>
                    <a:pt x="2057" y="8775"/>
                    <a:pt x="2200" y="8631"/>
                    <a:pt x="2200" y="8464"/>
                  </a:cubicBezTo>
                  <a:lnTo>
                    <a:pt x="2200" y="7245"/>
                  </a:lnTo>
                  <a:lnTo>
                    <a:pt x="2702" y="7245"/>
                  </a:lnTo>
                  <a:cubicBezTo>
                    <a:pt x="3300" y="7245"/>
                    <a:pt x="3778" y="6743"/>
                    <a:pt x="3778" y="6145"/>
                  </a:cubicBezTo>
                  <a:lnTo>
                    <a:pt x="3778" y="5977"/>
                  </a:lnTo>
                  <a:lnTo>
                    <a:pt x="3133" y="5977"/>
                  </a:lnTo>
                  <a:cubicBezTo>
                    <a:pt x="3115" y="5975"/>
                    <a:pt x="3098" y="5974"/>
                    <a:pt x="3082" y="5974"/>
                  </a:cubicBezTo>
                  <a:cubicBezTo>
                    <a:pt x="2936" y="5974"/>
                    <a:pt x="2814" y="6064"/>
                    <a:pt x="2750" y="6193"/>
                  </a:cubicBezTo>
                  <a:cubicBezTo>
                    <a:pt x="2688" y="6294"/>
                    <a:pt x="2597" y="6337"/>
                    <a:pt x="2508" y="6337"/>
                  </a:cubicBezTo>
                  <a:cubicBezTo>
                    <a:pt x="2323" y="6337"/>
                    <a:pt x="2144" y="6155"/>
                    <a:pt x="2224" y="5930"/>
                  </a:cubicBezTo>
                  <a:cubicBezTo>
                    <a:pt x="2391" y="5595"/>
                    <a:pt x="2750" y="5380"/>
                    <a:pt x="3133" y="5380"/>
                  </a:cubicBezTo>
                  <a:lnTo>
                    <a:pt x="3778" y="5380"/>
                  </a:lnTo>
                  <a:lnTo>
                    <a:pt x="3778" y="4973"/>
                  </a:lnTo>
                  <a:lnTo>
                    <a:pt x="4471" y="4973"/>
                  </a:lnTo>
                  <a:cubicBezTo>
                    <a:pt x="4687" y="4973"/>
                    <a:pt x="4830" y="4734"/>
                    <a:pt x="4734" y="4543"/>
                  </a:cubicBezTo>
                  <a:lnTo>
                    <a:pt x="4734" y="4519"/>
                  </a:lnTo>
                  <a:lnTo>
                    <a:pt x="3969" y="3013"/>
                  </a:lnTo>
                  <a:lnTo>
                    <a:pt x="3969" y="2678"/>
                  </a:lnTo>
                  <a:cubicBezTo>
                    <a:pt x="3969" y="1196"/>
                    <a:pt x="2774" y="0"/>
                    <a:pt x="12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7"/>
            <p:cNvSpPr/>
            <p:nvPr/>
          </p:nvSpPr>
          <p:spPr>
            <a:xfrm>
              <a:off x="1177650" y="4338875"/>
              <a:ext cx="121350" cy="219375"/>
            </a:xfrm>
            <a:custGeom>
              <a:rect b="b" l="l" r="r" t="t"/>
              <a:pathLst>
                <a:path extrusionOk="0" h="8775" w="4854">
                  <a:moveTo>
                    <a:pt x="3538" y="0"/>
                  </a:moveTo>
                  <a:cubicBezTo>
                    <a:pt x="2056" y="0"/>
                    <a:pt x="861" y="1196"/>
                    <a:pt x="861" y="2678"/>
                  </a:cubicBezTo>
                  <a:lnTo>
                    <a:pt x="861" y="3013"/>
                  </a:lnTo>
                  <a:lnTo>
                    <a:pt x="96" y="4543"/>
                  </a:lnTo>
                  <a:cubicBezTo>
                    <a:pt x="0" y="4734"/>
                    <a:pt x="144" y="4949"/>
                    <a:pt x="359" y="4973"/>
                  </a:cubicBezTo>
                  <a:lnTo>
                    <a:pt x="1052" y="4973"/>
                  </a:lnTo>
                  <a:lnTo>
                    <a:pt x="1052" y="5380"/>
                  </a:lnTo>
                  <a:lnTo>
                    <a:pt x="1721" y="5380"/>
                  </a:lnTo>
                  <a:cubicBezTo>
                    <a:pt x="1865" y="5380"/>
                    <a:pt x="2032" y="5284"/>
                    <a:pt x="2104" y="5141"/>
                  </a:cubicBezTo>
                  <a:cubicBezTo>
                    <a:pt x="2153" y="5001"/>
                    <a:pt x="2259" y="4943"/>
                    <a:pt x="2367" y="4943"/>
                  </a:cubicBezTo>
                  <a:cubicBezTo>
                    <a:pt x="2573" y="4943"/>
                    <a:pt x="2787" y="5153"/>
                    <a:pt x="2630" y="5404"/>
                  </a:cubicBezTo>
                  <a:cubicBezTo>
                    <a:pt x="2463" y="5738"/>
                    <a:pt x="2104" y="5954"/>
                    <a:pt x="1721" y="5954"/>
                  </a:cubicBezTo>
                  <a:lnTo>
                    <a:pt x="1076" y="5954"/>
                  </a:lnTo>
                  <a:lnTo>
                    <a:pt x="1076" y="6169"/>
                  </a:lnTo>
                  <a:cubicBezTo>
                    <a:pt x="1076" y="6766"/>
                    <a:pt x="1554" y="7245"/>
                    <a:pt x="2152" y="7245"/>
                  </a:cubicBezTo>
                  <a:lnTo>
                    <a:pt x="2654" y="7245"/>
                  </a:lnTo>
                  <a:lnTo>
                    <a:pt x="2654" y="8488"/>
                  </a:lnTo>
                  <a:cubicBezTo>
                    <a:pt x="2654" y="8655"/>
                    <a:pt x="2797" y="8775"/>
                    <a:pt x="2965" y="8775"/>
                  </a:cubicBezTo>
                  <a:lnTo>
                    <a:pt x="4543" y="8775"/>
                  </a:lnTo>
                  <a:cubicBezTo>
                    <a:pt x="4710" y="8775"/>
                    <a:pt x="4853" y="8655"/>
                    <a:pt x="4853" y="8488"/>
                  </a:cubicBezTo>
                  <a:lnTo>
                    <a:pt x="4853" y="287"/>
                  </a:lnTo>
                  <a:cubicBezTo>
                    <a:pt x="4853" y="120"/>
                    <a:pt x="4710" y="0"/>
                    <a:pt x="45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52" name="Google Shape;1252;p77"/>
          <p:cNvPicPr preferRelativeResize="0"/>
          <p:nvPr/>
        </p:nvPicPr>
        <p:blipFill>
          <a:blip r:embed="rId3">
            <a:alphaModFix amt="86000"/>
          </a:blip>
          <a:stretch>
            <a:fillRect/>
          </a:stretch>
        </p:blipFill>
        <p:spPr>
          <a:xfrm flipH="1">
            <a:off x="-196112" y="2247613"/>
            <a:ext cx="1352550" cy="3600450"/>
          </a:xfrm>
          <a:prstGeom prst="rect">
            <a:avLst/>
          </a:prstGeom>
          <a:noFill/>
          <a:ln>
            <a:noFill/>
          </a:ln>
        </p:spPr>
      </p:pic>
      <p:pic>
        <p:nvPicPr>
          <p:cNvPr id="1253" name="Google Shape;1253;p77"/>
          <p:cNvPicPr preferRelativeResize="0"/>
          <p:nvPr/>
        </p:nvPicPr>
        <p:blipFill>
          <a:blip r:embed="rId4">
            <a:alphaModFix amt="86000"/>
          </a:blip>
          <a:stretch>
            <a:fillRect/>
          </a:stretch>
        </p:blipFill>
        <p:spPr>
          <a:xfrm flipH="1">
            <a:off x="3865213" y="3008613"/>
            <a:ext cx="1304925" cy="2809875"/>
          </a:xfrm>
          <a:prstGeom prst="rect">
            <a:avLst/>
          </a:prstGeom>
          <a:noFill/>
          <a:ln>
            <a:noFill/>
          </a:ln>
        </p:spPr>
      </p:pic>
      <p:pic>
        <p:nvPicPr>
          <p:cNvPr id="1254" name="Google Shape;1254;p77"/>
          <p:cNvPicPr preferRelativeResize="0"/>
          <p:nvPr/>
        </p:nvPicPr>
        <p:blipFill>
          <a:blip r:embed="rId5">
            <a:alphaModFix amt="86000"/>
          </a:blip>
          <a:stretch>
            <a:fillRect/>
          </a:stretch>
        </p:blipFill>
        <p:spPr>
          <a:xfrm>
            <a:off x="7726363" y="4095738"/>
            <a:ext cx="733425" cy="18573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78"/>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Clinical trial</a:t>
            </a:r>
            <a:endParaRPr/>
          </a:p>
        </p:txBody>
      </p:sp>
      <p:sp>
        <p:nvSpPr>
          <p:cNvPr id="1260" name="Google Shape;1260;p78"/>
          <p:cNvSpPr txBox="1"/>
          <p:nvPr/>
        </p:nvSpPr>
        <p:spPr>
          <a:xfrm>
            <a:off x="4814544" y="4039275"/>
            <a:ext cx="16917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Mercury</a:t>
            </a:r>
            <a:endParaRPr b="1" sz="1500">
              <a:solidFill>
                <a:schemeClr val="dk1"/>
              </a:solidFill>
              <a:latin typeface="Gantari"/>
              <a:ea typeface="Gantari"/>
              <a:cs typeface="Gantari"/>
              <a:sym typeface="Gantari"/>
            </a:endParaRPr>
          </a:p>
        </p:txBody>
      </p:sp>
      <p:sp>
        <p:nvSpPr>
          <p:cNvPr id="1261" name="Google Shape;1261;p78"/>
          <p:cNvSpPr txBox="1"/>
          <p:nvPr/>
        </p:nvSpPr>
        <p:spPr>
          <a:xfrm>
            <a:off x="6716232" y="4039275"/>
            <a:ext cx="16917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Mars</a:t>
            </a:r>
            <a:endParaRPr b="1" sz="1500">
              <a:solidFill>
                <a:schemeClr val="dk1"/>
              </a:solidFill>
              <a:latin typeface="Gantari"/>
              <a:ea typeface="Gantari"/>
              <a:cs typeface="Gantari"/>
              <a:sym typeface="Gantari"/>
            </a:endParaRPr>
          </a:p>
        </p:txBody>
      </p:sp>
      <p:sp>
        <p:nvSpPr>
          <p:cNvPr id="1262" name="Google Shape;1262;p78"/>
          <p:cNvSpPr txBox="1"/>
          <p:nvPr/>
        </p:nvSpPr>
        <p:spPr>
          <a:xfrm>
            <a:off x="4814544" y="3734032"/>
            <a:ext cx="16917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20%</a:t>
            </a:r>
            <a:endParaRPr sz="2400">
              <a:solidFill>
                <a:schemeClr val="dk1"/>
              </a:solidFill>
              <a:latin typeface="Artifika"/>
              <a:ea typeface="Artifika"/>
              <a:cs typeface="Artifika"/>
              <a:sym typeface="Artifika"/>
            </a:endParaRPr>
          </a:p>
        </p:txBody>
      </p:sp>
      <p:sp>
        <p:nvSpPr>
          <p:cNvPr id="1263" name="Google Shape;1263;p78"/>
          <p:cNvSpPr txBox="1"/>
          <p:nvPr/>
        </p:nvSpPr>
        <p:spPr>
          <a:xfrm>
            <a:off x="6716232" y="3734032"/>
            <a:ext cx="16917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70%</a:t>
            </a:r>
            <a:endParaRPr sz="2400">
              <a:solidFill>
                <a:schemeClr val="dk1"/>
              </a:solidFill>
              <a:latin typeface="Artifika"/>
              <a:ea typeface="Artifika"/>
              <a:cs typeface="Artifika"/>
              <a:sym typeface="Artifika"/>
            </a:endParaRPr>
          </a:p>
        </p:txBody>
      </p:sp>
      <p:sp>
        <p:nvSpPr>
          <p:cNvPr id="1264" name="Google Shape;1264;p78"/>
          <p:cNvSpPr txBox="1"/>
          <p:nvPr/>
        </p:nvSpPr>
        <p:spPr>
          <a:xfrm>
            <a:off x="2912856" y="4039275"/>
            <a:ext cx="16917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Venus</a:t>
            </a:r>
            <a:endParaRPr b="1" sz="1500">
              <a:solidFill>
                <a:schemeClr val="dk1"/>
              </a:solidFill>
              <a:latin typeface="Gantari"/>
              <a:ea typeface="Gantari"/>
              <a:cs typeface="Gantari"/>
              <a:sym typeface="Gantari"/>
            </a:endParaRPr>
          </a:p>
        </p:txBody>
      </p:sp>
      <p:sp>
        <p:nvSpPr>
          <p:cNvPr id="1265" name="Google Shape;1265;p78"/>
          <p:cNvSpPr txBox="1"/>
          <p:nvPr/>
        </p:nvSpPr>
        <p:spPr>
          <a:xfrm>
            <a:off x="2912856" y="3734032"/>
            <a:ext cx="16917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10%</a:t>
            </a:r>
            <a:endParaRPr sz="2400">
              <a:solidFill>
                <a:schemeClr val="dk1"/>
              </a:solidFill>
              <a:latin typeface="Artifika"/>
              <a:ea typeface="Artifika"/>
              <a:cs typeface="Artifika"/>
              <a:sym typeface="Artifika"/>
            </a:endParaRPr>
          </a:p>
        </p:txBody>
      </p:sp>
      <p:sp>
        <p:nvSpPr>
          <p:cNvPr id="1266" name="Google Shape;1266;p78"/>
          <p:cNvSpPr txBox="1"/>
          <p:nvPr/>
        </p:nvSpPr>
        <p:spPr>
          <a:xfrm>
            <a:off x="2912256" y="1439250"/>
            <a:ext cx="1692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Phase 01</a:t>
            </a:r>
            <a:endParaRPr sz="2400">
              <a:solidFill>
                <a:schemeClr val="dk1"/>
              </a:solidFill>
              <a:latin typeface="Artifika"/>
              <a:ea typeface="Artifika"/>
              <a:cs typeface="Artifika"/>
              <a:sym typeface="Artifika"/>
            </a:endParaRPr>
          </a:p>
        </p:txBody>
      </p:sp>
      <p:sp>
        <p:nvSpPr>
          <p:cNvPr id="1267" name="Google Shape;1267;p78"/>
          <p:cNvSpPr txBox="1"/>
          <p:nvPr/>
        </p:nvSpPr>
        <p:spPr>
          <a:xfrm>
            <a:off x="4813944" y="1439250"/>
            <a:ext cx="1692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Phase 02</a:t>
            </a:r>
            <a:endParaRPr sz="2400">
              <a:solidFill>
                <a:schemeClr val="dk1"/>
              </a:solidFill>
              <a:latin typeface="Artifika"/>
              <a:ea typeface="Artifika"/>
              <a:cs typeface="Artifika"/>
              <a:sym typeface="Artifika"/>
            </a:endParaRPr>
          </a:p>
        </p:txBody>
      </p:sp>
      <p:sp>
        <p:nvSpPr>
          <p:cNvPr id="1268" name="Google Shape;1268;p78"/>
          <p:cNvSpPr txBox="1"/>
          <p:nvPr/>
        </p:nvSpPr>
        <p:spPr>
          <a:xfrm>
            <a:off x="6715632" y="1439250"/>
            <a:ext cx="1692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Phase 03</a:t>
            </a:r>
            <a:endParaRPr sz="2400">
              <a:solidFill>
                <a:schemeClr val="dk1"/>
              </a:solidFill>
              <a:latin typeface="Artifika"/>
              <a:ea typeface="Artifika"/>
              <a:cs typeface="Artifika"/>
              <a:sym typeface="Artifika"/>
            </a:endParaRPr>
          </a:p>
        </p:txBody>
      </p:sp>
      <p:sp>
        <p:nvSpPr>
          <p:cNvPr id="1269" name="Google Shape;1269;p78"/>
          <p:cNvSpPr txBox="1"/>
          <p:nvPr/>
        </p:nvSpPr>
        <p:spPr>
          <a:xfrm>
            <a:off x="4815594" y="1767751"/>
            <a:ext cx="1689600" cy="39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Expanded safety</a:t>
            </a:r>
            <a:endParaRPr sz="1500">
              <a:solidFill>
                <a:schemeClr val="dk1"/>
              </a:solidFill>
              <a:latin typeface="Gantari"/>
              <a:ea typeface="Gantari"/>
              <a:cs typeface="Gantari"/>
              <a:sym typeface="Gantari"/>
            </a:endParaRPr>
          </a:p>
        </p:txBody>
      </p:sp>
      <p:sp>
        <p:nvSpPr>
          <p:cNvPr id="1270" name="Google Shape;1270;p78"/>
          <p:cNvSpPr txBox="1"/>
          <p:nvPr/>
        </p:nvSpPr>
        <p:spPr>
          <a:xfrm>
            <a:off x="6717282" y="1767751"/>
            <a:ext cx="1689600" cy="39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Efficacy &amp; safety</a:t>
            </a:r>
            <a:endParaRPr sz="1500">
              <a:solidFill>
                <a:schemeClr val="dk1"/>
              </a:solidFill>
              <a:latin typeface="Gantari"/>
              <a:ea typeface="Gantari"/>
              <a:cs typeface="Gantari"/>
              <a:sym typeface="Gantari"/>
            </a:endParaRPr>
          </a:p>
        </p:txBody>
      </p:sp>
      <p:sp>
        <p:nvSpPr>
          <p:cNvPr id="1271" name="Google Shape;1271;p78"/>
          <p:cNvSpPr txBox="1"/>
          <p:nvPr/>
        </p:nvSpPr>
        <p:spPr>
          <a:xfrm>
            <a:off x="2913906" y="1767751"/>
            <a:ext cx="1689600" cy="39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Human safety</a:t>
            </a:r>
            <a:endParaRPr sz="1500">
              <a:solidFill>
                <a:schemeClr val="dk1"/>
              </a:solidFill>
              <a:latin typeface="Gantari"/>
              <a:ea typeface="Gantari"/>
              <a:cs typeface="Gantari"/>
              <a:sym typeface="Gantari"/>
            </a:endParaRPr>
          </a:p>
        </p:txBody>
      </p:sp>
      <p:sp>
        <p:nvSpPr>
          <p:cNvPr id="1272" name="Google Shape;1272;p78"/>
          <p:cNvSpPr txBox="1"/>
          <p:nvPr/>
        </p:nvSpPr>
        <p:spPr>
          <a:xfrm>
            <a:off x="735468" y="1439250"/>
            <a:ext cx="19680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Preclinical</a:t>
            </a:r>
            <a:endParaRPr sz="2400">
              <a:solidFill>
                <a:schemeClr val="dk1"/>
              </a:solidFill>
              <a:latin typeface="Artifika"/>
              <a:ea typeface="Artifika"/>
              <a:cs typeface="Artifika"/>
              <a:sym typeface="Artifika"/>
            </a:endParaRPr>
          </a:p>
        </p:txBody>
      </p:sp>
      <p:sp>
        <p:nvSpPr>
          <p:cNvPr id="1273" name="Google Shape;1273;p78"/>
          <p:cNvSpPr txBox="1"/>
          <p:nvPr/>
        </p:nvSpPr>
        <p:spPr>
          <a:xfrm>
            <a:off x="735468" y="1767751"/>
            <a:ext cx="1968000" cy="18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Earth</a:t>
            </a:r>
            <a:r>
              <a:rPr b="1" lang="en" sz="1500">
                <a:solidFill>
                  <a:schemeClr val="dk1"/>
                </a:solidFill>
                <a:latin typeface="Gantari"/>
                <a:ea typeface="Gantari"/>
                <a:cs typeface="Gantari"/>
                <a:sym typeface="Gantari"/>
              </a:rPr>
              <a:t> </a:t>
            </a:r>
            <a:r>
              <a:rPr lang="en" sz="1500">
                <a:solidFill>
                  <a:schemeClr val="dk1"/>
                </a:solidFill>
                <a:latin typeface="Gantari"/>
                <a:ea typeface="Gantari"/>
                <a:cs typeface="Gantari"/>
                <a:sym typeface="Gantari"/>
              </a:rPr>
              <a:t>is the third planet from the Sun and the only one that harbors life in the Solar System. The Earth is where we all live</a:t>
            </a:r>
            <a:endParaRPr sz="1500">
              <a:solidFill>
                <a:schemeClr val="dk1"/>
              </a:solidFill>
              <a:latin typeface="Gantari"/>
              <a:ea typeface="Gantari"/>
              <a:cs typeface="Gantari"/>
              <a:sym typeface="Gantari"/>
            </a:endParaRPr>
          </a:p>
        </p:txBody>
      </p:sp>
      <p:grpSp>
        <p:nvGrpSpPr>
          <p:cNvPr id="1274" name="Google Shape;1274;p78"/>
          <p:cNvGrpSpPr/>
          <p:nvPr/>
        </p:nvGrpSpPr>
        <p:grpSpPr>
          <a:xfrm>
            <a:off x="3331551" y="2802352"/>
            <a:ext cx="854309" cy="854309"/>
            <a:chOff x="5681300" y="2527788"/>
            <a:chExt cx="805800" cy="805800"/>
          </a:xfrm>
        </p:grpSpPr>
        <p:sp>
          <p:nvSpPr>
            <p:cNvPr id="1275" name="Google Shape;1275;p78"/>
            <p:cNvSpPr/>
            <p:nvPr/>
          </p:nvSpPr>
          <p:spPr>
            <a:xfrm>
              <a:off x="5681300" y="2527788"/>
              <a:ext cx="805800" cy="805800"/>
            </a:xfrm>
            <a:prstGeom prst="ellipse">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8"/>
            <p:cNvSpPr/>
            <p:nvPr/>
          </p:nvSpPr>
          <p:spPr>
            <a:xfrm>
              <a:off x="5681300" y="2527788"/>
              <a:ext cx="805800" cy="805800"/>
            </a:xfrm>
            <a:prstGeom prst="pie">
              <a:avLst>
                <a:gd fmla="val 16193833" name="adj1"/>
                <a:gd fmla="val 18402624"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7" name="Google Shape;1277;p78"/>
          <p:cNvSpPr/>
          <p:nvPr/>
        </p:nvSpPr>
        <p:spPr>
          <a:xfrm>
            <a:off x="3560106" y="2227053"/>
            <a:ext cx="397200" cy="3972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78"/>
          <p:cNvSpPr/>
          <p:nvPr/>
        </p:nvSpPr>
        <p:spPr>
          <a:xfrm>
            <a:off x="6883679" y="2227053"/>
            <a:ext cx="397200" cy="3972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8"/>
          <p:cNvSpPr/>
          <p:nvPr/>
        </p:nvSpPr>
        <p:spPr>
          <a:xfrm>
            <a:off x="7363472" y="2227053"/>
            <a:ext cx="397200" cy="3972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78"/>
          <p:cNvSpPr/>
          <p:nvPr/>
        </p:nvSpPr>
        <p:spPr>
          <a:xfrm>
            <a:off x="7873673" y="2227053"/>
            <a:ext cx="397200" cy="3972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81" name="Google Shape;1281;p78"/>
          <p:cNvGrpSpPr/>
          <p:nvPr/>
        </p:nvGrpSpPr>
        <p:grpSpPr>
          <a:xfrm>
            <a:off x="5233239" y="2802352"/>
            <a:ext cx="854309" cy="854309"/>
            <a:chOff x="5681300" y="2527788"/>
            <a:chExt cx="805800" cy="805800"/>
          </a:xfrm>
        </p:grpSpPr>
        <p:sp>
          <p:nvSpPr>
            <p:cNvPr id="1282" name="Google Shape;1282;p78"/>
            <p:cNvSpPr/>
            <p:nvPr/>
          </p:nvSpPr>
          <p:spPr>
            <a:xfrm>
              <a:off x="5681300" y="2527788"/>
              <a:ext cx="805800" cy="805800"/>
            </a:xfrm>
            <a:prstGeom prst="ellipse">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8"/>
            <p:cNvSpPr/>
            <p:nvPr/>
          </p:nvSpPr>
          <p:spPr>
            <a:xfrm>
              <a:off x="5681300" y="2527788"/>
              <a:ext cx="805800" cy="805800"/>
            </a:xfrm>
            <a:prstGeom prst="pie">
              <a:avLst>
                <a:gd fmla="val 16193833" name="adj1"/>
                <a:gd fmla="val 20435076"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4" name="Google Shape;1284;p78"/>
          <p:cNvGrpSpPr/>
          <p:nvPr/>
        </p:nvGrpSpPr>
        <p:grpSpPr>
          <a:xfrm>
            <a:off x="7134927" y="2802352"/>
            <a:ext cx="854309" cy="854309"/>
            <a:chOff x="5681300" y="2527788"/>
            <a:chExt cx="805800" cy="805800"/>
          </a:xfrm>
        </p:grpSpPr>
        <p:sp>
          <p:nvSpPr>
            <p:cNvPr id="1285" name="Google Shape;1285;p78"/>
            <p:cNvSpPr/>
            <p:nvPr/>
          </p:nvSpPr>
          <p:spPr>
            <a:xfrm>
              <a:off x="5681300" y="2527788"/>
              <a:ext cx="805800" cy="805800"/>
            </a:xfrm>
            <a:prstGeom prst="ellipse">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8"/>
            <p:cNvSpPr/>
            <p:nvPr/>
          </p:nvSpPr>
          <p:spPr>
            <a:xfrm>
              <a:off x="5681300" y="2527788"/>
              <a:ext cx="805800" cy="805800"/>
            </a:xfrm>
            <a:prstGeom prst="pie">
              <a:avLst>
                <a:gd fmla="val 16193833" name="adj1"/>
                <a:gd fmla="val 9216458"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7" name="Google Shape;1287;p78"/>
          <p:cNvSpPr/>
          <p:nvPr/>
        </p:nvSpPr>
        <p:spPr>
          <a:xfrm>
            <a:off x="964865" y="3698466"/>
            <a:ext cx="397200" cy="3972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8"/>
          <p:cNvSpPr/>
          <p:nvPr/>
        </p:nvSpPr>
        <p:spPr>
          <a:xfrm>
            <a:off x="1520858" y="3698466"/>
            <a:ext cx="397200" cy="3972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78"/>
          <p:cNvSpPr/>
          <p:nvPr/>
        </p:nvSpPr>
        <p:spPr>
          <a:xfrm>
            <a:off x="2076851" y="3698466"/>
            <a:ext cx="397200" cy="3972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78"/>
          <p:cNvGrpSpPr/>
          <p:nvPr/>
        </p:nvGrpSpPr>
        <p:grpSpPr>
          <a:xfrm>
            <a:off x="5221897" y="2227053"/>
            <a:ext cx="876993" cy="397200"/>
            <a:chOff x="5231070" y="2331828"/>
            <a:chExt cx="876993" cy="397200"/>
          </a:xfrm>
        </p:grpSpPr>
        <p:sp>
          <p:nvSpPr>
            <p:cNvPr id="1291" name="Google Shape;1291;p78"/>
            <p:cNvSpPr/>
            <p:nvPr/>
          </p:nvSpPr>
          <p:spPr>
            <a:xfrm>
              <a:off x="5231070" y="2331828"/>
              <a:ext cx="397200" cy="3972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78"/>
            <p:cNvSpPr/>
            <p:nvPr/>
          </p:nvSpPr>
          <p:spPr>
            <a:xfrm>
              <a:off x="5710864" y="2331828"/>
              <a:ext cx="397200" cy="3972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3" name="Google Shape;1293;p78"/>
            <p:cNvGrpSpPr/>
            <p:nvPr/>
          </p:nvGrpSpPr>
          <p:grpSpPr>
            <a:xfrm>
              <a:off x="5330320" y="2417088"/>
              <a:ext cx="198702" cy="226699"/>
              <a:chOff x="-55576850" y="3198125"/>
              <a:chExt cx="279625" cy="319025"/>
            </a:xfrm>
          </p:grpSpPr>
          <p:sp>
            <p:nvSpPr>
              <p:cNvPr id="1294" name="Google Shape;1294;p78"/>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8"/>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78"/>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78"/>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8" name="Google Shape;1298;p78"/>
            <p:cNvGrpSpPr/>
            <p:nvPr/>
          </p:nvGrpSpPr>
          <p:grpSpPr>
            <a:xfrm>
              <a:off x="5796408" y="2417930"/>
              <a:ext cx="226131" cy="225011"/>
              <a:chOff x="-55202750" y="3198925"/>
              <a:chExt cx="318225" cy="316650"/>
            </a:xfrm>
          </p:grpSpPr>
          <p:sp>
            <p:nvSpPr>
              <p:cNvPr id="1299" name="Google Shape;1299;p78"/>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8"/>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01" name="Google Shape;1301;p78"/>
          <p:cNvGrpSpPr/>
          <p:nvPr/>
        </p:nvGrpSpPr>
        <p:grpSpPr>
          <a:xfrm>
            <a:off x="3659355" y="2312301"/>
            <a:ext cx="198702" cy="226699"/>
            <a:chOff x="-55576850" y="3198125"/>
            <a:chExt cx="279625" cy="319025"/>
          </a:xfrm>
        </p:grpSpPr>
        <p:sp>
          <p:nvSpPr>
            <p:cNvPr id="1302" name="Google Shape;1302;p78"/>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8"/>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8"/>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78"/>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6" name="Google Shape;1306;p78"/>
          <p:cNvGrpSpPr/>
          <p:nvPr/>
        </p:nvGrpSpPr>
        <p:grpSpPr>
          <a:xfrm>
            <a:off x="7462170" y="2312301"/>
            <a:ext cx="198702" cy="226699"/>
            <a:chOff x="-55576850" y="3198125"/>
            <a:chExt cx="279625" cy="319025"/>
          </a:xfrm>
        </p:grpSpPr>
        <p:sp>
          <p:nvSpPr>
            <p:cNvPr id="1307" name="Google Shape;1307;p78"/>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8"/>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8"/>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8"/>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1" name="Google Shape;1311;p78"/>
          <p:cNvGrpSpPr/>
          <p:nvPr/>
        </p:nvGrpSpPr>
        <p:grpSpPr>
          <a:xfrm>
            <a:off x="7958665" y="2313143"/>
            <a:ext cx="226131" cy="225011"/>
            <a:chOff x="-55202750" y="3198925"/>
            <a:chExt cx="318225" cy="316650"/>
          </a:xfrm>
        </p:grpSpPr>
        <p:sp>
          <p:nvSpPr>
            <p:cNvPr id="1312" name="Google Shape;1312;p78"/>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78"/>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4" name="Google Shape;1314;p78"/>
          <p:cNvGrpSpPr/>
          <p:nvPr/>
        </p:nvGrpSpPr>
        <p:grpSpPr>
          <a:xfrm>
            <a:off x="6982938" y="2312301"/>
            <a:ext cx="198702" cy="226699"/>
            <a:chOff x="-55576850" y="3198125"/>
            <a:chExt cx="279625" cy="319025"/>
          </a:xfrm>
        </p:grpSpPr>
        <p:sp>
          <p:nvSpPr>
            <p:cNvPr id="1315" name="Google Shape;1315;p78"/>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78"/>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78"/>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78"/>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9" name="Google Shape;1319;p78"/>
          <p:cNvGrpSpPr/>
          <p:nvPr/>
        </p:nvGrpSpPr>
        <p:grpSpPr>
          <a:xfrm>
            <a:off x="1069226" y="3784877"/>
            <a:ext cx="188496" cy="224377"/>
            <a:chOff x="7908375" y="2148300"/>
            <a:chExt cx="213400" cy="254050"/>
          </a:xfrm>
        </p:grpSpPr>
        <p:sp>
          <p:nvSpPr>
            <p:cNvPr id="1320" name="Google Shape;1320;p78"/>
            <p:cNvSpPr/>
            <p:nvPr/>
          </p:nvSpPr>
          <p:spPr>
            <a:xfrm>
              <a:off x="7908375" y="2282175"/>
              <a:ext cx="213400" cy="120175"/>
            </a:xfrm>
            <a:custGeom>
              <a:rect b="b" l="l" r="r" t="t"/>
              <a:pathLst>
                <a:path extrusionOk="0" h="4807" w="8536">
                  <a:moveTo>
                    <a:pt x="7053" y="1579"/>
                  </a:moveTo>
                  <a:cubicBezTo>
                    <a:pt x="7436" y="1579"/>
                    <a:pt x="7436" y="2177"/>
                    <a:pt x="7053" y="2177"/>
                  </a:cubicBezTo>
                  <a:lnTo>
                    <a:pt x="6934" y="2177"/>
                  </a:lnTo>
                  <a:lnTo>
                    <a:pt x="6934" y="2272"/>
                  </a:lnTo>
                  <a:cubicBezTo>
                    <a:pt x="6934" y="2870"/>
                    <a:pt x="6528" y="3396"/>
                    <a:pt x="5954" y="3539"/>
                  </a:cubicBezTo>
                  <a:lnTo>
                    <a:pt x="5954" y="3874"/>
                  </a:lnTo>
                  <a:cubicBezTo>
                    <a:pt x="5954" y="4077"/>
                    <a:pt x="5804" y="4179"/>
                    <a:pt x="5655" y="4179"/>
                  </a:cubicBezTo>
                  <a:cubicBezTo>
                    <a:pt x="5505" y="4179"/>
                    <a:pt x="5356" y="4077"/>
                    <a:pt x="5356" y="3874"/>
                  </a:cubicBezTo>
                  <a:lnTo>
                    <a:pt x="5356" y="3539"/>
                  </a:lnTo>
                  <a:cubicBezTo>
                    <a:pt x="4758" y="3396"/>
                    <a:pt x="4352" y="2870"/>
                    <a:pt x="4352" y="2272"/>
                  </a:cubicBezTo>
                  <a:lnTo>
                    <a:pt x="4352" y="2177"/>
                  </a:lnTo>
                  <a:lnTo>
                    <a:pt x="4256" y="2177"/>
                  </a:lnTo>
                  <a:cubicBezTo>
                    <a:pt x="3850" y="2177"/>
                    <a:pt x="3850" y="1579"/>
                    <a:pt x="4256" y="1579"/>
                  </a:cubicBezTo>
                  <a:lnTo>
                    <a:pt x="4663" y="1579"/>
                  </a:lnTo>
                  <a:cubicBezTo>
                    <a:pt x="4806" y="1579"/>
                    <a:pt x="4950" y="1722"/>
                    <a:pt x="4950" y="1890"/>
                  </a:cubicBezTo>
                  <a:lnTo>
                    <a:pt x="4950" y="2272"/>
                  </a:lnTo>
                  <a:cubicBezTo>
                    <a:pt x="4950" y="2535"/>
                    <a:pt x="5093" y="2798"/>
                    <a:pt x="5356" y="2894"/>
                  </a:cubicBezTo>
                  <a:lnTo>
                    <a:pt x="5356" y="1890"/>
                  </a:lnTo>
                  <a:cubicBezTo>
                    <a:pt x="5356" y="1687"/>
                    <a:pt x="5505" y="1585"/>
                    <a:pt x="5655" y="1585"/>
                  </a:cubicBezTo>
                  <a:cubicBezTo>
                    <a:pt x="5804" y="1585"/>
                    <a:pt x="5954" y="1687"/>
                    <a:pt x="5954" y="1890"/>
                  </a:cubicBezTo>
                  <a:lnTo>
                    <a:pt x="5954" y="2894"/>
                  </a:lnTo>
                  <a:cubicBezTo>
                    <a:pt x="6193" y="2798"/>
                    <a:pt x="6336" y="2535"/>
                    <a:pt x="6336" y="2272"/>
                  </a:cubicBezTo>
                  <a:lnTo>
                    <a:pt x="6336" y="1890"/>
                  </a:lnTo>
                  <a:cubicBezTo>
                    <a:pt x="6336" y="1722"/>
                    <a:pt x="6480" y="1579"/>
                    <a:pt x="6647" y="1579"/>
                  </a:cubicBezTo>
                  <a:close/>
                  <a:moveTo>
                    <a:pt x="2439" y="1"/>
                  </a:moveTo>
                  <a:cubicBezTo>
                    <a:pt x="1053" y="121"/>
                    <a:pt x="1" y="1292"/>
                    <a:pt x="1" y="2679"/>
                  </a:cubicBezTo>
                  <a:lnTo>
                    <a:pt x="1" y="4496"/>
                  </a:lnTo>
                  <a:cubicBezTo>
                    <a:pt x="1" y="4663"/>
                    <a:pt x="120" y="4807"/>
                    <a:pt x="287" y="4807"/>
                  </a:cubicBezTo>
                  <a:lnTo>
                    <a:pt x="8249" y="4807"/>
                  </a:lnTo>
                  <a:cubicBezTo>
                    <a:pt x="8392" y="4807"/>
                    <a:pt x="8536" y="4663"/>
                    <a:pt x="8536" y="4496"/>
                  </a:cubicBezTo>
                  <a:lnTo>
                    <a:pt x="8536" y="2679"/>
                  </a:lnTo>
                  <a:cubicBezTo>
                    <a:pt x="8536" y="1292"/>
                    <a:pt x="7460" y="121"/>
                    <a:pt x="6073" y="1"/>
                  </a:cubicBezTo>
                  <a:cubicBezTo>
                    <a:pt x="5583" y="527"/>
                    <a:pt x="4920" y="790"/>
                    <a:pt x="4256" y="790"/>
                  </a:cubicBezTo>
                  <a:cubicBezTo>
                    <a:pt x="3593" y="790"/>
                    <a:pt x="2929" y="527"/>
                    <a:pt x="24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78"/>
            <p:cNvSpPr/>
            <p:nvPr/>
          </p:nvSpPr>
          <p:spPr>
            <a:xfrm>
              <a:off x="7968150" y="2148300"/>
              <a:ext cx="93275" cy="49625"/>
            </a:xfrm>
            <a:custGeom>
              <a:rect b="b" l="l" r="r" t="t"/>
              <a:pathLst>
                <a:path extrusionOk="0" h="1985" w="3731">
                  <a:moveTo>
                    <a:pt x="1865" y="1"/>
                  </a:moveTo>
                  <a:cubicBezTo>
                    <a:pt x="999" y="1"/>
                    <a:pt x="132" y="550"/>
                    <a:pt x="0" y="1650"/>
                  </a:cubicBezTo>
                  <a:cubicBezTo>
                    <a:pt x="192" y="1865"/>
                    <a:pt x="455" y="1985"/>
                    <a:pt x="742" y="1985"/>
                  </a:cubicBezTo>
                  <a:cubicBezTo>
                    <a:pt x="1100" y="1985"/>
                    <a:pt x="1435" y="1794"/>
                    <a:pt x="1602" y="1483"/>
                  </a:cubicBezTo>
                  <a:cubicBezTo>
                    <a:pt x="1662" y="1387"/>
                    <a:pt x="1764" y="1339"/>
                    <a:pt x="1865" y="1339"/>
                  </a:cubicBezTo>
                  <a:cubicBezTo>
                    <a:pt x="1967" y="1339"/>
                    <a:pt x="2068" y="1387"/>
                    <a:pt x="2128" y="1483"/>
                  </a:cubicBezTo>
                  <a:cubicBezTo>
                    <a:pt x="2316" y="1805"/>
                    <a:pt x="2654" y="1976"/>
                    <a:pt x="2995" y="1976"/>
                  </a:cubicBezTo>
                  <a:cubicBezTo>
                    <a:pt x="3262" y="1976"/>
                    <a:pt x="3531" y="1871"/>
                    <a:pt x="3730" y="1650"/>
                  </a:cubicBezTo>
                  <a:cubicBezTo>
                    <a:pt x="3599" y="550"/>
                    <a:pt x="2732" y="1"/>
                    <a:pt x="18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78"/>
            <p:cNvSpPr/>
            <p:nvPr/>
          </p:nvSpPr>
          <p:spPr>
            <a:xfrm>
              <a:off x="7967550" y="2199775"/>
              <a:ext cx="94450" cy="87225"/>
            </a:xfrm>
            <a:custGeom>
              <a:rect b="b" l="l" r="r" t="t"/>
              <a:pathLst>
                <a:path extrusionOk="0" h="3489" w="3778">
                  <a:moveTo>
                    <a:pt x="2429" y="1"/>
                  </a:moveTo>
                  <a:cubicBezTo>
                    <a:pt x="1843" y="1"/>
                    <a:pt x="1260" y="177"/>
                    <a:pt x="766" y="524"/>
                  </a:cubicBezTo>
                  <a:cubicBezTo>
                    <a:pt x="503" y="524"/>
                    <a:pt x="240" y="452"/>
                    <a:pt x="0" y="332"/>
                  </a:cubicBezTo>
                  <a:lnTo>
                    <a:pt x="0" y="1600"/>
                  </a:lnTo>
                  <a:cubicBezTo>
                    <a:pt x="0" y="2651"/>
                    <a:pt x="837" y="3488"/>
                    <a:pt x="1889" y="3488"/>
                  </a:cubicBezTo>
                  <a:cubicBezTo>
                    <a:pt x="2941" y="3488"/>
                    <a:pt x="3778" y="2651"/>
                    <a:pt x="3778" y="1600"/>
                  </a:cubicBezTo>
                  <a:lnTo>
                    <a:pt x="3778" y="332"/>
                  </a:lnTo>
                  <a:cubicBezTo>
                    <a:pt x="3356" y="111"/>
                    <a:pt x="2891" y="1"/>
                    <a:pt x="2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78"/>
            <p:cNvSpPr/>
            <p:nvPr/>
          </p:nvSpPr>
          <p:spPr>
            <a:xfrm>
              <a:off x="8076925" y="2200300"/>
              <a:ext cx="14975" cy="29900"/>
            </a:xfrm>
            <a:custGeom>
              <a:rect b="b" l="l" r="r" t="t"/>
              <a:pathLst>
                <a:path extrusionOk="0" h="1196" w="599">
                  <a:moveTo>
                    <a:pt x="1" y="1"/>
                  </a:moveTo>
                  <a:lnTo>
                    <a:pt x="1" y="1196"/>
                  </a:lnTo>
                  <a:cubicBezTo>
                    <a:pt x="335" y="1196"/>
                    <a:pt x="598" y="933"/>
                    <a:pt x="598" y="598"/>
                  </a:cubicBezTo>
                  <a:cubicBezTo>
                    <a:pt x="598" y="264"/>
                    <a:pt x="335" y="1"/>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8"/>
            <p:cNvSpPr/>
            <p:nvPr/>
          </p:nvSpPr>
          <p:spPr>
            <a:xfrm>
              <a:off x="7932875" y="2200300"/>
              <a:ext cx="19750" cy="29900"/>
            </a:xfrm>
            <a:custGeom>
              <a:rect b="b" l="l" r="r" t="t"/>
              <a:pathLst>
                <a:path extrusionOk="0" h="1196" w="790">
                  <a:moveTo>
                    <a:pt x="790" y="1"/>
                  </a:moveTo>
                  <a:cubicBezTo>
                    <a:pt x="1" y="1"/>
                    <a:pt x="1" y="1196"/>
                    <a:pt x="790" y="1196"/>
                  </a:cubicBezTo>
                  <a:lnTo>
                    <a:pt x="79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5" name="Google Shape;1325;p78"/>
          <p:cNvGrpSpPr/>
          <p:nvPr/>
        </p:nvGrpSpPr>
        <p:grpSpPr>
          <a:xfrm>
            <a:off x="2180683" y="3784612"/>
            <a:ext cx="189556" cy="224907"/>
            <a:chOff x="7900600" y="1388625"/>
            <a:chExt cx="214600" cy="254650"/>
          </a:xfrm>
        </p:grpSpPr>
        <p:sp>
          <p:nvSpPr>
            <p:cNvPr id="1326" name="Google Shape;1326;p78"/>
            <p:cNvSpPr/>
            <p:nvPr/>
          </p:nvSpPr>
          <p:spPr>
            <a:xfrm>
              <a:off x="7900600" y="1523100"/>
              <a:ext cx="214600" cy="120175"/>
            </a:xfrm>
            <a:custGeom>
              <a:rect b="b" l="l" r="r" t="t"/>
              <a:pathLst>
                <a:path extrusionOk="0" h="4807" w="8584">
                  <a:moveTo>
                    <a:pt x="7078" y="1579"/>
                  </a:moveTo>
                  <a:cubicBezTo>
                    <a:pt x="7484" y="1579"/>
                    <a:pt x="7484" y="2176"/>
                    <a:pt x="7078" y="2176"/>
                  </a:cubicBezTo>
                  <a:lnTo>
                    <a:pt x="6982" y="2176"/>
                  </a:lnTo>
                  <a:lnTo>
                    <a:pt x="6982" y="2272"/>
                  </a:lnTo>
                  <a:cubicBezTo>
                    <a:pt x="6982" y="2870"/>
                    <a:pt x="6576" y="3396"/>
                    <a:pt x="5978" y="3539"/>
                  </a:cubicBezTo>
                  <a:lnTo>
                    <a:pt x="5978" y="3874"/>
                  </a:lnTo>
                  <a:cubicBezTo>
                    <a:pt x="5978" y="4065"/>
                    <a:pt x="5828" y="4161"/>
                    <a:pt x="5679" y="4161"/>
                  </a:cubicBezTo>
                  <a:cubicBezTo>
                    <a:pt x="5530" y="4161"/>
                    <a:pt x="5380" y="4065"/>
                    <a:pt x="5380" y="3874"/>
                  </a:cubicBezTo>
                  <a:lnTo>
                    <a:pt x="5380" y="3539"/>
                  </a:lnTo>
                  <a:cubicBezTo>
                    <a:pt x="4806" y="3396"/>
                    <a:pt x="4400" y="2894"/>
                    <a:pt x="4400" y="2296"/>
                  </a:cubicBezTo>
                  <a:lnTo>
                    <a:pt x="4400" y="2176"/>
                  </a:lnTo>
                  <a:lnTo>
                    <a:pt x="4280" y="2176"/>
                  </a:lnTo>
                  <a:cubicBezTo>
                    <a:pt x="3898" y="2176"/>
                    <a:pt x="3898" y="1579"/>
                    <a:pt x="4280" y="1579"/>
                  </a:cubicBezTo>
                  <a:lnTo>
                    <a:pt x="4687" y="1579"/>
                  </a:lnTo>
                  <a:cubicBezTo>
                    <a:pt x="4854" y="1579"/>
                    <a:pt x="4998" y="1722"/>
                    <a:pt x="4998" y="1890"/>
                  </a:cubicBezTo>
                  <a:lnTo>
                    <a:pt x="4998" y="2296"/>
                  </a:lnTo>
                  <a:cubicBezTo>
                    <a:pt x="4998" y="2559"/>
                    <a:pt x="5141" y="2798"/>
                    <a:pt x="5380" y="2918"/>
                  </a:cubicBezTo>
                  <a:lnTo>
                    <a:pt x="5380" y="1890"/>
                  </a:lnTo>
                  <a:cubicBezTo>
                    <a:pt x="5380" y="1686"/>
                    <a:pt x="5530" y="1585"/>
                    <a:pt x="5679" y="1585"/>
                  </a:cubicBezTo>
                  <a:cubicBezTo>
                    <a:pt x="5828" y="1585"/>
                    <a:pt x="5978" y="1686"/>
                    <a:pt x="5978" y="1890"/>
                  </a:cubicBezTo>
                  <a:lnTo>
                    <a:pt x="5978" y="2894"/>
                  </a:lnTo>
                  <a:cubicBezTo>
                    <a:pt x="6217" y="2798"/>
                    <a:pt x="6384" y="2535"/>
                    <a:pt x="6384" y="2272"/>
                  </a:cubicBezTo>
                  <a:lnTo>
                    <a:pt x="6384" y="1890"/>
                  </a:lnTo>
                  <a:cubicBezTo>
                    <a:pt x="6384" y="1722"/>
                    <a:pt x="6528" y="1579"/>
                    <a:pt x="6695" y="1579"/>
                  </a:cubicBezTo>
                  <a:close/>
                  <a:moveTo>
                    <a:pt x="2463" y="1"/>
                  </a:moveTo>
                  <a:cubicBezTo>
                    <a:pt x="1077" y="120"/>
                    <a:pt x="1" y="1268"/>
                    <a:pt x="1" y="2679"/>
                  </a:cubicBezTo>
                  <a:lnTo>
                    <a:pt x="1" y="4496"/>
                  </a:lnTo>
                  <a:cubicBezTo>
                    <a:pt x="1" y="4663"/>
                    <a:pt x="120" y="4806"/>
                    <a:pt x="288" y="4806"/>
                  </a:cubicBezTo>
                  <a:lnTo>
                    <a:pt x="8273" y="4806"/>
                  </a:lnTo>
                  <a:cubicBezTo>
                    <a:pt x="8440" y="4806"/>
                    <a:pt x="8584" y="4663"/>
                    <a:pt x="8584" y="4496"/>
                  </a:cubicBezTo>
                  <a:lnTo>
                    <a:pt x="8584" y="2679"/>
                  </a:lnTo>
                  <a:cubicBezTo>
                    <a:pt x="8560" y="1268"/>
                    <a:pt x="7484" y="120"/>
                    <a:pt x="6097" y="1"/>
                  </a:cubicBezTo>
                  <a:cubicBezTo>
                    <a:pt x="5607" y="527"/>
                    <a:pt x="4950" y="790"/>
                    <a:pt x="4289" y="790"/>
                  </a:cubicBezTo>
                  <a:cubicBezTo>
                    <a:pt x="3629" y="790"/>
                    <a:pt x="2965" y="527"/>
                    <a:pt x="24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8"/>
            <p:cNvSpPr/>
            <p:nvPr/>
          </p:nvSpPr>
          <p:spPr>
            <a:xfrm>
              <a:off x="7960975" y="1388775"/>
              <a:ext cx="93875" cy="50075"/>
            </a:xfrm>
            <a:custGeom>
              <a:rect b="b" l="l" r="r" t="t"/>
              <a:pathLst>
                <a:path extrusionOk="0" h="2003" w="3755">
                  <a:moveTo>
                    <a:pt x="1868" y="0"/>
                  </a:moveTo>
                  <a:cubicBezTo>
                    <a:pt x="999" y="0"/>
                    <a:pt x="132" y="556"/>
                    <a:pt x="1" y="1668"/>
                  </a:cubicBezTo>
                  <a:cubicBezTo>
                    <a:pt x="192" y="1883"/>
                    <a:pt x="455" y="2003"/>
                    <a:pt x="742" y="2003"/>
                  </a:cubicBezTo>
                  <a:cubicBezTo>
                    <a:pt x="1100" y="2003"/>
                    <a:pt x="1435" y="1812"/>
                    <a:pt x="1626" y="1501"/>
                  </a:cubicBezTo>
                  <a:cubicBezTo>
                    <a:pt x="1674" y="1393"/>
                    <a:pt x="1770" y="1339"/>
                    <a:pt x="1868" y="1339"/>
                  </a:cubicBezTo>
                  <a:cubicBezTo>
                    <a:pt x="1967" y="1339"/>
                    <a:pt x="2069" y="1393"/>
                    <a:pt x="2128" y="1501"/>
                  </a:cubicBezTo>
                  <a:cubicBezTo>
                    <a:pt x="2320" y="1812"/>
                    <a:pt x="2654" y="2003"/>
                    <a:pt x="3013" y="2003"/>
                  </a:cubicBezTo>
                  <a:cubicBezTo>
                    <a:pt x="3300" y="2003"/>
                    <a:pt x="3563" y="1883"/>
                    <a:pt x="3754" y="1668"/>
                  </a:cubicBezTo>
                  <a:cubicBezTo>
                    <a:pt x="3611" y="556"/>
                    <a:pt x="2738" y="0"/>
                    <a:pt x="18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8"/>
            <p:cNvSpPr/>
            <p:nvPr/>
          </p:nvSpPr>
          <p:spPr>
            <a:xfrm>
              <a:off x="7960375" y="1441825"/>
              <a:ext cx="95050" cy="86100"/>
            </a:xfrm>
            <a:custGeom>
              <a:rect b="b" l="l" r="r" t="t"/>
              <a:pathLst>
                <a:path extrusionOk="0" h="3444" w="3802">
                  <a:moveTo>
                    <a:pt x="1889" y="0"/>
                  </a:moveTo>
                  <a:cubicBezTo>
                    <a:pt x="1602" y="287"/>
                    <a:pt x="1196" y="455"/>
                    <a:pt x="766" y="478"/>
                  </a:cubicBezTo>
                  <a:cubicBezTo>
                    <a:pt x="503" y="478"/>
                    <a:pt x="240" y="407"/>
                    <a:pt x="1" y="287"/>
                  </a:cubicBezTo>
                  <a:lnTo>
                    <a:pt x="1" y="1554"/>
                  </a:lnTo>
                  <a:cubicBezTo>
                    <a:pt x="1" y="2606"/>
                    <a:pt x="861" y="3443"/>
                    <a:pt x="1889" y="3443"/>
                  </a:cubicBezTo>
                  <a:cubicBezTo>
                    <a:pt x="2941" y="3443"/>
                    <a:pt x="3802" y="2606"/>
                    <a:pt x="3802" y="1554"/>
                  </a:cubicBezTo>
                  <a:lnTo>
                    <a:pt x="3802" y="287"/>
                  </a:lnTo>
                  <a:cubicBezTo>
                    <a:pt x="3563" y="407"/>
                    <a:pt x="3300" y="478"/>
                    <a:pt x="3037" y="478"/>
                  </a:cubicBezTo>
                  <a:cubicBezTo>
                    <a:pt x="2607" y="455"/>
                    <a:pt x="2200" y="287"/>
                    <a:pt x="18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8"/>
            <p:cNvSpPr/>
            <p:nvPr/>
          </p:nvSpPr>
          <p:spPr>
            <a:xfrm>
              <a:off x="8051225" y="1389200"/>
              <a:ext cx="51925" cy="102250"/>
            </a:xfrm>
            <a:custGeom>
              <a:rect b="b" l="l" r="r" t="t"/>
              <a:pathLst>
                <a:path extrusionOk="0" h="4090" w="2077">
                  <a:moveTo>
                    <a:pt x="586" y="1"/>
                  </a:moveTo>
                  <a:cubicBezTo>
                    <a:pt x="574" y="1"/>
                    <a:pt x="562" y="1"/>
                    <a:pt x="551" y="1"/>
                  </a:cubicBezTo>
                  <a:cubicBezTo>
                    <a:pt x="359" y="1"/>
                    <a:pt x="168" y="25"/>
                    <a:pt x="1" y="121"/>
                  </a:cubicBezTo>
                  <a:cubicBezTo>
                    <a:pt x="455" y="575"/>
                    <a:pt x="718" y="1221"/>
                    <a:pt x="742" y="1866"/>
                  </a:cubicBezTo>
                  <a:lnTo>
                    <a:pt x="742" y="3659"/>
                  </a:lnTo>
                  <a:cubicBezTo>
                    <a:pt x="742" y="3803"/>
                    <a:pt x="718" y="3922"/>
                    <a:pt x="694" y="4042"/>
                  </a:cubicBezTo>
                  <a:cubicBezTo>
                    <a:pt x="790" y="4066"/>
                    <a:pt x="909" y="4066"/>
                    <a:pt x="1005" y="4090"/>
                  </a:cubicBezTo>
                  <a:cubicBezTo>
                    <a:pt x="1292" y="4090"/>
                    <a:pt x="1579" y="4018"/>
                    <a:pt x="1818" y="3875"/>
                  </a:cubicBezTo>
                  <a:cubicBezTo>
                    <a:pt x="1937" y="3803"/>
                    <a:pt x="1961" y="3659"/>
                    <a:pt x="1889" y="3564"/>
                  </a:cubicBezTo>
                  <a:cubicBezTo>
                    <a:pt x="1555" y="3133"/>
                    <a:pt x="1459" y="2536"/>
                    <a:pt x="1674" y="2034"/>
                  </a:cubicBezTo>
                  <a:lnTo>
                    <a:pt x="1770" y="1723"/>
                  </a:lnTo>
                  <a:cubicBezTo>
                    <a:pt x="2077" y="897"/>
                    <a:pt x="1475" y="1"/>
                    <a:pt x="5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8"/>
            <p:cNvSpPr/>
            <p:nvPr/>
          </p:nvSpPr>
          <p:spPr>
            <a:xfrm>
              <a:off x="7912550" y="1388625"/>
              <a:ext cx="52625" cy="102825"/>
            </a:xfrm>
            <a:custGeom>
              <a:rect b="b" l="l" r="r" t="t"/>
              <a:pathLst>
                <a:path extrusionOk="0" h="4113" w="2105">
                  <a:moveTo>
                    <a:pt x="1531" y="1"/>
                  </a:moveTo>
                  <a:cubicBezTo>
                    <a:pt x="623" y="1"/>
                    <a:pt x="1" y="909"/>
                    <a:pt x="312" y="1746"/>
                  </a:cubicBezTo>
                  <a:lnTo>
                    <a:pt x="407" y="2057"/>
                  </a:lnTo>
                  <a:cubicBezTo>
                    <a:pt x="623" y="2559"/>
                    <a:pt x="527" y="3156"/>
                    <a:pt x="216" y="3587"/>
                  </a:cubicBezTo>
                  <a:cubicBezTo>
                    <a:pt x="120" y="3682"/>
                    <a:pt x="144" y="3826"/>
                    <a:pt x="264" y="3898"/>
                  </a:cubicBezTo>
                  <a:cubicBezTo>
                    <a:pt x="503" y="4041"/>
                    <a:pt x="790" y="4113"/>
                    <a:pt x="1077" y="4113"/>
                  </a:cubicBezTo>
                  <a:cubicBezTo>
                    <a:pt x="1196" y="4089"/>
                    <a:pt x="1292" y="4089"/>
                    <a:pt x="1388" y="4065"/>
                  </a:cubicBezTo>
                  <a:cubicBezTo>
                    <a:pt x="1364" y="3945"/>
                    <a:pt x="1364" y="3826"/>
                    <a:pt x="1364" y="3682"/>
                  </a:cubicBezTo>
                  <a:lnTo>
                    <a:pt x="1364" y="1889"/>
                  </a:lnTo>
                  <a:cubicBezTo>
                    <a:pt x="1364" y="1244"/>
                    <a:pt x="1627" y="598"/>
                    <a:pt x="2105" y="144"/>
                  </a:cubicBezTo>
                  <a:cubicBezTo>
                    <a:pt x="1914" y="48"/>
                    <a:pt x="1722" y="24"/>
                    <a:pt x="15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1" name="Google Shape;1331;p78"/>
          <p:cNvSpPr/>
          <p:nvPr/>
        </p:nvSpPr>
        <p:spPr>
          <a:xfrm>
            <a:off x="1607001" y="3784612"/>
            <a:ext cx="224932" cy="224907"/>
          </a:xfrm>
          <a:custGeom>
            <a:rect b="b" l="l" r="r" t="t"/>
            <a:pathLst>
              <a:path extrusionOk="0" h="10186" w="10186">
                <a:moveTo>
                  <a:pt x="288" y="1"/>
                </a:moveTo>
                <a:cubicBezTo>
                  <a:pt x="120" y="1"/>
                  <a:pt x="1" y="120"/>
                  <a:pt x="1" y="287"/>
                </a:cubicBezTo>
                <a:lnTo>
                  <a:pt x="1" y="1196"/>
                </a:lnTo>
                <a:cubicBezTo>
                  <a:pt x="1" y="1363"/>
                  <a:pt x="120" y="1483"/>
                  <a:pt x="288" y="1483"/>
                </a:cubicBezTo>
                <a:lnTo>
                  <a:pt x="1364" y="1483"/>
                </a:lnTo>
                <a:lnTo>
                  <a:pt x="1364" y="3276"/>
                </a:lnTo>
                <a:cubicBezTo>
                  <a:pt x="1364" y="4950"/>
                  <a:pt x="2679" y="6336"/>
                  <a:pt x="4352" y="6408"/>
                </a:cubicBezTo>
                <a:lnTo>
                  <a:pt x="4352" y="9588"/>
                </a:lnTo>
                <a:lnTo>
                  <a:pt x="3898" y="9588"/>
                </a:lnTo>
                <a:cubicBezTo>
                  <a:pt x="3491" y="9588"/>
                  <a:pt x="3491" y="10185"/>
                  <a:pt x="3898" y="10185"/>
                </a:cubicBezTo>
                <a:lnTo>
                  <a:pt x="6289" y="10185"/>
                </a:lnTo>
                <a:cubicBezTo>
                  <a:pt x="6695" y="10185"/>
                  <a:pt x="6695" y="9588"/>
                  <a:pt x="6289" y="9588"/>
                </a:cubicBezTo>
                <a:lnTo>
                  <a:pt x="5834" y="9588"/>
                </a:lnTo>
                <a:lnTo>
                  <a:pt x="5834" y="6408"/>
                </a:lnTo>
                <a:cubicBezTo>
                  <a:pt x="7508" y="6336"/>
                  <a:pt x="8823" y="4950"/>
                  <a:pt x="8823" y="3276"/>
                </a:cubicBezTo>
                <a:lnTo>
                  <a:pt x="8823" y="1483"/>
                </a:lnTo>
                <a:lnTo>
                  <a:pt x="9899" y="1483"/>
                </a:lnTo>
                <a:cubicBezTo>
                  <a:pt x="10066" y="1483"/>
                  <a:pt x="10186" y="1363"/>
                  <a:pt x="10186" y="1196"/>
                </a:cubicBezTo>
                <a:lnTo>
                  <a:pt x="10186" y="287"/>
                </a:lnTo>
                <a:cubicBezTo>
                  <a:pt x="10186" y="120"/>
                  <a:pt x="10066" y="1"/>
                  <a:pt x="9899" y="1"/>
                </a:cubicBezTo>
                <a:lnTo>
                  <a:pt x="8632" y="1"/>
                </a:lnTo>
                <a:cubicBezTo>
                  <a:pt x="7891" y="1"/>
                  <a:pt x="7293" y="598"/>
                  <a:pt x="7293" y="1339"/>
                </a:cubicBezTo>
                <a:lnTo>
                  <a:pt x="7293" y="3276"/>
                </a:lnTo>
                <a:cubicBezTo>
                  <a:pt x="7293" y="4113"/>
                  <a:pt x="6647" y="4830"/>
                  <a:pt x="5811" y="4902"/>
                </a:cubicBezTo>
                <a:lnTo>
                  <a:pt x="5811" y="1579"/>
                </a:lnTo>
                <a:cubicBezTo>
                  <a:pt x="5811" y="1172"/>
                  <a:pt x="5930" y="790"/>
                  <a:pt x="6169" y="479"/>
                </a:cubicBezTo>
                <a:cubicBezTo>
                  <a:pt x="6313" y="264"/>
                  <a:pt x="6169" y="1"/>
                  <a:pt x="5930" y="1"/>
                </a:cubicBezTo>
                <a:lnTo>
                  <a:pt x="4209" y="1"/>
                </a:lnTo>
                <a:cubicBezTo>
                  <a:pt x="3946" y="1"/>
                  <a:pt x="3802" y="264"/>
                  <a:pt x="3946" y="479"/>
                </a:cubicBezTo>
                <a:cubicBezTo>
                  <a:pt x="4185" y="790"/>
                  <a:pt x="4328" y="1172"/>
                  <a:pt x="4328" y="1579"/>
                </a:cubicBezTo>
                <a:lnTo>
                  <a:pt x="4328" y="4902"/>
                </a:lnTo>
                <a:cubicBezTo>
                  <a:pt x="3468" y="4830"/>
                  <a:pt x="2822" y="4113"/>
                  <a:pt x="2822" y="3276"/>
                </a:cubicBezTo>
                <a:lnTo>
                  <a:pt x="2822" y="1339"/>
                </a:lnTo>
                <a:cubicBezTo>
                  <a:pt x="2822" y="598"/>
                  <a:pt x="2224" y="1"/>
                  <a:pt x="14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2" name="Google Shape;1332;p78"/>
          <p:cNvCxnSpPr/>
          <p:nvPr/>
        </p:nvCxnSpPr>
        <p:spPr>
          <a:xfrm>
            <a:off x="2807862" y="1323975"/>
            <a:ext cx="0" cy="3190800"/>
          </a:xfrm>
          <a:prstGeom prst="straightConnector1">
            <a:avLst/>
          </a:prstGeom>
          <a:noFill/>
          <a:ln cap="flat" cmpd="sng" w="28575">
            <a:solidFill>
              <a:schemeClr val="lt1"/>
            </a:solidFill>
            <a:prstDash val="solid"/>
            <a:round/>
            <a:headEnd len="med" w="med" type="none"/>
            <a:tailEnd len="med" w="med" type="none"/>
          </a:ln>
        </p:spPr>
      </p:cxnSp>
      <p:cxnSp>
        <p:nvCxnSpPr>
          <p:cNvPr id="1333" name="Google Shape;1333;p78"/>
          <p:cNvCxnSpPr/>
          <p:nvPr/>
        </p:nvCxnSpPr>
        <p:spPr>
          <a:xfrm>
            <a:off x="4709550" y="1323975"/>
            <a:ext cx="0" cy="3190800"/>
          </a:xfrm>
          <a:prstGeom prst="straightConnector1">
            <a:avLst/>
          </a:prstGeom>
          <a:noFill/>
          <a:ln cap="flat" cmpd="sng" w="28575">
            <a:solidFill>
              <a:schemeClr val="lt1"/>
            </a:solidFill>
            <a:prstDash val="solid"/>
            <a:round/>
            <a:headEnd len="med" w="med" type="none"/>
            <a:tailEnd len="med" w="med" type="none"/>
          </a:ln>
        </p:spPr>
      </p:cxnSp>
      <p:cxnSp>
        <p:nvCxnSpPr>
          <p:cNvPr id="1334" name="Google Shape;1334;p78"/>
          <p:cNvCxnSpPr/>
          <p:nvPr/>
        </p:nvCxnSpPr>
        <p:spPr>
          <a:xfrm>
            <a:off x="6611238" y="1323975"/>
            <a:ext cx="0" cy="3190800"/>
          </a:xfrm>
          <a:prstGeom prst="straightConnector1">
            <a:avLst/>
          </a:prstGeom>
          <a:noFill/>
          <a:ln cap="flat" cmpd="sng" w="28575">
            <a:solidFill>
              <a:schemeClr val="lt1"/>
            </a:solidFill>
            <a:prstDash val="solid"/>
            <a:round/>
            <a:headEnd len="med" w="med" type="none"/>
            <a:tailEnd len="med" w="med" type="non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79"/>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Trial timeline</a:t>
            </a:r>
            <a:endParaRPr/>
          </a:p>
        </p:txBody>
      </p:sp>
      <p:sp>
        <p:nvSpPr>
          <p:cNvPr id="1340" name="Google Shape;1340;p79"/>
          <p:cNvSpPr txBox="1"/>
          <p:nvPr/>
        </p:nvSpPr>
        <p:spPr>
          <a:xfrm>
            <a:off x="704820" y="3790462"/>
            <a:ext cx="21030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Venus has a beautiful name but it is hot</a:t>
            </a:r>
            <a:endParaRPr sz="1500">
              <a:solidFill>
                <a:schemeClr val="dk1"/>
              </a:solidFill>
              <a:latin typeface="Gantari"/>
              <a:ea typeface="Gantari"/>
              <a:cs typeface="Gantari"/>
              <a:sym typeface="Gantari"/>
            </a:endParaRPr>
          </a:p>
        </p:txBody>
      </p:sp>
      <p:sp>
        <p:nvSpPr>
          <p:cNvPr id="1341" name="Google Shape;1341;p79"/>
          <p:cNvSpPr txBox="1"/>
          <p:nvPr/>
        </p:nvSpPr>
        <p:spPr>
          <a:xfrm>
            <a:off x="704820" y="3494495"/>
            <a:ext cx="2103000" cy="27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Research</a:t>
            </a:r>
            <a:endParaRPr sz="2400">
              <a:solidFill>
                <a:schemeClr val="dk1"/>
              </a:solidFill>
              <a:latin typeface="Artifika"/>
              <a:ea typeface="Artifika"/>
              <a:cs typeface="Artifika"/>
              <a:sym typeface="Artifika"/>
            </a:endParaRPr>
          </a:p>
        </p:txBody>
      </p:sp>
      <p:sp>
        <p:nvSpPr>
          <p:cNvPr id="1342" name="Google Shape;1342;p79"/>
          <p:cNvSpPr txBox="1"/>
          <p:nvPr/>
        </p:nvSpPr>
        <p:spPr>
          <a:xfrm>
            <a:off x="3522000" y="3494499"/>
            <a:ext cx="2100000" cy="27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Experiment</a:t>
            </a:r>
            <a:endParaRPr sz="2400">
              <a:solidFill>
                <a:schemeClr val="dk1"/>
              </a:solidFill>
              <a:latin typeface="Artifika"/>
              <a:ea typeface="Artifika"/>
              <a:cs typeface="Artifika"/>
              <a:sym typeface="Artifika"/>
            </a:endParaRPr>
          </a:p>
        </p:txBody>
      </p:sp>
      <p:sp>
        <p:nvSpPr>
          <p:cNvPr id="1343" name="Google Shape;1343;p79"/>
          <p:cNvSpPr txBox="1"/>
          <p:nvPr/>
        </p:nvSpPr>
        <p:spPr>
          <a:xfrm>
            <a:off x="3520500" y="3790453"/>
            <a:ext cx="21030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Jupiter is the biggest planet of them all</a:t>
            </a:r>
            <a:endParaRPr sz="1500">
              <a:solidFill>
                <a:schemeClr val="dk1"/>
              </a:solidFill>
              <a:latin typeface="Gantari"/>
              <a:ea typeface="Gantari"/>
              <a:cs typeface="Gantari"/>
              <a:sym typeface="Gantari"/>
            </a:endParaRPr>
          </a:p>
        </p:txBody>
      </p:sp>
      <p:sp>
        <p:nvSpPr>
          <p:cNvPr id="1344" name="Google Shape;1344;p79"/>
          <p:cNvSpPr txBox="1"/>
          <p:nvPr/>
        </p:nvSpPr>
        <p:spPr>
          <a:xfrm>
            <a:off x="6336180" y="3494500"/>
            <a:ext cx="2103000" cy="27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Results</a:t>
            </a:r>
            <a:endParaRPr sz="2400">
              <a:solidFill>
                <a:schemeClr val="dk1"/>
              </a:solidFill>
              <a:latin typeface="Artifika"/>
              <a:ea typeface="Artifika"/>
              <a:cs typeface="Artifika"/>
              <a:sym typeface="Artifika"/>
            </a:endParaRPr>
          </a:p>
        </p:txBody>
      </p:sp>
      <p:sp>
        <p:nvSpPr>
          <p:cNvPr id="1345" name="Google Shape;1345;p79"/>
          <p:cNvSpPr txBox="1"/>
          <p:nvPr/>
        </p:nvSpPr>
        <p:spPr>
          <a:xfrm>
            <a:off x="6336180" y="3790462"/>
            <a:ext cx="21030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Earth is the third planet from the Sun</a:t>
            </a:r>
            <a:endParaRPr sz="1500">
              <a:solidFill>
                <a:schemeClr val="dk1"/>
              </a:solidFill>
              <a:latin typeface="Gantari"/>
              <a:ea typeface="Gantari"/>
              <a:cs typeface="Gantari"/>
              <a:sym typeface="Gantari"/>
            </a:endParaRPr>
          </a:p>
        </p:txBody>
      </p:sp>
      <p:sp>
        <p:nvSpPr>
          <p:cNvPr id="1346" name="Google Shape;1346;p79"/>
          <p:cNvSpPr txBox="1"/>
          <p:nvPr/>
        </p:nvSpPr>
        <p:spPr>
          <a:xfrm>
            <a:off x="2113410" y="1989781"/>
            <a:ext cx="2103000" cy="27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Preclinical</a:t>
            </a:r>
            <a:endParaRPr sz="2400">
              <a:solidFill>
                <a:schemeClr val="dk1"/>
              </a:solidFill>
              <a:latin typeface="Artifika"/>
              <a:ea typeface="Artifika"/>
              <a:cs typeface="Artifika"/>
              <a:sym typeface="Artifika"/>
            </a:endParaRPr>
          </a:p>
        </p:txBody>
      </p:sp>
      <p:sp>
        <p:nvSpPr>
          <p:cNvPr id="1347" name="Google Shape;1347;p79"/>
          <p:cNvSpPr txBox="1"/>
          <p:nvPr/>
        </p:nvSpPr>
        <p:spPr>
          <a:xfrm>
            <a:off x="2112660" y="1389932"/>
            <a:ext cx="21030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Despite being red, Mars is a cold place</a:t>
            </a:r>
            <a:endParaRPr sz="1500">
              <a:solidFill>
                <a:schemeClr val="dk1"/>
              </a:solidFill>
              <a:latin typeface="Gantari"/>
              <a:ea typeface="Gantari"/>
              <a:cs typeface="Gantari"/>
              <a:sym typeface="Gantari"/>
            </a:endParaRPr>
          </a:p>
        </p:txBody>
      </p:sp>
      <p:sp>
        <p:nvSpPr>
          <p:cNvPr id="1348" name="Google Shape;1348;p79"/>
          <p:cNvSpPr txBox="1"/>
          <p:nvPr/>
        </p:nvSpPr>
        <p:spPr>
          <a:xfrm>
            <a:off x="4927590" y="1989777"/>
            <a:ext cx="2103000" cy="27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Analysis</a:t>
            </a:r>
            <a:endParaRPr sz="2400">
              <a:solidFill>
                <a:schemeClr val="dk1"/>
              </a:solidFill>
              <a:latin typeface="Artifika"/>
              <a:ea typeface="Artifika"/>
              <a:cs typeface="Artifika"/>
              <a:sym typeface="Artifika"/>
            </a:endParaRPr>
          </a:p>
        </p:txBody>
      </p:sp>
      <p:sp>
        <p:nvSpPr>
          <p:cNvPr id="1349" name="Google Shape;1349;p79"/>
          <p:cNvSpPr txBox="1"/>
          <p:nvPr/>
        </p:nvSpPr>
        <p:spPr>
          <a:xfrm>
            <a:off x="4928340" y="1389932"/>
            <a:ext cx="21030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Saturn is a gas giant and has rings</a:t>
            </a:r>
            <a:endParaRPr sz="1500">
              <a:solidFill>
                <a:schemeClr val="dk1"/>
              </a:solidFill>
              <a:latin typeface="Gantari"/>
              <a:ea typeface="Gantari"/>
              <a:cs typeface="Gantari"/>
              <a:sym typeface="Gantari"/>
            </a:endParaRPr>
          </a:p>
        </p:txBody>
      </p:sp>
      <p:sp>
        <p:nvSpPr>
          <p:cNvPr id="1350" name="Google Shape;1350;p79"/>
          <p:cNvSpPr/>
          <p:nvPr/>
        </p:nvSpPr>
        <p:spPr>
          <a:xfrm>
            <a:off x="1377120" y="2497938"/>
            <a:ext cx="758400" cy="7584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9"/>
          <p:cNvSpPr/>
          <p:nvPr/>
        </p:nvSpPr>
        <p:spPr>
          <a:xfrm>
            <a:off x="2785335" y="2497938"/>
            <a:ext cx="758400" cy="7584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9"/>
          <p:cNvSpPr/>
          <p:nvPr/>
        </p:nvSpPr>
        <p:spPr>
          <a:xfrm>
            <a:off x="4192801" y="2497938"/>
            <a:ext cx="758400" cy="7584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9"/>
          <p:cNvSpPr/>
          <p:nvPr/>
        </p:nvSpPr>
        <p:spPr>
          <a:xfrm>
            <a:off x="5600265" y="2497938"/>
            <a:ext cx="758400" cy="7584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9"/>
          <p:cNvSpPr/>
          <p:nvPr/>
        </p:nvSpPr>
        <p:spPr>
          <a:xfrm>
            <a:off x="7008480" y="2497938"/>
            <a:ext cx="758400" cy="7584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5" name="Google Shape;1355;p79"/>
          <p:cNvCxnSpPr>
            <a:stCxn id="1350" idx="4"/>
            <a:endCxn id="1341" idx="0"/>
          </p:cNvCxnSpPr>
          <p:nvPr/>
        </p:nvCxnSpPr>
        <p:spPr>
          <a:xfrm>
            <a:off x="1756320" y="3256338"/>
            <a:ext cx="0" cy="238200"/>
          </a:xfrm>
          <a:prstGeom prst="straightConnector1">
            <a:avLst/>
          </a:prstGeom>
          <a:noFill/>
          <a:ln cap="flat" cmpd="sng" w="28575">
            <a:solidFill>
              <a:schemeClr val="lt1"/>
            </a:solidFill>
            <a:prstDash val="solid"/>
            <a:round/>
            <a:headEnd len="med" w="med" type="none"/>
            <a:tailEnd len="med" w="med" type="none"/>
          </a:ln>
        </p:spPr>
      </p:cxnSp>
      <p:cxnSp>
        <p:nvCxnSpPr>
          <p:cNvPr id="1356" name="Google Shape;1356;p79"/>
          <p:cNvCxnSpPr>
            <a:stCxn id="1351" idx="0"/>
            <a:endCxn id="1346" idx="2"/>
          </p:cNvCxnSpPr>
          <p:nvPr/>
        </p:nvCxnSpPr>
        <p:spPr>
          <a:xfrm flipH="1" rot="10800000">
            <a:off x="3164535" y="2259738"/>
            <a:ext cx="300" cy="238200"/>
          </a:xfrm>
          <a:prstGeom prst="straightConnector1">
            <a:avLst/>
          </a:prstGeom>
          <a:noFill/>
          <a:ln cap="flat" cmpd="sng" w="28575">
            <a:solidFill>
              <a:schemeClr val="lt1"/>
            </a:solidFill>
            <a:prstDash val="solid"/>
            <a:round/>
            <a:headEnd len="med" w="med" type="none"/>
            <a:tailEnd len="med" w="med" type="none"/>
          </a:ln>
        </p:spPr>
      </p:cxnSp>
      <p:cxnSp>
        <p:nvCxnSpPr>
          <p:cNvPr id="1357" name="Google Shape;1357;p79"/>
          <p:cNvCxnSpPr>
            <a:stCxn id="1352" idx="4"/>
            <a:endCxn id="1342" idx="0"/>
          </p:cNvCxnSpPr>
          <p:nvPr/>
        </p:nvCxnSpPr>
        <p:spPr>
          <a:xfrm>
            <a:off x="4572001" y="3256338"/>
            <a:ext cx="0" cy="238200"/>
          </a:xfrm>
          <a:prstGeom prst="straightConnector1">
            <a:avLst/>
          </a:prstGeom>
          <a:noFill/>
          <a:ln cap="flat" cmpd="sng" w="28575">
            <a:solidFill>
              <a:schemeClr val="lt1"/>
            </a:solidFill>
            <a:prstDash val="solid"/>
            <a:round/>
            <a:headEnd len="med" w="med" type="none"/>
            <a:tailEnd len="med" w="med" type="none"/>
          </a:ln>
        </p:spPr>
      </p:cxnSp>
      <p:cxnSp>
        <p:nvCxnSpPr>
          <p:cNvPr id="1358" name="Google Shape;1358;p79"/>
          <p:cNvCxnSpPr>
            <a:stCxn id="1353" idx="0"/>
            <a:endCxn id="1348" idx="2"/>
          </p:cNvCxnSpPr>
          <p:nvPr/>
        </p:nvCxnSpPr>
        <p:spPr>
          <a:xfrm rot="10800000">
            <a:off x="5979165" y="2259738"/>
            <a:ext cx="300" cy="238200"/>
          </a:xfrm>
          <a:prstGeom prst="straightConnector1">
            <a:avLst/>
          </a:prstGeom>
          <a:noFill/>
          <a:ln cap="flat" cmpd="sng" w="28575">
            <a:solidFill>
              <a:schemeClr val="lt1"/>
            </a:solidFill>
            <a:prstDash val="solid"/>
            <a:round/>
            <a:headEnd len="med" w="med" type="none"/>
            <a:tailEnd len="med" w="med" type="none"/>
          </a:ln>
        </p:spPr>
      </p:cxnSp>
      <p:cxnSp>
        <p:nvCxnSpPr>
          <p:cNvPr id="1359" name="Google Shape;1359;p79"/>
          <p:cNvCxnSpPr>
            <a:stCxn id="1354" idx="4"/>
            <a:endCxn id="1344" idx="0"/>
          </p:cNvCxnSpPr>
          <p:nvPr/>
        </p:nvCxnSpPr>
        <p:spPr>
          <a:xfrm>
            <a:off x="7387680" y="3256338"/>
            <a:ext cx="0" cy="238200"/>
          </a:xfrm>
          <a:prstGeom prst="straightConnector1">
            <a:avLst/>
          </a:prstGeom>
          <a:noFill/>
          <a:ln cap="flat" cmpd="sng" w="28575">
            <a:solidFill>
              <a:schemeClr val="lt1"/>
            </a:solidFill>
            <a:prstDash val="solid"/>
            <a:round/>
            <a:headEnd len="med" w="med" type="none"/>
            <a:tailEnd len="med" w="med" type="none"/>
          </a:ln>
        </p:spPr>
      </p:cxnSp>
      <p:cxnSp>
        <p:nvCxnSpPr>
          <p:cNvPr id="1360" name="Google Shape;1360;p79"/>
          <p:cNvCxnSpPr>
            <a:stCxn id="1350" idx="6"/>
            <a:endCxn id="1351" idx="2"/>
          </p:cNvCxnSpPr>
          <p:nvPr/>
        </p:nvCxnSpPr>
        <p:spPr>
          <a:xfrm>
            <a:off x="2135520" y="2877138"/>
            <a:ext cx="649800" cy="0"/>
          </a:xfrm>
          <a:prstGeom prst="straightConnector1">
            <a:avLst/>
          </a:prstGeom>
          <a:noFill/>
          <a:ln cap="flat" cmpd="sng" w="28575">
            <a:solidFill>
              <a:schemeClr val="lt1"/>
            </a:solidFill>
            <a:prstDash val="solid"/>
            <a:round/>
            <a:headEnd len="med" w="med" type="none"/>
            <a:tailEnd len="med" w="med" type="none"/>
          </a:ln>
        </p:spPr>
      </p:cxnSp>
      <p:cxnSp>
        <p:nvCxnSpPr>
          <p:cNvPr id="1361" name="Google Shape;1361;p79"/>
          <p:cNvCxnSpPr>
            <a:stCxn id="1351" idx="6"/>
            <a:endCxn id="1352" idx="2"/>
          </p:cNvCxnSpPr>
          <p:nvPr/>
        </p:nvCxnSpPr>
        <p:spPr>
          <a:xfrm>
            <a:off x="3543735" y="2877138"/>
            <a:ext cx="649200" cy="0"/>
          </a:xfrm>
          <a:prstGeom prst="straightConnector1">
            <a:avLst/>
          </a:prstGeom>
          <a:noFill/>
          <a:ln cap="flat" cmpd="sng" w="28575">
            <a:solidFill>
              <a:schemeClr val="lt1"/>
            </a:solidFill>
            <a:prstDash val="solid"/>
            <a:round/>
            <a:headEnd len="med" w="med" type="none"/>
            <a:tailEnd len="med" w="med" type="none"/>
          </a:ln>
        </p:spPr>
      </p:cxnSp>
      <p:cxnSp>
        <p:nvCxnSpPr>
          <p:cNvPr id="1362" name="Google Shape;1362;p79"/>
          <p:cNvCxnSpPr>
            <a:stCxn id="1352" idx="6"/>
            <a:endCxn id="1353" idx="2"/>
          </p:cNvCxnSpPr>
          <p:nvPr/>
        </p:nvCxnSpPr>
        <p:spPr>
          <a:xfrm>
            <a:off x="4951201" y="2877138"/>
            <a:ext cx="649200" cy="0"/>
          </a:xfrm>
          <a:prstGeom prst="straightConnector1">
            <a:avLst/>
          </a:prstGeom>
          <a:noFill/>
          <a:ln cap="flat" cmpd="sng" w="28575">
            <a:solidFill>
              <a:schemeClr val="lt1"/>
            </a:solidFill>
            <a:prstDash val="solid"/>
            <a:round/>
            <a:headEnd len="med" w="med" type="none"/>
            <a:tailEnd len="med" w="med" type="none"/>
          </a:ln>
        </p:spPr>
      </p:cxnSp>
      <p:cxnSp>
        <p:nvCxnSpPr>
          <p:cNvPr id="1363" name="Google Shape;1363;p79"/>
          <p:cNvCxnSpPr>
            <a:stCxn id="1353" idx="6"/>
            <a:endCxn id="1354" idx="2"/>
          </p:cNvCxnSpPr>
          <p:nvPr/>
        </p:nvCxnSpPr>
        <p:spPr>
          <a:xfrm>
            <a:off x="6358665" y="2877138"/>
            <a:ext cx="649800" cy="0"/>
          </a:xfrm>
          <a:prstGeom prst="straightConnector1">
            <a:avLst/>
          </a:prstGeom>
          <a:noFill/>
          <a:ln cap="flat" cmpd="sng" w="28575">
            <a:solidFill>
              <a:schemeClr val="lt1"/>
            </a:solidFill>
            <a:prstDash val="solid"/>
            <a:round/>
            <a:headEnd len="med" w="med" type="none"/>
            <a:tailEnd len="med" w="med" type="none"/>
          </a:ln>
        </p:spPr>
      </p:cxnSp>
      <p:grpSp>
        <p:nvGrpSpPr>
          <p:cNvPr id="1364" name="Google Shape;1364;p79"/>
          <p:cNvGrpSpPr/>
          <p:nvPr/>
        </p:nvGrpSpPr>
        <p:grpSpPr>
          <a:xfrm>
            <a:off x="7240620" y="2717277"/>
            <a:ext cx="294120" cy="319722"/>
            <a:chOff x="7145700" y="2838650"/>
            <a:chExt cx="233725" cy="254050"/>
          </a:xfrm>
        </p:grpSpPr>
        <p:sp>
          <p:nvSpPr>
            <p:cNvPr id="1365" name="Google Shape;1365;p79"/>
            <p:cNvSpPr/>
            <p:nvPr/>
          </p:nvSpPr>
          <p:spPr>
            <a:xfrm>
              <a:off x="7289750" y="2842825"/>
              <a:ext cx="45450" cy="45450"/>
            </a:xfrm>
            <a:custGeom>
              <a:rect b="b" l="l" r="r" t="t"/>
              <a:pathLst>
                <a:path extrusionOk="0" h="1818" w="1818">
                  <a:moveTo>
                    <a:pt x="1" y="1"/>
                  </a:moveTo>
                  <a:lnTo>
                    <a:pt x="1" y="1818"/>
                  </a:lnTo>
                  <a:lnTo>
                    <a:pt x="1818" y="1818"/>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79"/>
            <p:cNvSpPr/>
            <p:nvPr/>
          </p:nvSpPr>
          <p:spPr>
            <a:xfrm>
              <a:off x="7145700" y="2838650"/>
              <a:ext cx="196675" cy="254050"/>
            </a:xfrm>
            <a:custGeom>
              <a:rect b="b" l="l" r="r" t="t"/>
              <a:pathLst>
                <a:path extrusionOk="0" h="10162" w="7867">
                  <a:moveTo>
                    <a:pt x="2882" y="1393"/>
                  </a:moveTo>
                  <a:cubicBezTo>
                    <a:pt x="3031" y="1393"/>
                    <a:pt x="3181" y="1495"/>
                    <a:pt x="3181" y="1698"/>
                  </a:cubicBezTo>
                  <a:lnTo>
                    <a:pt x="3181" y="2726"/>
                  </a:lnTo>
                  <a:cubicBezTo>
                    <a:pt x="3444" y="2606"/>
                    <a:pt x="3587" y="2367"/>
                    <a:pt x="3587" y="2104"/>
                  </a:cubicBezTo>
                  <a:lnTo>
                    <a:pt x="3587" y="1698"/>
                  </a:lnTo>
                  <a:cubicBezTo>
                    <a:pt x="3587" y="1530"/>
                    <a:pt x="3730" y="1411"/>
                    <a:pt x="3898" y="1411"/>
                  </a:cubicBezTo>
                  <a:lnTo>
                    <a:pt x="4280" y="1411"/>
                  </a:lnTo>
                  <a:cubicBezTo>
                    <a:pt x="4687" y="1411"/>
                    <a:pt x="4687" y="2009"/>
                    <a:pt x="4280" y="2009"/>
                  </a:cubicBezTo>
                  <a:lnTo>
                    <a:pt x="4185" y="2009"/>
                  </a:lnTo>
                  <a:lnTo>
                    <a:pt x="4185" y="2104"/>
                  </a:lnTo>
                  <a:cubicBezTo>
                    <a:pt x="4185" y="2702"/>
                    <a:pt x="3778" y="3204"/>
                    <a:pt x="3204" y="3347"/>
                  </a:cubicBezTo>
                  <a:lnTo>
                    <a:pt x="3204" y="3682"/>
                  </a:lnTo>
                  <a:cubicBezTo>
                    <a:pt x="3204" y="3885"/>
                    <a:pt x="3055" y="3987"/>
                    <a:pt x="2906" y="3987"/>
                  </a:cubicBezTo>
                  <a:cubicBezTo>
                    <a:pt x="2756" y="3987"/>
                    <a:pt x="2607" y="3885"/>
                    <a:pt x="2607" y="3682"/>
                  </a:cubicBezTo>
                  <a:lnTo>
                    <a:pt x="2607" y="3347"/>
                  </a:lnTo>
                  <a:cubicBezTo>
                    <a:pt x="2009" y="3204"/>
                    <a:pt x="1603" y="2702"/>
                    <a:pt x="1603" y="2104"/>
                  </a:cubicBezTo>
                  <a:lnTo>
                    <a:pt x="1603" y="2009"/>
                  </a:lnTo>
                  <a:lnTo>
                    <a:pt x="1507" y="2009"/>
                  </a:lnTo>
                  <a:cubicBezTo>
                    <a:pt x="1101" y="2009"/>
                    <a:pt x="1101" y="1411"/>
                    <a:pt x="1507" y="1411"/>
                  </a:cubicBezTo>
                  <a:lnTo>
                    <a:pt x="1890" y="1411"/>
                  </a:lnTo>
                  <a:cubicBezTo>
                    <a:pt x="2057" y="1411"/>
                    <a:pt x="2200" y="1530"/>
                    <a:pt x="2200" y="1698"/>
                  </a:cubicBezTo>
                  <a:lnTo>
                    <a:pt x="2200" y="2104"/>
                  </a:lnTo>
                  <a:cubicBezTo>
                    <a:pt x="2200" y="2367"/>
                    <a:pt x="2344" y="2606"/>
                    <a:pt x="2583" y="2726"/>
                  </a:cubicBezTo>
                  <a:lnTo>
                    <a:pt x="2583" y="1698"/>
                  </a:lnTo>
                  <a:cubicBezTo>
                    <a:pt x="2583" y="1495"/>
                    <a:pt x="2732" y="1393"/>
                    <a:pt x="2882" y="1393"/>
                  </a:cubicBezTo>
                  <a:close/>
                  <a:moveTo>
                    <a:pt x="6265" y="4567"/>
                  </a:moveTo>
                  <a:cubicBezTo>
                    <a:pt x="6671" y="4567"/>
                    <a:pt x="6671" y="5164"/>
                    <a:pt x="6265" y="5164"/>
                  </a:cubicBezTo>
                  <a:lnTo>
                    <a:pt x="1507" y="5164"/>
                  </a:lnTo>
                  <a:cubicBezTo>
                    <a:pt x="1101" y="5164"/>
                    <a:pt x="1101" y="4567"/>
                    <a:pt x="1507" y="4567"/>
                  </a:cubicBezTo>
                  <a:close/>
                  <a:moveTo>
                    <a:pt x="6265" y="5762"/>
                  </a:moveTo>
                  <a:cubicBezTo>
                    <a:pt x="6671" y="5762"/>
                    <a:pt x="6671" y="6360"/>
                    <a:pt x="6265" y="6360"/>
                  </a:cubicBezTo>
                  <a:lnTo>
                    <a:pt x="1507" y="6360"/>
                  </a:lnTo>
                  <a:cubicBezTo>
                    <a:pt x="1101" y="6360"/>
                    <a:pt x="1101" y="5762"/>
                    <a:pt x="1507" y="5762"/>
                  </a:cubicBezTo>
                  <a:close/>
                  <a:moveTo>
                    <a:pt x="6265" y="6958"/>
                  </a:moveTo>
                  <a:cubicBezTo>
                    <a:pt x="6671" y="6958"/>
                    <a:pt x="6671" y="7555"/>
                    <a:pt x="6265" y="7555"/>
                  </a:cubicBezTo>
                  <a:lnTo>
                    <a:pt x="1507" y="7555"/>
                  </a:lnTo>
                  <a:cubicBezTo>
                    <a:pt x="1101" y="7555"/>
                    <a:pt x="1101" y="6958"/>
                    <a:pt x="1507" y="6958"/>
                  </a:cubicBezTo>
                  <a:close/>
                  <a:moveTo>
                    <a:pt x="3898" y="8153"/>
                  </a:moveTo>
                  <a:cubicBezTo>
                    <a:pt x="4280" y="8153"/>
                    <a:pt x="4280" y="8751"/>
                    <a:pt x="3898" y="8751"/>
                  </a:cubicBezTo>
                  <a:lnTo>
                    <a:pt x="1507" y="8751"/>
                  </a:lnTo>
                  <a:cubicBezTo>
                    <a:pt x="1101" y="8751"/>
                    <a:pt x="1101" y="8153"/>
                    <a:pt x="1507" y="8153"/>
                  </a:cubicBezTo>
                  <a:close/>
                  <a:moveTo>
                    <a:pt x="312" y="0"/>
                  </a:moveTo>
                  <a:cubicBezTo>
                    <a:pt x="144" y="0"/>
                    <a:pt x="1" y="120"/>
                    <a:pt x="1" y="287"/>
                  </a:cubicBezTo>
                  <a:lnTo>
                    <a:pt x="1" y="9061"/>
                  </a:lnTo>
                  <a:cubicBezTo>
                    <a:pt x="1" y="9659"/>
                    <a:pt x="503" y="10161"/>
                    <a:pt x="1101" y="10161"/>
                  </a:cubicBezTo>
                  <a:lnTo>
                    <a:pt x="7867" y="10161"/>
                  </a:lnTo>
                  <a:cubicBezTo>
                    <a:pt x="7795" y="9994"/>
                    <a:pt x="7747" y="9827"/>
                    <a:pt x="7747" y="9659"/>
                  </a:cubicBezTo>
                  <a:lnTo>
                    <a:pt x="7747" y="2582"/>
                  </a:lnTo>
                  <a:lnTo>
                    <a:pt x="5476" y="2582"/>
                  </a:lnTo>
                  <a:cubicBezTo>
                    <a:pt x="5308" y="2582"/>
                    <a:pt x="5165" y="2439"/>
                    <a:pt x="5165" y="2272"/>
                  </a:cubicBezTo>
                  <a:lnTo>
                    <a:pt x="516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9"/>
            <p:cNvSpPr/>
            <p:nvPr/>
          </p:nvSpPr>
          <p:spPr>
            <a:xfrm>
              <a:off x="7354300" y="3007800"/>
              <a:ext cx="25125" cy="84450"/>
            </a:xfrm>
            <a:custGeom>
              <a:rect b="b" l="l" r="r" t="t"/>
              <a:pathLst>
                <a:path extrusionOk="0" h="3378" w="1005">
                  <a:moveTo>
                    <a:pt x="1" y="0"/>
                  </a:moveTo>
                  <a:lnTo>
                    <a:pt x="1" y="2893"/>
                  </a:lnTo>
                  <a:cubicBezTo>
                    <a:pt x="1" y="3216"/>
                    <a:pt x="252" y="3377"/>
                    <a:pt x="503" y="3377"/>
                  </a:cubicBezTo>
                  <a:cubicBezTo>
                    <a:pt x="754" y="3377"/>
                    <a:pt x="1005" y="3216"/>
                    <a:pt x="1005" y="2893"/>
                  </a:cubicBezTo>
                  <a:lnTo>
                    <a:pt x="1005" y="311"/>
                  </a:lnTo>
                  <a:cubicBezTo>
                    <a:pt x="1005" y="144"/>
                    <a:pt x="861" y="0"/>
                    <a:pt x="6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8" name="Google Shape;1368;p79"/>
          <p:cNvGrpSpPr/>
          <p:nvPr/>
        </p:nvGrpSpPr>
        <p:grpSpPr>
          <a:xfrm>
            <a:off x="1591706" y="2717403"/>
            <a:ext cx="329229" cy="319470"/>
            <a:chOff x="6368300" y="2870325"/>
            <a:chExt cx="261625" cy="253850"/>
          </a:xfrm>
        </p:grpSpPr>
        <p:sp>
          <p:nvSpPr>
            <p:cNvPr id="1369" name="Google Shape;1369;p79"/>
            <p:cNvSpPr/>
            <p:nvPr/>
          </p:nvSpPr>
          <p:spPr>
            <a:xfrm>
              <a:off x="6420100" y="2870325"/>
              <a:ext cx="209825" cy="179275"/>
            </a:xfrm>
            <a:custGeom>
              <a:rect b="b" l="l" r="r" t="t"/>
              <a:pathLst>
                <a:path extrusionOk="0" h="7171" w="8393">
                  <a:moveTo>
                    <a:pt x="6886" y="1985"/>
                  </a:moveTo>
                  <a:cubicBezTo>
                    <a:pt x="7292" y="1985"/>
                    <a:pt x="7292" y="2583"/>
                    <a:pt x="6886" y="2583"/>
                  </a:cubicBezTo>
                  <a:lnTo>
                    <a:pt x="6695" y="2583"/>
                  </a:lnTo>
                  <a:lnTo>
                    <a:pt x="6695" y="2678"/>
                  </a:lnTo>
                  <a:cubicBezTo>
                    <a:pt x="6695" y="3611"/>
                    <a:pt x="6025" y="4376"/>
                    <a:pt x="5117" y="4543"/>
                  </a:cubicBezTo>
                  <a:lnTo>
                    <a:pt x="5117" y="5356"/>
                  </a:lnTo>
                  <a:lnTo>
                    <a:pt x="5308" y="5356"/>
                  </a:lnTo>
                  <a:cubicBezTo>
                    <a:pt x="5714" y="5356"/>
                    <a:pt x="5714" y="5954"/>
                    <a:pt x="5308" y="5954"/>
                  </a:cubicBezTo>
                  <a:lnTo>
                    <a:pt x="4328" y="5954"/>
                  </a:lnTo>
                  <a:cubicBezTo>
                    <a:pt x="3921" y="5954"/>
                    <a:pt x="3921" y="5356"/>
                    <a:pt x="4328" y="5356"/>
                  </a:cubicBezTo>
                  <a:lnTo>
                    <a:pt x="4519" y="5356"/>
                  </a:lnTo>
                  <a:lnTo>
                    <a:pt x="4519" y="4543"/>
                  </a:lnTo>
                  <a:cubicBezTo>
                    <a:pt x="3610" y="4376"/>
                    <a:pt x="2917" y="3587"/>
                    <a:pt x="2917" y="2678"/>
                  </a:cubicBezTo>
                  <a:lnTo>
                    <a:pt x="2917" y="2583"/>
                  </a:lnTo>
                  <a:lnTo>
                    <a:pt x="2726" y="2583"/>
                  </a:lnTo>
                  <a:cubicBezTo>
                    <a:pt x="2319" y="2583"/>
                    <a:pt x="2319" y="1985"/>
                    <a:pt x="2726" y="1985"/>
                  </a:cubicBezTo>
                  <a:lnTo>
                    <a:pt x="3228" y="1985"/>
                  </a:lnTo>
                  <a:cubicBezTo>
                    <a:pt x="3371" y="1985"/>
                    <a:pt x="3515" y="2104"/>
                    <a:pt x="3515" y="2272"/>
                  </a:cubicBezTo>
                  <a:lnTo>
                    <a:pt x="3515" y="2678"/>
                  </a:lnTo>
                  <a:cubicBezTo>
                    <a:pt x="3515" y="3276"/>
                    <a:pt x="3921" y="3778"/>
                    <a:pt x="4519" y="3921"/>
                  </a:cubicBezTo>
                  <a:lnTo>
                    <a:pt x="4519" y="2583"/>
                  </a:lnTo>
                  <a:lnTo>
                    <a:pt x="4304" y="2583"/>
                  </a:lnTo>
                  <a:cubicBezTo>
                    <a:pt x="3921" y="2583"/>
                    <a:pt x="3921" y="1985"/>
                    <a:pt x="4304" y="1985"/>
                  </a:cubicBezTo>
                  <a:lnTo>
                    <a:pt x="5308" y="1985"/>
                  </a:lnTo>
                  <a:cubicBezTo>
                    <a:pt x="5714" y="1985"/>
                    <a:pt x="5714" y="2583"/>
                    <a:pt x="5308" y="2583"/>
                  </a:cubicBezTo>
                  <a:lnTo>
                    <a:pt x="5117" y="2583"/>
                  </a:lnTo>
                  <a:lnTo>
                    <a:pt x="5117" y="3921"/>
                  </a:lnTo>
                  <a:cubicBezTo>
                    <a:pt x="5690" y="3778"/>
                    <a:pt x="6097" y="3276"/>
                    <a:pt x="6097" y="2678"/>
                  </a:cubicBezTo>
                  <a:lnTo>
                    <a:pt x="6097" y="2272"/>
                  </a:lnTo>
                  <a:cubicBezTo>
                    <a:pt x="6097" y="2104"/>
                    <a:pt x="6240" y="1985"/>
                    <a:pt x="6408" y="1985"/>
                  </a:cubicBezTo>
                  <a:close/>
                  <a:moveTo>
                    <a:pt x="4806" y="0"/>
                  </a:moveTo>
                  <a:cubicBezTo>
                    <a:pt x="1602" y="0"/>
                    <a:pt x="0" y="3850"/>
                    <a:pt x="2272" y="6121"/>
                  </a:cubicBezTo>
                  <a:cubicBezTo>
                    <a:pt x="2997" y="6846"/>
                    <a:pt x="3891" y="7170"/>
                    <a:pt x="4770" y="7170"/>
                  </a:cubicBezTo>
                  <a:cubicBezTo>
                    <a:pt x="6615" y="7170"/>
                    <a:pt x="8392" y="5741"/>
                    <a:pt x="8392" y="3587"/>
                  </a:cubicBezTo>
                  <a:cubicBezTo>
                    <a:pt x="8392" y="1602"/>
                    <a:pt x="6790" y="0"/>
                    <a:pt x="48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79"/>
            <p:cNvSpPr/>
            <p:nvPr/>
          </p:nvSpPr>
          <p:spPr>
            <a:xfrm>
              <a:off x="6399175" y="3027525"/>
              <a:ext cx="72950" cy="72950"/>
            </a:xfrm>
            <a:custGeom>
              <a:rect b="b" l="l" r="r" t="t"/>
              <a:pathLst>
                <a:path extrusionOk="0" h="2918" w="2918">
                  <a:moveTo>
                    <a:pt x="2487" y="0"/>
                  </a:moveTo>
                  <a:lnTo>
                    <a:pt x="2009" y="502"/>
                  </a:lnTo>
                  <a:lnTo>
                    <a:pt x="1889" y="383"/>
                  </a:lnTo>
                  <a:cubicBezTo>
                    <a:pt x="1830" y="323"/>
                    <a:pt x="1758" y="293"/>
                    <a:pt x="1686" y="293"/>
                  </a:cubicBezTo>
                  <a:cubicBezTo>
                    <a:pt x="1614" y="293"/>
                    <a:pt x="1543" y="323"/>
                    <a:pt x="1483" y="383"/>
                  </a:cubicBezTo>
                  <a:lnTo>
                    <a:pt x="1" y="1865"/>
                  </a:lnTo>
                  <a:lnTo>
                    <a:pt x="1053" y="2917"/>
                  </a:lnTo>
                  <a:lnTo>
                    <a:pt x="2535" y="1435"/>
                  </a:lnTo>
                  <a:cubicBezTo>
                    <a:pt x="2654" y="1315"/>
                    <a:pt x="2654" y="1124"/>
                    <a:pt x="2535" y="1028"/>
                  </a:cubicBezTo>
                  <a:lnTo>
                    <a:pt x="2415" y="909"/>
                  </a:lnTo>
                  <a:lnTo>
                    <a:pt x="2917" y="431"/>
                  </a:lnTo>
                  <a:cubicBezTo>
                    <a:pt x="2750" y="287"/>
                    <a:pt x="2607" y="144"/>
                    <a:pt x="24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79"/>
            <p:cNvSpPr/>
            <p:nvPr/>
          </p:nvSpPr>
          <p:spPr>
            <a:xfrm>
              <a:off x="6368300" y="3084300"/>
              <a:ext cx="47050" cy="39875"/>
            </a:xfrm>
            <a:custGeom>
              <a:rect b="b" l="l" r="r" t="t"/>
              <a:pathLst>
                <a:path extrusionOk="0" h="1595" w="1882">
                  <a:moveTo>
                    <a:pt x="805" y="1"/>
                  </a:moveTo>
                  <a:lnTo>
                    <a:pt x="518" y="335"/>
                  </a:lnTo>
                  <a:cubicBezTo>
                    <a:pt x="0" y="872"/>
                    <a:pt x="485" y="1595"/>
                    <a:pt x="1063" y="1595"/>
                  </a:cubicBezTo>
                  <a:cubicBezTo>
                    <a:pt x="1231" y="1595"/>
                    <a:pt x="1408" y="1533"/>
                    <a:pt x="1570" y="1387"/>
                  </a:cubicBezTo>
                  <a:lnTo>
                    <a:pt x="1881" y="1053"/>
                  </a:lnTo>
                  <a:lnTo>
                    <a:pt x="8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2" name="Google Shape;1372;p79"/>
          <p:cNvGrpSpPr/>
          <p:nvPr/>
        </p:nvGrpSpPr>
        <p:grpSpPr>
          <a:xfrm>
            <a:off x="5841057" y="2717277"/>
            <a:ext cx="276817" cy="319722"/>
            <a:chOff x="3328175" y="3596525"/>
            <a:chExt cx="219975" cy="254050"/>
          </a:xfrm>
        </p:grpSpPr>
        <p:sp>
          <p:nvSpPr>
            <p:cNvPr id="1373" name="Google Shape;1373;p79"/>
            <p:cNvSpPr/>
            <p:nvPr/>
          </p:nvSpPr>
          <p:spPr>
            <a:xfrm>
              <a:off x="3392125" y="3661075"/>
              <a:ext cx="74150" cy="56825"/>
            </a:xfrm>
            <a:custGeom>
              <a:rect b="b" l="l" r="r" t="t"/>
              <a:pathLst>
                <a:path extrusionOk="0" h="2273" w="2966">
                  <a:moveTo>
                    <a:pt x="885" y="598"/>
                  </a:moveTo>
                  <a:cubicBezTo>
                    <a:pt x="1292" y="598"/>
                    <a:pt x="1292" y="1196"/>
                    <a:pt x="885" y="1196"/>
                  </a:cubicBezTo>
                  <a:cubicBezTo>
                    <a:pt x="479" y="1196"/>
                    <a:pt x="479" y="598"/>
                    <a:pt x="885" y="598"/>
                  </a:cubicBezTo>
                  <a:close/>
                  <a:moveTo>
                    <a:pt x="2076" y="606"/>
                  </a:moveTo>
                  <a:cubicBezTo>
                    <a:pt x="2236" y="606"/>
                    <a:pt x="2392" y="730"/>
                    <a:pt x="2392" y="909"/>
                  </a:cubicBezTo>
                  <a:cubicBezTo>
                    <a:pt x="2392" y="1077"/>
                    <a:pt x="2248" y="1196"/>
                    <a:pt x="2081" y="1196"/>
                  </a:cubicBezTo>
                  <a:cubicBezTo>
                    <a:pt x="1818" y="1196"/>
                    <a:pt x="1674" y="885"/>
                    <a:pt x="1866" y="694"/>
                  </a:cubicBezTo>
                  <a:cubicBezTo>
                    <a:pt x="1926" y="633"/>
                    <a:pt x="2002" y="606"/>
                    <a:pt x="2076" y="606"/>
                  </a:cubicBezTo>
                  <a:close/>
                  <a:moveTo>
                    <a:pt x="288" y="1"/>
                  </a:moveTo>
                  <a:cubicBezTo>
                    <a:pt x="120" y="1"/>
                    <a:pt x="1" y="144"/>
                    <a:pt x="1" y="312"/>
                  </a:cubicBezTo>
                  <a:lnTo>
                    <a:pt x="1" y="1507"/>
                  </a:lnTo>
                  <a:cubicBezTo>
                    <a:pt x="1" y="1674"/>
                    <a:pt x="120" y="1794"/>
                    <a:pt x="288" y="1794"/>
                  </a:cubicBezTo>
                  <a:lnTo>
                    <a:pt x="2272" y="1794"/>
                  </a:lnTo>
                  <a:cubicBezTo>
                    <a:pt x="2344" y="1794"/>
                    <a:pt x="2415" y="1818"/>
                    <a:pt x="2463" y="1866"/>
                  </a:cubicBezTo>
                  <a:lnTo>
                    <a:pt x="2965" y="2272"/>
                  </a:lnTo>
                  <a:lnTo>
                    <a:pt x="2965" y="312"/>
                  </a:lnTo>
                  <a:cubicBezTo>
                    <a:pt x="2965" y="144"/>
                    <a:pt x="2846" y="25"/>
                    <a:pt x="2678" y="25"/>
                  </a:cubicBezTo>
                  <a:lnTo>
                    <a:pt x="26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9"/>
            <p:cNvSpPr/>
            <p:nvPr/>
          </p:nvSpPr>
          <p:spPr>
            <a:xfrm>
              <a:off x="3377200" y="3708300"/>
              <a:ext cx="45450" cy="40075"/>
            </a:xfrm>
            <a:custGeom>
              <a:rect b="b" l="l" r="r" t="t"/>
              <a:pathLst>
                <a:path extrusionOk="0" h="1603" w="1818">
                  <a:moveTo>
                    <a:pt x="96" y="1"/>
                  </a:moveTo>
                  <a:cubicBezTo>
                    <a:pt x="24" y="48"/>
                    <a:pt x="0" y="120"/>
                    <a:pt x="0" y="192"/>
                  </a:cubicBezTo>
                  <a:lnTo>
                    <a:pt x="0" y="1602"/>
                  </a:lnTo>
                  <a:lnTo>
                    <a:pt x="311" y="1363"/>
                  </a:lnTo>
                  <a:cubicBezTo>
                    <a:pt x="383" y="1315"/>
                    <a:pt x="430" y="1315"/>
                    <a:pt x="502" y="1315"/>
                  </a:cubicBezTo>
                  <a:lnTo>
                    <a:pt x="1506" y="1315"/>
                  </a:lnTo>
                  <a:cubicBezTo>
                    <a:pt x="1674" y="1315"/>
                    <a:pt x="1817" y="1172"/>
                    <a:pt x="1817" y="1005"/>
                  </a:cubicBezTo>
                  <a:lnTo>
                    <a:pt x="1817" y="503"/>
                  </a:lnTo>
                  <a:lnTo>
                    <a:pt x="909" y="503"/>
                  </a:lnTo>
                  <a:cubicBezTo>
                    <a:pt x="574" y="503"/>
                    <a:pt x="263" y="31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9"/>
            <p:cNvSpPr/>
            <p:nvPr/>
          </p:nvSpPr>
          <p:spPr>
            <a:xfrm>
              <a:off x="3328175" y="3596525"/>
              <a:ext cx="219975" cy="254050"/>
            </a:xfrm>
            <a:custGeom>
              <a:rect b="b" l="l" r="r" t="t"/>
              <a:pathLst>
                <a:path extrusionOk="0" h="10162" w="8799">
                  <a:moveTo>
                    <a:pt x="5236" y="2009"/>
                  </a:moveTo>
                  <a:cubicBezTo>
                    <a:pt x="5739" y="2009"/>
                    <a:pt x="6145" y="2415"/>
                    <a:pt x="6145" y="2894"/>
                  </a:cubicBezTo>
                  <a:lnTo>
                    <a:pt x="6121" y="5476"/>
                  </a:lnTo>
                  <a:cubicBezTo>
                    <a:pt x="6121" y="5649"/>
                    <a:pt x="5970" y="5772"/>
                    <a:pt x="5815" y="5772"/>
                  </a:cubicBezTo>
                  <a:cubicBezTo>
                    <a:pt x="5755" y="5772"/>
                    <a:pt x="5696" y="5754"/>
                    <a:pt x="5643" y="5715"/>
                  </a:cubicBezTo>
                  <a:lnTo>
                    <a:pt x="4734" y="4974"/>
                  </a:lnTo>
                  <a:lnTo>
                    <a:pt x="4352" y="4974"/>
                  </a:lnTo>
                  <a:lnTo>
                    <a:pt x="4352" y="5476"/>
                  </a:lnTo>
                  <a:cubicBezTo>
                    <a:pt x="4352" y="5978"/>
                    <a:pt x="3945" y="6384"/>
                    <a:pt x="3443" y="6384"/>
                  </a:cubicBezTo>
                  <a:lnTo>
                    <a:pt x="2559" y="6384"/>
                  </a:lnTo>
                  <a:lnTo>
                    <a:pt x="1841" y="6910"/>
                  </a:lnTo>
                  <a:cubicBezTo>
                    <a:pt x="1789" y="6950"/>
                    <a:pt x="1729" y="6967"/>
                    <a:pt x="1670" y="6967"/>
                  </a:cubicBezTo>
                  <a:cubicBezTo>
                    <a:pt x="1514" y="6967"/>
                    <a:pt x="1363" y="6844"/>
                    <a:pt x="1363" y="6671"/>
                  </a:cubicBezTo>
                  <a:lnTo>
                    <a:pt x="1363" y="4687"/>
                  </a:lnTo>
                  <a:cubicBezTo>
                    <a:pt x="1363" y="4304"/>
                    <a:pt x="1602" y="3969"/>
                    <a:pt x="1961" y="3850"/>
                  </a:cubicBezTo>
                  <a:lnTo>
                    <a:pt x="1961" y="2894"/>
                  </a:lnTo>
                  <a:cubicBezTo>
                    <a:pt x="1961" y="2415"/>
                    <a:pt x="2367" y="2009"/>
                    <a:pt x="2846" y="2009"/>
                  </a:cubicBezTo>
                  <a:close/>
                  <a:moveTo>
                    <a:pt x="3874" y="1"/>
                  </a:moveTo>
                  <a:cubicBezTo>
                    <a:pt x="1722" y="1"/>
                    <a:pt x="1" y="1746"/>
                    <a:pt x="1" y="3874"/>
                  </a:cubicBezTo>
                  <a:lnTo>
                    <a:pt x="1" y="9875"/>
                  </a:lnTo>
                  <a:cubicBezTo>
                    <a:pt x="1" y="10042"/>
                    <a:pt x="120" y="10162"/>
                    <a:pt x="287" y="10162"/>
                  </a:cubicBezTo>
                  <a:lnTo>
                    <a:pt x="4663" y="10162"/>
                  </a:lnTo>
                  <a:cubicBezTo>
                    <a:pt x="4830" y="10162"/>
                    <a:pt x="4973" y="10042"/>
                    <a:pt x="4973" y="9875"/>
                  </a:cubicBezTo>
                  <a:lnTo>
                    <a:pt x="4973" y="8632"/>
                  </a:lnTo>
                  <a:lnTo>
                    <a:pt x="6456" y="8632"/>
                  </a:lnTo>
                  <a:cubicBezTo>
                    <a:pt x="7053" y="8632"/>
                    <a:pt x="7556" y="8153"/>
                    <a:pt x="7556" y="7556"/>
                  </a:cubicBezTo>
                  <a:lnTo>
                    <a:pt x="7556" y="6360"/>
                  </a:lnTo>
                  <a:lnTo>
                    <a:pt x="8440" y="6360"/>
                  </a:lnTo>
                  <a:cubicBezTo>
                    <a:pt x="8655" y="6360"/>
                    <a:pt x="8799" y="6121"/>
                    <a:pt x="8703" y="5930"/>
                  </a:cubicBezTo>
                  <a:lnTo>
                    <a:pt x="7747" y="4017"/>
                  </a:lnTo>
                  <a:lnTo>
                    <a:pt x="7747" y="3874"/>
                  </a:lnTo>
                  <a:cubicBezTo>
                    <a:pt x="7747" y="1746"/>
                    <a:pt x="6001"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6" name="Google Shape;1376;p79"/>
          <p:cNvGrpSpPr/>
          <p:nvPr/>
        </p:nvGrpSpPr>
        <p:grpSpPr>
          <a:xfrm>
            <a:off x="3025749" y="2717277"/>
            <a:ext cx="277572" cy="319722"/>
            <a:chOff x="3325200" y="4340075"/>
            <a:chExt cx="220575" cy="254050"/>
          </a:xfrm>
        </p:grpSpPr>
        <p:sp>
          <p:nvSpPr>
            <p:cNvPr id="1377" name="Google Shape;1377;p79"/>
            <p:cNvSpPr/>
            <p:nvPr/>
          </p:nvSpPr>
          <p:spPr>
            <a:xfrm>
              <a:off x="3326975" y="4340075"/>
              <a:ext cx="115975" cy="89075"/>
            </a:xfrm>
            <a:custGeom>
              <a:rect b="b" l="l" r="r" t="t"/>
              <a:pathLst>
                <a:path extrusionOk="0" h="3563" w="4639">
                  <a:moveTo>
                    <a:pt x="3563" y="0"/>
                  </a:moveTo>
                  <a:cubicBezTo>
                    <a:pt x="1650" y="144"/>
                    <a:pt x="144" y="1674"/>
                    <a:pt x="1" y="3563"/>
                  </a:cubicBezTo>
                  <a:lnTo>
                    <a:pt x="1029" y="3563"/>
                  </a:lnTo>
                  <a:lnTo>
                    <a:pt x="1005" y="3467"/>
                  </a:lnTo>
                  <a:cubicBezTo>
                    <a:pt x="1005" y="2869"/>
                    <a:pt x="1453" y="2570"/>
                    <a:pt x="1901" y="2570"/>
                  </a:cubicBezTo>
                  <a:cubicBezTo>
                    <a:pt x="2350" y="2570"/>
                    <a:pt x="2798" y="2869"/>
                    <a:pt x="2798" y="3467"/>
                  </a:cubicBezTo>
                  <a:lnTo>
                    <a:pt x="2798" y="3563"/>
                  </a:lnTo>
                  <a:lnTo>
                    <a:pt x="3563" y="3563"/>
                  </a:lnTo>
                  <a:lnTo>
                    <a:pt x="3563" y="2511"/>
                  </a:lnTo>
                  <a:cubicBezTo>
                    <a:pt x="3563" y="2343"/>
                    <a:pt x="3683" y="2224"/>
                    <a:pt x="3850" y="2224"/>
                  </a:cubicBezTo>
                  <a:lnTo>
                    <a:pt x="4256" y="2224"/>
                  </a:lnTo>
                  <a:cubicBezTo>
                    <a:pt x="4639" y="2224"/>
                    <a:pt x="4639" y="1626"/>
                    <a:pt x="4256" y="1626"/>
                  </a:cubicBezTo>
                  <a:lnTo>
                    <a:pt x="3850" y="1626"/>
                  </a:lnTo>
                  <a:cubicBezTo>
                    <a:pt x="3683" y="1626"/>
                    <a:pt x="3563" y="1483"/>
                    <a:pt x="3563" y="1315"/>
                  </a:cubicBezTo>
                  <a:lnTo>
                    <a:pt x="356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9"/>
            <p:cNvSpPr/>
            <p:nvPr/>
          </p:nvSpPr>
          <p:spPr>
            <a:xfrm>
              <a:off x="3325200" y="4340075"/>
              <a:ext cx="220575" cy="254050"/>
            </a:xfrm>
            <a:custGeom>
              <a:rect b="b" l="l" r="r" t="t"/>
              <a:pathLst>
                <a:path extrusionOk="0" h="10162" w="8823">
                  <a:moveTo>
                    <a:pt x="4184" y="0"/>
                  </a:moveTo>
                  <a:lnTo>
                    <a:pt x="4184" y="1028"/>
                  </a:lnTo>
                  <a:lnTo>
                    <a:pt x="4280" y="1028"/>
                  </a:lnTo>
                  <a:cubicBezTo>
                    <a:pt x="5475" y="1028"/>
                    <a:pt x="5475" y="2821"/>
                    <a:pt x="4280" y="2821"/>
                  </a:cubicBezTo>
                  <a:lnTo>
                    <a:pt x="4184" y="2821"/>
                  </a:lnTo>
                  <a:lnTo>
                    <a:pt x="4184" y="3873"/>
                  </a:lnTo>
                  <a:cubicBezTo>
                    <a:pt x="4184" y="4041"/>
                    <a:pt x="4040" y="4160"/>
                    <a:pt x="3897" y="4160"/>
                  </a:cubicBezTo>
                  <a:lnTo>
                    <a:pt x="2558" y="4160"/>
                  </a:lnTo>
                  <a:cubicBezTo>
                    <a:pt x="2391" y="4160"/>
                    <a:pt x="2247" y="4041"/>
                    <a:pt x="2247" y="3873"/>
                  </a:cubicBezTo>
                  <a:lnTo>
                    <a:pt x="2247" y="3467"/>
                  </a:lnTo>
                  <a:cubicBezTo>
                    <a:pt x="2247" y="3264"/>
                    <a:pt x="2098" y="3162"/>
                    <a:pt x="1949" y="3162"/>
                  </a:cubicBezTo>
                  <a:cubicBezTo>
                    <a:pt x="1799" y="3162"/>
                    <a:pt x="1650" y="3264"/>
                    <a:pt x="1650" y="3467"/>
                  </a:cubicBezTo>
                  <a:lnTo>
                    <a:pt x="1650" y="3873"/>
                  </a:lnTo>
                  <a:cubicBezTo>
                    <a:pt x="1650" y="4041"/>
                    <a:pt x="1506" y="4160"/>
                    <a:pt x="1363" y="4160"/>
                  </a:cubicBezTo>
                  <a:lnTo>
                    <a:pt x="0" y="4160"/>
                  </a:lnTo>
                  <a:lnTo>
                    <a:pt x="0" y="9874"/>
                  </a:lnTo>
                  <a:cubicBezTo>
                    <a:pt x="0" y="10042"/>
                    <a:pt x="143" y="10161"/>
                    <a:pt x="311" y="10161"/>
                  </a:cubicBezTo>
                  <a:lnTo>
                    <a:pt x="4686" y="10161"/>
                  </a:lnTo>
                  <a:cubicBezTo>
                    <a:pt x="4853" y="10161"/>
                    <a:pt x="4973" y="10042"/>
                    <a:pt x="4973" y="9874"/>
                  </a:cubicBezTo>
                  <a:lnTo>
                    <a:pt x="4973" y="8631"/>
                  </a:lnTo>
                  <a:lnTo>
                    <a:pt x="6479" y="8631"/>
                  </a:lnTo>
                  <a:cubicBezTo>
                    <a:pt x="7077" y="8631"/>
                    <a:pt x="7555" y="8129"/>
                    <a:pt x="7555" y="7531"/>
                  </a:cubicBezTo>
                  <a:lnTo>
                    <a:pt x="7555" y="6336"/>
                  </a:lnTo>
                  <a:lnTo>
                    <a:pt x="8463" y="6336"/>
                  </a:lnTo>
                  <a:cubicBezTo>
                    <a:pt x="8679" y="6336"/>
                    <a:pt x="8822" y="6097"/>
                    <a:pt x="8726" y="5906"/>
                  </a:cubicBezTo>
                  <a:lnTo>
                    <a:pt x="8726" y="5906"/>
                  </a:lnTo>
                  <a:lnTo>
                    <a:pt x="8750" y="5929"/>
                  </a:lnTo>
                  <a:lnTo>
                    <a:pt x="7770" y="3993"/>
                  </a:lnTo>
                  <a:lnTo>
                    <a:pt x="7770" y="3849"/>
                  </a:lnTo>
                  <a:cubicBezTo>
                    <a:pt x="7770" y="1841"/>
                    <a:pt x="6192" y="168"/>
                    <a:pt x="4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9" name="Google Shape;1379;p79"/>
          <p:cNvGrpSpPr/>
          <p:nvPr/>
        </p:nvGrpSpPr>
        <p:grpSpPr>
          <a:xfrm>
            <a:off x="4426892" y="2716585"/>
            <a:ext cx="290219" cy="321106"/>
            <a:chOff x="2561425" y="2120300"/>
            <a:chExt cx="230625" cy="255150"/>
          </a:xfrm>
        </p:grpSpPr>
        <p:sp>
          <p:nvSpPr>
            <p:cNvPr id="1380" name="Google Shape;1380;p79"/>
            <p:cNvSpPr/>
            <p:nvPr/>
          </p:nvSpPr>
          <p:spPr>
            <a:xfrm>
              <a:off x="2571475" y="2231975"/>
              <a:ext cx="220575" cy="143475"/>
            </a:xfrm>
            <a:custGeom>
              <a:rect b="b" l="l" r="r" t="t"/>
              <a:pathLst>
                <a:path extrusionOk="0" h="5739" w="8823">
                  <a:moveTo>
                    <a:pt x="7962" y="1"/>
                  </a:moveTo>
                  <a:cubicBezTo>
                    <a:pt x="7513" y="2171"/>
                    <a:pt x="5691" y="3313"/>
                    <a:pt x="3863" y="3313"/>
                  </a:cubicBezTo>
                  <a:cubicBezTo>
                    <a:pt x="2288" y="3313"/>
                    <a:pt x="709" y="2465"/>
                    <a:pt x="1" y="694"/>
                  </a:cubicBezTo>
                  <a:lnTo>
                    <a:pt x="1" y="5428"/>
                  </a:lnTo>
                  <a:cubicBezTo>
                    <a:pt x="1" y="5595"/>
                    <a:pt x="144" y="5739"/>
                    <a:pt x="312" y="5739"/>
                  </a:cubicBezTo>
                  <a:lnTo>
                    <a:pt x="4663" y="5739"/>
                  </a:lnTo>
                  <a:cubicBezTo>
                    <a:pt x="4830" y="5739"/>
                    <a:pt x="4974" y="5595"/>
                    <a:pt x="4974" y="5428"/>
                  </a:cubicBezTo>
                  <a:lnTo>
                    <a:pt x="4974" y="4209"/>
                  </a:lnTo>
                  <a:lnTo>
                    <a:pt x="6456" y="4209"/>
                  </a:lnTo>
                  <a:cubicBezTo>
                    <a:pt x="7078" y="4209"/>
                    <a:pt x="7556" y="3706"/>
                    <a:pt x="7556" y="3109"/>
                  </a:cubicBezTo>
                  <a:lnTo>
                    <a:pt x="7556" y="1913"/>
                  </a:lnTo>
                  <a:lnTo>
                    <a:pt x="8464" y="1913"/>
                  </a:lnTo>
                  <a:cubicBezTo>
                    <a:pt x="8680" y="1913"/>
                    <a:pt x="8823" y="1674"/>
                    <a:pt x="8727" y="1483"/>
                  </a:cubicBezTo>
                  <a:lnTo>
                    <a:pt x="8703" y="1483"/>
                  </a:lnTo>
                  <a:lnTo>
                    <a:pt x="796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9"/>
            <p:cNvSpPr/>
            <p:nvPr/>
          </p:nvSpPr>
          <p:spPr>
            <a:xfrm>
              <a:off x="2561425" y="2120300"/>
              <a:ext cx="206725" cy="179250"/>
            </a:xfrm>
            <a:custGeom>
              <a:rect b="b" l="l" r="r" t="t"/>
              <a:pathLst>
                <a:path extrusionOk="0" h="7170" w="8269">
                  <a:moveTo>
                    <a:pt x="4241" y="1"/>
                  </a:moveTo>
                  <a:cubicBezTo>
                    <a:pt x="2815" y="1"/>
                    <a:pt x="1420" y="858"/>
                    <a:pt x="857" y="2364"/>
                  </a:cubicBezTo>
                  <a:cubicBezTo>
                    <a:pt x="1" y="4696"/>
                    <a:pt x="1749" y="7170"/>
                    <a:pt x="4240" y="7170"/>
                  </a:cubicBezTo>
                  <a:cubicBezTo>
                    <a:pt x="4252" y="7170"/>
                    <a:pt x="4264" y="7169"/>
                    <a:pt x="4276" y="7169"/>
                  </a:cubicBezTo>
                  <a:cubicBezTo>
                    <a:pt x="4898" y="7169"/>
                    <a:pt x="5519" y="7002"/>
                    <a:pt x="6069" y="6691"/>
                  </a:cubicBezTo>
                  <a:lnTo>
                    <a:pt x="5495" y="6117"/>
                  </a:lnTo>
                  <a:cubicBezTo>
                    <a:pt x="5101" y="6315"/>
                    <a:pt x="4681" y="6408"/>
                    <a:pt x="4267" y="6408"/>
                  </a:cubicBezTo>
                  <a:cubicBezTo>
                    <a:pt x="3277" y="6408"/>
                    <a:pt x="2319" y="5873"/>
                    <a:pt x="1813" y="4946"/>
                  </a:cubicBezTo>
                  <a:cubicBezTo>
                    <a:pt x="1096" y="3655"/>
                    <a:pt x="1527" y="2005"/>
                    <a:pt x="2818" y="1216"/>
                  </a:cubicBezTo>
                  <a:cubicBezTo>
                    <a:pt x="2873" y="1181"/>
                    <a:pt x="2928" y="1166"/>
                    <a:pt x="2980" y="1166"/>
                  </a:cubicBezTo>
                  <a:cubicBezTo>
                    <a:pt x="3244" y="1166"/>
                    <a:pt x="3428" y="1562"/>
                    <a:pt x="3128" y="1742"/>
                  </a:cubicBezTo>
                  <a:cubicBezTo>
                    <a:pt x="2076" y="2364"/>
                    <a:pt x="1742" y="3703"/>
                    <a:pt x="2387" y="4755"/>
                  </a:cubicBezTo>
                  <a:cubicBezTo>
                    <a:pt x="2797" y="5432"/>
                    <a:pt x="3518" y="5808"/>
                    <a:pt x="4263" y="5808"/>
                  </a:cubicBezTo>
                  <a:cubicBezTo>
                    <a:pt x="4649" y="5808"/>
                    <a:pt x="5041" y="5708"/>
                    <a:pt x="5400" y="5496"/>
                  </a:cubicBezTo>
                  <a:cubicBezTo>
                    <a:pt x="5447" y="5467"/>
                    <a:pt x="5498" y="5454"/>
                    <a:pt x="5548" y="5454"/>
                  </a:cubicBezTo>
                  <a:cubicBezTo>
                    <a:pt x="5625" y="5454"/>
                    <a:pt x="5700" y="5486"/>
                    <a:pt x="5758" y="5544"/>
                  </a:cubicBezTo>
                  <a:lnTo>
                    <a:pt x="6571" y="6356"/>
                  </a:lnTo>
                  <a:cubicBezTo>
                    <a:pt x="8077" y="5065"/>
                    <a:pt x="8269" y="2818"/>
                    <a:pt x="7002" y="1312"/>
                  </a:cubicBezTo>
                  <a:lnTo>
                    <a:pt x="7002" y="1312"/>
                  </a:lnTo>
                  <a:lnTo>
                    <a:pt x="6452" y="1862"/>
                  </a:lnTo>
                  <a:cubicBezTo>
                    <a:pt x="7169" y="2746"/>
                    <a:pt x="7264" y="3990"/>
                    <a:pt x="6691" y="4994"/>
                  </a:cubicBezTo>
                  <a:cubicBezTo>
                    <a:pt x="6628" y="5126"/>
                    <a:pt x="6526" y="5180"/>
                    <a:pt x="6424" y="5180"/>
                  </a:cubicBezTo>
                  <a:cubicBezTo>
                    <a:pt x="6215" y="5180"/>
                    <a:pt x="6011" y="4949"/>
                    <a:pt x="6189" y="4707"/>
                  </a:cubicBezTo>
                  <a:cubicBezTo>
                    <a:pt x="6954" y="3344"/>
                    <a:pt x="6117" y="1647"/>
                    <a:pt x="4563" y="1431"/>
                  </a:cubicBezTo>
                  <a:lnTo>
                    <a:pt x="4563" y="2483"/>
                  </a:lnTo>
                  <a:cubicBezTo>
                    <a:pt x="4563" y="2651"/>
                    <a:pt x="4443" y="2794"/>
                    <a:pt x="4276" y="2794"/>
                  </a:cubicBezTo>
                  <a:cubicBezTo>
                    <a:pt x="3535" y="2794"/>
                    <a:pt x="3176" y="3679"/>
                    <a:pt x="3678" y="4205"/>
                  </a:cubicBezTo>
                  <a:cubicBezTo>
                    <a:pt x="3847" y="4365"/>
                    <a:pt x="4052" y="4438"/>
                    <a:pt x="4253" y="4438"/>
                  </a:cubicBezTo>
                  <a:cubicBezTo>
                    <a:pt x="4680" y="4438"/>
                    <a:pt x="5089" y="4111"/>
                    <a:pt x="5089" y="3607"/>
                  </a:cubicBezTo>
                  <a:cubicBezTo>
                    <a:pt x="5089" y="3404"/>
                    <a:pt x="5238" y="3302"/>
                    <a:pt x="5388" y="3302"/>
                  </a:cubicBezTo>
                  <a:cubicBezTo>
                    <a:pt x="5537" y="3302"/>
                    <a:pt x="5687" y="3404"/>
                    <a:pt x="5687" y="3607"/>
                  </a:cubicBezTo>
                  <a:cubicBezTo>
                    <a:pt x="5687" y="4451"/>
                    <a:pt x="4995" y="5033"/>
                    <a:pt x="4269" y="5033"/>
                  </a:cubicBezTo>
                  <a:cubicBezTo>
                    <a:pt x="3967" y="5033"/>
                    <a:pt x="3659" y="4932"/>
                    <a:pt x="3391" y="4707"/>
                  </a:cubicBezTo>
                  <a:cubicBezTo>
                    <a:pt x="2459" y="3966"/>
                    <a:pt x="2818" y="2483"/>
                    <a:pt x="3965" y="2220"/>
                  </a:cubicBezTo>
                  <a:lnTo>
                    <a:pt x="3965" y="1121"/>
                  </a:lnTo>
                  <a:cubicBezTo>
                    <a:pt x="3965" y="953"/>
                    <a:pt x="4109" y="810"/>
                    <a:pt x="4276" y="810"/>
                  </a:cubicBezTo>
                  <a:cubicBezTo>
                    <a:pt x="4921" y="810"/>
                    <a:pt x="5519" y="1025"/>
                    <a:pt x="6021" y="1431"/>
                  </a:cubicBezTo>
                  <a:lnTo>
                    <a:pt x="6571" y="882"/>
                  </a:lnTo>
                  <a:cubicBezTo>
                    <a:pt x="5884" y="281"/>
                    <a:pt x="5057" y="1"/>
                    <a:pt x="42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80"/>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Phase 1</a:t>
            </a:r>
            <a:endParaRPr/>
          </a:p>
        </p:txBody>
      </p:sp>
      <p:sp>
        <p:nvSpPr>
          <p:cNvPr id="1387" name="Google Shape;1387;p80"/>
          <p:cNvSpPr/>
          <p:nvPr/>
        </p:nvSpPr>
        <p:spPr>
          <a:xfrm>
            <a:off x="3716500" y="2375900"/>
            <a:ext cx="454800" cy="1700700"/>
          </a:xfrm>
          <a:prstGeom prst="roundRect">
            <a:avLst>
              <a:gd fmla="val 16667" name="adj"/>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80"/>
          <p:cNvSpPr txBox="1"/>
          <p:nvPr/>
        </p:nvSpPr>
        <p:spPr>
          <a:xfrm>
            <a:off x="1778003" y="1903300"/>
            <a:ext cx="14628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456</a:t>
            </a:r>
            <a:endParaRPr sz="2400">
              <a:solidFill>
                <a:schemeClr val="dk1"/>
              </a:solidFill>
              <a:latin typeface="Artifika"/>
              <a:ea typeface="Artifika"/>
              <a:cs typeface="Artifika"/>
              <a:sym typeface="Artifika"/>
            </a:endParaRPr>
          </a:p>
        </p:txBody>
      </p:sp>
      <p:sp>
        <p:nvSpPr>
          <p:cNvPr id="1389" name="Google Shape;1389;p80"/>
          <p:cNvSpPr txBox="1"/>
          <p:nvPr/>
        </p:nvSpPr>
        <p:spPr>
          <a:xfrm>
            <a:off x="1778003" y="2273142"/>
            <a:ext cx="14628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Age: 35 - 45</a:t>
            </a:r>
            <a:endParaRPr sz="1500">
              <a:solidFill>
                <a:schemeClr val="dk1"/>
              </a:solidFill>
              <a:latin typeface="Gantari"/>
              <a:ea typeface="Gantari"/>
              <a:cs typeface="Gantari"/>
              <a:sym typeface="Gantari"/>
            </a:endParaRPr>
          </a:p>
        </p:txBody>
      </p:sp>
      <p:sp>
        <p:nvSpPr>
          <p:cNvPr id="1390" name="Google Shape;1390;p80"/>
          <p:cNvSpPr txBox="1"/>
          <p:nvPr/>
        </p:nvSpPr>
        <p:spPr>
          <a:xfrm>
            <a:off x="6012437" y="3569475"/>
            <a:ext cx="2246700" cy="91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Mercury is the closest planet to the Sun and the smallest one in the Solar System</a:t>
            </a:r>
            <a:endParaRPr sz="1500">
              <a:solidFill>
                <a:schemeClr val="dk1"/>
              </a:solidFill>
              <a:latin typeface="Gantari"/>
              <a:ea typeface="Gantari"/>
              <a:cs typeface="Gantari"/>
              <a:sym typeface="Gantari"/>
            </a:endParaRPr>
          </a:p>
        </p:txBody>
      </p:sp>
      <p:sp>
        <p:nvSpPr>
          <p:cNvPr id="1391" name="Google Shape;1391;p80"/>
          <p:cNvSpPr txBox="1"/>
          <p:nvPr/>
        </p:nvSpPr>
        <p:spPr>
          <a:xfrm>
            <a:off x="1778003" y="2831990"/>
            <a:ext cx="14628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345</a:t>
            </a:r>
            <a:endParaRPr sz="2400">
              <a:solidFill>
                <a:schemeClr val="dk1"/>
              </a:solidFill>
              <a:latin typeface="Artifika"/>
              <a:ea typeface="Artifika"/>
              <a:cs typeface="Artifika"/>
              <a:sym typeface="Artifika"/>
            </a:endParaRPr>
          </a:p>
        </p:txBody>
      </p:sp>
      <p:sp>
        <p:nvSpPr>
          <p:cNvPr id="1392" name="Google Shape;1392;p80"/>
          <p:cNvSpPr txBox="1"/>
          <p:nvPr/>
        </p:nvSpPr>
        <p:spPr>
          <a:xfrm>
            <a:off x="1778003" y="3201833"/>
            <a:ext cx="14628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Age: 46 -60</a:t>
            </a:r>
            <a:endParaRPr sz="1500">
              <a:solidFill>
                <a:schemeClr val="dk1"/>
              </a:solidFill>
              <a:latin typeface="Gantari"/>
              <a:ea typeface="Gantari"/>
              <a:cs typeface="Gantari"/>
              <a:sym typeface="Gantari"/>
            </a:endParaRPr>
          </a:p>
        </p:txBody>
      </p:sp>
      <p:sp>
        <p:nvSpPr>
          <p:cNvPr id="1393" name="Google Shape;1393;p80"/>
          <p:cNvSpPr txBox="1"/>
          <p:nvPr/>
        </p:nvSpPr>
        <p:spPr>
          <a:xfrm>
            <a:off x="713220" y="1296975"/>
            <a:ext cx="2569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Sample</a:t>
            </a:r>
            <a:endParaRPr sz="2400">
              <a:solidFill>
                <a:schemeClr val="dk1"/>
              </a:solidFill>
              <a:latin typeface="Artifika"/>
              <a:ea typeface="Artifika"/>
              <a:cs typeface="Artifika"/>
              <a:sym typeface="Artifika"/>
            </a:endParaRPr>
          </a:p>
        </p:txBody>
      </p:sp>
      <p:sp>
        <p:nvSpPr>
          <p:cNvPr id="1394" name="Google Shape;1394;p80"/>
          <p:cNvSpPr txBox="1"/>
          <p:nvPr/>
        </p:nvSpPr>
        <p:spPr>
          <a:xfrm>
            <a:off x="3314360" y="4133000"/>
            <a:ext cx="12591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Mars</a:t>
            </a:r>
            <a:endParaRPr b="1" sz="1500">
              <a:solidFill>
                <a:schemeClr val="dk1"/>
              </a:solidFill>
              <a:latin typeface="Gantari"/>
              <a:ea typeface="Gantari"/>
              <a:cs typeface="Gantari"/>
              <a:sym typeface="Gantari"/>
            </a:endParaRPr>
          </a:p>
        </p:txBody>
      </p:sp>
      <p:sp>
        <p:nvSpPr>
          <p:cNvPr id="1395" name="Google Shape;1395;p80"/>
          <p:cNvSpPr txBox="1"/>
          <p:nvPr/>
        </p:nvSpPr>
        <p:spPr>
          <a:xfrm>
            <a:off x="3287250" y="1296975"/>
            <a:ext cx="2569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Effects</a:t>
            </a:r>
            <a:endParaRPr sz="2400">
              <a:solidFill>
                <a:schemeClr val="dk1"/>
              </a:solidFill>
              <a:latin typeface="Artifika"/>
              <a:ea typeface="Artifika"/>
              <a:cs typeface="Artifika"/>
              <a:sym typeface="Artifika"/>
            </a:endParaRPr>
          </a:p>
        </p:txBody>
      </p:sp>
      <p:sp>
        <p:nvSpPr>
          <p:cNvPr id="1396" name="Google Shape;1396;p80"/>
          <p:cNvSpPr txBox="1"/>
          <p:nvPr/>
        </p:nvSpPr>
        <p:spPr>
          <a:xfrm>
            <a:off x="5851037" y="1296963"/>
            <a:ext cx="2569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Results</a:t>
            </a:r>
            <a:endParaRPr sz="2400">
              <a:solidFill>
                <a:schemeClr val="dk1"/>
              </a:solidFill>
              <a:latin typeface="Artifika"/>
              <a:ea typeface="Artifika"/>
              <a:cs typeface="Artifika"/>
              <a:sym typeface="Artifika"/>
            </a:endParaRPr>
          </a:p>
        </p:txBody>
      </p:sp>
      <p:cxnSp>
        <p:nvCxnSpPr>
          <p:cNvPr id="1397" name="Google Shape;1397;p80"/>
          <p:cNvCxnSpPr/>
          <p:nvPr/>
        </p:nvCxnSpPr>
        <p:spPr>
          <a:xfrm rot="10800000">
            <a:off x="3281800" y="1302600"/>
            <a:ext cx="0" cy="3269400"/>
          </a:xfrm>
          <a:prstGeom prst="straightConnector1">
            <a:avLst/>
          </a:prstGeom>
          <a:noFill/>
          <a:ln cap="flat" cmpd="sng" w="28575">
            <a:solidFill>
              <a:schemeClr val="lt1"/>
            </a:solidFill>
            <a:prstDash val="solid"/>
            <a:round/>
            <a:headEnd len="med" w="med" type="none"/>
            <a:tailEnd len="med" w="med" type="none"/>
          </a:ln>
        </p:spPr>
      </p:cxnSp>
      <p:sp>
        <p:nvSpPr>
          <p:cNvPr id="1398" name="Google Shape;1398;p80"/>
          <p:cNvSpPr txBox="1"/>
          <p:nvPr/>
        </p:nvSpPr>
        <p:spPr>
          <a:xfrm>
            <a:off x="4570540" y="4133000"/>
            <a:ext cx="12591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Venus</a:t>
            </a:r>
            <a:endParaRPr b="1" sz="1500">
              <a:solidFill>
                <a:schemeClr val="dk1"/>
              </a:solidFill>
              <a:latin typeface="Gantari"/>
              <a:ea typeface="Gantari"/>
              <a:cs typeface="Gantari"/>
              <a:sym typeface="Gantari"/>
            </a:endParaRPr>
          </a:p>
        </p:txBody>
      </p:sp>
      <p:sp>
        <p:nvSpPr>
          <p:cNvPr id="1399" name="Google Shape;1399;p80"/>
          <p:cNvSpPr txBox="1"/>
          <p:nvPr/>
        </p:nvSpPr>
        <p:spPr>
          <a:xfrm>
            <a:off x="3284060" y="1829575"/>
            <a:ext cx="13197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75</a:t>
            </a:r>
            <a:r>
              <a:rPr lang="en" sz="2400">
                <a:solidFill>
                  <a:schemeClr val="dk1"/>
                </a:solidFill>
                <a:latin typeface="Artifika"/>
                <a:ea typeface="Artifika"/>
                <a:cs typeface="Artifika"/>
                <a:sym typeface="Artifika"/>
              </a:rPr>
              <a:t>%</a:t>
            </a:r>
            <a:endParaRPr sz="2400">
              <a:solidFill>
                <a:schemeClr val="dk1"/>
              </a:solidFill>
              <a:latin typeface="Artifika"/>
              <a:ea typeface="Artifika"/>
              <a:cs typeface="Artifika"/>
              <a:sym typeface="Artifika"/>
            </a:endParaRPr>
          </a:p>
        </p:txBody>
      </p:sp>
      <p:sp>
        <p:nvSpPr>
          <p:cNvPr id="1400" name="Google Shape;1400;p80"/>
          <p:cNvSpPr txBox="1"/>
          <p:nvPr/>
        </p:nvSpPr>
        <p:spPr>
          <a:xfrm>
            <a:off x="4540240" y="1829575"/>
            <a:ext cx="13197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25%</a:t>
            </a:r>
            <a:endParaRPr sz="2400">
              <a:solidFill>
                <a:schemeClr val="dk1"/>
              </a:solidFill>
              <a:latin typeface="Artifika"/>
              <a:ea typeface="Artifika"/>
              <a:cs typeface="Artifika"/>
              <a:sym typeface="Artifika"/>
            </a:endParaRPr>
          </a:p>
        </p:txBody>
      </p:sp>
      <p:sp>
        <p:nvSpPr>
          <p:cNvPr id="1401" name="Google Shape;1401;p80"/>
          <p:cNvSpPr/>
          <p:nvPr/>
        </p:nvSpPr>
        <p:spPr>
          <a:xfrm>
            <a:off x="3754300" y="2831999"/>
            <a:ext cx="379200" cy="12045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80"/>
          <p:cNvSpPr/>
          <p:nvPr/>
        </p:nvSpPr>
        <p:spPr>
          <a:xfrm>
            <a:off x="4971496" y="2375900"/>
            <a:ext cx="457200" cy="1700700"/>
          </a:xfrm>
          <a:prstGeom prst="roundRect">
            <a:avLst>
              <a:gd fmla="val 16667" name="adj"/>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80"/>
          <p:cNvSpPr/>
          <p:nvPr/>
        </p:nvSpPr>
        <p:spPr>
          <a:xfrm>
            <a:off x="5012596" y="3554243"/>
            <a:ext cx="375000" cy="4821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4" name="Google Shape;1404;p80"/>
          <p:cNvCxnSpPr/>
          <p:nvPr/>
        </p:nvCxnSpPr>
        <p:spPr>
          <a:xfrm rot="10800000">
            <a:off x="5850354" y="1302600"/>
            <a:ext cx="0" cy="3269400"/>
          </a:xfrm>
          <a:prstGeom prst="straightConnector1">
            <a:avLst/>
          </a:prstGeom>
          <a:noFill/>
          <a:ln cap="flat" cmpd="sng" w="28575">
            <a:solidFill>
              <a:schemeClr val="lt1"/>
            </a:solidFill>
            <a:prstDash val="solid"/>
            <a:round/>
            <a:headEnd len="med" w="med" type="none"/>
            <a:tailEnd len="med" w="med" type="none"/>
          </a:ln>
        </p:spPr>
      </p:cxnSp>
      <p:sp>
        <p:nvSpPr>
          <p:cNvPr id="1405" name="Google Shape;1405;p80"/>
          <p:cNvSpPr txBox="1"/>
          <p:nvPr/>
        </p:nvSpPr>
        <p:spPr>
          <a:xfrm>
            <a:off x="6011087" y="3133731"/>
            <a:ext cx="22494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55%</a:t>
            </a:r>
            <a:endParaRPr sz="2400">
              <a:solidFill>
                <a:schemeClr val="dk1"/>
              </a:solidFill>
              <a:latin typeface="Artifika"/>
              <a:ea typeface="Artifika"/>
              <a:cs typeface="Artifika"/>
              <a:sym typeface="Artifika"/>
            </a:endParaRPr>
          </a:p>
        </p:txBody>
      </p:sp>
      <p:sp>
        <p:nvSpPr>
          <p:cNvPr id="1406" name="Google Shape;1406;p80"/>
          <p:cNvSpPr/>
          <p:nvPr/>
        </p:nvSpPr>
        <p:spPr>
          <a:xfrm>
            <a:off x="894499" y="1865725"/>
            <a:ext cx="758400" cy="7584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80"/>
          <p:cNvSpPr/>
          <p:nvPr/>
        </p:nvSpPr>
        <p:spPr>
          <a:xfrm>
            <a:off x="894499" y="3761200"/>
            <a:ext cx="758400" cy="7584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80"/>
          <p:cNvSpPr/>
          <p:nvPr/>
        </p:nvSpPr>
        <p:spPr>
          <a:xfrm>
            <a:off x="894499" y="2813462"/>
            <a:ext cx="758400" cy="7584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80"/>
          <p:cNvSpPr txBox="1"/>
          <p:nvPr/>
        </p:nvSpPr>
        <p:spPr>
          <a:xfrm>
            <a:off x="1778003" y="3760681"/>
            <a:ext cx="14628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2</a:t>
            </a:r>
            <a:r>
              <a:rPr lang="en" sz="2400">
                <a:solidFill>
                  <a:schemeClr val="dk1"/>
                </a:solidFill>
                <a:latin typeface="Artifika"/>
                <a:ea typeface="Artifika"/>
                <a:cs typeface="Artifika"/>
                <a:sym typeface="Artifika"/>
              </a:rPr>
              <a:t>45</a:t>
            </a:r>
            <a:endParaRPr sz="2400">
              <a:solidFill>
                <a:schemeClr val="dk1"/>
              </a:solidFill>
              <a:latin typeface="Artifika"/>
              <a:ea typeface="Artifika"/>
              <a:cs typeface="Artifika"/>
              <a:sym typeface="Artifika"/>
            </a:endParaRPr>
          </a:p>
        </p:txBody>
      </p:sp>
      <p:sp>
        <p:nvSpPr>
          <p:cNvPr id="1410" name="Google Shape;1410;p80"/>
          <p:cNvSpPr txBox="1"/>
          <p:nvPr/>
        </p:nvSpPr>
        <p:spPr>
          <a:xfrm>
            <a:off x="1778003" y="4130523"/>
            <a:ext cx="14628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Age: 61 - 70</a:t>
            </a:r>
            <a:endParaRPr sz="1500">
              <a:solidFill>
                <a:schemeClr val="dk1"/>
              </a:solidFill>
              <a:latin typeface="Gantari"/>
              <a:ea typeface="Gantari"/>
              <a:cs typeface="Gantari"/>
              <a:sym typeface="Gantari"/>
            </a:endParaRPr>
          </a:p>
        </p:txBody>
      </p:sp>
      <p:grpSp>
        <p:nvGrpSpPr>
          <p:cNvPr id="1411" name="Google Shape;1411;p80"/>
          <p:cNvGrpSpPr/>
          <p:nvPr/>
        </p:nvGrpSpPr>
        <p:grpSpPr>
          <a:xfrm>
            <a:off x="6571888" y="1829488"/>
            <a:ext cx="1127798" cy="1127798"/>
            <a:chOff x="5681300" y="2527788"/>
            <a:chExt cx="805800" cy="805800"/>
          </a:xfrm>
        </p:grpSpPr>
        <p:sp>
          <p:nvSpPr>
            <p:cNvPr id="1412" name="Google Shape;1412;p80"/>
            <p:cNvSpPr/>
            <p:nvPr/>
          </p:nvSpPr>
          <p:spPr>
            <a:xfrm>
              <a:off x="5681300" y="2527788"/>
              <a:ext cx="805800" cy="805800"/>
            </a:xfrm>
            <a:prstGeom prst="ellipse">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80"/>
            <p:cNvSpPr/>
            <p:nvPr/>
          </p:nvSpPr>
          <p:spPr>
            <a:xfrm>
              <a:off x="5681300" y="2527788"/>
              <a:ext cx="805800" cy="805800"/>
            </a:xfrm>
            <a:prstGeom prst="pie">
              <a:avLst>
                <a:gd fmla="val 16193833" name="adj1"/>
                <a:gd fmla="val 6428644"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4" name="Google Shape;1414;p80"/>
          <p:cNvGrpSpPr/>
          <p:nvPr/>
        </p:nvGrpSpPr>
        <p:grpSpPr>
          <a:xfrm>
            <a:off x="1091309" y="3011174"/>
            <a:ext cx="364781" cy="362976"/>
            <a:chOff x="-55202750" y="3198925"/>
            <a:chExt cx="318225" cy="316650"/>
          </a:xfrm>
        </p:grpSpPr>
        <p:sp>
          <p:nvSpPr>
            <p:cNvPr id="1415" name="Google Shape;1415;p80"/>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80"/>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7" name="Google Shape;1417;p80"/>
          <p:cNvGrpSpPr/>
          <p:nvPr/>
        </p:nvGrpSpPr>
        <p:grpSpPr>
          <a:xfrm>
            <a:off x="1113432" y="2062076"/>
            <a:ext cx="320534" cy="365698"/>
            <a:chOff x="-55576850" y="3198125"/>
            <a:chExt cx="279625" cy="319025"/>
          </a:xfrm>
        </p:grpSpPr>
        <p:sp>
          <p:nvSpPr>
            <p:cNvPr id="1418" name="Google Shape;1418;p80"/>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80"/>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80"/>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80"/>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2" name="Google Shape;1422;p80"/>
          <p:cNvGrpSpPr/>
          <p:nvPr/>
        </p:nvGrpSpPr>
        <p:grpSpPr>
          <a:xfrm>
            <a:off x="1173366" y="3926373"/>
            <a:ext cx="200667" cy="428053"/>
            <a:chOff x="4584850" y="4399275"/>
            <a:chExt cx="225875" cy="481825"/>
          </a:xfrm>
        </p:grpSpPr>
        <p:sp>
          <p:nvSpPr>
            <p:cNvPr id="1423" name="Google Shape;1423;p80"/>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24" name="Google Shape;1424;p80"/>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81"/>
          <p:cNvSpPr txBox="1"/>
          <p:nvPr>
            <p:ph type="title"/>
          </p:nvPr>
        </p:nvSpPr>
        <p:spPr>
          <a:xfrm>
            <a:off x="713225" y="1083300"/>
            <a:ext cx="7717800" cy="297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Awesome words</a:t>
            </a:r>
            <a:endParaRPr/>
          </a:p>
        </p:txBody>
      </p:sp>
      <p:grpSp>
        <p:nvGrpSpPr>
          <p:cNvPr id="1430" name="Google Shape;1430;p81"/>
          <p:cNvGrpSpPr/>
          <p:nvPr/>
        </p:nvGrpSpPr>
        <p:grpSpPr>
          <a:xfrm rot="-838927">
            <a:off x="732560" y="3100094"/>
            <a:ext cx="1206742" cy="1250832"/>
            <a:chOff x="-3695918" y="2765837"/>
            <a:chExt cx="1678594" cy="1739866"/>
          </a:xfrm>
        </p:grpSpPr>
        <p:sp>
          <p:nvSpPr>
            <p:cNvPr id="1431" name="Google Shape;1431;p81"/>
            <p:cNvSpPr/>
            <p:nvPr/>
          </p:nvSpPr>
          <p:spPr>
            <a:xfrm>
              <a:off x="-3695918" y="2765837"/>
              <a:ext cx="1678594" cy="1739866"/>
            </a:xfrm>
            <a:custGeom>
              <a:rect b="b" l="l" r="r" t="t"/>
              <a:pathLst>
                <a:path extrusionOk="0" h="33422" w="32245">
                  <a:moveTo>
                    <a:pt x="32186" y="17925"/>
                  </a:moveTo>
                  <a:cubicBezTo>
                    <a:pt x="32156" y="17616"/>
                    <a:pt x="32245" y="17277"/>
                    <a:pt x="31892" y="17101"/>
                  </a:cubicBezTo>
                  <a:lnTo>
                    <a:pt x="31862" y="17101"/>
                  </a:lnTo>
                  <a:cubicBezTo>
                    <a:pt x="31906" y="17071"/>
                    <a:pt x="31892" y="17042"/>
                    <a:pt x="31833" y="17012"/>
                  </a:cubicBezTo>
                  <a:lnTo>
                    <a:pt x="31833" y="17012"/>
                  </a:lnTo>
                  <a:cubicBezTo>
                    <a:pt x="31833" y="16909"/>
                    <a:pt x="31847" y="16806"/>
                    <a:pt x="31892" y="16718"/>
                  </a:cubicBezTo>
                  <a:cubicBezTo>
                    <a:pt x="31950" y="16556"/>
                    <a:pt x="31965" y="16394"/>
                    <a:pt x="31921" y="16232"/>
                  </a:cubicBezTo>
                  <a:lnTo>
                    <a:pt x="31744" y="16188"/>
                  </a:lnTo>
                  <a:lnTo>
                    <a:pt x="31744" y="16188"/>
                  </a:lnTo>
                  <a:cubicBezTo>
                    <a:pt x="31744" y="16173"/>
                    <a:pt x="31744" y="16144"/>
                    <a:pt x="31744" y="16115"/>
                  </a:cubicBezTo>
                  <a:lnTo>
                    <a:pt x="31906" y="16100"/>
                  </a:lnTo>
                  <a:cubicBezTo>
                    <a:pt x="31906" y="16056"/>
                    <a:pt x="31862" y="15997"/>
                    <a:pt x="31877" y="15967"/>
                  </a:cubicBezTo>
                  <a:cubicBezTo>
                    <a:pt x="31980" y="15585"/>
                    <a:pt x="31892" y="15187"/>
                    <a:pt x="31641" y="14893"/>
                  </a:cubicBezTo>
                  <a:cubicBezTo>
                    <a:pt x="31597" y="14555"/>
                    <a:pt x="31553" y="14201"/>
                    <a:pt x="31509" y="13863"/>
                  </a:cubicBezTo>
                  <a:cubicBezTo>
                    <a:pt x="31509" y="13834"/>
                    <a:pt x="31465" y="13819"/>
                    <a:pt x="31435" y="13789"/>
                  </a:cubicBezTo>
                  <a:lnTo>
                    <a:pt x="31435" y="13510"/>
                  </a:lnTo>
                  <a:cubicBezTo>
                    <a:pt x="31494" y="13466"/>
                    <a:pt x="31553" y="13436"/>
                    <a:pt x="31612" y="13392"/>
                  </a:cubicBezTo>
                  <a:cubicBezTo>
                    <a:pt x="31612" y="13363"/>
                    <a:pt x="31612" y="13318"/>
                    <a:pt x="31627" y="13289"/>
                  </a:cubicBezTo>
                  <a:cubicBezTo>
                    <a:pt x="31583" y="13186"/>
                    <a:pt x="31553" y="13083"/>
                    <a:pt x="31509" y="12965"/>
                  </a:cubicBezTo>
                  <a:cubicBezTo>
                    <a:pt x="31465" y="12862"/>
                    <a:pt x="31435" y="12745"/>
                    <a:pt x="31318" y="12700"/>
                  </a:cubicBezTo>
                  <a:lnTo>
                    <a:pt x="31318" y="12700"/>
                  </a:lnTo>
                  <a:lnTo>
                    <a:pt x="31229" y="12494"/>
                  </a:lnTo>
                  <a:cubicBezTo>
                    <a:pt x="31273" y="12421"/>
                    <a:pt x="31273" y="12332"/>
                    <a:pt x="31244" y="12259"/>
                  </a:cubicBezTo>
                  <a:cubicBezTo>
                    <a:pt x="31156" y="12009"/>
                    <a:pt x="31023" y="11773"/>
                    <a:pt x="30832" y="11582"/>
                  </a:cubicBezTo>
                  <a:cubicBezTo>
                    <a:pt x="30906" y="11346"/>
                    <a:pt x="30906" y="11346"/>
                    <a:pt x="30729" y="11229"/>
                  </a:cubicBezTo>
                  <a:lnTo>
                    <a:pt x="30641" y="11170"/>
                  </a:lnTo>
                  <a:cubicBezTo>
                    <a:pt x="30700" y="11008"/>
                    <a:pt x="30655" y="10802"/>
                    <a:pt x="30508" y="10699"/>
                  </a:cubicBezTo>
                  <a:lnTo>
                    <a:pt x="30346" y="10552"/>
                  </a:lnTo>
                  <a:cubicBezTo>
                    <a:pt x="30332" y="10567"/>
                    <a:pt x="30332" y="10567"/>
                    <a:pt x="30317" y="10581"/>
                  </a:cubicBezTo>
                  <a:lnTo>
                    <a:pt x="30346" y="10552"/>
                  </a:lnTo>
                  <a:cubicBezTo>
                    <a:pt x="30287" y="10169"/>
                    <a:pt x="30023" y="9845"/>
                    <a:pt x="29920" y="9478"/>
                  </a:cubicBezTo>
                  <a:cubicBezTo>
                    <a:pt x="29772" y="9257"/>
                    <a:pt x="29669" y="9021"/>
                    <a:pt x="29611" y="8771"/>
                  </a:cubicBezTo>
                  <a:cubicBezTo>
                    <a:pt x="29552" y="8712"/>
                    <a:pt x="29508" y="8639"/>
                    <a:pt x="29522" y="8565"/>
                  </a:cubicBezTo>
                  <a:lnTo>
                    <a:pt x="29405" y="8462"/>
                  </a:lnTo>
                  <a:cubicBezTo>
                    <a:pt x="29405" y="8403"/>
                    <a:pt x="29405" y="8330"/>
                    <a:pt x="29390" y="8285"/>
                  </a:cubicBezTo>
                  <a:lnTo>
                    <a:pt x="29301" y="8168"/>
                  </a:lnTo>
                  <a:lnTo>
                    <a:pt x="29213" y="8153"/>
                  </a:lnTo>
                  <a:cubicBezTo>
                    <a:pt x="29154" y="7976"/>
                    <a:pt x="29051" y="7800"/>
                    <a:pt x="28919" y="7653"/>
                  </a:cubicBezTo>
                  <a:cubicBezTo>
                    <a:pt x="28904" y="7653"/>
                    <a:pt x="28889" y="7638"/>
                    <a:pt x="28875" y="7609"/>
                  </a:cubicBezTo>
                  <a:lnTo>
                    <a:pt x="28919" y="7653"/>
                  </a:lnTo>
                  <a:cubicBezTo>
                    <a:pt x="28919" y="7506"/>
                    <a:pt x="28860" y="7373"/>
                    <a:pt x="28757" y="7255"/>
                  </a:cubicBezTo>
                  <a:cubicBezTo>
                    <a:pt x="28654" y="7152"/>
                    <a:pt x="28595" y="7020"/>
                    <a:pt x="28580" y="6873"/>
                  </a:cubicBezTo>
                  <a:cubicBezTo>
                    <a:pt x="28551" y="6829"/>
                    <a:pt x="28522" y="6799"/>
                    <a:pt x="28492" y="6755"/>
                  </a:cubicBezTo>
                  <a:cubicBezTo>
                    <a:pt x="28286" y="6564"/>
                    <a:pt x="28109" y="6328"/>
                    <a:pt x="27977" y="6063"/>
                  </a:cubicBezTo>
                  <a:lnTo>
                    <a:pt x="27786" y="5946"/>
                  </a:lnTo>
                  <a:lnTo>
                    <a:pt x="27683" y="5843"/>
                  </a:lnTo>
                  <a:lnTo>
                    <a:pt x="27683" y="5651"/>
                  </a:lnTo>
                  <a:lnTo>
                    <a:pt x="27388" y="5533"/>
                  </a:lnTo>
                  <a:cubicBezTo>
                    <a:pt x="27359" y="5533"/>
                    <a:pt x="27329" y="5533"/>
                    <a:pt x="27300" y="5533"/>
                  </a:cubicBezTo>
                  <a:lnTo>
                    <a:pt x="27300" y="5533"/>
                  </a:lnTo>
                  <a:cubicBezTo>
                    <a:pt x="27226" y="5342"/>
                    <a:pt x="27065" y="5210"/>
                    <a:pt x="26873" y="5151"/>
                  </a:cubicBezTo>
                  <a:cubicBezTo>
                    <a:pt x="26770" y="5092"/>
                    <a:pt x="26667" y="5004"/>
                    <a:pt x="26608" y="4901"/>
                  </a:cubicBezTo>
                  <a:cubicBezTo>
                    <a:pt x="26564" y="4812"/>
                    <a:pt x="26520" y="4724"/>
                    <a:pt x="26476" y="4636"/>
                  </a:cubicBezTo>
                  <a:cubicBezTo>
                    <a:pt x="26417" y="4592"/>
                    <a:pt x="26373" y="4533"/>
                    <a:pt x="26358" y="4444"/>
                  </a:cubicBezTo>
                  <a:lnTo>
                    <a:pt x="25902" y="4121"/>
                  </a:lnTo>
                  <a:lnTo>
                    <a:pt x="25902" y="4121"/>
                  </a:lnTo>
                  <a:cubicBezTo>
                    <a:pt x="25578" y="3826"/>
                    <a:pt x="25240" y="3576"/>
                    <a:pt x="24872" y="3355"/>
                  </a:cubicBezTo>
                  <a:cubicBezTo>
                    <a:pt x="24769" y="3297"/>
                    <a:pt x="24784" y="3194"/>
                    <a:pt x="24813" y="3091"/>
                  </a:cubicBezTo>
                  <a:cubicBezTo>
                    <a:pt x="24828" y="3032"/>
                    <a:pt x="24769" y="3032"/>
                    <a:pt x="24725" y="3032"/>
                  </a:cubicBezTo>
                  <a:cubicBezTo>
                    <a:pt x="24681" y="3046"/>
                    <a:pt x="24636" y="3076"/>
                    <a:pt x="24577" y="3091"/>
                  </a:cubicBezTo>
                  <a:cubicBezTo>
                    <a:pt x="24548" y="2914"/>
                    <a:pt x="24666" y="2767"/>
                    <a:pt x="24666" y="2605"/>
                  </a:cubicBezTo>
                  <a:lnTo>
                    <a:pt x="24474" y="2693"/>
                  </a:lnTo>
                  <a:cubicBezTo>
                    <a:pt x="24401" y="2664"/>
                    <a:pt x="24327" y="2634"/>
                    <a:pt x="24254" y="2590"/>
                  </a:cubicBezTo>
                  <a:cubicBezTo>
                    <a:pt x="24077" y="2472"/>
                    <a:pt x="23842" y="2472"/>
                    <a:pt x="23665" y="2590"/>
                  </a:cubicBezTo>
                  <a:lnTo>
                    <a:pt x="23577" y="2575"/>
                  </a:lnTo>
                  <a:lnTo>
                    <a:pt x="23577" y="2575"/>
                  </a:lnTo>
                  <a:cubicBezTo>
                    <a:pt x="23356" y="2369"/>
                    <a:pt x="23121" y="2208"/>
                    <a:pt x="22856" y="2090"/>
                  </a:cubicBezTo>
                  <a:cubicBezTo>
                    <a:pt x="22738" y="2002"/>
                    <a:pt x="22561" y="2016"/>
                    <a:pt x="22458" y="1884"/>
                  </a:cubicBezTo>
                  <a:lnTo>
                    <a:pt x="22458" y="1884"/>
                  </a:lnTo>
                  <a:cubicBezTo>
                    <a:pt x="22370" y="1796"/>
                    <a:pt x="22238" y="1884"/>
                    <a:pt x="22149" y="1781"/>
                  </a:cubicBezTo>
                  <a:cubicBezTo>
                    <a:pt x="22120" y="1781"/>
                    <a:pt x="22090" y="1781"/>
                    <a:pt x="22061" y="1766"/>
                  </a:cubicBezTo>
                  <a:cubicBezTo>
                    <a:pt x="22017" y="1751"/>
                    <a:pt x="21973" y="1766"/>
                    <a:pt x="21958" y="1796"/>
                  </a:cubicBezTo>
                  <a:lnTo>
                    <a:pt x="21958" y="1781"/>
                  </a:lnTo>
                  <a:lnTo>
                    <a:pt x="21958" y="1781"/>
                  </a:lnTo>
                  <a:cubicBezTo>
                    <a:pt x="21884" y="1663"/>
                    <a:pt x="21767" y="1693"/>
                    <a:pt x="21664" y="1678"/>
                  </a:cubicBezTo>
                  <a:lnTo>
                    <a:pt x="21575" y="1589"/>
                  </a:lnTo>
                  <a:cubicBezTo>
                    <a:pt x="21590" y="1545"/>
                    <a:pt x="21575" y="1501"/>
                    <a:pt x="21561" y="1472"/>
                  </a:cubicBezTo>
                  <a:cubicBezTo>
                    <a:pt x="21546" y="1457"/>
                    <a:pt x="21531" y="1428"/>
                    <a:pt x="21531" y="1398"/>
                  </a:cubicBezTo>
                  <a:lnTo>
                    <a:pt x="21428" y="1295"/>
                  </a:lnTo>
                  <a:lnTo>
                    <a:pt x="21252" y="1295"/>
                  </a:lnTo>
                  <a:cubicBezTo>
                    <a:pt x="21207" y="1383"/>
                    <a:pt x="21178" y="1354"/>
                    <a:pt x="21134" y="1295"/>
                  </a:cubicBezTo>
                  <a:cubicBezTo>
                    <a:pt x="20825" y="1280"/>
                    <a:pt x="20516" y="1207"/>
                    <a:pt x="20236" y="1089"/>
                  </a:cubicBezTo>
                  <a:cubicBezTo>
                    <a:pt x="19986" y="1074"/>
                    <a:pt x="19750" y="1016"/>
                    <a:pt x="19530" y="913"/>
                  </a:cubicBezTo>
                  <a:cubicBezTo>
                    <a:pt x="19500" y="898"/>
                    <a:pt x="19471" y="898"/>
                    <a:pt x="19441" y="913"/>
                  </a:cubicBezTo>
                  <a:lnTo>
                    <a:pt x="19132" y="486"/>
                  </a:lnTo>
                  <a:cubicBezTo>
                    <a:pt x="19103" y="486"/>
                    <a:pt x="19074" y="486"/>
                    <a:pt x="19044" y="486"/>
                  </a:cubicBezTo>
                  <a:cubicBezTo>
                    <a:pt x="19029" y="471"/>
                    <a:pt x="19015" y="471"/>
                    <a:pt x="19015" y="456"/>
                  </a:cubicBezTo>
                  <a:cubicBezTo>
                    <a:pt x="18912" y="427"/>
                    <a:pt x="18823" y="339"/>
                    <a:pt x="18720" y="339"/>
                  </a:cubicBezTo>
                  <a:cubicBezTo>
                    <a:pt x="18617" y="383"/>
                    <a:pt x="18529" y="221"/>
                    <a:pt x="18426" y="294"/>
                  </a:cubicBezTo>
                  <a:cubicBezTo>
                    <a:pt x="18338" y="353"/>
                    <a:pt x="18220" y="353"/>
                    <a:pt x="18117" y="294"/>
                  </a:cubicBezTo>
                  <a:cubicBezTo>
                    <a:pt x="18073" y="265"/>
                    <a:pt x="17999" y="236"/>
                    <a:pt x="17940" y="236"/>
                  </a:cubicBezTo>
                  <a:cubicBezTo>
                    <a:pt x="17926" y="221"/>
                    <a:pt x="17926" y="206"/>
                    <a:pt x="17926" y="191"/>
                  </a:cubicBezTo>
                  <a:cubicBezTo>
                    <a:pt x="17837" y="191"/>
                    <a:pt x="17764" y="162"/>
                    <a:pt x="17720" y="88"/>
                  </a:cubicBezTo>
                  <a:lnTo>
                    <a:pt x="17499" y="88"/>
                  </a:lnTo>
                  <a:lnTo>
                    <a:pt x="17469" y="74"/>
                  </a:lnTo>
                  <a:cubicBezTo>
                    <a:pt x="17411" y="44"/>
                    <a:pt x="17352" y="30"/>
                    <a:pt x="17293" y="0"/>
                  </a:cubicBezTo>
                  <a:cubicBezTo>
                    <a:pt x="17190" y="88"/>
                    <a:pt x="17043" y="88"/>
                    <a:pt x="16940" y="0"/>
                  </a:cubicBezTo>
                  <a:cubicBezTo>
                    <a:pt x="16851" y="103"/>
                    <a:pt x="16704" y="0"/>
                    <a:pt x="16616" y="103"/>
                  </a:cubicBezTo>
                  <a:lnTo>
                    <a:pt x="16616" y="103"/>
                  </a:lnTo>
                  <a:cubicBezTo>
                    <a:pt x="16572" y="133"/>
                    <a:pt x="16513" y="147"/>
                    <a:pt x="16469" y="118"/>
                  </a:cubicBezTo>
                  <a:cubicBezTo>
                    <a:pt x="16410" y="103"/>
                    <a:pt x="16366" y="88"/>
                    <a:pt x="16307" y="59"/>
                  </a:cubicBezTo>
                  <a:cubicBezTo>
                    <a:pt x="16263" y="44"/>
                    <a:pt x="16233" y="44"/>
                    <a:pt x="16204" y="59"/>
                  </a:cubicBezTo>
                  <a:cubicBezTo>
                    <a:pt x="16130" y="103"/>
                    <a:pt x="16071" y="162"/>
                    <a:pt x="16071" y="250"/>
                  </a:cubicBezTo>
                  <a:cubicBezTo>
                    <a:pt x="16101" y="339"/>
                    <a:pt x="15998" y="265"/>
                    <a:pt x="15983" y="324"/>
                  </a:cubicBezTo>
                  <a:cubicBezTo>
                    <a:pt x="15954" y="368"/>
                    <a:pt x="15939" y="427"/>
                    <a:pt x="15939" y="486"/>
                  </a:cubicBezTo>
                  <a:lnTo>
                    <a:pt x="15806" y="500"/>
                  </a:lnTo>
                  <a:lnTo>
                    <a:pt x="15806" y="500"/>
                  </a:lnTo>
                  <a:lnTo>
                    <a:pt x="15497" y="500"/>
                  </a:lnTo>
                  <a:cubicBezTo>
                    <a:pt x="15497" y="412"/>
                    <a:pt x="15512" y="339"/>
                    <a:pt x="15615" y="309"/>
                  </a:cubicBezTo>
                  <a:cubicBezTo>
                    <a:pt x="15718" y="294"/>
                    <a:pt x="15821" y="309"/>
                    <a:pt x="15895" y="236"/>
                  </a:cubicBezTo>
                  <a:cubicBezTo>
                    <a:pt x="15954" y="191"/>
                    <a:pt x="15954" y="118"/>
                    <a:pt x="15895" y="74"/>
                  </a:cubicBezTo>
                  <a:cubicBezTo>
                    <a:pt x="15806" y="147"/>
                    <a:pt x="15689" y="177"/>
                    <a:pt x="15586" y="133"/>
                  </a:cubicBezTo>
                  <a:cubicBezTo>
                    <a:pt x="15483" y="88"/>
                    <a:pt x="15394" y="162"/>
                    <a:pt x="15306" y="177"/>
                  </a:cubicBezTo>
                  <a:cubicBezTo>
                    <a:pt x="15277" y="118"/>
                    <a:pt x="15218" y="88"/>
                    <a:pt x="15144" y="88"/>
                  </a:cubicBezTo>
                  <a:cubicBezTo>
                    <a:pt x="15115" y="74"/>
                    <a:pt x="15085" y="59"/>
                    <a:pt x="15041" y="59"/>
                  </a:cubicBezTo>
                  <a:cubicBezTo>
                    <a:pt x="14923" y="59"/>
                    <a:pt x="14806" y="15"/>
                    <a:pt x="14688" y="103"/>
                  </a:cubicBezTo>
                  <a:cubicBezTo>
                    <a:pt x="14659" y="133"/>
                    <a:pt x="14629" y="162"/>
                    <a:pt x="14600" y="191"/>
                  </a:cubicBezTo>
                  <a:lnTo>
                    <a:pt x="14497" y="206"/>
                  </a:lnTo>
                  <a:cubicBezTo>
                    <a:pt x="14394" y="133"/>
                    <a:pt x="14276" y="133"/>
                    <a:pt x="14188" y="206"/>
                  </a:cubicBezTo>
                  <a:lnTo>
                    <a:pt x="14188" y="206"/>
                  </a:lnTo>
                  <a:cubicBezTo>
                    <a:pt x="14055" y="427"/>
                    <a:pt x="13879" y="368"/>
                    <a:pt x="13687" y="294"/>
                  </a:cubicBezTo>
                  <a:lnTo>
                    <a:pt x="13687" y="294"/>
                  </a:lnTo>
                  <a:cubicBezTo>
                    <a:pt x="13555" y="236"/>
                    <a:pt x="13481" y="353"/>
                    <a:pt x="13378" y="397"/>
                  </a:cubicBezTo>
                  <a:cubicBezTo>
                    <a:pt x="13364" y="412"/>
                    <a:pt x="13349" y="442"/>
                    <a:pt x="13334" y="471"/>
                  </a:cubicBezTo>
                  <a:lnTo>
                    <a:pt x="13290" y="397"/>
                  </a:lnTo>
                  <a:cubicBezTo>
                    <a:pt x="13246" y="397"/>
                    <a:pt x="13216" y="397"/>
                    <a:pt x="13187" y="397"/>
                  </a:cubicBezTo>
                  <a:cubicBezTo>
                    <a:pt x="13187" y="368"/>
                    <a:pt x="13158" y="324"/>
                    <a:pt x="13113" y="339"/>
                  </a:cubicBezTo>
                  <a:cubicBezTo>
                    <a:pt x="13069" y="353"/>
                    <a:pt x="13099" y="383"/>
                    <a:pt x="13084" y="412"/>
                  </a:cubicBezTo>
                  <a:lnTo>
                    <a:pt x="12878" y="412"/>
                  </a:lnTo>
                  <a:cubicBezTo>
                    <a:pt x="12819" y="530"/>
                    <a:pt x="12701" y="500"/>
                    <a:pt x="12584" y="515"/>
                  </a:cubicBezTo>
                  <a:cubicBezTo>
                    <a:pt x="12481" y="545"/>
                    <a:pt x="12481" y="618"/>
                    <a:pt x="12481" y="707"/>
                  </a:cubicBezTo>
                  <a:lnTo>
                    <a:pt x="12481" y="707"/>
                  </a:lnTo>
                  <a:cubicBezTo>
                    <a:pt x="12260" y="707"/>
                    <a:pt x="12039" y="662"/>
                    <a:pt x="11818" y="780"/>
                  </a:cubicBezTo>
                  <a:cubicBezTo>
                    <a:pt x="11686" y="839"/>
                    <a:pt x="11745" y="692"/>
                    <a:pt x="11745" y="633"/>
                  </a:cubicBezTo>
                  <a:lnTo>
                    <a:pt x="11583" y="633"/>
                  </a:lnTo>
                  <a:cubicBezTo>
                    <a:pt x="11539" y="692"/>
                    <a:pt x="11509" y="765"/>
                    <a:pt x="11495" y="839"/>
                  </a:cubicBezTo>
                  <a:cubicBezTo>
                    <a:pt x="11480" y="957"/>
                    <a:pt x="11465" y="1119"/>
                    <a:pt x="11259" y="1133"/>
                  </a:cubicBezTo>
                  <a:lnTo>
                    <a:pt x="11171" y="1133"/>
                  </a:lnTo>
                  <a:lnTo>
                    <a:pt x="11068" y="1133"/>
                  </a:lnTo>
                  <a:lnTo>
                    <a:pt x="11068" y="1133"/>
                  </a:lnTo>
                  <a:cubicBezTo>
                    <a:pt x="10979" y="1148"/>
                    <a:pt x="10832" y="1060"/>
                    <a:pt x="10832" y="1207"/>
                  </a:cubicBezTo>
                  <a:cubicBezTo>
                    <a:pt x="10818" y="1354"/>
                    <a:pt x="10803" y="1413"/>
                    <a:pt x="10685" y="1428"/>
                  </a:cubicBezTo>
                  <a:cubicBezTo>
                    <a:pt x="10567" y="1428"/>
                    <a:pt x="10406" y="1531"/>
                    <a:pt x="10244" y="1472"/>
                  </a:cubicBezTo>
                  <a:cubicBezTo>
                    <a:pt x="10141" y="1442"/>
                    <a:pt x="10038" y="1516"/>
                    <a:pt x="10023" y="1619"/>
                  </a:cubicBezTo>
                  <a:cubicBezTo>
                    <a:pt x="10023" y="1737"/>
                    <a:pt x="9905" y="1840"/>
                    <a:pt x="9787" y="1825"/>
                  </a:cubicBezTo>
                  <a:cubicBezTo>
                    <a:pt x="9537" y="1796"/>
                    <a:pt x="9317" y="1913"/>
                    <a:pt x="9184" y="2119"/>
                  </a:cubicBezTo>
                  <a:cubicBezTo>
                    <a:pt x="9140" y="2178"/>
                    <a:pt x="9066" y="2222"/>
                    <a:pt x="8978" y="2237"/>
                  </a:cubicBezTo>
                  <a:cubicBezTo>
                    <a:pt x="8831" y="2281"/>
                    <a:pt x="8713" y="2384"/>
                    <a:pt x="8640" y="2531"/>
                  </a:cubicBezTo>
                  <a:cubicBezTo>
                    <a:pt x="8610" y="2517"/>
                    <a:pt x="8581" y="2517"/>
                    <a:pt x="8551" y="2531"/>
                  </a:cubicBezTo>
                  <a:lnTo>
                    <a:pt x="8257" y="2531"/>
                  </a:lnTo>
                  <a:cubicBezTo>
                    <a:pt x="8227" y="2620"/>
                    <a:pt x="8227" y="2723"/>
                    <a:pt x="8169" y="2767"/>
                  </a:cubicBezTo>
                  <a:cubicBezTo>
                    <a:pt x="8066" y="2855"/>
                    <a:pt x="7845" y="2840"/>
                    <a:pt x="7801" y="2988"/>
                  </a:cubicBezTo>
                  <a:cubicBezTo>
                    <a:pt x="7742" y="3179"/>
                    <a:pt x="7565" y="3135"/>
                    <a:pt x="7448" y="3223"/>
                  </a:cubicBezTo>
                  <a:cubicBezTo>
                    <a:pt x="7256" y="3341"/>
                    <a:pt x="7065" y="3473"/>
                    <a:pt x="6903" y="3635"/>
                  </a:cubicBezTo>
                  <a:cubicBezTo>
                    <a:pt x="6741" y="3812"/>
                    <a:pt x="6550" y="3944"/>
                    <a:pt x="6329" y="4032"/>
                  </a:cubicBezTo>
                  <a:lnTo>
                    <a:pt x="6241" y="4032"/>
                  </a:lnTo>
                  <a:cubicBezTo>
                    <a:pt x="6197" y="4121"/>
                    <a:pt x="6123" y="4135"/>
                    <a:pt x="6049" y="4150"/>
                  </a:cubicBezTo>
                  <a:cubicBezTo>
                    <a:pt x="6049" y="4238"/>
                    <a:pt x="6020" y="4312"/>
                    <a:pt x="5946" y="4341"/>
                  </a:cubicBezTo>
                  <a:cubicBezTo>
                    <a:pt x="5770" y="4547"/>
                    <a:pt x="5549" y="4695"/>
                    <a:pt x="5431" y="4930"/>
                  </a:cubicBezTo>
                  <a:cubicBezTo>
                    <a:pt x="5358" y="5063"/>
                    <a:pt x="5240" y="5048"/>
                    <a:pt x="5137" y="5048"/>
                  </a:cubicBezTo>
                  <a:cubicBezTo>
                    <a:pt x="5063" y="5180"/>
                    <a:pt x="5019" y="5342"/>
                    <a:pt x="4843" y="5357"/>
                  </a:cubicBezTo>
                  <a:cubicBezTo>
                    <a:pt x="4828" y="5416"/>
                    <a:pt x="4813" y="5475"/>
                    <a:pt x="4813" y="5533"/>
                  </a:cubicBezTo>
                  <a:lnTo>
                    <a:pt x="4784" y="5519"/>
                  </a:lnTo>
                  <a:cubicBezTo>
                    <a:pt x="4710" y="5548"/>
                    <a:pt x="4651" y="5592"/>
                    <a:pt x="4637" y="5651"/>
                  </a:cubicBezTo>
                  <a:lnTo>
                    <a:pt x="4637" y="5651"/>
                  </a:lnTo>
                  <a:lnTo>
                    <a:pt x="4637" y="5651"/>
                  </a:lnTo>
                  <a:lnTo>
                    <a:pt x="4637" y="5651"/>
                  </a:lnTo>
                  <a:cubicBezTo>
                    <a:pt x="4578" y="5740"/>
                    <a:pt x="4504" y="5798"/>
                    <a:pt x="4431" y="5857"/>
                  </a:cubicBezTo>
                  <a:cubicBezTo>
                    <a:pt x="4372" y="5931"/>
                    <a:pt x="4298" y="6004"/>
                    <a:pt x="4225" y="6063"/>
                  </a:cubicBezTo>
                  <a:cubicBezTo>
                    <a:pt x="4151" y="6166"/>
                    <a:pt x="4077" y="6269"/>
                    <a:pt x="4019" y="6372"/>
                  </a:cubicBezTo>
                  <a:cubicBezTo>
                    <a:pt x="4033" y="6402"/>
                    <a:pt x="4033" y="6431"/>
                    <a:pt x="4019" y="6461"/>
                  </a:cubicBezTo>
                  <a:cubicBezTo>
                    <a:pt x="4019" y="6519"/>
                    <a:pt x="4019" y="6593"/>
                    <a:pt x="4004" y="6637"/>
                  </a:cubicBezTo>
                  <a:lnTo>
                    <a:pt x="4004" y="6637"/>
                  </a:lnTo>
                  <a:cubicBezTo>
                    <a:pt x="3783" y="6814"/>
                    <a:pt x="3621" y="7049"/>
                    <a:pt x="3356" y="7167"/>
                  </a:cubicBezTo>
                  <a:cubicBezTo>
                    <a:pt x="3342" y="7182"/>
                    <a:pt x="3342" y="7226"/>
                    <a:pt x="3327" y="7255"/>
                  </a:cubicBezTo>
                  <a:cubicBezTo>
                    <a:pt x="3312" y="7285"/>
                    <a:pt x="3297" y="7329"/>
                    <a:pt x="3297" y="7358"/>
                  </a:cubicBezTo>
                  <a:cubicBezTo>
                    <a:pt x="3224" y="7564"/>
                    <a:pt x="3165" y="7756"/>
                    <a:pt x="2885" y="7785"/>
                  </a:cubicBezTo>
                  <a:cubicBezTo>
                    <a:pt x="2782" y="7815"/>
                    <a:pt x="2679" y="7903"/>
                    <a:pt x="2650" y="8006"/>
                  </a:cubicBezTo>
                  <a:cubicBezTo>
                    <a:pt x="2621" y="8109"/>
                    <a:pt x="2532" y="8182"/>
                    <a:pt x="2429" y="8197"/>
                  </a:cubicBezTo>
                  <a:cubicBezTo>
                    <a:pt x="2400" y="8315"/>
                    <a:pt x="2326" y="8418"/>
                    <a:pt x="2208" y="8477"/>
                  </a:cubicBezTo>
                  <a:cubicBezTo>
                    <a:pt x="2120" y="8624"/>
                    <a:pt x="2076" y="8801"/>
                    <a:pt x="2076" y="8962"/>
                  </a:cubicBezTo>
                  <a:cubicBezTo>
                    <a:pt x="1929" y="9139"/>
                    <a:pt x="1826" y="9345"/>
                    <a:pt x="1796" y="9581"/>
                  </a:cubicBezTo>
                  <a:lnTo>
                    <a:pt x="1634" y="9713"/>
                  </a:lnTo>
                  <a:cubicBezTo>
                    <a:pt x="1531" y="9919"/>
                    <a:pt x="1458" y="10140"/>
                    <a:pt x="1399" y="10375"/>
                  </a:cubicBezTo>
                  <a:cubicBezTo>
                    <a:pt x="1311" y="10405"/>
                    <a:pt x="1252" y="10478"/>
                    <a:pt x="1252" y="10567"/>
                  </a:cubicBezTo>
                  <a:cubicBezTo>
                    <a:pt x="1252" y="10640"/>
                    <a:pt x="1281" y="10714"/>
                    <a:pt x="1237" y="10802"/>
                  </a:cubicBezTo>
                  <a:cubicBezTo>
                    <a:pt x="1178" y="10964"/>
                    <a:pt x="1105" y="11126"/>
                    <a:pt x="1016" y="11273"/>
                  </a:cubicBezTo>
                  <a:cubicBezTo>
                    <a:pt x="869" y="11450"/>
                    <a:pt x="987" y="11670"/>
                    <a:pt x="869" y="11832"/>
                  </a:cubicBezTo>
                  <a:cubicBezTo>
                    <a:pt x="781" y="11935"/>
                    <a:pt x="884" y="12009"/>
                    <a:pt x="899" y="12097"/>
                  </a:cubicBezTo>
                  <a:lnTo>
                    <a:pt x="899" y="12097"/>
                  </a:lnTo>
                  <a:cubicBezTo>
                    <a:pt x="840" y="12112"/>
                    <a:pt x="810" y="12141"/>
                    <a:pt x="810" y="12215"/>
                  </a:cubicBezTo>
                  <a:cubicBezTo>
                    <a:pt x="810" y="12244"/>
                    <a:pt x="796" y="12274"/>
                    <a:pt x="796" y="12318"/>
                  </a:cubicBezTo>
                  <a:cubicBezTo>
                    <a:pt x="722" y="12391"/>
                    <a:pt x="678" y="12494"/>
                    <a:pt x="693" y="12612"/>
                  </a:cubicBezTo>
                  <a:cubicBezTo>
                    <a:pt x="560" y="12686"/>
                    <a:pt x="604" y="12803"/>
                    <a:pt x="590" y="12921"/>
                  </a:cubicBezTo>
                  <a:cubicBezTo>
                    <a:pt x="457" y="13024"/>
                    <a:pt x="487" y="13142"/>
                    <a:pt x="590" y="13245"/>
                  </a:cubicBezTo>
                  <a:lnTo>
                    <a:pt x="590" y="13245"/>
                  </a:lnTo>
                  <a:cubicBezTo>
                    <a:pt x="487" y="13583"/>
                    <a:pt x="398" y="13907"/>
                    <a:pt x="295" y="14231"/>
                  </a:cubicBezTo>
                  <a:cubicBezTo>
                    <a:pt x="413" y="14305"/>
                    <a:pt x="384" y="14422"/>
                    <a:pt x="398" y="14525"/>
                  </a:cubicBezTo>
                  <a:lnTo>
                    <a:pt x="207" y="14628"/>
                  </a:lnTo>
                  <a:cubicBezTo>
                    <a:pt x="236" y="14775"/>
                    <a:pt x="207" y="14937"/>
                    <a:pt x="119" y="15040"/>
                  </a:cubicBezTo>
                  <a:lnTo>
                    <a:pt x="119" y="15232"/>
                  </a:lnTo>
                  <a:cubicBezTo>
                    <a:pt x="236" y="15349"/>
                    <a:pt x="236" y="15541"/>
                    <a:pt x="119" y="15658"/>
                  </a:cubicBezTo>
                  <a:cubicBezTo>
                    <a:pt x="119" y="15791"/>
                    <a:pt x="119" y="15923"/>
                    <a:pt x="104" y="16041"/>
                  </a:cubicBezTo>
                  <a:lnTo>
                    <a:pt x="281" y="16159"/>
                  </a:lnTo>
                  <a:lnTo>
                    <a:pt x="281" y="16159"/>
                  </a:lnTo>
                  <a:lnTo>
                    <a:pt x="281" y="16159"/>
                  </a:lnTo>
                  <a:cubicBezTo>
                    <a:pt x="281" y="16188"/>
                    <a:pt x="281" y="16203"/>
                    <a:pt x="281" y="16232"/>
                  </a:cubicBezTo>
                  <a:cubicBezTo>
                    <a:pt x="281" y="16232"/>
                    <a:pt x="281" y="16247"/>
                    <a:pt x="281" y="16262"/>
                  </a:cubicBezTo>
                  <a:cubicBezTo>
                    <a:pt x="266" y="16247"/>
                    <a:pt x="236" y="16247"/>
                    <a:pt x="207" y="16247"/>
                  </a:cubicBezTo>
                  <a:cubicBezTo>
                    <a:pt x="1" y="16821"/>
                    <a:pt x="163" y="17395"/>
                    <a:pt x="207" y="17969"/>
                  </a:cubicBezTo>
                  <a:cubicBezTo>
                    <a:pt x="222" y="17984"/>
                    <a:pt x="251" y="17998"/>
                    <a:pt x="236" y="17998"/>
                  </a:cubicBezTo>
                  <a:cubicBezTo>
                    <a:pt x="236" y="18028"/>
                    <a:pt x="222" y="18042"/>
                    <a:pt x="207" y="18072"/>
                  </a:cubicBezTo>
                  <a:cubicBezTo>
                    <a:pt x="163" y="18101"/>
                    <a:pt x="148" y="18145"/>
                    <a:pt x="178" y="18190"/>
                  </a:cubicBezTo>
                  <a:cubicBezTo>
                    <a:pt x="384" y="18381"/>
                    <a:pt x="236" y="18661"/>
                    <a:pt x="369" y="18881"/>
                  </a:cubicBezTo>
                  <a:cubicBezTo>
                    <a:pt x="369" y="18881"/>
                    <a:pt x="384" y="18896"/>
                    <a:pt x="398" y="18896"/>
                  </a:cubicBezTo>
                  <a:cubicBezTo>
                    <a:pt x="354" y="19043"/>
                    <a:pt x="428" y="19190"/>
                    <a:pt x="560" y="19264"/>
                  </a:cubicBezTo>
                  <a:cubicBezTo>
                    <a:pt x="560" y="19293"/>
                    <a:pt x="575" y="19323"/>
                    <a:pt x="590" y="19352"/>
                  </a:cubicBezTo>
                  <a:lnTo>
                    <a:pt x="590" y="19588"/>
                  </a:lnTo>
                  <a:lnTo>
                    <a:pt x="590" y="19588"/>
                  </a:lnTo>
                  <a:cubicBezTo>
                    <a:pt x="752" y="19779"/>
                    <a:pt x="825" y="20029"/>
                    <a:pt x="781" y="20279"/>
                  </a:cubicBezTo>
                  <a:cubicBezTo>
                    <a:pt x="766" y="20338"/>
                    <a:pt x="752" y="20412"/>
                    <a:pt x="752" y="20471"/>
                  </a:cubicBezTo>
                  <a:cubicBezTo>
                    <a:pt x="752" y="20633"/>
                    <a:pt x="899" y="20721"/>
                    <a:pt x="958" y="20868"/>
                  </a:cubicBezTo>
                  <a:cubicBezTo>
                    <a:pt x="1002" y="21000"/>
                    <a:pt x="825" y="21133"/>
                    <a:pt x="928" y="21295"/>
                  </a:cubicBezTo>
                  <a:cubicBezTo>
                    <a:pt x="1031" y="21457"/>
                    <a:pt x="1105" y="21574"/>
                    <a:pt x="1178" y="21722"/>
                  </a:cubicBezTo>
                  <a:cubicBezTo>
                    <a:pt x="1178" y="21913"/>
                    <a:pt x="1222" y="22104"/>
                    <a:pt x="1325" y="22281"/>
                  </a:cubicBezTo>
                  <a:cubicBezTo>
                    <a:pt x="1428" y="22413"/>
                    <a:pt x="1428" y="22605"/>
                    <a:pt x="1296" y="22722"/>
                  </a:cubicBezTo>
                  <a:cubicBezTo>
                    <a:pt x="1311" y="23017"/>
                    <a:pt x="1399" y="23296"/>
                    <a:pt x="1576" y="23532"/>
                  </a:cubicBezTo>
                  <a:cubicBezTo>
                    <a:pt x="1576" y="23664"/>
                    <a:pt x="1590" y="23782"/>
                    <a:pt x="1605" y="23914"/>
                  </a:cubicBezTo>
                  <a:lnTo>
                    <a:pt x="1693" y="24017"/>
                  </a:lnTo>
                  <a:lnTo>
                    <a:pt x="1693" y="24415"/>
                  </a:lnTo>
                  <a:lnTo>
                    <a:pt x="1782" y="24429"/>
                  </a:lnTo>
                  <a:cubicBezTo>
                    <a:pt x="1782" y="24518"/>
                    <a:pt x="1811" y="24591"/>
                    <a:pt x="1885" y="24635"/>
                  </a:cubicBezTo>
                  <a:cubicBezTo>
                    <a:pt x="1885" y="24680"/>
                    <a:pt x="1914" y="24724"/>
                    <a:pt x="1973" y="24738"/>
                  </a:cubicBezTo>
                  <a:cubicBezTo>
                    <a:pt x="2017" y="24915"/>
                    <a:pt x="1973" y="25136"/>
                    <a:pt x="2105" y="25312"/>
                  </a:cubicBezTo>
                  <a:cubicBezTo>
                    <a:pt x="2267" y="25342"/>
                    <a:pt x="2267" y="25489"/>
                    <a:pt x="2311" y="25621"/>
                  </a:cubicBezTo>
                  <a:cubicBezTo>
                    <a:pt x="2414" y="25724"/>
                    <a:pt x="2473" y="25857"/>
                    <a:pt x="2473" y="26004"/>
                  </a:cubicBezTo>
                  <a:cubicBezTo>
                    <a:pt x="2488" y="26092"/>
                    <a:pt x="2488" y="26195"/>
                    <a:pt x="2576" y="26254"/>
                  </a:cubicBezTo>
                  <a:lnTo>
                    <a:pt x="2576" y="26254"/>
                  </a:lnTo>
                  <a:cubicBezTo>
                    <a:pt x="2576" y="26343"/>
                    <a:pt x="2576" y="26431"/>
                    <a:pt x="2679" y="26460"/>
                  </a:cubicBezTo>
                  <a:cubicBezTo>
                    <a:pt x="2724" y="26563"/>
                    <a:pt x="2753" y="26652"/>
                    <a:pt x="2797" y="26740"/>
                  </a:cubicBezTo>
                  <a:cubicBezTo>
                    <a:pt x="2827" y="26740"/>
                    <a:pt x="2856" y="26740"/>
                    <a:pt x="2885" y="26740"/>
                  </a:cubicBezTo>
                  <a:lnTo>
                    <a:pt x="2915" y="26931"/>
                  </a:lnTo>
                  <a:lnTo>
                    <a:pt x="3018" y="27020"/>
                  </a:lnTo>
                  <a:lnTo>
                    <a:pt x="3121" y="27123"/>
                  </a:lnTo>
                  <a:cubicBezTo>
                    <a:pt x="3180" y="27181"/>
                    <a:pt x="3224" y="27240"/>
                    <a:pt x="3268" y="27314"/>
                  </a:cubicBezTo>
                  <a:cubicBezTo>
                    <a:pt x="3312" y="27402"/>
                    <a:pt x="3400" y="27461"/>
                    <a:pt x="3489" y="27476"/>
                  </a:cubicBezTo>
                  <a:cubicBezTo>
                    <a:pt x="3474" y="27564"/>
                    <a:pt x="3518" y="27638"/>
                    <a:pt x="3592" y="27667"/>
                  </a:cubicBezTo>
                  <a:cubicBezTo>
                    <a:pt x="3592" y="27770"/>
                    <a:pt x="3636" y="27873"/>
                    <a:pt x="3695" y="27961"/>
                  </a:cubicBezTo>
                  <a:cubicBezTo>
                    <a:pt x="3754" y="27961"/>
                    <a:pt x="3798" y="28006"/>
                    <a:pt x="3798" y="28064"/>
                  </a:cubicBezTo>
                  <a:lnTo>
                    <a:pt x="3857" y="28064"/>
                  </a:lnTo>
                  <a:lnTo>
                    <a:pt x="3901" y="28064"/>
                  </a:lnTo>
                  <a:lnTo>
                    <a:pt x="3901" y="28064"/>
                  </a:lnTo>
                  <a:lnTo>
                    <a:pt x="3916" y="28064"/>
                  </a:lnTo>
                  <a:cubicBezTo>
                    <a:pt x="3871" y="28300"/>
                    <a:pt x="4077" y="28344"/>
                    <a:pt x="4225" y="28447"/>
                  </a:cubicBezTo>
                  <a:lnTo>
                    <a:pt x="4225" y="28447"/>
                  </a:lnTo>
                  <a:cubicBezTo>
                    <a:pt x="4239" y="28491"/>
                    <a:pt x="4283" y="28535"/>
                    <a:pt x="4328" y="28565"/>
                  </a:cubicBezTo>
                  <a:lnTo>
                    <a:pt x="4313" y="28550"/>
                  </a:lnTo>
                  <a:cubicBezTo>
                    <a:pt x="4607" y="28771"/>
                    <a:pt x="4843" y="29080"/>
                    <a:pt x="5166" y="29256"/>
                  </a:cubicBezTo>
                  <a:lnTo>
                    <a:pt x="5196" y="29256"/>
                  </a:lnTo>
                  <a:lnTo>
                    <a:pt x="5225" y="29271"/>
                  </a:lnTo>
                  <a:cubicBezTo>
                    <a:pt x="5343" y="29374"/>
                    <a:pt x="5490" y="29477"/>
                    <a:pt x="5623" y="29565"/>
                  </a:cubicBezTo>
                  <a:lnTo>
                    <a:pt x="5623" y="29565"/>
                  </a:lnTo>
                  <a:lnTo>
                    <a:pt x="5623" y="29565"/>
                  </a:lnTo>
                  <a:lnTo>
                    <a:pt x="5623" y="29565"/>
                  </a:lnTo>
                  <a:cubicBezTo>
                    <a:pt x="5682" y="29624"/>
                    <a:pt x="5755" y="29639"/>
                    <a:pt x="5829" y="29610"/>
                  </a:cubicBezTo>
                  <a:cubicBezTo>
                    <a:pt x="5829" y="29595"/>
                    <a:pt x="5829" y="29595"/>
                    <a:pt x="5829" y="29580"/>
                  </a:cubicBezTo>
                  <a:cubicBezTo>
                    <a:pt x="5932" y="29654"/>
                    <a:pt x="6064" y="29698"/>
                    <a:pt x="6049" y="29860"/>
                  </a:cubicBezTo>
                  <a:cubicBezTo>
                    <a:pt x="6152" y="29889"/>
                    <a:pt x="6226" y="29978"/>
                    <a:pt x="6241" y="30081"/>
                  </a:cubicBezTo>
                  <a:cubicBezTo>
                    <a:pt x="6285" y="30081"/>
                    <a:pt x="6329" y="30125"/>
                    <a:pt x="6344" y="30169"/>
                  </a:cubicBezTo>
                  <a:cubicBezTo>
                    <a:pt x="6417" y="30169"/>
                    <a:pt x="6491" y="30213"/>
                    <a:pt x="6520" y="30287"/>
                  </a:cubicBezTo>
                  <a:lnTo>
                    <a:pt x="6623" y="30287"/>
                  </a:lnTo>
                  <a:cubicBezTo>
                    <a:pt x="6623" y="30316"/>
                    <a:pt x="6623" y="30345"/>
                    <a:pt x="6638" y="30375"/>
                  </a:cubicBezTo>
                  <a:lnTo>
                    <a:pt x="6815" y="30390"/>
                  </a:lnTo>
                  <a:cubicBezTo>
                    <a:pt x="6829" y="30419"/>
                    <a:pt x="6829" y="30434"/>
                    <a:pt x="6844" y="30463"/>
                  </a:cubicBezTo>
                  <a:cubicBezTo>
                    <a:pt x="6874" y="30463"/>
                    <a:pt x="6903" y="30463"/>
                    <a:pt x="6932" y="30463"/>
                  </a:cubicBezTo>
                  <a:cubicBezTo>
                    <a:pt x="6962" y="30507"/>
                    <a:pt x="7006" y="30551"/>
                    <a:pt x="7050" y="30596"/>
                  </a:cubicBezTo>
                  <a:cubicBezTo>
                    <a:pt x="7035" y="30610"/>
                    <a:pt x="7035" y="30640"/>
                    <a:pt x="7050" y="30669"/>
                  </a:cubicBezTo>
                  <a:lnTo>
                    <a:pt x="7374" y="30728"/>
                  </a:lnTo>
                  <a:cubicBezTo>
                    <a:pt x="7477" y="30728"/>
                    <a:pt x="7506" y="30802"/>
                    <a:pt x="7536" y="30890"/>
                  </a:cubicBezTo>
                  <a:lnTo>
                    <a:pt x="7639" y="30978"/>
                  </a:lnTo>
                  <a:cubicBezTo>
                    <a:pt x="7845" y="31096"/>
                    <a:pt x="8066" y="31140"/>
                    <a:pt x="8272" y="31258"/>
                  </a:cubicBezTo>
                  <a:cubicBezTo>
                    <a:pt x="8478" y="31390"/>
                    <a:pt x="8684" y="31685"/>
                    <a:pt x="9007" y="31626"/>
                  </a:cubicBezTo>
                  <a:cubicBezTo>
                    <a:pt x="9037" y="31626"/>
                    <a:pt x="9081" y="31655"/>
                    <a:pt x="9096" y="31685"/>
                  </a:cubicBezTo>
                  <a:cubicBezTo>
                    <a:pt x="9302" y="31950"/>
                    <a:pt x="9626" y="32008"/>
                    <a:pt x="9920" y="32126"/>
                  </a:cubicBezTo>
                  <a:cubicBezTo>
                    <a:pt x="10008" y="32156"/>
                    <a:pt x="10096" y="32214"/>
                    <a:pt x="10155" y="32288"/>
                  </a:cubicBezTo>
                  <a:lnTo>
                    <a:pt x="10317" y="32391"/>
                  </a:lnTo>
                  <a:cubicBezTo>
                    <a:pt x="10303" y="32391"/>
                    <a:pt x="10303" y="32406"/>
                    <a:pt x="10303" y="32406"/>
                  </a:cubicBezTo>
                  <a:cubicBezTo>
                    <a:pt x="10317" y="32435"/>
                    <a:pt x="10332" y="32465"/>
                    <a:pt x="10347" y="32494"/>
                  </a:cubicBezTo>
                  <a:cubicBezTo>
                    <a:pt x="10450" y="32641"/>
                    <a:pt x="10641" y="32494"/>
                    <a:pt x="10744" y="32612"/>
                  </a:cubicBezTo>
                  <a:lnTo>
                    <a:pt x="10744" y="32612"/>
                  </a:lnTo>
                  <a:cubicBezTo>
                    <a:pt x="10773" y="32656"/>
                    <a:pt x="10818" y="32685"/>
                    <a:pt x="10847" y="32715"/>
                  </a:cubicBezTo>
                  <a:lnTo>
                    <a:pt x="10847" y="32715"/>
                  </a:lnTo>
                  <a:cubicBezTo>
                    <a:pt x="11171" y="32700"/>
                    <a:pt x="11392" y="33009"/>
                    <a:pt x="11715" y="32965"/>
                  </a:cubicBezTo>
                  <a:cubicBezTo>
                    <a:pt x="11715" y="32936"/>
                    <a:pt x="11715" y="32891"/>
                    <a:pt x="11715" y="32862"/>
                  </a:cubicBezTo>
                  <a:cubicBezTo>
                    <a:pt x="11730" y="32877"/>
                    <a:pt x="11745" y="32891"/>
                    <a:pt x="11759" y="32906"/>
                  </a:cubicBezTo>
                  <a:lnTo>
                    <a:pt x="12157" y="32936"/>
                  </a:lnTo>
                  <a:cubicBezTo>
                    <a:pt x="12171" y="32950"/>
                    <a:pt x="12171" y="32980"/>
                    <a:pt x="12171" y="32994"/>
                  </a:cubicBezTo>
                  <a:cubicBezTo>
                    <a:pt x="12275" y="32980"/>
                    <a:pt x="12378" y="32891"/>
                    <a:pt x="12466" y="33009"/>
                  </a:cubicBezTo>
                  <a:cubicBezTo>
                    <a:pt x="12701" y="32862"/>
                    <a:pt x="13025" y="32906"/>
                    <a:pt x="13202" y="33112"/>
                  </a:cubicBezTo>
                  <a:cubicBezTo>
                    <a:pt x="13334" y="33230"/>
                    <a:pt x="13511" y="33274"/>
                    <a:pt x="13673" y="33215"/>
                  </a:cubicBezTo>
                  <a:cubicBezTo>
                    <a:pt x="13731" y="33245"/>
                    <a:pt x="13790" y="33259"/>
                    <a:pt x="13864" y="33274"/>
                  </a:cubicBezTo>
                  <a:cubicBezTo>
                    <a:pt x="13952" y="33274"/>
                    <a:pt x="14055" y="33318"/>
                    <a:pt x="14099" y="33392"/>
                  </a:cubicBezTo>
                  <a:cubicBezTo>
                    <a:pt x="14202" y="33377"/>
                    <a:pt x="14305" y="33274"/>
                    <a:pt x="14408" y="33392"/>
                  </a:cubicBezTo>
                  <a:lnTo>
                    <a:pt x="14482" y="33333"/>
                  </a:lnTo>
                  <a:cubicBezTo>
                    <a:pt x="14511" y="33289"/>
                    <a:pt x="14556" y="33259"/>
                    <a:pt x="14600" y="33230"/>
                  </a:cubicBezTo>
                  <a:lnTo>
                    <a:pt x="14600" y="33230"/>
                  </a:lnTo>
                  <a:lnTo>
                    <a:pt x="14482" y="33333"/>
                  </a:lnTo>
                  <a:cubicBezTo>
                    <a:pt x="14541" y="33333"/>
                    <a:pt x="14585" y="33289"/>
                    <a:pt x="14600" y="33230"/>
                  </a:cubicBezTo>
                  <a:lnTo>
                    <a:pt x="14600" y="33230"/>
                  </a:lnTo>
                  <a:cubicBezTo>
                    <a:pt x="14776" y="33230"/>
                    <a:pt x="14982" y="33230"/>
                    <a:pt x="15174" y="33215"/>
                  </a:cubicBezTo>
                  <a:cubicBezTo>
                    <a:pt x="15291" y="33230"/>
                    <a:pt x="15394" y="33156"/>
                    <a:pt x="15409" y="33039"/>
                  </a:cubicBezTo>
                  <a:cubicBezTo>
                    <a:pt x="15439" y="33039"/>
                    <a:pt x="15483" y="33039"/>
                    <a:pt x="15512" y="33053"/>
                  </a:cubicBezTo>
                  <a:cubicBezTo>
                    <a:pt x="15674" y="33245"/>
                    <a:pt x="15939" y="33318"/>
                    <a:pt x="16189" y="33259"/>
                  </a:cubicBezTo>
                  <a:cubicBezTo>
                    <a:pt x="16292" y="33245"/>
                    <a:pt x="16395" y="33245"/>
                    <a:pt x="16483" y="33245"/>
                  </a:cubicBezTo>
                  <a:cubicBezTo>
                    <a:pt x="16498" y="33274"/>
                    <a:pt x="16498" y="33303"/>
                    <a:pt x="16498" y="33318"/>
                  </a:cubicBezTo>
                  <a:lnTo>
                    <a:pt x="17205" y="33127"/>
                  </a:lnTo>
                  <a:lnTo>
                    <a:pt x="17205" y="33215"/>
                  </a:lnTo>
                  <a:lnTo>
                    <a:pt x="17308" y="33318"/>
                  </a:lnTo>
                  <a:lnTo>
                    <a:pt x="17411" y="33421"/>
                  </a:lnTo>
                  <a:lnTo>
                    <a:pt x="17602" y="33421"/>
                  </a:lnTo>
                  <a:lnTo>
                    <a:pt x="17705" y="33318"/>
                  </a:lnTo>
                  <a:lnTo>
                    <a:pt x="17749" y="33318"/>
                  </a:lnTo>
                  <a:lnTo>
                    <a:pt x="17793" y="33318"/>
                  </a:lnTo>
                  <a:cubicBezTo>
                    <a:pt x="17837" y="33392"/>
                    <a:pt x="17911" y="33392"/>
                    <a:pt x="17985" y="33392"/>
                  </a:cubicBezTo>
                  <a:cubicBezTo>
                    <a:pt x="17999" y="33318"/>
                    <a:pt x="18043" y="33259"/>
                    <a:pt x="18117" y="33289"/>
                  </a:cubicBezTo>
                  <a:cubicBezTo>
                    <a:pt x="18367" y="33362"/>
                    <a:pt x="18632" y="33406"/>
                    <a:pt x="18897" y="33406"/>
                  </a:cubicBezTo>
                  <a:cubicBezTo>
                    <a:pt x="18971" y="33303"/>
                    <a:pt x="19044" y="33318"/>
                    <a:pt x="19118" y="33406"/>
                  </a:cubicBezTo>
                  <a:cubicBezTo>
                    <a:pt x="19191" y="33377"/>
                    <a:pt x="19221" y="33245"/>
                    <a:pt x="19309" y="33274"/>
                  </a:cubicBezTo>
                  <a:cubicBezTo>
                    <a:pt x="19471" y="33348"/>
                    <a:pt x="19574" y="33259"/>
                    <a:pt x="19677" y="33142"/>
                  </a:cubicBezTo>
                  <a:cubicBezTo>
                    <a:pt x="19692" y="33127"/>
                    <a:pt x="19765" y="33142"/>
                    <a:pt x="19809" y="33142"/>
                  </a:cubicBezTo>
                  <a:lnTo>
                    <a:pt x="19809" y="33142"/>
                  </a:lnTo>
                  <a:cubicBezTo>
                    <a:pt x="19824" y="33200"/>
                    <a:pt x="19839" y="33245"/>
                    <a:pt x="19839" y="33289"/>
                  </a:cubicBezTo>
                  <a:cubicBezTo>
                    <a:pt x="20104" y="33318"/>
                    <a:pt x="20354" y="33259"/>
                    <a:pt x="20575" y="33127"/>
                  </a:cubicBezTo>
                  <a:cubicBezTo>
                    <a:pt x="20619" y="33112"/>
                    <a:pt x="20678" y="33127"/>
                    <a:pt x="20722" y="33112"/>
                  </a:cubicBezTo>
                  <a:lnTo>
                    <a:pt x="20722" y="33200"/>
                  </a:lnTo>
                  <a:lnTo>
                    <a:pt x="20913" y="33186"/>
                  </a:lnTo>
                  <a:cubicBezTo>
                    <a:pt x="20957" y="33127"/>
                    <a:pt x="21001" y="33127"/>
                    <a:pt x="21046" y="33186"/>
                  </a:cubicBezTo>
                  <a:lnTo>
                    <a:pt x="21325" y="33097"/>
                  </a:lnTo>
                  <a:cubicBezTo>
                    <a:pt x="21399" y="32994"/>
                    <a:pt x="21516" y="33039"/>
                    <a:pt x="21619" y="33009"/>
                  </a:cubicBezTo>
                  <a:lnTo>
                    <a:pt x="21722" y="32906"/>
                  </a:lnTo>
                  <a:cubicBezTo>
                    <a:pt x="21855" y="32641"/>
                    <a:pt x="22135" y="32494"/>
                    <a:pt x="22444" y="32509"/>
                  </a:cubicBezTo>
                  <a:cubicBezTo>
                    <a:pt x="22458" y="32538"/>
                    <a:pt x="22458" y="32553"/>
                    <a:pt x="22458" y="32582"/>
                  </a:cubicBezTo>
                  <a:cubicBezTo>
                    <a:pt x="22532" y="32553"/>
                    <a:pt x="22620" y="32523"/>
                    <a:pt x="22650" y="32420"/>
                  </a:cubicBezTo>
                  <a:cubicBezTo>
                    <a:pt x="22870" y="32376"/>
                    <a:pt x="23062" y="32214"/>
                    <a:pt x="23297" y="32200"/>
                  </a:cubicBezTo>
                  <a:cubicBezTo>
                    <a:pt x="23430" y="32008"/>
                    <a:pt x="23709" y="32038"/>
                    <a:pt x="23871" y="31832"/>
                  </a:cubicBezTo>
                  <a:cubicBezTo>
                    <a:pt x="23974" y="31655"/>
                    <a:pt x="24195" y="31596"/>
                    <a:pt x="24386" y="31670"/>
                  </a:cubicBezTo>
                  <a:cubicBezTo>
                    <a:pt x="24519" y="31743"/>
                    <a:pt x="24548" y="31479"/>
                    <a:pt x="24681" y="31626"/>
                  </a:cubicBezTo>
                  <a:cubicBezTo>
                    <a:pt x="24710" y="31655"/>
                    <a:pt x="24739" y="31626"/>
                    <a:pt x="24754" y="31582"/>
                  </a:cubicBezTo>
                  <a:cubicBezTo>
                    <a:pt x="24769" y="31464"/>
                    <a:pt x="24887" y="31390"/>
                    <a:pt x="25004" y="31390"/>
                  </a:cubicBezTo>
                  <a:cubicBezTo>
                    <a:pt x="25151" y="31390"/>
                    <a:pt x="25254" y="31273"/>
                    <a:pt x="25269" y="31140"/>
                  </a:cubicBezTo>
                  <a:cubicBezTo>
                    <a:pt x="25313" y="31228"/>
                    <a:pt x="25357" y="31302"/>
                    <a:pt x="25402" y="31390"/>
                  </a:cubicBezTo>
                  <a:cubicBezTo>
                    <a:pt x="25446" y="31449"/>
                    <a:pt x="25534" y="31449"/>
                    <a:pt x="25564" y="31390"/>
                  </a:cubicBezTo>
                  <a:cubicBezTo>
                    <a:pt x="25637" y="31273"/>
                    <a:pt x="25667" y="31155"/>
                    <a:pt x="25681" y="31022"/>
                  </a:cubicBezTo>
                  <a:cubicBezTo>
                    <a:pt x="25696" y="30919"/>
                    <a:pt x="25784" y="30905"/>
                    <a:pt x="25858" y="30905"/>
                  </a:cubicBezTo>
                  <a:cubicBezTo>
                    <a:pt x="25873" y="30875"/>
                    <a:pt x="25887" y="30861"/>
                    <a:pt x="25887" y="30831"/>
                  </a:cubicBezTo>
                  <a:cubicBezTo>
                    <a:pt x="26005" y="30831"/>
                    <a:pt x="26093" y="30713"/>
                    <a:pt x="26064" y="30596"/>
                  </a:cubicBezTo>
                  <a:cubicBezTo>
                    <a:pt x="26049" y="30566"/>
                    <a:pt x="26049" y="30537"/>
                    <a:pt x="26064" y="30507"/>
                  </a:cubicBezTo>
                  <a:cubicBezTo>
                    <a:pt x="26079" y="30537"/>
                    <a:pt x="26093" y="30566"/>
                    <a:pt x="26108" y="30596"/>
                  </a:cubicBezTo>
                  <a:lnTo>
                    <a:pt x="26167" y="30625"/>
                  </a:lnTo>
                  <a:cubicBezTo>
                    <a:pt x="26108" y="30772"/>
                    <a:pt x="26196" y="30934"/>
                    <a:pt x="26343" y="30993"/>
                  </a:cubicBezTo>
                  <a:lnTo>
                    <a:pt x="26373" y="30743"/>
                  </a:lnTo>
                  <a:lnTo>
                    <a:pt x="26373" y="30743"/>
                  </a:lnTo>
                  <a:cubicBezTo>
                    <a:pt x="26402" y="30757"/>
                    <a:pt x="26446" y="30728"/>
                    <a:pt x="26461" y="30699"/>
                  </a:cubicBezTo>
                  <a:lnTo>
                    <a:pt x="26461" y="30699"/>
                  </a:lnTo>
                  <a:cubicBezTo>
                    <a:pt x="26491" y="30669"/>
                    <a:pt x="26535" y="30640"/>
                    <a:pt x="26564" y="30596"/>
                  </a:cubicBezTo>
                  <a:lnTo>
                    <a:pt x="26608" y="30596"/>
                  </a:lnTo>
                  <a:lnTo>
                    <a:pt x="26653" y="30596"/>
                  </a:lnTo>
                  <a:cubicBezTo>
                    <a:pt x="26741" y="30551"/>
                    <a:pt x="26829" y="30478"/>
                    <a:pt x="26859" y="30390"/>
                  </a:cubicBezTo>
                  <a:lnTo>
                    <a:pt x="26859" y="30390"/>
                  </a:lnTo>
                  <a:cubicBezTo>
                    <a:pt x="26932" y="30287"/>
                    <a:pt x="26962" y="30154"/>
                    <a:pt x="26932" y="30036"/>
                  </a:cubicBezTo>
                  <a:lnTo>
                    <a:pt x="26800" y="30036"/>
                  </a:lnTo>
                  <a:cubicBezTo>
                    <a:pt x="26814" y="30007"/>
                    <a:pt x="26844" y="29992"/>
                    <a:pt x="26873" y="29978"/>
                  </a:cubicBezTo>
                  <a:cubicBezTo>
                    <a:pt x="26888" y="29963"/>
                    <a:pt x="26888" y="29948"/>
                    <a:pt x="26888" y="29919"/>
                  </a:cubicBezTo>
                  <a:cubicBezTo>
                    <a:pt x="27020" y="29875"/>
                    <a:pt x="27079" y="29948"/>
                    <a:pt x="27094" y="30066"/>
                  </a:cubicBezTo>
                  <a:cubicBezTo>
                    <a:pt x="27256" y="29904"/>
                    <a:pt x="27153" y="29742"/>
                    <a:pt x="27079" y="29580"/>
                  </a:cubicBezTo>
                  <a:lnTo>
                    <a:pt x="27168" y="29477"/>
                  </a:lnTo>
                  <a:lnTo>
                    <a:pt x="27168" y="29477"/>
                  </a:lnTo>
                  <a:lnTo>
                    <a:pt x="27271" y="29492"/>
                  </a:lnTo>
                  <a:lnTo>
                    <a:pt x="27271" y="29492"/>
                  </a:lnTo>
                  <a:cubicBezTo>
                    <a:pt x="27271" y="29580"/>
                    <a:pt x="27285" y="29683"/>
                    <a:pt x="27285" y="29786"/>
                  </a:cubicBezTo>
                  <a:cubicBezTo>
                    <a:pt x="27285" y="29919"/>
                    <a:pt x="27359" y="29978"/>
                    <a:pt x="27491" y="30007"/>
                  </a:cubicBezTo>
                  <a:cubicBezTo>
                    <a:pt x="27550" y="29948"/>
                    <a:pt x="27580" y="29875"/>
                    <a:pt x="27580" y="29786"/>
                  </a:cubicBezTo>
                  <a:cubicBezTo>
                    <a:pt x="27521" y="29757"/>
                    <a:pt x="27506" y="29713"/>
                    <a:pt x="27580" y="29683"/>
                  </a:cubicBezTo>
                  <a:cubicBezTo>
                    <a:pt x="27653" y="29565"/>
                    <a:pt x="27697" y="29433"/>
                    <a:pt x="27697" y="29301"/>
                  </a:cubicBezTo>
                  <a:lnTo>
                    <a:pt x="27697" y="29301"/>
                  </a:lnTo>
                  <a:cubicBezTo>
                    <a:pt x="28006" y="29271"/>
                    <a:pt x="28006" y="29271"/>
                    <a:pt x="28006" y="29006"/>
                  </a:cubicBezTo>
                  <a:cubicBezTo>
                    <a:pt x="28006" y="28933"/>
                    <a:pt x="27962" y="28844"/>
                    <a:pt x="28036" y="28771"/>
                  </a:cubicBezTo>
                  <a:cubicBezTo>
                    <a:pt x="28109" y="28830"/>
                    <a:pt x="28168" y="28962"/>
                    <a:pt x="28271" y="28815"/>
                  </a:cubicBezTo>
                  <a:cubicBezTo>
                    <a:pt x="28315" y="28741"/>
                    <a:pt x="28360" y="28682"/>
                    <a:pt x="28448" y="28682"/>
                  </a:cubicBezTo>
                  <a:cubicBezTo>
                    <a:pt x="28566" y="28668"/>
                    <a:pt x="28669" y="28579"/>
                    <a:pt x="28713" y="28476"/>
                  </a:cubicBezTo>
                  <a:lnTo>
                    <a:pt x="28713" y="28476"/>
                  </a:lnTo>
                  <a:lnTo>
                    <a:pt x="28801" y="28388"/>
                  </a:lnTo>
                  <a:lnTo>
                    <a:pt x="28889" y="28373"/>
                  </a:lnTo>
                  <a:cubicBezTo>
                    <a:pt x="28904" y="28241"/>
                    <a:pt x="28875" y="28109"/>
                    <a:pt x="28801" y="28006"/>
                  </a:cubicBezTo>
                  <a:lnTo>
                    <a:pt x="28816" y="27814"/>
                  </a:lnTo>
                  <a:cubicBezTo>
                    <a:pt x="28948" y="27755"/>
                    <a:pt x="29037" y="27608"/>
                    <a:pt x="29198" y="27638"/>
                  </a:cubicBezTo>
                  <a:cubicBezTo>
                    <a:pt x="29213" y="27711"/>
                    <a:pt x="29184" y="27799"/>
                    <a:pt x="29095" y="27844"/>
                  </a:cubicBezTo>
                  <a:cubicBezTo>
                    <a:pt x="29051" y="27873"/>
                    <a:pt x="29022" y="27947"/>
                    <a:pt x="29081" y="27961"/>
                  </a:cubicBezTo>
                  <a:cubicBezTo>
                    <a:pt x="29257" y="28020"/>
                    <a:pt x="29184" y="28079"/>
                    <a:pt x="29081" y="28138"/>
                  </a:cubicBezTo>
                  <a:cubicBezTo>
                    <a:pt x="29037" y="28182"/>
                    <a:pt x="29007" y="28241"/>
                    <a:pt x="29022" y="28300"/>
                  </a:cubicBezTo>
                  <a:lnTo>
                    <a:pt x="28992" y="28329"/>
                  </a:lnTo>
                  <a:lnTo>
                    <a:pt x="29022" y="28624"/>
                  </a:lnTo>
                  <a:cubicBezTo>
                    <a:pt x="29051" y="28609"/>
                    <a:pt x="29081" y="28609"/>
                    <a:pt x="29110" y="28624"/>
                  </a:cubicBezTo>
                  <a:cubicBezTo>
                    <a:pt x="29228" y="28565"/>
                    <a:pt x="29287" y="28432"/>
                    <a:pt x="29243" y="28315"/>
                  </a:cubicBezTo>
                  <a:lnTo>
                    <a:pt x="29243" y="28315"/>
                  </a:lnTo>
                  <a:cubicBezTo>
                    <a:pt x="29257" y="28315"/>
                    <a:pt x="29287" y="28300"/>
                    <a:pt x="29301" y="28300"/>
                  </a:cubicBezTo>
                  <a:cubicBezTo>
                    <a:pt x="29301" y="28241"/>
                    <a:pt x="29316" y="28182"/>
                    <a:pt x="29331" y="28123"/>
                  </a:cubicBezTo>
                  <a:cubicBezTo>
                    <a:pt x="29360" y="28079"/>
                    <a:pt x="29390" y="28050"/>
                    <a:pt x="29419" y="28020"/>
                  </a:cubicBezTo>
                  <a:lnTo>
                    <a:pt x="29419" y="28020"/>
                  </a:lnTo>
                  <a:lnTo>
                    <a:pt x="29419" y="27799"/>
                  </a:lnTo>
                  <a:cubicBezTo>
                    <a:pt x="29419" y="27726"/>
                    <a:pt x="29419" y="27667"/>
                    <a:pt x="29405" y="27623"/>
                  </a:cubicBezTo>
                  <a:lnTo>
                    <a:pt x="29316" y="27623"/>
                  </a:lnTo>
                  <a:cubicBezTo>
                    <a:pt x="29316" y="27535"/>
                    <a:pt x="29463" y="27476"/>
                    <a:pt x="29419" y="27432"/>
                  </a:cubicBezTo>
                  <a:cubicBezTo>
                    <a:pt x="29198" y="27299"/>
                    <a:pt x="29301" y="27181"/>
                    <a:pt x="29375" y="27049"/>
                  </a:cubicBezTo>
                  <a:cubicBezTo>
                    <a:pt x="29405" y="26975"/>
                    <a:pt x="29434" y="26887"/>
                    <a:pt x="29434" y="26813"/>
                  </a:cubicBezTo>
                  <a:lnTo>
                    <a:pt x="29434" y="26813"/>
                  </a:lnTo>
                  <a:lnTo>
                    <a:pt x="29625" y="26710"/>
                  </a:lnTo>
                  <a:cubicBezTo>
                    <a:pt x="29684" y="26725"/>
                    <a:pt x="29714" y="26799"/>
                    <a:pt x="29684" y="26872"/>
                  </a:cubicBezTo>
                  <a:cubicBezTo>
                    <a:pt x="29655" y="26946"/>
                    <a:pt x="29669" y="27020"/>
                    <a:pt x="29714" y="27093"/>
                  </a:cubicBezTo>
                  <a:cubicBezTo>
                    <a:pt x="29640" y="27167"/>
                    <a:pt x="29581" y="27240"/>
                    <a:pt x="29714" y="27299"/>
                  </a:cubicBezTo>
                  <a:lnTo>
                    <a:pt x="29714" y="27417"/>
                  </a:lnTo>
                  <a:cubicBezTo>
                    <a:pt x="29714" y="27461"/>
                    <a:pt x="29625" y="27520"/>
                    <a:pt x="29669" y="27579"/>
                  </a:cubicBezTo>
                  <a:cubicBezTo>
                    <a:pt x="29699" y="27593"/>
                    <a:pt x="29758" y="27579"/>
                    <a:pt x="29802" y="27579"/>
                  </a:cubicBezTo>
                  <a:lnTo>
                    <a:pt x="29802" y="27579"/>
                  </a:lnTo>
                  <a:lnTo>
                    <a:pt x="29802" y="27623"/>
                  </a:lnTo>
                  <a:cubicBezTo>
                    <a:pt x="29831" y="27608"/>
                    <a:pt x="29861" y="27593"/>
                    <a:pt x="29890" y="27593"/>
                  </a:cubicBezTo>
                  <a:cubicBezTo>
                    <a:pt x="29890" y="27505"/>
                    <a:pt x="29934" y="27432"/>
                    <a:pt x="29993" y="27387"/>
                  </a:cubicBezTo>
                  <a:cubicBezTo>
                    <a:pt x="30052" y="27299"/>
                    <a:pt x="30111" y="27226"/>
                    <a:pt x="30081" y="27108"/>
                  </a:cubicBezTo>
                  <a:cubicBezTo>
                    <a:pt x="29978" y="27020"/>
                    <a:pt x="30008" y="26902"/>
                    <a:pt x="30008" y="26799"/>
                  </a:cubicBezTo>
                  <a:lnTo>
                    <a:pt x="30023" y="26313"/>
                  </a:lnTo>
                  <a:lnTo>
                    <a:pt x="30023" y="26313"/>
                  </a:lnTo>
                  <a:cubicBezTo>
                    <a:pt x="30052" y="26269"/>
                    <a:pt x="30081" y="26240"/>
                    <a:pt x="30111" y="26210"/>
                  </a:cubicBezTo>
                  <a:cubicBezTo>
                    <a:pt x="30302" y="26166"/>
                    <a:pt x="30435" y="26401"/>
                    <a:pt x="30626" y="26298"/>
                  </a:cubicBezTo>
                  <a:cubicBezTo>
                    <a:pt x="30685" y="26195"/>
                    <a:pt x="30626" y="26063"/>
                    <a:pt x="30700" y="25975"/>
                  </a:cubicBezTo>
                  <a:cubicBezTo>
                    <a:pt x="30700" y="25916"/>
                    <a:pt x="30714" y="25842"/>
                    <a:pt x="30714" y="25798"/>
                  </a:cubicBezTo>
                  <a:cubicBezTo>
                    <a:pt x="30744" y="25754"/>
                    <a:pt x="30773" y="25724"/>
                    <a:pt x="30803" y="25680"/>
                  </a:cubicBezTo>
                  <a:cubicBezTo>
                    <a:pt x="30803" y="25651"/>
                    <a:pt x="30817" y="25621"/>
                    <a:pt x="30817" y="25592"/>
                  </a:cubicBezTo>
                  <a:cubicBezTo>
                    <a:pt x="30817" y="25592"/>
                    <a:pt x="30832" y="25577"/>
                    <a:pt x="30847" y="25548"/>
                  </a:cubicBezTo>
                  <a:cubicBezTo>
                    <a:pt x="30847" y="25533"/>
                    <a:pt x="30847" y="25518"/>
                    <a:pt x="30847" y="25504"/>
                  </a:cubicBezTo>
                  <a:lnTo>
                    <a:pt x="30832" y="25504"/>
                  </a:lnTo>
                  <a:lnTo>
                    <a:pt x="30832" y="25504"/>
                  </a:lnTo>
                  <a:lnTo>
                    <a:pt x="30832" y="25504"/>
                  </a:lnTo>
                  <a:cubicBezTo>
                    <a:pt x="30832" y="25504"/>
                    <a:pt x="30832" y="25504"/>
                    <a:pt x="30847" y="25518"/>
                  </a:cubicBezTo>
                  <a:lnTo>
                    <a:pt x="30847" y="25518"/>
                  </a:lnTo>
                  <a:cubicBezTo>
                    <a:pt x="30891" y="25548"/>
                    <a:pt x="30964" y="25533"/>
                    <a:pt x="31009" y="25474"/>
                  </a:cubicBezTo>
                  <a:lnTo>
                    <a:pt x="31097" y="25386"/>
                  </a:lnTo>
                  <a:cubicBezTo>
                    <a:pt x="31141" y="25357"/>
                    <a:pt x="31185" y="25312"/>
                    <a:pt x="31215" y="25283"/>
                  </a:cubicBezTo>
                  <a:cubicBezTo>
                    <a:pt x="31200" y="25254"/>
                    <a:pt x="31200" y="25224"/>
                    <a:pt x="31215" y="25195"/>
                  </a:cubicBezTo>
                  <a:cubicBezTo>
                    <a:pt x="31185" y="25165"/>
                    <a:pt x="31141" y="25121"/>
                    <a:pt x="31112" y="25092"/>
                  </a:cubicBezTo>
                  <a:lnTo>
                    <a:pt x="31112" y="25092"/>
                  </a:lnTo>
                  <a:lnTo>
                    <a:pt x="31067" y="25077"/>
                  </a:lnTo>
                  <a:lnTo>
                    <a:pt x="31038" y="25048"/>
                  </a:lnTo>
                  <a:lnTo>
                    <a:pt x="31038" y="25003"/>
                  </a:lnTo>
                  <a:lnTo>
                    <a:pt x="31082" y="25018"/>
                  </a:lnTo>
                  <a:lnTo>
                    <a:pt x="31112" y="24989"/>
                  </a:lnTo>
                  <a:lnTo>
                    <a:pt x="31112" y="24989"/>
                  </a:lnTo>
                  <a:cubicBezTo>
                    <a:pt x="31156" y="24900"/>
                    <a:pt x="31229" y="24827"/>
                    <a:pt x="31303" y="24768"/>
                  </a:cubicBezTo>
                  <a:cubicBezTo>
                    <a:pt x="31303" y="24738"/>
                    <a:pt x="31303" y="24709"/>
                    <a:pt x="31303" y="24680"/>
                  </a:cubicBezTo>
                  <a:cubicBezTo>
                    <a:pt x="31347" y="24665"/>
                    <a:pt x="31347" y="24621"/>
                    <a:pt x="31332" y="24577"/>
                  </a:cubicBezTo>
                  <a:cubicBezTo>
                    <a:pt x="31332" y="24577"/>
                    <a:pt x="31318" y="24577"/>
                    <a:pt x="31303" y="24562"/>
                  </a:cubicBezTo>
                  <a:lnTo>
                    <a:pt x="31494" y="24385"/>
                  </a:lnTo>
                  <a:cubicBezTo>
                    <a:pt x="31347" y="24268"/>
                    <a:pt x="31494" y="24165"/>
                    <a:pt x="31509" y="24062"/>
                  </a:cubicBezTo>
                  <a:lnTo>
                    <a:pt x="31509" y="24062"/>
                  </a:lnTo>
                  <a:cubicBezTo>
                    <a:pt x="31627" y="23914"/>
                    <a:pt x="31627" y="23914"/>
                    <a:pt x="31524" y="23738"/>
                  </a:cubicBezTo>
                  <a:cubicBezTo>
                    <a:pt x="31362" y="23694"/>
                    <a:pt x="31185" y="23767"/>
                    <a:pt x="31112" y="23914"/>
                  </a:cubicBezTo>
                  <a:cubicBezTo>
                    <a:pt x="31097" y="23870"/>
                    <a:pt x="31082" y="23826"/>
                    <a:pt x="31053" y="23782"/>
                  </a:cubicBezTo>
                  <a:cubicBezTo>
                    <a:pt x="31038" y="23767"/>
                    <a:pt x="31023" y="23752"/>
                    <a:pt x="31009" y="23752"/>
                  </a:cubicBezTo>
                  <a:cubicBezTo>
                    <a:pt x="31038" y="23723"/>
                    <a:pt x="31067" y="23679"/>
                    <a:pt x="31067" y="23649"/>
                  </a:cubicBezTo>
                  <a:cubicBezTo>
                    <a:pt x="31067" y="23635"/>
                    <a:pt x="31067" y="23620"/>
                    <a:pt x="31067" y="23605"/>
                  </a:cubicBezTo>
                  <a:lnTo>
                    <a:pt x="31200" y="23458"/>
                  </a:lnTo>
                  <a:cubicBezTo>
                    <a:pt x="31332" y="23223"/>
                    <a:pt x="31200" y="23046"/>
                    <a:pt x="31097" y="22855"/>
                  </a:cubicBezTo>
                  <a:cubicBezTo>
                    <a:pt x="31097" y="22825"/>
                    <a:pt x="31112" y="22796"/>
                    <a:pt x="31112" y="22766"/>
                  </a:cubicBezTo>
                  <a:cubicBezTo>
                    <a:pt x="31185" y="22766"/>
                    <a:pt x="31259" y="22722"/>
                    <a:pt x="31303" y="22663"/>
                  </a:cubicBezTo>
                  <a:cubicBezTo>
                    <a:pt x="31347" y="22663"/>
                    <a:pt x="31391" y="22693"/>
                    <a:pt x="31406" y="22737"/>
                  </a:cubicBezTo>
                  <a:cubicBezTo>
                    <a:pt x="31435" y="22811"/>
                    <a:pt x="31450" y="22884"/>
                    <a:pt x="31480" y="22972"/>
                  </a:cubicBezTo>
                  <a:cubicBezTo>
                    <a:pt x="31494" y="23134"/>
                    <a:pt x="31494" y="23134"/>
                    <a:pt x="31686" y="23149"/>
                  </a:cubicBezTo>
                  <a:cubicBezTo>
                    <a:pt x="31730" y="23031"/>
                    <a:pt x="31627" y="22928"/>
                    <a:pt x="31627" y="22825"/>
                  </a:cubicBezTo>
                  <a:cubicBezTo>
                    <a:pt x="31627" y="22796"/>
                    <a:pt x="31641" y="22766"/>
                    <a:pt x="31656" y="22737"/>
                  </a:cubicBezTo>
                  <a:cubicBezTo>
                    <a:pt x="31671" y="22752"/>
                    <a:pt x="31700" y="22766"/>
                    <a:pt x="31715" y="22796"/>
                  </a:cubicBezTo>
                  <a:cubicBezTo>
                    <a:pt x="31774" y="22840"/>
                    <a:pt x="31833" y="22855"/>
                    <a:pt x="31906" y="22855"/>
                  </a:cubicBezTo>
                  <a:lnTo>
                    <a:pt x="31906" y="22560"/>
                  </a:lnTo>
                  <a:cubicBezTo>
                    <a:pt x="31862" y="22531"/>
                    <a:pt x="31833" y="22502"/>
                    <a:pt x="31789" y="22472"/>
                  </a:cubicBezTo>
                  <a:cubicBezTo>
                    <a:pt x="31627" y="22443"/>
                    <a:pt x="31686" y="22340"/>
                    <a:pt x="31715" y="22251"/>
                  </a:cubicBezTo>
                  <a:lnTo>
                    <a:pt x="31818" y="22148"/>
                  </a:lnTo>
                  <a:cubicBezTo>
                    <a:pt x="31803" y="22104"/>
                    <a:pt x="31789" y="22045"/>
                    <a:pt x="31774" y="21986"/>
                  </a:cubicBezTo>
                  <a:lnTo>
                    <a:pt x="31774" y="21986"/>
                  </a:lnTo>
                  <a:cubicBezTo>
                    <a:pt x="31744" y="21928"/>
                    <a:pt x="31715" y="21839"/>
                    <a:pt x="31656" y="21795"/>
                  </a:cubicBezTo>
                  <a:cubicBezTo>
                    <a:pt x="31553" y="21722"/>
                    <a:pt x="31583" y="21633"/>
                    <a:pt x="31612" y="21545"/>
                  </a:cubicBezTo>
                  <a:lnTo>
                    <a:pt x="31612" y="21545"/>
                  </a:lnTo>
                  <a:cubicBezTo>
                    <a:pt x="31686" y="21545"/>
                    <a:pt x="31759" y="21574"/>
                    <a:pt x="31803" y="21648"/>
                  </a:cubicBezTo>
                  <a:cubicBezTo>
                    <a:pt x="31847" y="21692"/>
                    <a:pt x="31877" y="21677"/>
                    <a:pt x="31921" y="21648"/>
                  </a:cubicBezTo>
                  <a:lnTo>
                    <a:pt x="31921" y="21457"/>
                  </a:lnTo>
                  <a:cubicBezTo>
                    <a:pt x="31862" y="21383"/>
                    <a:pt x="31789" y="21310"/>
                    <a:pt x="31730" y="21236"/>
                  </a:cubicBezTo>
                  <a:cubicBezTo>
                    <a:pt x="31568" y="21030"/>
                    <a:pt x="31465" y="20824"/>
                    <a:pt x="31656" y="20574"/>
                  </a:cubicBezTo>
                  <a:cubicBezTo>
                    <a:pt x="31686" y="20500"/>
                    <a:pt x="31700" y="20427"/>
                    <a:pt x="31700" y="20338"/>
                  </a:cubicBezTo>
                  <a:cubicBezTo>
                    <a:pt x="31686" y="20206"/>
                    <a:pt x="31730" y="20088"/>
                    <a:pt x="31847" y="20000"/>
                  </a:cubicBezTo>
                  <a:cubicBezTo>
                    <a:pt x="31936" y="19926"/>
                    <a:pt x="31862" y="19823"/>
                    <a:pt x="31818" y="19750"/>
                  </a:cubicBezTo>
                  <a:cubicBezTo>
                    <a:pt x="31906" y="19705"/>
                    <a:pt x="31980" y="19632"/>
                    <a:pt x="32024" y="19544"/>
                  </a:cubicBezTo>
                  <a:cubicBezTo>
                    <a:pt x="32083" y="19441"/>
                    <a:pt x="32024" y="19323"/>
                    <a:pt x="32024" y="19220"/>
                  </a:cubicBezTo>
                  <a:cubicBezTo>
                    <a:pt x="32024" y="19043"/>
                    <a:pt x="32053" y="18881"/>
                    <a:pt x="32112" y="18705"/>
                  </a:cubicBezTo>
                  <a:lnTo>
                    <a:pt x="32112" y="18440"/>
                  </a:lnTo>
                  <a:cubicBezTo>
                    <a:pt x="32083" y="18263"/>
                    <a:pt x="32201" y="18101"/>
                    <a:pt x="32186" y="17925"/>
                  </a:cubicBezTo>
                  <a:close/>
                  <a:moveTo>
                    <a:pt x="10258" y="2075"/>
                  </a:moveTo>
                  <a:lnTo>
                    <a:pt x="10258" y="2090"/>
                  </a:lnTo>
                  <a:lnTo>
                    <a:pt x="10258" y="2090"/>
                  </a:lnTo>
                  <a:cubicBezTo>
                    <a:pt x="10258" y="2090"/>
                    <a:pt x="10258" y="2075"/>
                    <a:pt x="10258" y="2075"/>
                  </a:cubicBezTo>
                  <a:close/>
                  <a:moveTo>
                    <a:pt x="9346" y="31140"/>
                  </a:moveTo>
                  <a:lnTo>
                    <a:pt x="9346" y="31140"/>
                  </a:lnTo>
                  <a:lnTo>
                    <a:pt x="9361" y="31140"/>
                  </a:lnTo>
                  <a:lnTo>
                    <a:pt x="9361" y="31125"/>
                  </a:lnTo>
                  <a:close/>
                  <a:moveTo>
                    <a:pt x="21546" y="3120"/>
                  </a:moveTo>
                  <a:close/>
                  <a:moveTo>
                    <a:pt x="17720" y="2016"/>
                  </a:moveTo>
                  <a:lnTo>
                    <a:pt x="17720" y="2016"/>
                  </a:lnTo>
                  <a:cubicBezTo>
                    <a:pt x="17720" y="2016"/>
                    <a:pt x="17720" y="2016"/>
                    <a:pt x="17720" y="2016"/>
                  </a:cubicBezTo>
                  <a:lnTo>
                    <a:pt x="17720" y="2016"/>
                  </a:lnTo>
                  <a:lnTo>
                    <a:pt x="17720" y="2016"/>
                  </a:lnTo>
                  <a:close/>
                  <a:moveTo>
                    <a:pt x="24872" y="6343"/>
                  </a:moveTo>
                  <a:lnTo>
                    <a:pt x="24872" y="6343"/>
                  </a:lnTo>
                  <a:cubicBezTo>
                    <a:pt x="24872" y="6358"/>
                    <a:pt x="24872" y="6372"/>
                    <a:pt x="24857" y="6372"/>
                  </a:cubicBezTo>
                  <a:cubicBezTo>
                    <a:pt x="24857" y="6372"/>
                    <a:pt x="24857" y="6358"/>
                    <a:pt x="24857" y="6343"/>
                  </a:cubicBezTo>
                  <a:lnTo>
                    <a:pt x="24872" y="6343"/>
                  </a:lnTo>
                  <a:close/>
                  <a:moveTo>
                    <a:pt x="28801" y="23090"/>
                  </a:moveTo>
                  <a:close/>
                  <a:moveTo>
                    <a:pt x="9110" y="10670"/>
                  </a:moveTo>
                  <a:lnTo>
                    <a:pt x="9110" y="10670"/>
                  </a:lnTo>
                  <a:lnTo>
                    <a:pt x="9110" y="10714"/>
                  </a:lnTo>
                  <a:cubicBezTo>
                    <a:pt x="9110" y="10699"/>
                    <a:pt x="9110" y="10684"/>
                    <a:pt x="9110" y="10670"/>
                  </a:cubicBezTo>
                  <a:close/>
                  <a:moveTo>
                    <a:pt x="14276" y="8227"/>
                  </a:moveTo>
                  <a:cubicBezTo>
                    <a:pt x="14276" y="8241"/>
                    <a:pt x="14276" y="8241"/>
                    <a:pt x="14276" y="8241"/>
                  </a:cubicBezTo>
                  <a:lnTo>
                    <a:pt x="14276" y="8241"/>
                  </a:lnTo>
                  <a:cubicBezTo>
                    <a:pt x="14276" y="8241"/>
                    <a:pt x="14276" y="8241"/>
                    <a:pt x="14276" y="8227"/>
                  </a:cubicBezTo>
                  <a:close/>
                  <a:moveTo>
                    <a:pt x="17396" y="6122"/>
                  </a:moveTo>
                  <a:close/>
                  <a:moveTo>
                    <a:pt x="10862" y="21648"/>
                  </a:moveTo>
                  <a:lnTo>
                    <a:pt x="10862" y="21648"/>
                  </a:lnTo>
                  <a:lnTo>
                    <a:pt x="10862" y="21648"/>
                  </a:lnTo>
                  <a:lnTo>
                    <a:pt x="10862" y="21648"/>
                  </a:lnTo>
                  <a:lnTo>
                    <a:pt x="10862" y="21648"/>
                  </a:lnTo>
                  <a:lnTo>
                    <a:pt x="10862" y="21648"/>
                  </a:lnTo>
                  <a:lnTo>
                    <a:pt x="10862" y="21648"/>
                  </a:lnTo>
                  <a:lnTo>
                    <a:pt x="10862" y="21648"/>
                  </a:lnTo>
                  <a:close/>
                  <a:moveTo>
                    <a:pt x="10258" y="19750"/>
                  </a:moveTo>
                  <a:lnTo>
                    <a:pt x="10258" y="19750"/>
                  </a:lnTo>
                  <a:close/>
                  <a:moveTo>
                    <a:pt x="14188" y="19131"/>
                  </a:moveTo>
                  <a:lnTo>
                    <a:pt x="14188" y="19131"/>
                  </a:lnTo>
                  <a:lnTo>
                    <a:pt x="14173" y="19131"/>
                  </a:lnTo>
                  <a:close/>
                  <a:moveTo>
                    <a:pt x="12775" y="19028"/>
                  </a:moveTo>
                  <a:close/>
                  <a:moveTo>
                    <a:pt x="11450" y="22163"/>
                  </a:moveTo>
                  <a:close/>
                  <a:moveTo>
                    <a:pt x="11362" y="22663"/>
                  </a:moveTo>
                  <a:lnTo>
                    <a:pt x="11362" y="22663"/>
                  </a:lnTo>
                  <a:close/>
                  <a:moveTo>
                    <a:pt x="11612" y="21471"/>
                  </a:moveTo>
                  <a:lnTo>
                    <a:pt x="11598" y="21442"/>
                  </a:lnTo>
                  <a:lnTo>
                    <a:pt x="11642" y="21471"/>
                  </a:lnTo>
                  <a:close/>
                  <a:moveTo>
                    <a:pt x="11362" y="22663"/>
                  </a:moveTo>
                  <a:close/>
                  <a:moveTo>
                    <a:pt x="21016" y="18293"/>
                  </a:moveTo>
                  <a:cubicBezTo>
                    <a:pt x="21016" y="18249"/>
                    <a:pt x="21060" y="18204"/>
                    <a:pt x="21104" y="18204"/>
                  </a:cubicBezTo>
                  <a:cubicBezTo>
                    <a:pt x="21075" y="18234"/>
                    <a:pt x="21046" y="18263"/>
                    <a:pt x="21016" y="18293"/>
                  </a:cubicBezTo>
                  <a:close/>
                  <a:moveTo>
                    <a:pt x="20898" y="22296"/>
                  </a:moveTo>
                  <a:cubicBezTo>
                    <a:pt x="20869" y="22310"/>
                    <a:pt x="20840" y="22325"/>
                    <a:pt x="20825" y="22310"/>
                  </a:cubicBezTo>
                  <a:cubicBezTo>
                    <a:pt x="20781" y="22296"/>
                    <a:pt x="20766" y="22266"/>
                    <a:pt x="20781" y="22222"/>
                  </a:cubicBezTo>
                  <a:cubicBezTo>
                    <a:pt x="20810" y="22251"/>
                    <a:pt x="20854" y="22281"/>
                    <a:pt x="20898" y="22296"/>
                  </a:cubicBezTo>
                  <a:close/>
                  <a:moveTo>
                    <a:pt x="23665" y="19985"/>
                  </a:moveTo>
                  <a:lnTo>
                    <a:pt x="23665" y="20000"/>
                  </a:lnTo>
                  <a:cubicBezTo>
                    <a:pt x="23665" y="20014"/>
                    <a:pt x="23665" y="20014"/>
                    <a:pt x="23650" y="20029"/>
                  </a:cubicBezTo>
                  <a:cubicBezTo>
                    <a:pt x="23665" y="20014"/>
                    <a:pt x="23665" y="20000"/>
                    <a:pt x="23665" y="19985"/>
                  </a:cubicBezTo>
                  <a:close/>
                  <a:moveTo>
                    <a:pt x="23665" y="19941"/>
                  </a:moveTo>
                  <a:lnTo>
                    <a:pt x="23650" y="19941"/>
                  </a:lnTo>
                  <a:cubicBezTo>
                    <a:pt x="23650" y="19941"/>
                    <a:pt x="23650" y="19941"/>
                    <a:pt x="23650" y="19941"/>
                  </a:cubicBezTo>
                  <a:lnTo>
                    <a:pt x="23650" y="19941"/>
                  </a:lnTo>
                  <a:lnTo>
                    <a:pt x="23650" y="19941"/>
                  </a:lnTo>
                  <a:cubicBezTo>
                    <a:pt x="23665" y="19941"/>
                    <a:pt x="23665" y="19941"/>
                    <a:pt x="23680" y="19941"/>
                  </a:cubicBezTo>
                  <a:close/>
                  <a:moveTo>
                    <a:pt x="23047" y="17027"/>
                  </a:moveTo>
                  <a:close/>
                  <a:moveTo>
                    <a:pt x="10067" y="21354"/>
                  </a:moveTo>
                  <a:close/>
                  <a:moveTo>
                    <a:pt x="20722" y="21236"/>
                  </a:moveTo>
                  <a:lnTo>
                    <a:pt x="20722" y="21251"/>
                  </a:lnTo>
                  <a:lnTo>
                    <a:pt x="20707" y="21236"/>
                  </a:lnTo>
                  <a:close/>
                  <a:moveTo>
                    <a:pt x="24666" y="19647"/>
                  </a:moveTo>
                  <a:close/>
                  <a:moveTo>
                    <a:pt x="19471" y="16218"/>
                  </a:moveTo>
                  <a:cubicBezTo>
                    <a:pt x="19500" y="16218"/>
                    <a:pt x="19515" y="16232"/>
                    <a:pt x="19544" y="16247"/>
                  </a:cubicBezTo>
                  <a:cubicBezTo>
                    <a:pt x="19515" y="16247"/>
                    <a:pt x="19471" y="16232"/>
                    <a:pt x="19441" y="16218"/>
                  </a:cubicBezTo>
                  <a:lnTo>
                    <a:pt x="19441" y="16218"/>
                  </a:lnTo>
                  <a:close/>
                  <a:moveTo>
                    <a:pt x="10126" y="22207"/>
                  </a:moveTo>
                  <a:cubicBezTo>
                    <a:pt x="10126" y="22222"/>
                    <a:pt x="10126" y="22237"/>
                    <a:pt x="10126" y="22251"/>
                  </a:cubicBezTo>
                  <a:lnTo>
                    <a:pt x="10082" y="22178"/>
                  </a:lnTo>
                  <a:close/>
                  <a:moveTo>
                    <a:pt x="23739" y="17410"/>
                  </a:moveTo>
                  <a:cubicBezTo>
                    <a:pt x="23739" y="17395"/>
                    <a:pt x="23739" y="17395"/>
                    <a:pt x="23739" y="17380"/>
                  </a:cubicBezTo>
                  <a:cubicBezTo>
                    <a:pt x="23768" y="17424"/>
                    <a:pt x="23812" y="17469"/>
                    <a:pt x="23842" y="17498"/>
                  </a:cubicBezTo>
                  <a:cubicBezTo>
                    <a:pt x="23798" y="17483"/>
                    <a:pt x="23753" y="17439"/>
                    <a:pt x="23739" y="17410"/>
                  </a:cubicBezTo>
                  <a:close/>
                  <a:moveTo>
                    <a:pt x="19280" y="12362"/>
                  </a:moveTo>
                  <a:lnTo>
                    <a:pt x="19250" y="12377"/>
                  </a:lnTo>
                  <a:cubicBezTo>
                    <a:pt x="19250" y="12362"/>
                    <a:pt x="19265" y="12362"/>
                    <a:pt x="19280" y="12362"/>
                  </a:cubicBezTo>
                  <a:close/>
                  <a:moveTo>
                    <a:pt x="11377" y="18440"/>
                  </a:moveTo>
                  <a:close/>
                  <a:moveTo>
                    <a:pt x="21958" y="13819"/>
                  </a:moveTo>
                  <a:close/>
                  <a:moveTo>
                    <a:pt x="17837" y="23973"/>
                  </a:moveTo>
                  <a:lnTo>
                    <a:pt x="17852" y="23988"/>
                  </a:lnTo>
                  <a:lnTo>
                    <a:pt x="17837" y="23988"/>
                  </a:lnTo>
                  <a:close/>
                  <a:moveTo>
                    <a:pt x="19706" y="9742"/>
                  </a:moveTo>
                  <a:lnTo>
                    <a:pt x="19706" y="9742"/>
                  </a:lnTo>
                  <a:lnTo>
                    <a:pt x="19692" y="9728"/>
                  </a:lnTo>
                  <a:close/>
                  <a:moveTo>
                    <a:pt x="11274" y="27608"/>
                  </a:moveTo>
                  <a:lnTo>
                    <a:pt x="11274" y="27623"/>
                  </a:lnTo>
                  <a:lnTo>
                    <a:pt x="11259" y="27623"/>
                  </a:lnTo>
                  <a:close/>
                  <a:moveTo>
                    <a:pt x="11274" y="27608"/>
                  </a:moveTo>
                  <a:lnTo>
                    <a:pt x="11289" y="27593"/>
                  </a:lnTo>
                  <a:lnTo>
                    <a:pt x="11289" y="27608"/>
                  </a:lnTo>
                  <a:close/>
                  <a:moveTo>
                    <a:pt x="16219" y="26195"/>
                  </a:moveTo>
                  <a:lnTo>
                    <a:pt x="16219" y="26195"/>
                  </a:lnTo>
                  <a:lnTo>
                    <a:pt x="16219" y="26195"/>
                  </a:lnTo>
                  <a:lnTo>
                    <a:pt x="16219" y="26195"/>
                  </a:lnTo>
                  <a:lnTo>
                    <a:pt x="16219" y="26195"/>
                  </a:lnTo>
                  <a:lnTo>
                    <a:pt x="16219" y="26210"/>
                  </a:lnTo>
                  <a:close/>
                  <a:moveTo>
                    <a:pt x="12863" y="10979"/>
                  </a:moveTo>
                  <a:lnTo>
                    <a:pt x="12863" y="10979"/>
                  </a:lnTo>
                  <a:lnTo>
                    <a:pt x="12863" y="10979"/>
                  </a:lnTo>
                  <a:cubicBezTo>
                    <a:pt x="12863" y="10979"/>
                    <a:pt x="12863" y="10964"/>
                    <a:pt x="12863" y="10964"/>
                  </a:cubicBezTo>
                  <a:close/>
                  <a:moveTo>
                    <a:pt x="5829" y="17012"/>
                  </a:moveTo>
                  <a:lnTo>
                    <a:pt x="5814" y="17027"/>
                  </a:lnTo>
                  <a:cubicBezTo>
                    <a:pt x="5814" y="17027"/>
                    <a:pt x="5814" y="17027"/>
                    <a:pt x="5814" y="17012"/>
                  </a:cubicBezTo>
                  <a:lnTo>
                    <a:pt x="5814" y="17012"/>
                  </a:lnTo>
                  <a:close/>
                  <a:moveTo>
                    <a:pt x="5505" y="20073"/>
                  </a:moveTo>
                  <a:close/>
                  <a:moveTo>
                    <a:pt x="9449" y="24694"/>
                  </a:moveTo>
                  <a:lnTo>
                    <a:pt x="9449" y="24694"/>
                  </a:lnTo>
                  <a:lnTo>
                    <a:pt x="9449" y="24694"/>
                  </a:lnTo>
                  <a:cubicBezTo>
                    <a:pt x="9420" y="24753"/>
                    <a:pt x="9405" y="24709"/>
                    <a:pt x="9449" y="24694"/>
                  </a:cubicBezTo>
                  <a:close/>
                  <a:moveTo>
                    <a:pt x="11347" y="28285"/>
                  </a:moveTo>
                  <a:lnTo>
                    <a:pt x="11347" y="28285"/>
                  </a:lnTo>
                  <a:cubicBezTo>
                    <a:pt x="11347" y="28300"/>
                    <a:pt x="11333" y="28300"/>
                    <a:pt x="11333" y="28315"/>
                  </a:cubicBezTo>
                  <a:cubicBezTo>
                    <a:pt x="11333" y="28300"/>
                    <a:pt x="11347" y="28300"/>
                    <a:pt x="11347" y="28300"/>
                  </a:cubicBezTo>
                  <a:close/>
                  <a:moveTo>
                    <a:pt x="11362" y="27608"/>
                  </a:moveTo>
                  <a:lnTo>
                    <a:pt x="11362" y="27608"/>
                  </a:lnTo>
                  <a:lnTo>
                    <a:pt x="11362" y="27593"/>
                  </a:lnTo>
                  <a:lnTo>
                    <a:pt x="11362" y="27593"/>
                  </a:lnTo>
                  <a:lnTo>
                    <a:pt x="11362" y="27593"/>
                  </a:lnTo>
                  <a:close/>
                  <a:moveTo>
                    <a:pt x="23871" y="14305"/>
                  </a:moveTo>
                  <a:lnTo>
                    <a:pt x="23871" y="14290"/>
                  </a:lnTo>
                  <a:lnTo>
                    <a:pt x="23871" y="14290"/>
                  </a:lnTo>
                  <a:close/>
                  <a:moveTo>
                    <a:pt x="16807" y="5622"/>
                  </a:moveTo>
                  <a:lnTo>
                    <a:pt x="16807" y="5622"/>
                  </a:lnTo>
                  <a:lnTo>
                    <a:pt x="16807" y="5622"/>
                  </a:lnTo>
                  <a:lnTo>
                    <a:pt x="16807" y="5622"/>
                  </a:lnTo>
                  <a:close/>
                  <a:moveTo>
                    <a:pt x="3503" y="15703"/>
                  </a:moveTo>
                  <a:lnTo>
                    <a:pt x="3503" y="15703"/>
                  </a:lnTo>
                  <a:lnTo>
                    <a:pt x="3489" y="15703"/>
                  </a:lnTo>
                  <a:close/>
                  <a:moveTo>
                    <a:pt x="27388" y="19764"/>
                  </a:moveTo>
                  <a:cubicBezTo>
                    <a:pt x="27374" y="19794"/>
                    <a:pt x="27359" y="19823"/>
                    <a:pt x="27359" y="19853"/>
                  </a:cubicBezTo>
                  <a:cubicBezTo>
                    <a:pt x="27359" y="19823"/>
                    <a:pt x="27359" y="19794"/>
                    <a:pt x="27388" y="19764"/>
                  </a:cubicBezTo>
                  <a:close/>
                  <a:moveTo>
                    <a:pt x="15792" y="29624"/>
                  </a:moveTo>
                  <a:close/>
                  <a:moveTo>
                    <a:pt x="24416" y="10522"/>
                  </a:moveTo>
                  <a:cubicBezTo>
                    <a:pt x="24357" y="10581"/>
                    <a:pt x="24254" y="10581"/>
                    <a:pt x="24180" y="10522"/>
                  </a:cubicBezTo>
                  <a:cubicBezTo>
                    <a:pt x="24254" y="10522"/>
                    <a:pt x="24342" y="10522"/>
                    <a:pt x="24416" y="10522"/>
                  </a:cubicBezTo>
                  <a:close/>
                  <a:moveTo>
                    <a:pt x="20648" y="5342"/>
                  </a:moveTo>
                  <a:lnTo>
                    <a:pt x="20619" y="5342"/>
                  </a:lnTo>
                  <a:lnTo>
                    <a:pt x="20633" y="5327"/>
                  </a:lnTo>
                  <a:cubicBezTo>
                    <a:pt x="20648" y="5327"/>
                    <a:pt x="20648" y="5342"/>
                    <a:pt x="20648" y="5342"/>
                  </a:cubicBezTo>
                  <a:close/>
                  <a:moveTo>
                    <a:pt x="9758" y="6225"/>
                  </a:moveTo>
                  <a:lnTo>
                    <a:pt x="9758" y="6225"/>
                  </a:lnTo>
                  <a:lnTo>
                    <a:pt x="9758" y="6196"/>
                  </a:lnTo>
                  <a:cubicBezTo>
                    <a:pt x="9758" y="6196"/>
                    <a:pt x="9758" y="6210"/>
                    <a:pt x="9758" y="6225"/>
                  </a:cubicBezTo>
                  <a:close/>
                  <a:moveTo>
                    <a:pt x="25873" y="26578"/>
                  </a:moveTo>
                  <a:lnTo>
                    <a:pt x="25873" y="26578"/>
                  </a:lnTo>
                  <a:cubicBezTo>
                    <a:pt x="25873" y="26578"/>
                    <a:pt x="25873" y="26578"/>
                    <a:pt x="25873" y="26593"/>
                  </a:cubicBezTo>
                  <a:close/>
                  <a:moveTo>
                    <a:pt x="28580" y="20456"/>
                  </a:moveTo>
                  <a:cubicBezTo>
                    <a:pt x="28522" y="20485"/>
                    <a:pt x="28463" y="20515"/>
                    <a:pt x="28418" y="20559"/>
                  </a:cubicBezTo>
                  <a:lnTo>
                    <a:pt x="28404" y="20544"/>
                  </a:lnTo>
                  <a:cubicBezTo>
                    <a:pt x="28463" y="20530"/>
                    <a:pt x="28522" y="20485"/>
                    <a:pt x="28580" y="20471"/>
                  </a:cubicBezTo>
                  <a:close/>
                  <a:moveTo>
                    <a:pt x="28507" y="10831"/>
                  </a:moveTo>
                  <a:lnTo>
                    <a:pt x="28507" y="10846"/>
                  </a:lnTo>
                  <a:cubicBezTo>
                    <a:pt x="28507" y="10846"/>
                    <a:pt x="28507" y="10831"/>
                    <a:pt x="28507" y="10831"/>
                  </a:cubicBezTo>
                  <a:close/>
                  <a:moveTo>
                    <a:pt x="28448" y="10728"/>
                  </a:moveTo>
                  <a:close/>
                  <a:moveTo>
                    <a:pt x="28507" y="10758"/>
                  </a:moveTo>
                  <a:lnTo>
                    <a:pt x="28507" y="10758"/>
                  </a:lnTo>
                  <a:close/>
                  <a:moveTo>
                    <a:pt x="19044" y="3974"/>
                  </a:moveTo>
                  <a:cubicBezTo>
                    <a:pt x="19029" y="3915"/>
                    <a:pt x="19029" y="3871"/>
                    <a:pt x="19029" y="3812"/>
                  </a:cubicBezTo>
                  <a:cubicBezTo>
                    <a:pt x="19044" y="3871"/>
                    <a:pt x="19074" y="3915"/>
                    <a:pt x="19044" y="3974"/>
                  </a:cubicBezTo>
                  <a:close/>
                  <a:moveTo>
                    <a:pt x="9228" y="6034"/>
                  </a:moveTo>
                  <a:lnTo>
                    <a:pt x="9243" y="6034"/>
                  </a:lnTo>
                  <a:lnTo>
                    <a:pt x="9243" y="6034"/>
                  </a:lnTo>
                  <a:lnTo>
                    <a:pt x="9243" y="6034"/>
                  </a:lnTo>
                  <a:lnTo>
                    <a:pt x="9243" y="6034"/>
                  </a:lnTo>
                  <a:cubicBezTo>
                    <a:pt x="9243" y="6034"/>
                    <a:pt x="9228" y="6034"/>
                    <a:pt x="9228" y="6034"/>
                  </a:cubicBezTo>
                  <a:cubicBezTo>
                    <a:pt x="9228" y="6034"/>
                    <a:pt x="9243" y="6034"/>
                    <a:pt x="9243" y="6034"/>
                  </a:cubicBezTo>
                  <a:close/>
                  <a:moveTo>
                    <a:pt x="9213" y="6829"/>
                  </a:moveTo>
                  <a:cubicBezTo>
                    <a:pt x="9184" y="6829"/>
                    <a:pt x="9169" y="6829"/>
                    <a:pt x="9140" y="6814"/>
                  </a:cubicBezTo>
                  <a:lnTo>
                    <a:pt x="9140" y="6814"/>
                  </a:lnTo>
                  <a:cubicBezTo>
                    <a:pt x="9169" y="6814"/>
                    <a:pt x="9199" y="6814"/>
                    <a:pt x="9213" y="6829"/>
                  </a:cubicBezTo>
                  <a:close/>
                  <a:moveTo>
                    <a:pt x="2076" y="15953"/>
                  </a:moveTo>
                  <a:cubicBezTo>
                    <a:pt x="2032" y="15953"/>
                    <a:pt x="2002" y="15938"/>
                    <a:pt x="1973" y="15938"/>
                  </a:cubicBezTo>
                  <a:cubicBezTo>
                    <a:pt x="2002" y="15938"/>
                    <a:pt x="2047" y="15938"/>
                    <a:pt x="2076" y="15953"/>
                  </a:cubicBezTo>
                  <a:close/>
                  <a:moveTo>
                    <a:pt x="20530" y="29816"/>
                  </a:moveTo>
                  <a:close/>
                  <a:moveTo>
                    <a:pt x="16116" y="3105"/>
                  </a:moveTo>
                  <a:cubicBezTo>
                    <a:pt x="16101" y="3120"/>
                    <a:pt x="16101" y="3120"/>
                    <a:pt x="16101" y="3135"/>
                  </a:cubicBezTo>
                  <a:cubicBezTo>
                    <a:pt x="16101" y="3120"/>
                    <a:pt x="16101" y="3120"/>
                    <a:pt x="16101" y="3105"/>
                  </a:cubicBezTo>
                  <a:close/>
                  <a:moveTo>
                    <a:pt x="22753" y="30331"/>
                  </a:moveTo>
                  <a:close/>
                  <a:moveTo>
                    <a:pt x="30214" y="13892"/>
                  </a:moveTo>
                  <a:close/>
                  <a:moveTo>
                    <a:pt x="27977" y="9345"/>
                  </a:moveTo>
                  <a:cubicBezTo>
                    <a:pt x="27977" y="9345"/>
                    <a:pt x="27992" y="9345"/>
                    <a:pt x="27992" y="9360"/>
                  </a:cubicBezTo>
                  <a:lnTo>
                    <a:pt x="27977" y="9374"/>
                  </a:lnTo>
                  <a:cubicBezTo>
                    <a:pt x="27977" y="9374"/>
                    <a:pt x="27977" y="9345"/>
                    <a:pt x="27977" y="9345"/>
                  </a:cubicBezTo>
                  <a:close/>
                  <a:moveTo>
                    <a:pt x="24268" y="4238"/>
                  </a:moveTo>
                  <a:lnTo>
                    <a:pt x="24254" y="4224"/>
                  </a:lnTo>
                  <a:lnTo>
                    <a:pt x="24254" y="4224"/>
                  </a:lnTo>
                  <a:lnTo>
                    <a:pt x="24254" y="4224"/>
                  </a:lnTo>
                  <a:cubicBezTo>
                    <a:pt x="24254" y="4224"/>
                    <a:pt x="24268" y="4238"/>
                    <a:pt x="24268" y="4238"/>
                  </a:cubicBezTo>
                  <a:close/>
                  <a:moveTo>
                    <a:pt x="20751" y="3694"/>
                  </a:moveTo>
                  <a:lnTo>
                    <a:pt x="20707" y="3694"/>
                  </a:lnTo>
                  <a:cubicBezTo>
                    <a:pt x="20722" y="3694"/>
                    <a:pt x="20736" y="3694"/>
                    <a:pt x="20751" y="3694"/>
                  </a:cubicBezTo>
                  <a:close/>
                  <a:moveTo>
                    <a:pt x="18926" y="3694"/>
                  </a:moveTo>
                  <a:cubicBezTo>
                    <a:pt x="18941" y="3723"/>
                    <a:pt x="18985" y="3753"/>
                    <a:pt x="19015" y="3782"/>
                  </a:cubicBezTo>
                  <a:lnTo>
                    <a:pt x="18985" y="3782"/>
                  </a:lnTo>
                  <a:cubicBezTo>
                    <a:pt x="18941" y="3753"/>
                    <a:pt x="18926" y="3723"/>
                    <a:pt x="18926" y="3709"/>
                  </a:cubicBezTo>
                  <a:close/>
                  <a:moveTo>
                    <a:pt x="18617" y="3223"/>
                  </a:moveTo>
                  <a:lnTo>
                    <a:pt x="18617" y="3223"/>
                  </a:lnTo>
                  <a:lnTo>
                    <a:pt x="18632" y="3223"/>
                  </a:lnTo>
                  <a:cubicBezTo>
                    <a:pt x="18632" y="3223"/>
                    <a:pt x="18632" y="3223"/>
                    <a:pt x="18617" y="3238"/>
                  </a:cubicBezTo>
                  <a:close/>
                  <a:moveTo>
                    <a:pt x="11362" y="3576"/>
                  </a:moveTo>
                  <a:close/>
                  <a:moveTo>
                    <a:pt x="6932" y="9963"/>
                  </a:moveTo>
                  <a:close/>
                  <a:moveTo>
                    <a:pt x="1487" y="14790"/>
                  </a:moveTo>
                  <a:lnTo>
                    <a:pt x="1487" y="14805"/>
                  </a:lnTo>
                  <a:lnTo>
                    <a:pt x="1487" y="14805"/>
                  </a:lnTo>
                  <a:lnTo>
                    <a:pt x="1443" y="14775"/>
                  </a:lnTo>
                  <a:close/>
                  <a:moveTo>
                    <a:pt x="11774" y="30934"/>
                  </a:moveTo>
                  <a:lnTo>
                    <a:pt x="11774" y="30934"/>
                  </a:lnTo>
                  <a:lnTo>
                    <a:pt x="11774" y="30934"/>
                  </a:lnTo>
                  <a:lnTo>
                    <a:pt x="11745" y="30919"/>
                  </a:lnTo>
                  <a:close/>
                  <a:moveTo>
                    <a:pt x="12745" y="29565"/>
                  </a:moveTo>
                  <a:lnTo>
                    <a:pt x="12745" y="29551"/>
                  </a:lnTo>
                  <a:cubicBezTo>
                    <a:pt x="12745" y="29477"/>
                    <a:pt x="12745" y="29418"/>
                    <a:pt x="12745" y="29345"/>
                  </a:cubicBezTo>
                  <a:cubicBezTo>
                    <a:pt x="12745" y="29315"/>
                    <a:pt x="12745" y="29271"/>
                    <a:pt x="12775" y="29256"/>
                  </a:cubicBezTo>
                  <a:cubicBezTo>
                    <a:pt x="12819" y="29227"/>
                    <a:pt x="12878" y="29242"/>
                    <a:pt x="12907" y="29301"/>
                  </a:cubicBezTo>
                  <a:cubicBezTo>
                    <a:pt x="12922" y="29345"/>
                    <a:pt x="12966" y="29389"/>
                    <a:pt x="13010" y="29433"/>
                  </a:cubicBezTo>
                  <a:cubicBezTo>
                    <a:pt x="12922" y="29462"/>
                    <a:pt x="12834" y="29507"/>
                    <a:pt x="12745" y="29565"/>
                  </a:cubicBezTo>
                  <a:close/>
                  <a:moveTo>
                    <a:pt x="19854" y="32200"/>
                  </a:moveTo>
                  <a:cubicBezTo>
                    <a:pt x="19868" y="32200"/>
                    <a:pt x="19883" y="32200"/>
                    <a:pt x="19898" y="32214"/>
                  </a:cubicBezTo>
                  <a:cubicBezTo>
                    <a:pt x="19883" y="32200"/>
                    <a:pt x="19854" y="32200"/>
                    <a:pt x="19839" y="32200"/>
                  </a:cubicBezTo>
                  <a:close/>
                  <a:moveTo>
                    <a:pt x="28301" y="8550"/>
                  </a:moveTo>
                  <a:cubicBezTo>
                    <a:pt x="28301" y="8550"/>
                    <a:pt x="28315" y="8565"/>
                    <a:pt x="28315" y="8565"/>
                  </a:cubicBezTo>
                  <a:lnTo>
                    <a:pt x="28286" y="8565"/>
                  </a:lnTo>
                  <a:cubicBezTo>
                    <a:pt x="28301" y="8565"/>
                    <a:pt x="28301" y="8565"/>
                    <a:pt x="28301" y="8550"/>
                  </a:cubicBezTo>
                  <a:close/>
                  <a:moveTo>
                    <a:pt x="25078" y="6019"/>
                  </a:moveTo>
                  <a:lnTo>
                    <a:pt x="25078" y="6019"/>
                  </a:lnTo>
                  <a:lnTo>
                    <a:pt x="25078" y="6019"/>
                  </a:lnTo>
                  <a:lnTo>
                    <a:pt x="25078" y="6019"/>
                  </a:lnTo>
                  <a:lnTo>
                    <a:pt x="25093" y="6019"/>
                  </a:lnTo>
                  <a:lnTo>
                    <a:pt x="25107" y="6019"/>
                  </a:lnTo>
                  <a:close/>
                  <a:moveTo>
                    <a:pt x="6829" y="6019"/>
                  </a:moveTo>
                  <a:lnTo>
                    <a:pt x="6829" y="6049"/>
                  </a:lnTo>
                  <a:cubicBezTo>
                    <a:pt x="6829" y="6034"/>
                    <a:pt x="6829" y="6034"/>
                    <a:pt x="6829" y="6034"/>
                  </a:cubicBezTo>
                  <a:close/>
                  <a:moveTo>
                    <a:pt x="5888" y="7123"/>
                  </a:moveTo>
                  <a:close/>
                  <a:moveTo>
                    <a:pt x="3091" y="24606"/>
                  </a:moveTo>
                  <a:cubicBezTo>
                    <a:pt x="3077" y="24621"/>
                    <a:pt x="3062" y="24621"/>
                    <a:pt x="3033" y="24650"/>
                  </a:cubicBezTo>
                  <a:cubicBezTo>
                    <a:pt x="3047" y="24621"/>
                    <a:pt x="3077" y="24621"/>
                    <a:pt x="3091" y="24606"/>
                  </a:cubicBezTo>
                  <a:close/>
                  <a:moveTo>
                    <a:pt x="28713" y="10360"/>
                  </a:moveTo>
                  <a:close/>
                  <a:moveTo>
                    <a:pt x="2753" y="24135"/>
                  </a:moveTo>
                  <a:close/>
                  <a:moveTo>
                    <a:pt x="5520" y="28123"/>
                  </a:moveTo>
                  <a:lnTo>
                    <a:pt x="5520" y="28123"/>
                  </a:lnTo>
                  <a:lnTo>
                    <a:pt x="5534" y="28123"/>
                  </a:lnTo>
                  <a:close/>
                  <a:moveTo>
                    <a:pt x="15806" y="32141"/>
                  </a:moveTo>
                  <a:lnTo>
                    <a:pt x="15806" y="32141"/>
                  </a:lnTo>
                  <a:lnTo>
                    <a:pt x="15792" y="32141"/>
                  </a:lnTo>
                  <a:lnTo>
                    <a:pt x="15806" y="32126"/>
                  </a:lnTo>
                  <a:cubicBezTo>
                    <a:pt x="15806" y="32126"/>
                    <a:pt x="15806" y="32141"/>
                    <a:pt x="15806" y="32141"/>
                  </a:cubicBezTo>
                  <a:close/>
                  <a:moveTo>
                    <a:pt x="19706" y="32568"/>
                  </a:moveTo>
                  <a:lnTo>
                    <a:pt x="19721" y="32568"/>
                  </a:lnTo>
                  <a:lnTo>
                    <a:pt x="19721" y="32582"/>
                  </a:lnTo>
                  <a:close/>
                  <a:moveTo>
                    <a:pt x="20045" y="32641"/>
                  </a:moveTo>
                  <a:lnTo>
                    <a:pt x="20045" y="32641"/>
                  </a:lnTo>
                  <a:close/>
                  <a:moveTo>
                    <a:pt x="23253" y="31493"/>
                  </a:moveTo>
                  <a:cubicBezTo>
                    <a:pt x="23268" y="31493"/>
                    <a:pt x="23268" y="31508"/>
                    <a:pt x="23282" y="31508"/>
                  </a:cubicBezTo>
                  <a:lnTo>
                    <a:pt x="23268" y="31523"/>
                  </a:lnTo>
                  <a:cubicBezTo>
                    <a:pt x="23268" y="31508"/>
                    <a:pt x="23253" y="31508"/>
                    <a:pt x="23253" y="31493"/>
                  </a:cubicBezTo>
                  <a:close/>
                  <a:moveTo>
                    <a:pt x="26888" y="28094"/>
                  </a:moveTo>
                  <a:close/>
                  <a:moveTo>
                    <a:pt x="2900" y="25989"/>
                  </a:moveTo>
                  <a:close/>
                  <a:moveTo>
                    <a:pt x="6829" y="30125"/>
                  </a:moveTo>
                  <a:close/>
                  <a:moveTo>
                    <a:pt x="28831" y="27373"/>
                  </a:moveTo>
                  <a:cubicBezTo>
                    <a:pt x="28831" y="27387"/>
                    <a:pt x="28845" y="27402"/>
                    <a:pt x="28845" y="27432"/>
                  </a:cubicBezTo>
                  <a:cubicBezTo>
                    <a:pt x="28831" y="27402"/>
                    <a:pt x="28831" y="27387"/>
                    <a:pt x="28816" y="27373"/>
                  </a:cubicBezTo>
                  <a:close/>
                  <a:moveTo>
                    <a:pt x="11789" y="1030"/>
                  </a:moveTo>
                  <a:cubicBezTo>
                    <a:pt x="11789" y="1045"/>
                    <a:pt x="11789" y="1060"/>
                    <a:pt x="11789" y="1060"/>
                  </a:cubicBezTo>
                  <a:lnTo>
                    <a:pt x="11745" y="1060"/>
                  </a:lnTo>
                  <a:cubicBezTo>
                    <a:pt x="11759" y="1045"/>
                    <a:pt x="11774" y="1030"/>
                    <a:pt x="11789" y="1030"/>
                  </a:cubicBezTo>
                  <a:close/>
                  <a:moveTo>
                    <a:pt x="6815" y="30139"/>
                  </a:moveTo>
                  <a:lnTo>
                    <a:pt x="6815" y="30125"/>
                  </a:lnTo>
                  <a:cubicBezTo>
                    <a:pt x="6829" y="30125"/>
                    <a:pt x="6829" y="30125"/>
                    <a:pt x="6844" y="30139"/>
                  </a:cubicBezTo>
                  <a:close/>
                  <a:moveTo>
                    <a:pt x="27050" y="29433"/>
                  </a:moveTo>
                  <a:lnTo>
                    <a:pt x="27079" y="29433"/>
                  </a:lnTo>
                  <a:lnTo>
                    <a:pt x="27079" y="29433"/>
                  </a:lnTo>
                  <a:close/>
                  <a:moveTo>
                    <a:pt x="28492" y="28418"/>
                  </a:moveTo>
                  <a:lnTo>
                    <a:pt x="28492" y="28418"/>
                  </a:lnTo>
                  <a:lnTo>
                    <a:pt x="28492" y="28418"/>
                  </a:lnTo>
                  <a:lnTo>
                    <a:pt x="28492" y="28388"/>
                  </a:lnTo>
                  <a:cubicBezTo>
                    <a:pt x="28492" y="28373"/>
                    <a:pt x="28492" y="28388"/>
                    <a:pt x="28507" y="28388"/>
                  </a:cubicBezTo>
                  <a:cubicBezTo>
                    <a:pt x="28507" y="28403"/>
                    <a:pt x="28507" y="28403"/>
                    <a:pt x="28507" y="28418"/>
                  </a:cubicBezTo>
                  <a:lnTo>
                    <a:pt x="28522" y="28418"/>
                  </a:lnTo>
                  <a:cubicBezTo>
                    <a:pt x="28522" y="28418"/>
                    <a:pt x="28507" y="28418"/>
                    <a:pt x="28507" y="28418"/>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2" name="Google Shape;1432;p81"/>
            <p:cNvPicPr preferRelativeResize="0"/>
            <p:nvPr/>
          </p:nvPicPr>
          <p:blipFill>
            <a:blip r:embed="rId3">
              <a:alphaModFix amt="89000"/>
            </a:blip>
            <a:stretch>
              <a:fillRect/>
            </a:stretch>
          </p:blipFill>
          <p:spPr>
            <a:xfrm>
              <a:off x="-3694820" y="2768995"/>
              <a:ext cx="1676400" cy="1733550"/>
            </a:xfrm>
            <a:prstGeom prst="rect">
              <a:avLst/>
            </a:prstGeom>
            <a:noFill/>
            <a:ln>
              <a:noFill/>
            </a:ln>
          </p:spPr>
        </p:pic>
      </p:grpSp>
      <p:grpSp>
        <p:nvGrpSpPr>
          <p:cNvPr id="1433" name="Google Shape;1433;p81"/>
          <p:cNvGrpSpPr/>
          <p:nvPr/>
        </p:nvGrpSpPr>
        <p:grpSpPr>
          <a:xfrm rot="1301248">
            <a:off x="7168521" y="3123982"/>
            <a:ext cx="1204131" cy="1205324"/>
            <a:chOff x="13220370" y="-1086226"/>
            <a:chExt cx="1674742" cy="1676400"/>
          </a:xfrm>
        </p:grpSpPr>
        <p:sp>
          <p:nvSpPr>
            <p:cNvPr id="1434" name="Google Shape;1434;p81"/>
            <p:cNvSpPr/>
            <p:nvPr/>
          </p:nvSpPr>
          <p:spPr>
            <a:xfrm>
              <a:off x="13220370" y="-1078109"/>
              <a:ext cx="1674742" cy="1660166"/>
            </a:xfrm>
            <a:custGeom>
              <a:rect b="b" l="l" r="r" t="t"/>
              <a:pathLst>
                <a:path extrusionOk="0" h="31891" w="32171">
                  <a:moveTo>
                    <a:pt x="32141" y="14540"/>
                  </a:moveTo>
                  <a:cubicBezTo>
                    <a:pt x="32171" y="14349"/>
                    <a:pt x="32156" y="14157"/>
                    <a:pt x="32097" y="13966"/>
                  </a:cubicBezTo>
                  <a:cubicBezTo>
                    <a:pt x="32097" y="13966"/>
                    <a:pt x="32068" y="13951"/>
                    <a:pt x="32068" y="13937"/>
                  </a:cubicBezTo>
                  <a:cubicBezTo>
                    <a:pt x="32053" y="13922"/>
                    <a:pt x="32068" y="13878"/>
                    <a:pt x="32097" y="13863"/>
                  </a:cubicBezTo>
                  <a:lnTo>
                    <a:pt x="32097" y="13657"/>
                  </a:lnTo>
                  <a:cubicBezTo>
                    <a:pt x="31965" y="13584"/>
                    <a:pt x="31979" y="13510"/>
                    <a:pt x="32082" y="13436"/>
                  </a:cubicBezTo>
                  <a:cubicBezTo>
                    <a:pt x="32023" y="13274"/>
                    <a:pt x="31876" y="13157"/>
                    <a:pt x="31994" y="12965"/>
                  </a:cubicBezTo>
                  <a:cubicBezTo>
                    <a:pt x="32023" y="12921"/>
                    <a:pt x="31994" y="12862"/>
                    <a:pt x="31979" y="12804"/>
                  </a:cubicBezTo>
                  <a:cubicBezTo>
                    <a:pt x="31920" y="12759"/>
                    <a:pt x="31906" y="12701"/>
                    <a:pt x="31906" y="12627"/>
                  </a:cubicBezTo>
                  <a:cubicBezTo>
                    <a:pt x="31906" y="12539"/>
                    <a:pt x="31891" y="12450"/>
                    <a:pt x="31891" y="12362"/>
                  </a:cubicBezTo>
                  <a:cubicBezTo>
                    <a:pt x="31891" y="12333"/>
                    <a:pt x="31876" y="12303"/>
                    <a:pt x="31862" y="12274"/>
                  </a:cubicBezTo>
                  <a:cubicBezTo>
                    <a:pt x="31876" y="12230"/>
                    <a:pt x="31876" y="12200"/>
                    <a:pt x="31876" y="12171"/>
                  </a:cubicBezTo>
                  <a:lnTo>
                    <a:pt x="31788" y="12156"/>
                  </a:lnTo>
                  <a:lnTo>
                    <a:pt x="31788" y="12156"/>
                  </a:lnTo>
                  <a:cubicBezTo>
                    <a:pt x="31714" y="12156"/>
                    <a:pt x="31626" y="12038"/>
                    <a:pt x="31567" y="12171"/>
                  </a:cubicBezTo>
                  <a:cubicBezTo>
                    <a:pt x="31538" y="12230"/>
                    <a:pt x="31538" y="12288"/>
                    <a:pt x="31538" y="12347"/>
                  </a:cubicBezTo>
                  <a:cubicBezTo>
                    <a:pt x="31494" y="12274"/>
                    <a:pt x="31420" y="12230"/>
                    <a:pt x="31361" y="12171"/>
                  </a:cubicBezTo>
                  <a:cubicBezTo>
                    <a:pt x="31361" y="12112"/>
                    <a:pt x="31361" y="12053"/>
                    <a:pt x="31376" y="12009"/>
                  </a:cubicBezTo>
                  <a:cubicBezTo>
                    <a:pt x="31405" y="11891"/>
                    <a:pt x="31332" y="11862"/>
                    <a:pt x="31243" y="11832"/>
                  </a:cubicBezTo>
                  <a:lnTo>
                    <a:pt x="31332" y="11626"/>
                  </a:lnTo>
                  <a:lnTo>
                    <a:pt x="31332" y="11626"/>
                  </a:lnTo>
                  <a:cubicBezTo>
                    <a:pt x="31332" y="11626"/>
                    <a:pt x="31317" y="11626"/>
                    <a:pt x="31317" y="11597"/>
                  </a:cubicBezTo>
                  <a:cubicBezTo>
                    <a:pt x="31302" y="11567"/>
                    <a:pt x="31317" y="11538"/>
                    <a:pt x="31346" y="11523"/>
                  </a:cubicBezTo>
                  <a:lnTo>
                    <a:pt x="31346" y="11332"/>
                  </a:lnTo>
                  <a:lnTo>
                    <a:pt x="31346" y="11332"/>
                  </a:lnTo>
                  <a:cubicBezTo>
                    <a:pt x="31361" y="11332"/>
                    <a:pt x="31361" y="11317"/>
                    <a:pt x="31376" y="11302"/>
                  </a:cubicBezTo>
                  <a:lnTo>
                    <a:pt x="31405" y="11288"/>
                  </a:lnTo>
                  <a:cubicBezTo>
                    <a:pt x="31405" y="11288"/>
                    <a:pt x="31405" y="11288"/>
                    <a:pt x="31405" y="11302"/>
                  </a:cubicBezTo>
                  <a:cubicBezTo>
                    <a:pt x="31435" y="11332"/>
                    <a:pt x="31464" y="11347"/>
                    <a:pt x="31508" y="11347"/>
                  </a:cubicBezTo>
                  <a:lnTo>
                    <a:pt x="31552" y="11302"/>
                  </a:lnTo>
                  <a:cubicBezTo>
                    <a:pt x="31626" y="11214"/>
                    <a:pt x="31626" y="11082"/>
                    <a:pt x="31552" y="10993"/>
                  </a:cubicBezTo>
                  <a:cubicBezTo>
                    <a:pt x="31508" y="10979"/>
                    <a:pt x="31479" y="10979"/>
                    <a:pt x="31449" y="10964"/>
                  </a:cubicBezTo>
                  <a:lnTo>
                    <a:pt x="31376" y="10905"/>
                  </a:lnTo>
                  <a:cubicBezTo>
                    <a:pt x="31405" y="10905"/>
                    <a:pt x="31435" y="10876"/>
                    <a:pt x="31435" y="10861"/>
                  </a:cubicBezTo>
                  <a:cubicBezTo>
                    <a:pt x="31435" y="10743"/>
                    <a:pt x="31449" y="10640"/>
                    <a:pt x="31346" y="10567"/>
                  </a:cubicBezTo>
                  <a:lnTo>
                    <a:pt x="31140" y="10567"/>
                  </a:lnTo>
                  <a:lnTo>
                    <a:pt x="31140" y="10567"/>
                  </a:lnTo>
                  <a:lnTo>
                    <a:pt x="31008" y="10228"/>
                  </a:lnTo>
                  <a:lnTo>
                    <a:pt x="31008" y="10228"/>
                  </a:lnTo>
                  <a:lnTo>
                    <a:pt x="31008" y="10066"/>
                  </a:lnTo>
                  <a:cubicBezTo>
                    <a:pt x="30787" y="10125"/>
                    <a:pt x="30787" y="10125"/>
                    <a:pt x="30743" y="9919"/>
                  </a:cubicBezTo>
                  <a:cubicBezTo>
                    <a:pt x="30728" y="9816"/>
                    <a:pt x="30714" y="9713"/>
                    <a:pt x="30699" y="9625"/>
                  </a:cubicBezTo>
                  <a:cubicBezTo>
                    <a:pt x="30537" y="9507"/>
                    <a:pt x="30449" y="9301"/>
                    <a:pt x="30463" y="9095"/>
                  </a:cubicBezTo>
                  <a:cubicBezTo>
                    <a:pt x="30331" y="9021"/>
                    <a:pt x="30169" y="9007"/>
                    <a:pt x="30096" y="8801"/>
                  </a:cubicBezTo>
                  <a:cubicBezTo>
                    <a:pt x="29963" y="8418"/>
                    <a:pt x="29654" y="8124"/>
                    <a:pt x="29448" y="7785"/>
                  </a:cubicBezTo>
                  <a:cubicBezTo>
                    <a:pt x="29433" y="7653"/>
                    <a:pt x="29374" y="7550"/>
                    <a:pt x="29271" y="7461"/>
                  </a:cubicBezTo>
                  <a:cubicBezTo>
                    <a:pt x="29007" y="7226"/>
                    <a:pt x="28771" y="6932"/>
                    <a:pt x="28594" y="6623"/>
                  </a:cubicBezTo>
                  <a:cubicBezTo>
                    <a:pt x="28477" y="6387"/>
                    <a:pt x="28300" y="6196"/>
                    <a:pt x="28065" y="6078"/>
                  </a:cubicBezTo>
                  <a:cubicBezTo>
                    <a:pt x="27873" y="5990"/>
                    <a:pt x="27829" y="5784"/>
                    <a:pt x="27814" y="5592"/>
                  </a:cubicBezTo>
                  <a:cubicBezTo>
                    <a:pt x="27785" y="5578"/>
                    <a:pt x="27756" y="5578"/>
                    <a:pt x="27726" y="5563"/>
                  </a:cubicBezTo>
                  <a:cubicBezTo>
                    <a:pt x="27697" y="5504"/>
                    <a:pt x="27653" y="5445"/>
                    <a:pt x="27608" y="5401"/>
                  </a:cubicBezTo>
                  <a:cubicBezTo>
                    <a:pt x="27373" y="5239"/>
                    <a:pt x="27226" y="5004"/>
                    <a:pt x="27167" y="4739"/>
                  </a:cubicBezTo>
                  <a:cubicBezTo>
                    <a:pt x="26990" y="4709"/>
                    <a:pt x="26828" y="4577"/>
                    <a:pt x="26770" y="4400"/>
                  </a:cubicBezTo>
                  <a:cubicBezTo>
                    <a:pt x="26696" y="4356"/>
                    <a:pt x="26652" y="4283"/>
                    <a:pt x="26637" y="4209"/>
                  </a:cubicBezTo>
                  <a:lnTo>
                    <a:pt x="26534" y="4106"/>
                  </a:lnTo>
                  <a:cubicBezTo>
                    <a:pt x="26490" y="4106"/>
                    <a:pt x="26461" y="4106"/>
                    <a:pt x="26431" y="4106"/>
                  </a:cubicBezTo>
                  <a:cubicBezTo>
                    <a:pt x="26181" y="4033"/>
                    <a:pt x="25975" y="3871"/>
                    <a:pt x="25842" y="3635"/>
                  </a:cubicBezTo>
                  <a:cubicBezTo>
                    <a:pt x="25798" y="3562"/>
                    <a:pt x="25710" y="3517"/>
                    <a:pt x="25622" y="3532"/>
                  </a:cubicBezTo>
                  <a:cubicBezTo>
                    <a:pt x="25592" y="3532"/>
                    <a:pt x="25578" y="3547"/>
                    <a:pt x="25563" y="3562"/>
                  </a:cubicBezTo>
                  <a:lnTo>
                    <a:pt x="25563" y="3562"/>
                  </a:lnTo>
                  <a:cubicBezTo>
                    <a:pt x="25578" y="3547"/>
                    <a:pt x="25592" y="3532"/>
                    <a:pt x="25622" y="3532"/>
                  </a:cubicBezTo>
                  <a:cubicBezTo>
                    <a:pt x="25563" y="3459"/>
                    <a:pt x="25489" y="3414"/>
                    <a:pt x="25401" y="3429"/>
                  </a:cubicBezTo>
                  <a:lnTo>
                    <a:pt x="25372" y="3459"/>
                  </a:lnTo>
                  <a:lnTo>
                    <a:pt x="25372" y="3459"/>
                  </a:lnTo>
                  <a:lnTo>
                    <a:pt x="25401" y="3429"/>
                  </a:lnTo>
                  <a:cubicBezTo>
                    <a:pt x="25357" y="3356"/>
                    <a:pt x="25283" y="3311"/>
                    <a:pt x="25195" y="3297"/>
                  </a:cubicBezTo>
                  <a:cubicBezTo>
                    <a:pt x="25180" y="3253"/>
                    <a:pt x="25166" y="3194"/>
                    <a:pt x="25151" y="3135"/>
                  </a:cubicBezTo>
                  <a:cubicBezTo>
                    <a:pt x="25018" y="3135"/>
                    <a:pt x="24886" y="3047"/>
                    <a:pt x="24842" y="2914"/>
                  </a:cubicBezTo>
                  <a:lnTo>
                    <a:pt x="24665" y="2899"/>
                  </a:lnTo>
                  <a:lnTo>
                    <a:pt x="24518" y="2708"/>
                  </a:lnTo>
                  <a:cubicBezTo>
                    <a:pt x="24415" y="2679"/>
                    <a:pt x="24341" y="2605"/>
                    <a:pt x="24297" y="2517"/>
                  </a:cubicBezTo>
                  <a:lnTo>
                    <a:pt x="24209" y="2517"/>
                  </a:lnTo>
                  <a:cubicBezTo>
                    <a:pt x="24106" y="2428"/>
                    <a:pt x="24032" y="2311"/>
                    <a:pt x="23885" y="2281"/>
                  </a:cubicBezTo>
                  <a:lnTo>
                    <a:pt x="23664" y="2075"/>
                  </a:lnTo>
                  <a:cubicBezTo>
                    <a:pt x="23547" y="2031"/>
                    <a:pt x="23444" y="1943"/>
                    <a:pt x="23370" y="1840"/>
                  </a:cubicBezTo>
                  <a:cubicBezTo>
                    <a:pt x="23179" y="1840"/>
                    <a:pt x="23061" y="1648"/>
                    <a:pt x="22870" y="1604"/>
                  </a:cubicBezTo>
                  <a:cubicBezTo>
                    <a:pt x="22826" y="1545"/>
                    <a:pt x="22767" y="1487"/>
                    <a:pt x="22723" y="1413"/>
                  </a:cubicBezTo>
                  <a:lnTo>
                    <a:pt x="22517" y="1384"/>
                  </a:lnTo>
                  <a:lnTo>
                    <a:pt x="22296" y="1192"/>
                  </a:lnTo>
                  <a:cubicBezTo>
                    <a:pt x="22075" y="1119"/>
                    <a:pt x="21840" y="1060"/>
                    <a:pt x="21604" y="972"/>
                  </a:cubicBezTo>
                  <a:cubicBezTo>
                    <a:pt x="21398" y="913"/>
                    <a:pt x="21192" y="810"/>
                    <a:pt x="21030" y="662"/>
                  </a:cubicBezTo>
                  <a:cubicBezTo>
                    <a:pt x="20603" y="559"/>
                    <a:pt x="20206" y="368"/>
                    <a:pt x="19750" y="442"/>
                  </a:cubicBezTo>
                  <a:lnTo>
                    <a:pt x="19750" y="398"/>
                  </a:lnTo>
                  <a:cubicBezTo>
                    <a:pt x="19588" y="162"/>
                    <a:pt x="19294" y="383"/>
                    <a:pt x="19117" y="221"/>
                  </a:cubicBezTo>
                  <a:lnTo>
                    <a:pt x="19117" y="221"/>
                  </a:lnTo>
                  <a:lnTo>
                    <a:pt x="17719" y="221"/>
                  </a:lnTo>
                  <a:cubicBezTo>
                    <a:pt x="17690" y="221"/>
                    <a:pt x="17660" y="221"/>
                    <a:pt x="17631" y="206"/>
                  </a:cubicBezTo>
                  <a:cubicBezTo>
                    <a:pt x="17454" y="206"/>
                    <a:pt x="17454" y="206"/>
                    <a:pt x="17484" y="15"/>
                  </a:cubicBezTo>
                  <a:lnTo>
                    <a:pt x="17307" y="15"/>
                  </a:lnTo>
                  <a:cubicBezTo>
                    <a:pt x="17307" y="30"/>
                    <a:pt x="17292" y="44"/>
                    <a:pt x="17277" y="59"/>
                  </a:cubicBezTo>
                  <a:cubicBezTo>
                    <a:pt x="16910" y="147"/>
                    <a:pt x="16512" y="133"/>
                    <a:pt x="16144" y="30"/>
                  </a:cubicBezTo>
                  <a:cubicBezTo>
                    <a:pt x="16100" y="59"/>
                    <a:pt x="16071" y="103"/>
                    <a:pt x="16027" y="133"/>
                  </a:cubicBezTo>
                  <a:cubicBezTo>
                    <a:pt x="15909" y="118"/>
                    <a:pt x="15776" y="74"/>
                    <a:pt x="15703" y="221"/>
                  </a:cubicBezTo>
                  <a:lnTo>
                    <a:pt x="15703" y="221"/>
                  </a:lnTo>
                  <a:cubicBezTo>
                    <a:pt x="15497" y="162"/>
                    <a:pt x="15276" y="162"/>
                    <a:pt x="15070" y="221"/>
                  </a:cubicBezTo>
                  <a:lnTo>
                    <a:pt x="15070" y="0"/>
                  </a:lnTo>
                  <a:lnTo>
                    <a:pt x="14967" y="15"/>
                  </a:lnTo>
                  <a:lnTo>
                    <a:pt x="14849" y="221"/>
                  </a:lnTo>
                  <a:cubicBezTo>
                    <a:pt x="14717" y="177"/>
                    <a:pt x="14570" y="103"/>
                    <a:pt x="14452" y="265"/>
                  </a:cubicBezTo>
                  <a:cubicBezTo>
                    <a:pt x="14393" y="324"/>
                    <a:pt x="14305" y="353"/>
                    <a:pt x="14216" y="324"/>
                  </a:cubicBezTo>
                  <a:cubicBezTo>
                    <a:pt x="13952" y="442"/>
                    <a:pt x="13672" y="589"/>
                    <a:pt x="13363" y="559"/>
                  </a:cubicBezTo>
                  <a:cubicBezTo>
                    <a:pt x="13466" y="295"/>
                    <a:pt x="13466" y="295"/>
                    <a:pt x="13260" y="221"/>
                  </a:cubicBezTo>
                  <a:lnTo>
                    <a:pt x="13054" y="236"/>
                  </a:lnTo>
                  <a:cubicBezTo>
                    <a:pt x="12966" y="339"/>
                    <a:pt x="12848" y="309"/>
                    <a:pt x="12745" y="353"/>
                  </a:cubicBezTo>
                  <a:lnTo>
                    <a:pt x="12730" y="412"/>
                  </a:lnTo>
                  <a:cubicBezTo>
                    <a:pt x="12686" y="383"/>
                    <a:pt x="12642" y="353"/>
                    <a:pt x="12583" y="353"/>
                  </a:cubicBezTo>
                  <a:cubicBezTo>
                    <a:pt x="12554" y="353"/>
                    <a:pt x="12524" y="353"/>
                    <a:pt x="12509" y="324"/>
                  </a:cubicBezTo>
                  <a:cubicBezTo>
                    <a:pt x="12333" y="383"/>
                    <a:pt x="12068" y="324"/>
                    <a:pt x="11994" y="559"/>
                  </a:cubicBezTo>
                  <a:lnTo>
                    <a:pt x="11965" y="559"/>
                  </a:lnTo>
                  <a:cubicBezTo>
                    <a:pt x="11906" y="574"/>
                    <a:pt x="11832" y="604"/>
                    <a:pt x="11774" y="633"/>
                  </a:cubicBezTo>
                  <a:lnTo>
                    <a:pt x="11553" y="633"/>
                  </a:lnTo>
                  <a:cubicBezTo>
                    <a:pt x="11494" y="589"/>
                    <a:pt x="11406" y="589"/>
                    <a:pt x="11347" y="633"/>
                  </a:cubicBezTo>
                  <a:lnTo>
                    <a:pt x="11023" y="633"/>
                  </a:lnTo>
                  <a:cubicBezTo>
                    <a:pt x="10994" y="662"/>
                    <a:pt x="10979" y="692"/>
                    <a:pt x="10994" y="736"/>
                  </a:cubicBezTo>
                  <a:cubicBezTo>
                    <a:pt x="10964" y="736"/>
                    <a:pt x="10949" y="751"/>
                    <a:pt x="10920" y="751"/>
                  </a:cubicBezTo>
                  <a:cubicBezTo>
                    <a:pt x="10920" y="765"/>
                    <a:pt x="10920" y="780"/>
                    <a:pt x="10920" y="795"/>
                  </a:cubicBezTo>
                  <a:cubicBezTo>
                    <a:pt x="10876" y="780"/>
                    <a:pt x="10832" y="765"/>
                    <a:pt x="10788" y="751"/>
                  </a:cubicBezTo>
                  <a:lnTo>
                    <a:pt x="10743" y="751"/>
                  </a:lnTo>
                  <a:cubicBezTo>
                    <a:pt x="10685" y="765"/>
                    <a:pt x="10640" y="810"/>
                    <a:pt x="10611" y="854"/>
                  </a:cubicBezTo>
                  <a:lnTo>
                    <a:pt x="10611" y="854"/>
                  </a:lnTo>
                  <a:cubicBezTo>
                    <a:pt x="10434" y="942"/>
                    <a:pt x="10228" y="1001"/>
                    <a:pt x="10037" y="1016"/>
                  </a:cubicBezTo>
                  <a:cubicBezTo>
                    <a:pt x="9963" y="1016"/>
                    <a:pt x="9978" y="1104"/>
                    <a:pt x="9949" y="1133"/>
                  </a:cubicBezTo>
                  <a:cubicBezTo>
                    <a:pt x="9919" y="1104"/>
                    <a:pt x="9875" y="1104"/>
                    <a:pt x="9860" y="1133"/>
                  </a:cubicBezTo>
                  <a:lnTo>
                    <a:pt x="9743" y="1148"/>
                  </a:lnTo>
                  <a:cubicBezTo>
                    <a:pt x="9684" y="1104"/>
                    <a:pt x="9595" y="1104"/>
                    <a:pt x="9551" y="1163"/>
                  </a:cubicBezTo>
                  <a:cubicBezTo>
                    <a:pt x="9478" y="1222"/>
                    <a:pt x="9448" y="1354"/>
                    <a:pt x="9316" y="1281"/>
                  </a:cubicBezTo>
                  <a:cubicBezTo>
                    <a:pt x="9301" y="1281"/>
                    <a:pt x="9272" y="1281"/>
                    <a:pt x="9257" y="1281"/>
                  </a:cubicBezTo>
                  <a:cubicBezTo>
                    <a:pt x="9154" y="1369"/>
                    <a:pt x="9036" y="1442"/>
                    <a:pt x="8904" y="1457"/>
                  </a:cubicBezTo>
                  <a:lnTo>
                    <a:pt x="8713" y="1487"/>
                  </a:lnTo>
                  <a:cubicBezTo>
                    <a:pt x="8639" y="1531"/>
                    <a:pt x="8551" y="1531"/>
                    <a:pt x="8477" y="1575"/>
                  </a:cubicBezTo>
                  <a:lnTo>
                    <a:pt x="8300" y="1590"/>
                  </a:lnTo>
                  <a:cubicBezTo>
                    <a:pt x="8242" y="1766"/>
                    <a:pt x="7991" y="1899"/>
                    <a:pt x="8139" y="2105"/>
                  </a:cubicBezTo>
                  <a:lnTo>
                    <a:pt x="7653" y="2252"/>
                  </a:lnTo>
                  <a:cubicBezTo>
                    <a:pt x="7594" y="2311"/>
                    <a:pt x="7535" y="2370"/>
                    <a:pt x="7476" y="2414"/>
                  </a:cubicBezTo>
                  <a:cubicBezTo>
                    <a:pt x="7373" y="2458"/>
                    <a:pt x="7314" y="2561"/>
                    <a:pt x="7314" y="2664"/>
                  </a:cubicBezTo>
                  <a:lnTo>
                    <a:pt x="7314" y="2649"/>
                  </a:lnTo>
                  <a:cubicBezTo>
                    <a:pt x="7270" y="2708"/>
                    <a:pt x="7241" y="2767"/>
                    <a:pt x="7211" y="2826"/>
                  </a:cubicBezTo>
                  <a:cubicBezTo>
                    <a:pt x="7182" y="2899"/>
                    <a:pt x="7153" y="2929"/>
                    <a:pt x="7094" y="2885"/>
                  </a:cubicBezTo>
                  <a:cubicBezTo>
                    <a:pt x="6991" y="2811"/>
                    <a:pt x="6917" y="2841"/>
                    <a:pt x="6844" y="2944"/>
                  </a:cubicBezTo>
                  <a:cubicBezTo>
                    <a:pt x="6726" y="3105"/>
                    <a:pt x="6593" y="3253"/>
                    <a:pt x="6461" y="3414"/>
                  </a:cubicBezTo>
                  <a:cubicBezTo>
                    <a:pt x="6373" y="3400"/>
                    <a:pt x="6284" y="3414"/>
                    <a:pt x="6211" y="3444"/>
                  </a:cubicBezTo>
                  <a:cubicBezTo>
                    <a:pt x="6064" y="3517"/>
                    <a:pt x="5902" y="3576"/>
                    <a:pt x="5740" y="3635"/>
                  </a:cubicBezTo>
                  <a:lnTo>
                    <a:pt x="5902" y="3797"/>
                  </a:lnTo>
                  <a:cubicBezTo>
                    <a:pt x="5754" y="3812"/>
                    <a:pt x="5607" y="3856"/>
                    <a:pt x="5504" y="3959"/>
                  </a:cubicBezTo>
                  <a:cubicBezTo>
                    <a:pt x="5519" y="4018"/>
                    <a:pt x="5519" y="4091"/>
                    <a:pt x="5578" y="4136"/>
                  </a:cubicBezTo>
                  <a:cubicBezTo>
                    <a:pt x="5681" y="4209"/>
                    <a:pt x="5622" y="4283"/>
                    <a:pt x="5607" y="4356"/>
                  </a:cubicBezTo>
                  <a:lnTo>
                    <a:pt x="5298" y="4371"/>
                  </a:lnTo>
                  <a:lnTo>
                    <a:pt x="5078" y="4371"/>
                  </a:lnTo>
                  <a:cubicBezTo>
                    <a:pt x="5048" y="4386"/>
                    <a:pt x="5019" y="4386"/>
                    <a:pt x="4989" y="4386"/>
                  </a:cubicBezTo>
                  <a:cubicBezTo>
                    <a:pt x="4989" y="4445"/>
                    <a:pt x="4975" y="4503"/>
                    <a:pt x="4960" y="4562"/>
                  </a:cubicBezTo>
                  <a:lnTo>
                    <a:pt x="4975" y="4606"/>
                  </a:lnTo>
                  <a:lnTo>
                    <a:pt x="4989" y="4606"/>
                  </a:lnTo>
                  <a:lnTo>
                    <a:pt x="4989" y="4606"/>
                  </a:lnTo>
                  <a:cubicBezTo>
                    <a:pt x="4975" y="4592"/>
                    <a:pt x="4960" y="4577"/>
                    <a:pt x="4960" y="4548"/>
                  </a:cubicBezTo>
                  <a:cubicBezTo>
                    <a:pt x="4754" y="4636"/>
                    <a:pt x="4827" y="4813"/>
                    <a:pt x="4827" y="4974"/>
                  </a:cubicBezTo>
                  <a:lnTo>
                    <a:pt x="4548" y="5004"/>
                  </a:lnTo>
                  <a:cubicBezTo>
                    <a:pt x="4445" y="5122"/>
                    <a:pt x="4298" y="5180"/>
                    <a:pt x="4327" y="5386"/>
                  </a:cubicBezTo>
                  <a:cubicBezTo>
                    <a:pt x="4356" y="5592"/>
                    <a:pt x="4180" y="5622"/>
                    <a:pt x="4018" y="5651"/>
                  </a:cubicBezTo>
                  <a:cubicBezTo>
                    <a:pt x="3930" y="5784"/>
                    <a:pt x="3915" y="5975"/>
                    <a:pt x="3694" y="5960"/>
                  </a:cubicBezTo>
                  <a:cubicBezTo>
                    <a:pt x="3694" y="6019"/>
                    <a:pt x="3650" y="6063"/>
                    <a:pt x="3591" y="6078"/>
                  </a:cubicBezTo>
                  <a:cubicBezTo>
                    <a:pt x="3518" y="6166"/>
                    <a:pt x="3385" y="6255"/>
                    <a:pt x="3547" y="6387"/>
                  </a:cubicBezTo>
                  <a:cubicBezTo>
                    <a:pt x="3562" y="6402"/>
                    <a:pt x="3562" y="6417"/>
                    <a:pt x="3562" y="6431"/>
                  </a:cubicBezTo>
                  <a:lnTo>
                    <a:pt x="3503" y="6431"/>
                  </a:lnTo>
                  <a:cubicBezTo>
                    <a:pt x="3356" y="6490"/>
                    <a:pt x="3238" y="6578"/>
                    <a:pt x="3135" y="6696"/>
                  </a:cubicBezTo>
                  <a:cubicBezTo>
                    <a:pt x="3120" y="6726"/>
                    <a:pt x="3091" y="6726"/>
                    <a:pt x="3076" y="6711"/>
                  </a:cubicBezTo>
                  <a:cubicBezTo>
                    <a:pt x="2796" y="6902"/>
                    <a:pt x="2826" y="7270"/>
                    <a:pt x="2679" y="7520"/>
                  </a:cubicBezTo>
                  <a:lnTo>
                    <a:pt x="2664" y="7564"/>
                  </a:lnTo>
                  <a:cubicBezTo>
                    <a:pt x="2649" y="7564"/>
                    <a:pt x="2635" y="7564"/>
                    <a:pt x="2620" y="7564"/>
                  </a:cubicBezTo>
                  <a:lnTo>
                    <a:pt x="2620" y="7682"/>
                  </a:lnTo>
                  <a:lnTo>
                    <a:pt x="2620" y="7682"/>
                  </a:lnTo>
                  <a:lnTo>
                    <a:pt x="2620" y="7682"/>
                  </a:lnTo>
                  <a:cubicBezTo>
                    <a:pt x="2576" y="7667"/>
                    <a:pt x="2546" y="7667"/>
                    <a:pt x="2517" y="7682"/>
                  </a:cubicBezTo>
                  <a:cubicBezTo>
                    <a:pt x="2473" y="7771"/>
                    <a:pt x="2429" y="7874"/>
                    <a:pt x="2384" y="7977"/>
                  </a:cubicBezTo>
                  <a:cubicBezTo>
                    <a:pt x="2370" y="7991"/>
                    <a:pt x="2340" y="7991"/>
                    <a:pt x="2311" y="7991"/>
                  </a:cubicBezTo>
                  <a:cubicBezTo>
                    <a:pt x="2355" y="8109"/>
                    <a:pt x="2340" y="8183"/>
                    <a:pt x="2208" y="8212"/>
                  </a:cubicBezTo>
                  <a:cubicBezTo>
                    <a:pt x="2164" y="8447"/>
                    <a:pt x="2105" y="8654"/>
                    <a:pt x="2016" y="8874"/>
                  </a:cubicBezTo>
                  <a:cubicBezTo>
                    <a:pt x="1899" y="9213"/>
                    <a:pt x="1752" y="9551"/>
                    <a:pt x="1575" y="9860"/>
                  </a:cubicBezTo>
                  <a:cubicBezTo>
                    <a:pt x="1501" y="10007"/>
                    <a:pt x="1457" y="10155"/>
                    <a:pt x="1428" y="10316"/>
                  </a:cubicBezTo>
                  <a:cubicBezTo>
                    <a:pt x="1354" y="10640"/>
                    <a:pt x="1251" y="10979"/>
                    <a:pt x="1134" y="11302"/>
                  </a:cubicBezTo>
                  <a:cubicBezTo>
                    <a:pt x="1192" y="11567"/>
                    <a:pt x="1178" y="11862"/>
                    <a:pt x="1104" y="12127"/>
                  </a:cubicBezTo>
                  <a:cubicBezTo>
                    <a:pt x="1030" y="12494"/>
                    <a:pt x="869" y="12833"/>
                    <a:pt x="913" y="13216"/>
                  </a:cubicBezTo>
                  <a:cubicBezTo>
                    <a:pt x="913" y="13260"/>
                    <a:pt x="883" y="13319"/>
                    <a:pt x="839" y="13333"/>
                  </a:cubicBezTo>
                  <a:cubicBezTo>
                    <a:pt x="545" y="13510"/>
                    <a:pt x="501" y="13790"/>
                    <a:pt x="501" y="14084"/>
                  </a:cubicBezTo>
                  <a:lnTo>
                    <a:pt x="471" y="14113"/>
                  </a:lnTo>
                  <a:cubicBezTo>
                    <a:pt x="398" y="14275"/>
                    <a:pt x="339" y="14437"/>
                    <a:pt x="280" y="14599"/>
                  </a:cubicBezTo>
                  <a:lnTo>
                    <a:pt x="280" y="14599"/>
                  </a:lnTo>
                  <a:cubicBezTo>
                    <a:pt x="192" y="15614"/>
                    <a:pt x="0" y="16645"/>
                    <a:pt x="162" y="17689"/>
                  </a:cubicBezTo>
                  <a:lnTo>
                    <a:pt x="162" y="17792"/>
                  </a:lnTo>
                  <a:cubicBezTo>
                    <a:pt x="162" y="17792"/>
                    <a:pt x="148" y="17792"/>
                    <a:pt x="133" y="17822"/>
                  </a:cubicBezTo>
                  <a:cubicBezTo>
                    <a:pt x="118" y="17851"/>
                    <a:pt x="133" y="17866"/>
                    <a:pt x="162" y="17895"/>
                  </a:cubicBezTo>
                  <a:lnTo>
                    <a:pt x="162" y="17895"/>
                  </a:lnTo>
                  <a:cubicBezTo>
                    <a:pt x="192" y="17910"/>
                    <a:pt x="221" y="17925"/>
                    <a:pt x="251" y="17925"/>
                  </a:cubicBezTo>
                  <a:lnTo>
                    <a:pt x="251" y="17925"/>
                  </a:lnTo>
                  <a:cubicBezTo>
                    <a:pt x="206" y="18057"/>
                    <a:pt x="221" y="18204"/>
                    <a:pt x="265" y="18337"/>
                  </a:cubicBezTo>
                  <a:cubicBezTo>
                    <a:pt x="265" y="18499"/>
                    <a:pt x="280" y="18675"/>
                    <a:pt x="280" y="18837"/>
                  </a:cubicBezTo>
                  <a:cubicBezTo>
                    <a:pt x="471" y="19161"/>
                    <a:pt x="589" y="19529"/>
                    <a:pt x="604" y="19912"/>
                  </a:cubicBezTo>
                  <a:cubicBezTo>
                    <a:pt x="707" y="19941"/>
                    <a:pt x="766" y="20029"/>
                    <a:pt x="780" y="20147"/>
                  </a:cubicBezTo>
                  <a:cubicBezTo>
                    <a:pt x="780" y="20221"/>
                    <a:pt x="810" y="20309"/>
                    <a:pt x="869" y="20368"/>
                  </a:cubicBezTo>
                  <a:cubicBezTo>
                    <a:pt x="957" y="20544"/>
                    <a:pt x="913" y="20795"/>
                    <a:pt x="1104" y="20956"/>
                  </a:cubicBezTo>
                  <a:cubicBezTo>
                    <a:pt x="1148" y="20986"/>
                    <a:pt x="1119" y="21118"/>
                    <a:pt x="1119" y="21192"/>
                  </a:cubicBezTo>
                  <a:cubicBezTo>
                    <a:pt x="1251" y="21280"/>
                    <a:pt x="1340" y="21369"/>
                    <a:pt x="1295" y="21530"/>
                  </a:cubicBezTo>
                  <a:cubicBezTo>
                    <a:pt x="1281" y="21604"/>
                    <a:pt x="1295" y="21678"/>
                    <a:pt x="1340" y="21722"/>
                  </a:cubicBezTo>
                  <a:lnTo>
                    <a:pt x="1457" y="21619"/>
                  </a:lnTo>
                  <a:cubicBezTo>
                    <a:pt x="1487" y="21575"/>
                    <a:pt x="1560" y="21575"/>
                    <a:pt x="1575" y="21619"/>
                  </a:cubicBezTo>
                  <a:cubicBezTo>
                    <a:pt x="1663" y="21854"/>
                    <a:pt x="1869" y="22090"/>
                    <a:pt x="1752" y="22369"/>
                  </a:cubicBezTo>
                  <a:cubicBezTo>
                    <a:pt x="1766" y="22399"/>
                    <a:pt x="1766" y="22428"/>
                    <a:pt x="1766" y="22472"/>
                  </a:cubicBezTo>
                  <a:cubicBezTo>
                    <a:pt x="1810" y="22502"/>
                    <a:pt x="1855" y="22531"/>
                    <a:pt x="1899" y="22561"/>
                  </a:cubicBezTo>
                  <a:cubicBezTo>
                    <a:pt x="2149" y="22737"/>
                    <a:pt x="2399" y="22914"/>
                    <a:pt x="2473" y="23238"/>
                  </a:cubicBezTo>
                  <a:cubicBezTo>
                    <a:pt x="2473" y="23282"/>
                    <a:pt x="2546" y="23311"/>
                    <a:pt x="2590" y="23341"/>
                  </a:cubicBezTo>
                  <a:cubicBezTo>
                    <a:pt x="2649" y="23576"/>
                    <a:pt x="2796" y="23782"/>
                    <a:pt x="2988" y="23929"/>
                  </a:cubicBezTo>
                  <a:cubicBezTo>
                    <a:pt x="3017" y="23973"/>
                    <a:pt x="3017" y="24032"/>
                    <a:pt x="3032" y="24076"/>
                  </a:cubicBezTo>
                  <a:lnTo>
                    <a:pt x="3356" y="24297"/>
                  </a:lnTo>
                  <a:lnTo>
                    <a:pt x="3356" y="24297"/>
                  </a:lnTo>
                  <a:lnTo>
                    <a:pt x="3356" y="24341"/>
                  </a:lnTo>
                  <a:cubicBezTo>
                    <a:pt x="3562" y="24591"/>
                    <a:pt x="3782" y="24842"/>
                    <a:pt x="4003" y="25077"/>
                  </a:cubicBezTo>
                  <a:cubicBezTo>
                    <a:pt x="4047" y="25121"/>
                    <a:pt x="4121" y="25136"/>
                    <a:pt x="4180" y="25151"/>
                  </a:cubicBezTo>
                  <a:lnTo>
                    <a:pt x="4180" y="25151"/>
                  </a:lnTo>
                  <a:cubicBezTo>
                    <a:pt x="4165" y="25239"/>
                    <a:pt x="4224" y="25327"/>
                    <a:pt x="4298" y="25357"/>
                  </a:cubicBezTo>
                  <a:cubicBezTo>
                    <a:pt x="4371" y="25504"/>
                    <a:pt x="4474" y="25607"/>
                    <a:pt x="4607" y="25680"/>
                  </a:cubicBezTo>
                  <a:cubicBezTo>
                    <a:pt x="4607" y="25901"/>
                    <a:pt x="4783" y="26004"/>
                    <a:pt x="4930" y="26107"/>
                  </a:cubicBezTo>
                  <a:lnTo>
                    <a:pt x="4930" y="26107"/>
                  </a:lnTo>
                  <a:cubicBezTo>
                    <a:pt x="5019" y="26210"/>
                    <a:pt x="5122" y="26328"/>
                    <a:pt x="5210" y="26431"/>
                  </a:cubicBezTo>
                  <a:cubicBezTo>
                    <a:pt x="5298" y="26505"/>
                    <a:pt x="5357" y="26622"/>
                    <a:pt x="5342" y="26755"/>
                  </a:cubicBezTo>
                  <a:lnTo>
                    <a:pt x="5342" y="26755"/>
                  </a:lnTo>
                  <a:cubicBezTo>
                    <a:pt x="5387" y="26784"/>
                    <a:pt x="5431" y="26799"/>
                    <a:pt x="5475" y="26828"/>
                  </a:cubicBezTo>
                  <a:lnTo>
                    <a:pt x="5490" y="26828"/>
                  </a:lnTo>
                  <a:cubicBezTo>
                    <a:pt x="5637" y="27049"/>
                    <a:pt x="5902" y="27108"/>
                    <a:pt x="6093" y="27270"/>
                  </a:cubicBezTo>
                  <a:cubicBezTo>
                    <a:pt x="6196" y="27417"/>
                    <a:pt x="6402" y="27461"/>
                    <a:pt x="6446" y="27667"/>
                  </a:cubicBezTo>
                  <a:cubicBezTo>
                    <a:pt x="6534" y="27726"/>
                    <a:pt x="6593" y="27814"/>
                    <a:pt x="6623" y="27917"/>
                  </a:cubicBezTo>
                  <a:cubicBezTo>
                    <a:pt x="6652" y="27917"/>
                    <a:pt x="6696" y="27932"/>
                    <a:pt x="6726" y="27932"/>
                  </a:cubicBezTo>
                  <a:lnTo>
                    <a:pt x="6755" y="28315"/>
                  </a:lnTo>
                  <a:lnTo>
                    <a:pt x="6858" y="28329"/>
                  </a:lnTo>
                  <a:cubicBezTo>
                    <a:pt x="6961" y="28477"/>
                    <a:pt x="7094" y="28609"/>
                    <a:pt x="7270" y="28683"/>
                  </a:cubicBezTo>
                  <a:cubicBezTo>
                    <a:pt x="7314" y="28771"/>
                    <a:pt x="7388" y="28844"/>
                    <a:pt x="7491" y="28874"/>
                  </a:cubicBezTo>
                  <a:lnTo>
                    <a:pt x="8551" y="29536"/>
                  </a:lnTo>
                  <a:cubicBezTo>
                    <a:pt x="8609" y="29580"/>
                    <a:pt x="8683" y="29639"/>
                    <a:pt x="8757" y="29683"/>
                  </a:cubicBezTo>
                  <a:cubicBezTo>
                    <a:pt x="8933" y="29801"/>
                    <a:pt x="9125" y="29919"/>
                    <a:pt x="9301" y="30022"/>
                  </a:cubicBezTo>
                  <a:cubicBezTo>
                    <a:pt x="9360" y="30051"/>
                    <a:pt x="9434" y="30051"/>
                    <a:pt x="9507" y="30051"/>
                  </a:cubicBezTo>
                  <a:cubicBezTo>
                    <a:pt x="9625" y="30213"/>
                    <a:pt x="9757" y="30360"/>
                    <a:pt x="9919" y="30463"/>
                  </a:cubicBezTo>
                  <a:lnTo>
                    <a:pt x="10155" y="30684"/>
                  </a:lnTo>
                  <a:cubicBezTo>
                    <a:pt x="10375" y="30772"/>
                    <a:pt x="10626" y="30802"/>
                    <a:pt x="10802" y="30993"/>
                  </a:cubicBezTo>
                  <a:cubicBezTo>
                    <a:pt x="10891" y="30964"/>
                    <a:pt x="10979" y="31008"/>
                    <a:pt x="11023" y="31081"/>
                  </a:cubicBezTo>
                  <a:lnTo>
                    <a:pt x="11376" y="31111"/>
                  </a:lnTo>
                  <a:cubicBezTo>
                    <a:pt x="11376" y="31111"/>
                    <a:pt x="11376" y="31126"/>
                    <a:pt x="11376" y="31126"/>
                  </a:cubicBezTo>
                  <a:cubicBezTo>
                    <a:pt x="11420" y="31287"/>
                    <a:pt x="11582" y="31243"/>
                    <a:pt x="11671" y="31317"/>
                  </a:cubicBezTo>
                  <a:lnTo>
                    <a:pt x="11715" y="31302"/>
                  </a:lnTo>
                  <a:lnTo>
                    <a:pt x="11744" y="31302"/>
                  </a:lnTo>
                  <a:cubicBezTo>
                    <a:pt x="12038" y="31287"/>
                    <a:pt x="12318" y="31273"/>
                    <a:pt x="12612" y="31229"/>
                  </a:cubicBezTo>
                  <a:cubicBezTo>
                    <a:pt x="12612" y="31229"/>
                    <a:pt x="12612" y="31214"/>
                    <a:pt x="12612" y="31214"/>
                  </a:cubicBezTo>
                  <a:cubicBezTo>
                    <a:pt x="12774" y="31287"/>
                    <a:pt x="12951" y="31332"/>
                    <a:pt x="13142" y="31302"/>
                  </a:cubicBezTo>
                  <a:cubicBezTo>
                    <a:pt x="13142" y="31346"/>
                    <a:pt x="13142" y="31376"/>
                    <a:pt x="13142" y="31405"/>
                  </a:cubicBezTo>
                  <a:cubicBezTo>
                    <a:pt x="13378" y="31464"/>
                    <a:pt x="13613" y="31508"/>
                    <a:pt x="13849" y="31508"/>
                  </a:cubicBezTo>
                  <a:cubicBezTo>
                    <a:pt x="14216" y="31493"/>
                    <a:pt x="14570" y="31493"/>
                    <a:pt x="14938" y="31523"/>
                  </a:cubicBezTo>
                  <a:cubicBezTo>
                    <a:pt x="15188" y="31596"/>
                    <a:pt x="15467" y="31552"/>
                    <a:pt x="15688" y="31714"/>
                  </a:cubicBezTo>
                  <a:lnTo>
                    <a:pt x="16130" y="31538"/>
                  </a:lnTo>
                  <a:lnTo>
                    <a:pt x="16174" y="31538"/>
                  </a:lnTo>
                  <a:cubicBezTo>
                    <a:pt x="16277" y="31626"/>
                    <a:pt x="16409" y="31655"/>
                    <a:pt x="16542" y="31626"/>
                  </a:cubicBezTo>
                  <a:lnTo>
                    <a:pt x="16748" y="31641"/>
                  </a:lnTo>
                  <a:cubicBezTo>
                    <a:pt x="16762" y="31670"/>
                    <a:pt x="16762" y="31699"/>
                    <a:pt x="16792" y="31714"/>
                  </a:cubicBezTo>
                  <a:lnTo>
                    <a:pt x="16821" y="31714"/>
                  </a:lnTo>
                  <a:cubicBezTo>
                    <a:pt x="16880" y="31685"/>
                    <a:pt x="16968" y="31685"/>
                    <a:pt x="17027" y="31655"/>
                  </a:cubicBezTo>
                  <a:cubicBezTo>
                    <a:pt x="17086" y="31685"/>
                    <a:pt x="17160" y="31699"/>
                    <a:pt x="17219" y="31714"/>
                  </a:cubicBezTo>
                  <a:cubicBezTo>
                    <a:pt x="17263" y="31685"/>
                    <a:pt x="17336" y="31685"/>
                    <a:pt x="17381" y="31714"/>
                  </a:cubicBezTo>
                  <a:cubicBezTo>
                    <a:pt x="17645" y="31802"/>
                    <a:pt x="17910" y="31802"/>
                    <a:pt x="18175" y="31744"/>
                  </a:cubicBezTo>
                  <a:cubicBezTo>
                    <a:pt x="18205" y="31744"/>
                    <a:pt x="18234" y="31758"/>
                    <a:pt x="18263" y="31773"/>
                  </a:cubicBezTo>
                  <a:cubicBezTo>
                    <a:pt x="18411" y="31758"/>
                    <a:pt x="18573" y="31773"/>
                    <a:pt x="18720" y="31817"/>
                  </a:cubicBezTo>
                  <a:lnTo>
                    <a:pt x="18734" y="31802"/>
                  </a:lnTo>
                  <a:lnTo>
                    <a:pt x="18764" y="31817"/>
                  </a:lnTo>
                  <a:cubicBezTo>
                    <a:pt x="19176" y="31699"/>
                    <a:pt x="19617" y="31891"/>
                    <a:pt x="20029" y="31699"/>
                  </a:cubicBezTo>
                  <a:cubicBezTo>
                    <a:pt x="20059" y="31685"/>
                    <a:pt x="20074" y="31655"/>
                    <a:pt x="20059" y="31626"/>
                  </a:cubicBezTo>
                  <a:cubicBezTo>
                    <a:pt x="20250" y="31670"/>
                    <a:pt x="20427" y="31582"/>
                    <a:pt x="20603" y="31699"/>
                  </a:cubicBezTo>
                  <a:lnTo>
                    <a:pt x="20633" y="31685"/>
                  </a:lnTo>
                  <a:lnTo>
                    <a:pt x="20662" y="31699"/>
                  </a:lnTo>
                  <a:cubicBezTo>
                    <a:pt x="20736" y="31567"/>
                    <a:pt x="20883" y="31596"/>
                    <a:pt x="20986" y="31523"/>
                  </a:cubicBezTo>
                  <a:lnTo>
                    <a:pt x="20986" y="31523"/>
                  </a:lnTo>
                  <a:cubicBezTo>
                    <a:pt x="21251" y="31670"/>
                    <a:pt x="21589" y="31626"/>
                    <a:pt x="21810" y="31420"/>
                  </a:cubicBezTo>
                  <a:lnTo>
                    <a:pt x="22487" y="31376"/>
                  </a:lnTo>
                  <a:cubicBezTo>
                    <a:pt x="22752" y="31126"/>
                    <a:pt x="23120" y="31155"/>
                    <a:pt x="23429" y="31008"/>
                  </a:cubicBezTo>
                  <a:cubicBezTo>
                    <a:pt x="23591" y="30949"/>
                    <a:pt x="23738" y="30875"/>
                    <a:pt x="23885" y="30772"/>
                  </a:cubicBezTo>
                  <a:cubicBezTo>
                    <a:pt x="23959" y="30758"/>
                    <a:pt x="24018" y="30743"/>
                    <a:pt x="24091" y="30743"/>
                  </a:cubicBezTo>
                  <a:cubicBezTo>
                    <a:pt x="24400" y="30758"/>
                    <a:pt x="24680" y="30552"/>
                    <a:pt x="24768" y="30257"/>
                  </a:cubicBezTo>
                  <a:cubicBezTo>
                    <a:pt x="25077" y="30184"/>
                    <a:pt x="25239" y="29889"/>
                    <a:pt x="25489" y="29727"/>
                  </a:cubicBezTo>
                  <a:cubicBezTo>
                    <a:pt x="25622" y="29742"/>
                    <a:pt x="25769" y="29698"/>
                    <a:pt x="25887" y="29595"/>
                  </a:cubicBezTo>
                  <a:cubicBezTo>
                    <a:pt x="26122" y="29418"/>
                    <a:pt x="26358" y="29227"/>
                    <a:pt x="26564" y="28992"/>
                  </a:cubicBezTo>
                  <a:cubicBezTo>
                    <a:pt x="26770" y="28859"/>
                    <a:pt x="26770" y="28830"/>
                    <a:pt x="26564" y="28727"/>
                  </a:cubicBezTo>
                  <a:cubicBezTo>
                    <a:pt x="26814" y="28580"/>
                    <a:pt x="27093" y="28491"/>
                    <a:pt x="27285" y="28256"/>
                  </a:cubicBezTo>
                  <a:cubicBezTo>
                    <a:pt x="27417" y="28079"/>
                    <a:pt x="27491" y="27873"/>
                    <a:pt x="27623" y="27697"/>
                  </a:cubicBezTo>
                  <a:cubicBezTo>
                    <a:pt x="27814" y="27711"/>
                    <a:pt x="27888" y="27549"/>
                    <a:pt x="28006" y="27476"/>
                  </a:cubicBezTo>
                  <a:lnTo>
                    <a:pt x="27932" y="27358"/>
                  </a:lnTo>
                  <a:lnTo>
                    <a:pt x="28035" y="27240"/>
                  </a:lnTo>
                  <a:cubicBezTo>
                    <a:pt x="28079" y="27078"/>
                    <a:pt x="28241" y="27034"/>
                    <a:pt x="28344" y="26917"/>
                  </a:cubicBezTo>
                  <a:cubicBezTo>
                    <a:pt x="28536" y="26872"/>
                    <a:pt x="28668" y="26740"/>
                    <a:pt x="28697" y="26549"/>
                  </a:cubicBezTo>
                  <a:cubicBezTo>
                    <a:pt x="28712" y="26460"/>
                    <a:pt x="28771" y="26387"/>
                    <a:pt x="28859" y="26372"/>
                  </a:cubicBezTo>
                  <a:cubicBezTo>
                    <a:pt x="28845" y="26092"/>
                    <a:pt x="29036" y="25916"/>
                    <a:pt x="29183" y="25725"/>
                  </a:cubicBezTo>
                  <a:cubicBezTo>
                    <a:pt x="29227" y="25636"/>
                    <a:pt x="29301" y="25563"/>
                    <a:pt x="29404" y="25519"/>
                  </a:cubicBezTo>
                  <a:cubicBezTo>
                    <a:pt x="29433" y="25430"/>
                    <a:pt x="29522" y="25342"/>
                    <a:pt x="29433" y="25239"/>
                  </a:cubicBezTo>
                  <a:lnTo>
                    <a:pt x="29433" y="25239"/>
                  </a:lnTo>
                  <a:cubicBezTo>
                    <a:pt x="29595" y="25268"/>
                    <a:pt x="29683" y="25165"/>
                    <a:pt x="29787" y="25077"/>
                  </a:cubicBezTo>
                  <a:cubicBezTo>
                    <a:pt x="29845" y="24959"/>
                    <a:pt x="30125" y="25048"/>
                    <a:pt x="30037" y="24797"/>
                  </a:cubicBezTo>
                  <a:lnTo>
                    <a:pt x="30051" y="24812"/>
                  </a:lnTo>
                  <a:cubicBezTo>
                    <a:pt x="29890" y="24621"/>
                    <a:pt x="30022" y="24547"/>
                    <a:pt x="30169" y="24474"/>
                  </a:cubicBezTo>
                  <a:lnTo>
                    <a:pt x="30184" y="24459"/>
                  </a:lnTo>
                  <a:lnTo>
                    <a:pt x="30213" y="24459"/>
                  </a:lnTo>
                  <a:cubicBezTo>
                    <a:pt x="30243" y="24165"/>
                    <a:pt x="30611" y="23973"/>
                    <a:pt x="30463" y="23620"/>
                  </a:cubicBezTo>
                  <a:cubicBezTo>
                    <a:pt x="30405" y="23561"/>
                    <a:pt x="30419" y="23488"/>
                    <a:pt x="30419" y="23414"/>
                  </a:cubicBezTo>
                  <a:cubicBezTo>
                    <a:pt x="30449" y="23414"/>
                    <a:pt x="30463" y="23399"/>
                    <a:pt x="30493" y="23399"/>
                  </a:cubicBezTo>
                  <a:cubicBezTo>
                    <a:pt x="30522" y="23326"/>
                    <a:pt x="30596" y="23282"/>
                    <a:pt x="30669" y="23267"/>
                  </a:cubicBezTo>
                  <a:cubicBezTo>
                    <a:pt x="30669" y="23252"/>
                    <a:pt x="30669" y="23223"/>
                    <a:pt x="30669" y="23208"/>
                  </a:cubicBezTo>
                  <a:cubicBezTo>
                    <a:pt x="30640" y="23208"/>
                    <a:pt x="30611" y="23208"/>
                    <a:pt x="30581" y="23193"/>
                  </a:cubicBezTo>
                  <a:cubicBezTo>
                    <a:pt x="30449" y="22855"/>
                    <a:pt x="30552" y="22472"/>
                    <a:pt x="30390" y="22148"/>
                  </a:cubicBezTo>
                  <a:lnTo>
                    <a:pt x="30390" y="22148"/>
                  </a:lnTo>
                  <a:lnTo>
                    <a:pt x="30449" y="22222"/>
                  </a:lnTo>
                  <a:cubicBezTo>
                    <a:pt x="30449" y="22237"/>
                    <a:pt x="30449" y="22251"/>
                    <a:pt x="30434" y="22266"/>
                  </a:cubicBezTo>
                  <a:cubicBezTo>
                    <a:pt x="30449" y="22399"/>
                    <a:pt x="30552" y="22487"/>
                    <a:pt x="30669" y="22502"/>
                  </a:cubicBezTo>
                  <a:cubicBezTo>
                    <a:pt x="30714" y="22502"/>
                    <a:pt x="30758" y="22472"/>
                    <a:pt x="30787" y="22428"/>
                  </a:cubicBezTo>
                  <a:lnTo>
                    <a:pt x="30787" y="22428"/>
                  </a:lnTo>
                  <a:cubicBezTo>
                    <a:pt x="30787" y="22428"/>
                    <a:pt x="30802" y="22428"/>
                    <a:pt x="30817" y="22399"/>
                  </a:cubicBezTo>
                  <a:cubicBezTo>
                    <a:pt x="30817" y="22369"/>
                    <a:pt x="30817" y="22355"/>
                    <a:pt x="30787" y="22325"/>
                  </a:cubicBezTo>
                  <a:lnTo>
                    <a:pt x="30787" y="22325"/>
                  </a:lnTo>
                  <a:cubicBezTo>
                    <a:pt x="30758" y="22296"/>
                    <a:pt x="30728" y="22266"/>
                    <a:pt x="30699" y="22222"/>
                  </a:cubicBezTo>
                  <a:lnTo>
                    <a:pt x="30699" y="22119"/>
                  </a:lnTo>
                  <a:cubicBezTo>
                    <a:pt x="30758" y="22045"/>
                    <a:pt x="30743" y="21957"/>
                    <a:pt x="30787" y="21884"/>
                  </a:cubicBezTo>
                  <a:cubicBezTo>
                    <a:pt x="30787" y="21854"/>
                    <a:pt x="30787" y="21839"/>
                    <a:pt x="30787" y="21810"/>
                  </a:cubicBezTo>
                  <a:cubicBezTo>
                    <a:pt x="30773" y="21781"/>
                    <a:pt x="30758" y="21751"/>
                    <a:pt x="30728" y="21722"/>
                  </a:cubicBezTo>
                  <a:cubicBezTo>
                    <a:pt x="30728" y="21722"/>
                    <a:pt x="30743" y="21722"/>
                    <a:pt x="30758" y="21722"/>
                  </a:cubicBezTo>
                  <a:lnTo>
                    <a:pt x="30787" y="21678"/>
                  </a:lnTo>
                  <a:lnTo>
                    <a:pt x="30787" y="21678"/>
                  </a:lnTo>
                  <a:cubicBezTo>
                    <a:pt x="30831" y="21648"/>
                    <a:pt x="30861" y="21604"/>
                    <a:pt x="30905" y="21560"/>
                  </a:cubicBezTo>
                  <a:cubicBezTo>
                    <a:pt x="30890" y="21530"/>
                    <a:pt x="30890" y="21516"/>
                    <a:pt x="30905" y="21486"/>
                  </a:cubicBezTo>
                  <a:cubicBezTo>
                    <a:pt x="30876" y="21442"/>
                    <a:pt x="30831" y="21398"/>
                    <a:pt x="30787" y="21369"/>
                  </a:cubicBezTo>
                  <a:lnTo>
                    <a:pt x="30787" y="21369"/>
                  </a:lnTo>
                  <a:cubicBezTo>
                    <a:pt x="30699" y="21280"/>
                    <a:pt x="30787" y="21133"/>
                    <a:pt x="30684" y="21045"/>
                  </a:cubicBezTo>
                  <a:cubicBezTo>
                    <a:pt x="30625" y="20986"/>
                    <a:pt x="30625" y="20883"/>
                    <a:pt x="30684" y="20824"/>
                  </a:cubicBezTo>
                  <a:lnTo>
                    <a:pt x="30684" y="20824"/>
                  </a:lnTo>
                  <a:lnTo>
                    <a:pt x="30684" y="20824"/>
                  </a:lnTo>
                  <a:lnTo>
                    <a:pt x="30684" y="20824"/>
                  </a:lnTo>
                  <a:cubicBezTo>
                    <a:pt x="30699" y="20809"/>
                    <a:pt x="30714" y="20809"/>
                    <a:pt x="30714" y="20795"/>
                  </a:cubicBezTo>
                  <a:cubicBezTo>
                    <a:pt x="30714" y="20765"/>
                    <a:pt x="30714" y="20750"/>
                    <a:pt x="30684" y="20721"/>
                  </a:cubicBezTo>
                  <a:lnTo>
                    <a:pt x="30684" y="20721"/>
                  </a:lnTo>
                  <a:cubicBezTo>
                    <a:pt x="30566" y="20633"/>
                    <a:pt x="30699" y="20456"/>
                    <a:pt x="30566" y="20368"/>
                  </a:cubicBezTo>
                  <a:lnTo>
                    <a:pt x="30537" y="20368"/>
                  </a:lnTo>
                  <a:cubicBezTo>
                    <a:pt x="30625" y="20338"/>
                    <a:pt x="30728" y="20368"/>
                    <a:pt x="30802" y="20279"/>
                  </a:cubicBezTo>
                  <a:cubicBezTo>
                    <a:pt x="30787" y="20250"/>
                    <a:pt x="30787" y="20221"/>
                    <a:pt x="30802" y="20191"/>
                  </a:cubicBezTo>
                  <a:cubicBezTo>
                    <a:pt x="30802" y="20191"/>
                    <a:pt x="30773" y="20176"/>
                    <a:pt x="30773" y="20162"/>
                  </a:cubicBezTo>
                  <a:cubicBezTo>
                    <a:pt x="30758" y="20132"/>
                    <a:pt x="30773" y="20103"/>
                    <a:pt x="30802" y="20088"/>
                  </a:cubicBezTo>
                  <a:cubicBezTo>
                    <a:pt x="30920" y="19956"/>
                    <a:pt x="30758" y="19764"/>
                    <a:pt x="30905" y="19661"/>
                  </a:cubicBezTo>
                  <a:lnTo>
                    <a:pt x="30905" y="19661"/>
                  </a:lnTo>
                  <a:cubicBezTo>
                    <a:pt x="30949" y="19603"/>
                    <a:pt x="30964" y="19529"/>
                    <a:pt x="30920" y="19470"/>
                  </a:cubicBezTo>
                  <a:cubicBezTo>
                    <a:pt x="30949" y="19426"/>
                    <a:pt x="30979" y="19397"/>
                    <a:pt x="31008" y="19352"/>
                  </a:cubicBezTo>
                  <a:cubicBezTo>
                    <a:pt x="31037" y="19338"/>
                    <a:pt x="31067" y="19323"/>
                    <a:pt x="31096" y="19338"/>
                  </a:cubicBezTo>
                  <a:cubicBezTo>
                    <a:pt x="31185" y="19279"/>
                    <a:pt x="31170" y="19190"/>
                    <a:pt x="31214" y="19117"/>
                  </a:cubicBezTo>
                  <a:lnTo>
                    <a:pt x="31214" y="19117"/>
                  </a:lnTo>
                  <a:lnTo>
                    <a:pt x="31214" y="19117"/>
                  </a:lnTo>
                  <a:cubicBezTo>
                    <a:pt x="31317" y="19029"/>
                    <a:pt x="31243" y="18881"/>
                    <a:pt x="31317" y="18793"/>
                  </a:cubicBezTo>
                  <a:lnTo>
                    <a:pt x="31317" y="18793"/>
                  </a:lnTo>
                  <a:lnTo>
                    <a:pt x="31317" y="18793"/>
                  </a:lnTo>
                  <a:lnTo>
                    <a:pt x="31317" y="18793"/>
                  </a:lnTo>
                  <a:cubicBezTo>
                    <a:pt x="31332" y="18793"/>
                    <a:pt x="31346" y="18778"/>
                    <a:pt x="31346" y="18764"/>
                  </a:cubicBezTo>
                  <a:cubicBezTo>
                    <a:pt x="31361" y="18749"/>
                    <a:pt x="31346" y="18720"/>
                    <a:pt x="31317" y="18690"/>
                  </a:cubicBezTo>
                  <a:cubicBezTo>
                    <a:pt x="31302" y="18558"/>
                    <a:pt x="31288" y="18425"/>
                    <a:pt x="31302" y="18293"/>
                  </a:cubicBezTo>
                  <a:cubicBezTo>
                    <a:pt x="31346" y="18116"/>
                    <a:pt x="31258" y="17940"/>
                    <a:pt x="31111" y="17851"/>
                  </a:cubicBezTo>
                  <a:cubicBezTo>
                    <a:pt x="31052" y="17807"/>
                    <a:pt x="31052" y="17719"/>
                    <a:pt x="31111" y="17660"/>
                  </a:cubicBezTo>
                  <a:cubicBezTo>
                    <a:pt x="31229" y="17454"/>
                    <a:pt x="31111" y="17189"/>
                    <a:pt x="31258" y="16983"/>
                  </a:cubicBezTo>
                  <a:cubicBezTo>
                    <a:pt x="31288" y="16939"/>
                    <a:pt x="31229" y="16851"/>
                    <a:pt x="31214" y="16777"/>
                  </a:cubicBezTo>
                  <a:lnTo>
                    <a:pt x="31435" y="16571"/>
                  </a:lnTo>
                  <a:cubicBezTo>
                    <a:pt x="31479" y="16556"/>
                    <a:pt x="31523" y="16527"/>
                    <a:pt x="31538" y="16468"/>
                  </a:cubicBezTo>
                  <a:lnTo>
                    <a:pt x="31538" y="16468"/>
                  </a:lnTo>
                  <a:lnTo>
                    <a:pt x="31744" y="16247"/>
                  </a:lnTo>
                  <a:cubicBezTo>
                    <a:pt x="31744" y="16335"/>
                    <a:pt x="31744" y="16439"/>
                    <a:pt x="31862" y="16468"/>
                  </a:cubicBezTo>
                  <a:cubicBezTo>
                    <a:pt x="31876" y="16453"/>
                    <a:pt x="31906" y="16453"/>
                    <a:pt x="31935" y="16439"/>
                  </a:cubicBezTo>
                  <a:cubicBezTo>
                    <a:pt x="31950" y="16306"/>
                    <a:pt x="31876" y="16262"/>
                    <a:pt x="31759" y="16247"/>
                  </a:cubicBezTo>
                  <a:cubicBezTo>
                    <a:pt x="31744" y="16100"/>
                    <a:pt x="31773" y="15953"/>
                    <a:pt x="31847" y="15835"/>
                  </a:cubicBezTo>
                  <a:cubicBezTo>
                    <a:pt x="31759" y="15835"/>
                    <a:pt x="31670" y="15791"/>
                    <a:pt x="31626" y="15703"/>
                  </a:cubicBezTo>
                  <a:cubicBezTo>
                    <a:pt x="31494" y="15188"/>
                    <a:pt x="31538" y="14658"/>
                    <a:pt x="31538" y="14113"/>
                  </a:cubicBezTo>
                  <a:cubicBezTo>
                    <a:pt x="31641" y="14113"/>
                    <a:pt x="31685" y="13966"/>
                    <a:pt x="31847" y="13996"/>
                  </a:cubicBezTo>
                  <a:cubicBezTo>
                    <a:pt x="31803" y="14216"/>
                    <a:pt x="31744" y="14437"/>
                    <a:pt x="31876" y="14643"/>
                  </a:cubicBezTo>
                  <a:cubicBezTo>
                    <a:pt x="31935" y="14717"/>
                    <a:pt x="31817" y="14746"/>
                    <a:pt x="31788" y="14805"/>
                  </a:cubicBezTo>
                  <a:cubicBezTo>
                    <a:pt x="31773" y="14864"/>
                    <a:pt x="31714" y="14982"/>
                    <a:pt x="31847" y="14996"/>
                  </a:cubicBezTo>
                  <a:cubicBezTo>
                    <a:pt x="31979" y="15011"/>
                    <a:pt x="31994" y="15202"/>
                    <a:pt x="32156" y="15173"/>
                  </a:cubicBezTo>
                  <a:lnTo>
                    <a:pt x="32156" y="14555"/>
                  </a:lnTo>
                  <a:cubicBezTo>
                    <a:pt x="32171" y="14599"/>
                    <a:pt x="32141" y="14555"/>
                    <a:pt x="32141" y="14540"/>
                  </a:cubicBezTo>
                  <a:close/>
                  <a:moveTo>
                    <a:pt x="31523" y="12774"/>
                  </a:moveTo>
                  <a:lnTo>
                    <a:pt x="31479" y="12833"/>
                  </a:lnTo>
                  <a:lnTo>
                    <a:pt x="31464" y="12818"/>
                  </a:lnTo>
                  <a:cubicBezTo>
                    <a:pt x="31494" y="12804"/>
                    <a:pt x="31508" y="12789"/>
                    <a:pt x="31523" y="12774"/>
                  </a:cubicBezTo>
                  <a:close/>
                  <a:moveTo>
                    <a:pt x="7844" y="2737"/>
                  </a:moveTo>
                  <a:close/>
                  <a:moveTo>
                    <a:pt x="18322" y="30375"/>
                  </a:moveTo>
                  <a:lnTo>
                    <a:pt x="18263" y="30360"/>
                  </a:lnTo>
                  <a:cubicBezTo>
                    <a:pt x="18293" y="30346"/>
                    <a:pt x="18308" y="30360"/>
                    <a:pt x="18337" y="30360"/>
                  </a:cubicBezTo>
                  <a:close/>
                  <a:moveTo>
                    <a:pt x="6637" y="24827"/>
                  </a:moveTo>
                  <a:close/>
                  <a:moveTo>
                    <a:pt x="29286" y="9816"/>
                  </a:moveTo>
                  <a:lnTo>
                    <a:pt x="29257" y="9816"/>
                  </a:lnTo>
                  <a:lnTo>
                    <a:pt x="29286" y="9816"/>
                  </a:lnTo>
                  <a:cubicBezTo>
                    <a:pt x="29286" y="9816"/>
                    <a:pt x="29286" y="9816"/>
                    <a:pt x="29286" y="9831"/>
                  </a:cubicBezTo>
                  <a:close/>
                  <a:moveTo>
                    <a:pt x="29227" y="9816"/>
                  </a:moveTo>
                  <a:lnTo>
                    <a:pt x="29227" y="9816"/>
                  </a:lnTo>
                  <a:lnTo>
                    <a:pt x="29227" y="9816"/>
                  </a:lnTo>
                  <a:lnTo>
                    <a:pt x="29227" y="9816"/>
                  </a:lnTo>
                  <a:cubicBezTo>
                    <a:pt x="29227" y="9816"/>
                    <a:pt x="29227" y="9816"/>
                    <a:pt x="29227" y="9816"/>
                  </a:cubicBezTo>
                  <a:close/>
                  <a:moveTo>
                    <a:pt x="2326" y="11906"/>
                  </a:moveTo>
                  <a:cubicBezTo>
                    <a:pt x="2355" y="11906"/>
                    <a:pt x="2399" y="11906"/>
                    <a:pt x="2414" y="11935"/>
                  </a:cubicBezTo>
                  <a:cubicBezTo>
                    <a:pt x="2384" y="11921"/>
                    <a:pt x="2355" y="11921"/>
                    <a:pt x="2326" y="11906"/>
                  </a:cubicBezTo>
                  <a:close/>
                  <a:moveTo>
                    <a:pt x="3135" y="15997"/>
                  </a:moveTo>
                  <a:cubicBezTo>
                    <a:pt x="3135" y="15997"/>
                    <a:pt x="3120" y="15997"/>
                    <a:pt x="3120" y="15997"/>
                  </a:cubicBezTo>
                  <a:lnTo>
                    <a:pt x="3120" y="15997"/>
                  </a:lnTo>
                  <a:lnTo>
                    <a:pt x="3120" y="15997"/>
                  </a:lnTo>
                  <a:lnTo>
                    <a:pt x="3120" y="15997"/>
                  </a:lnTo>
                  <a:close/>
                  <a:moveTo>
                    <a:pt x="13569" y="4268"/>
                  </a:moveTo>
                  <a:close/>
                  <a:moveTo>
                    <a:pt x="23473" y="23444"/>
                  </a:moveTo>
                  <a:lnTo>
                    <a:pt x="23473" y="23444"/>
                  </a:lnTo>
                  <a:lnTo>
                    <a:pt x="23473" y="23444"/>
                  </a:lnTo>
                  <a:close/>
                  <a:moveTo>
                    <a:pt x="20059" y="28138"/>
                  </a:moveTo>
                  <a:lnTo>
                    <a:pt x="20000" y="28109"/>
                  </a:lnTo>
                  <a:lnTo>
                    <a:pt x="20059" y="28094"/>
                  </a:lnTo>
                  <a:close/>
                  <a:moveTo>
                    <a:pt x="8889" y="5563"/>
                  </a:moveTo>
                  <a:close/>
                  <a:moveTo>
                    <a:pt x="8889" y="5548"/>
                  </a:moveTo>
                  <a:cubicBezTo>
                    <a:pt x="8889" y="5548"/>
                    <a:pt x="8889" y="5548"/>
                    <a:pt x="8904" y="5534"/>
                  </a:cubicBezTo>
                  <a:lnTo>
                    <a:pt x="8904" y="5548"/>
                  </a:lnTo>
                  <a:close/>
                  <a:moveTo>
                    <a:pt x="5666" y="11082"/>
                  </a:moveTo>
                  <a:lnTo>
                    <a:pt x="5666" y="11082"/>
                  </a:lnTo>
                  <a:lnTo>
                    <a:pt x="5666" y="11082"/>
                  </a:lnTo>
                  <a:lnTo>
                    <a:pt x="5666" y="11082"/>
                  </a:lnTo>
                  <a:lnTo>
                    <a:pt x="5666" y="11082"/>
                  </a:lnTo>
                  <a:close/>
                  <a:moveTo>
                    <a:pt x="23370" y="9507"/>
                  </a:moveTo>
                  <a:close/>
                  <a:moveTo>
                    <a:pt x="25739" y="23458"/>
                  </a:moveTo>
                  <a:cubicBezTo>
                    <a:pt x="25725" y="23473"/>
                    <a:pt x="25725" y="23488"/>
                    <a:pt x="25710" y="23502"/>
                  </a:cubicBezTo>
                  <a:cubicBezTo>
                    <a:pt x="25710" y="23488"/>
                    <a:pt x="25710" y="23458"/>
                    <a:pt x="25725" y="23458"/>
                  </a:cubicBezTo>
                  <a:close/>
                  <a:moveTo>
                    <a:pt x="9816" y="13495"/>
                  </a:moveTo>
                  <a:lnTo>
                    <a:pt x="9816" y="13495"/>
                  </a:lnTo>
                  <a:lnTo>
                    <a:pt x="9831" y="13495"/>
                  </a:lnTo>
                  <a:cubicBezTo>
                    <a:pt x="9831" y="13495"/>
                    <a:pt x="9831" y="13495"/>
                    <a:pt x="9816" y="13495"/>
                  </a:cubicBezTo>
                  <a:close/>
                  <a:moveTo>
                    <a:pt x="18617" y="19926"/>
                  </a:moveTo>
                  <a:cubicBezTo>
                    <a:pt x="18617" y="19926"/>
                    <a:pt x="18631" y="19926"/>
                    <a:pt x="18646" y="19926"/>
                  </a:cubicBezTo>
                  <a:close/>
                  <a:moveTo>
                    <a:pt x="23149" y="14157"/>
                  </a:moveTo>
                  <a:cubicBezTo>
                    <a:pt x="23164" y="14172"/>
                    <a:pt x="23179" y="14172"/>
                    <a:pt x="23194" y="14187"/>
                  </a:cubicBezTo>
                  <a:cubicBezTo>
                    <a:pt x="23179" y="14187"/>
                    <a:pt x="23164" y="14187"/>
                    <a:pt x="23149" y="14187"/>
                  </a:cubicBezTo>
                  <a:close/>
                  <a:moveTo>
                    <a:pt x="17778" y="13245"/>
                  </a:moveTo>
                  <a:lnTo>
                    <a:pt x="17822" y="13216"/>
                  </a:lnTo>
                  <a:cubicBezTo>
                    <a:pt x="17822" y="13245"/>
                    <a:pt x="17807" y="13245"/>
                    <a:pt x="17778" y="13245"/>
                  </a:cubicBezTo>
                  <a:close/>
                  <a:moveTo>
                    <a:pt x="19205" y="16851"/>
                  </a:moveTo>
                  <a:lnTo>
                    <a:pt x="19176" y="16851"/>
                  </a:lnTo>
                  <a:lnTo>
                    <a:pt x="19205" y="16851"/>
                  </a:lnTo>
                  <a:close/>
                  <a:moveTo>
                    <a:pt x="20486" y="13775"/>
                  </a:moveTo>
                  <a:lnTo>
                    <a:pt x="20471" y="13775"/>
                  </a:lnTo>
                  <a:lnTo>
                    <a:pt x="20471" y="13775"/>
                  </a:lnTo>
                  <a:close/>
                  <a:moveTo>
                    <a:pt x="20780" y="15408"/>
                  </a:moveTo>
                  <a:cubicBezTo>
                    <a:pt x="20765" y="15408"/>
                    <a:pt x="20765" y="15423"/>
                    <a:pt x="20780" y="15423"/>
                  </a:cubicBezTo>
                  <a:lnTo>
                    <a:pt x="20765" y="15423"/>
                  </a:lnTo>
                  <a:cubicBezTo>
                    <a:pt x="20765" y="15423"/>
                    <a:pt x="20765" y="15408"/>
                    <a:pt x="20780" y="15408"/>
                  </a:cubicBezTo>
                  <a:close/>
                  <a:moveTo>
                    <a:pt x="20809" y="18440"/>
                  </a:moveTo>
                  <a:lnTo>
                    <a:pt x="20795" y="18440"/>
                  </a:lnTo>
                  <a:lnTo>
                    <a:pt x="20795" y="18440"/>
                  </a:lnTo>
                  <a:lnTo>
                    <a:pt x="20809" y="18440"/>
                  </a:lnTo>
                  <a:close/>
                  <a:moveTo>
                    <a:pt x="16880" y="13319"/>
                  </a:moveTo>
                  <a:lnTo>
                    <a:pt x="16880" y="13333"/>
                  </a:lnTo>
                  <a:lnTo>
                    <a:pt x="16880" y="13333"/>
                  </a:lnTo>
                  <a:close/>
                  <a:moveTo>
                    <a:pt x="18676" y="19941"/>
                  </a:moveTo>
                  <a:lnTo>
                    <a:pt x="18676" y="19941"/>
                  </a:lnTo>
                  <a:lnTo>
                    <a:pt x="18661" y="19941"/>
                  </a:lnTo>
                  <a:close/>
                  <a:moveTo>
                    <a:pt x="20957" y="22237"/>
                  </a:moveTo>
                  <a:cubicBezTo>
                    <a:pt x="20971" y="22222"/>
                    <a:pt x="20986" y="22207"/>
                    <a:pt x="21015" y="22207"/>
                  </a:cubicBezTo>
                  <a:cubicBezTo>
                    <a:pt x="21001" y="22222"/>
                    <a:pt x="20986" y="22237"/>
                    <a:pt x="20971" y="22251"/>
                  </a:cubicBezTo>
                  <a:cubicBezTo>
                    <a:pt x="20971" y="22237"/>
                    <a:pt x="20957" y="22237"/>
                    <a:pt x="20957" y="22237"/>
                  </a:cubicBezTo>
                  <a:close/>
                  <a:moveTo>
                    <a:pt x="23679" y="15040"/>
                  </a:moveTo>
                  <a:lnTo>
                    <a:pt x="23679" y="15040"/>
                  </a:lnTo>
                  <a:cubicBezTo>
                    <a:pt x="23679" y="15040"/>
                    <a:pt x="23679" y="15055"/>
                    <a:pt x="23679" y="15055"/>
                  </a:cubicBezTo>
                  <a:close/>
                  <a:moveTo>
                    <a:pt x="17410" y="9934"/>
                  </a:moveTo>
                  <a:lnTo>
                    <a:pt x="17410" y="9934"/>
                  </a:lnTo>
                  <a:lnTo>
                    <a:pt x="17410" y="9934"/>
                  </a:lnTo>
                  <a:lnTo>
                    <a:pt x="17410" y="9934"/>
                  </a:lnTo>
                  <a:lnTo>
                    <a:pt x="17410" y="9919"/>
                  </a:lnTo>
                  <a:lnTo>
                    <a:pt x="17410" y="9919"/>
                  </a:lnTo>
                  <a:close/>
                  <a:moveTo>
                    <a:pt x="9728" y="12053"/>
                  </a:moveTo>
                  <a:close/>
                  <a:moveTo>
                    <a:pt x="10802" y="18028"/>
                  </a:moveTo>
                  <a:close/>
                  <a:moveTo>
                    <a:pt x="17822" y="18984"/>
                  </a:moveTo>
                  <a:lnTo>
                    <a:pt x="17822" y="18984"/>
                  </a:lnTo>
                  <a:lnTo>
                    <a:pt x="17822" y="18984"/>
                  </a:lnTo>
                  <a:lnTo>
                    <a:pt x="17822" y="18984"/>
                  </a:lnTo>
                  <a:lnTo>
                    <a:pt x="17822" y="18984"/>
                  </a:lnTo>
                  <a:lnTo>
                    <a:pt x="17822" y="18984"/>
                  </a:lnTo>
                  <a:close/>
                  <a:moveTo>
                    <a:pt x="12289" y="12686"/>
                  </a:moveTo>
                  <a:lnTo>
                    <a:pt x="12289" y="12686"/>
                  </a:lnTo>
                  <a:cubicBezTo>
                    <a:pt x="12289" y="12686"/>
                    <a:pt x="12274" y="12701"/>
                    <a:pt x="12274" y="12701"/>
                  </a:cubicBezTo>
                  <a:cubicBezTo>
                    <a:pt x="12274" y="12701"/>
                    <a:pt x="12274" y="12686"/>
                    <a:pt x="12259" y="12686"/>
                  </a:cubicBezTo>
                  <a:lnTo>
                    <a:pt x="12289" y="12686"/>
                  </a:lnTo>
                  <a:lnTo>
                    <a:pt x="12289" y="12686"/>
                  </a:lnTo>
                  <a:lnTo>
                    <a:pt x="12289" y="12686"/>
                  </a:lnTo>
                  <a:lnTo>
                    <a:pt x="12303" y="12686"/>
                  </a:lnTo>
                  <a:cubicBezTo>
                    <a:pt x="12303" y="12701"/>
                    <a:pt x="12303" y="12701"/>
                    <a:pt x="12303" y="12715"/>
                  </a:cubicBezTo>
                  <a:close/>
                  <a:moveTo>
                    <a:pt x="21560" y="9934"/>
                  </a:moveTo>
                  <a:lnTo>
                    <a:pt x="21560" y="9934"/>
                  </a:lnTo>
                  <a:lnTo>
                    <a:pt x="21501" y="9949"/>
                  </a:lnTo>
                  <a:lnTo>
                    <a:pt x="21501" y="9949"/>
                  </a:lnTo>
                  <a:lnTo>
                    <a:pt x="21501" y="9949"/>
                  </a:lnTo>
                  <a:lnTo>
                    <a:pt x="21545" y="9949"/>
                  </a:lnTo>
                  <a:close/>
                  <a:moveTo>
                    <a:pt x="17395" y="8963"/>
                  </a:moveTo>
                  <a:lnTo>
                    <a:pt x="17395" y="8963"/>
                  </a:lnTo>
                  <a:lnTo>
                    <a:pt x="17395" y="8948"/>
                  </a:lnTo>
                  <a:cubicBezTo>
                    <a:pt x="17395" y="8948"/>
                    <a:pt x="17395" y="8948"/>
                    <a:pt x="17410" y="8933"/>
                  </a:cubicBezTo>
                  <a:lnTo>
                    <a:pt x="17410" y="8977"/>
                  </a:lnTo>
                  <a:lnTo>
                    <a:pt x="17410" y="8977"/>
                  </a:lnTo>
                  <a:lnTo>
                    <a:pt x="17410" y="8977"/>
                  </a:lnTo>
                  <a:close/>
                  <a:moveTo>
                    <a:pt x="19220" y="23399"/>
                  </a:moveTo>
                  <a:cubicBezTo>
                    <a:pt x="19205" y="23399"/>
                    <a:pt x="19191" y="23399"/>
                    <a:pt x="19191" y="23399"/>
                  </a:cubicBezTo>
                  <a:close/>
                  <a:moveTo>
                    <a:pt x="17307" y="8433"/>
                  </a:moveTo>
                  <a:lnTo>
                    <a:pt x="17307" y="8433"/>
                  </a:lnTo>
                  <a:close/>
                  <a:moveTo>
                    <a:pt x="15629" y="9640"/>
                  </a:moveTo>
                  <a:cubicBezTo>
                    <a:pt x="15629" y="9625"/>
                    <a:pt x="15615" y="9610"/>
                    <a:pt x="15615" y="9595"/>
                  </a:cubicBezTo>
                  <a:lnTo>
                    <a:pt x="15629" y="9595"/>
                  </a:lnTo>
                  <a:cubicBezTo>
                    <a:pt x="15629" y="9610"/>
                    <a:pt x="15629" y="9625"/>
                    <a:pt x="15629" y="9640"/>
                  </a:cubicBezTo>
                  <a:close/>
                  <a:moveTo>
                    <a:pt x="11862" y="20677"/>
                  </a:moveTo>
                  <a:lnTo>
                    <a:pt x="11862" y="20677"/>
                  </a:lnTo>
                  <a:close/>
                  <a:moveTo>
                    <a:pt x="16336" y="20456"/>
                  </a:moveTo>
                  <a:close/>
                  <a:moveTo>
                    <a:pt x="21707" y="23723"/>
                  </a:moveTo>
                  <a:cubicBezTo>
                    <a:pt x="21737" y="23738"/>
                    <a:pt x="21737" y="23767"/>
                    <a:pt x="21737" y="23797"/>
                  </a:cubicBezTo>
                  <a:close/>
                  <a:moveTo>
                    <a:pt x="25828" y="20147"/>
                  </a:moveTo>
                  <a:lnTo>
                    <a:pt x="25828" y="20147"/>
                  </a:lnTo>
                  <a:lnTo>
                    <a:pt x="25828" y="20147"/>
                  </a:lnTo>
                  <a:lnTo>
                    <a:pt x="25828" y="20147"/>
                  </a:lnTo>
                  <a:lnTo>
                    <a:pt x="25842" y="20147"/>
                  </a:lnTo>
                  <a:cubicBezTo>
                    <a:pt x="25842" y="20147"/>
                    <a:pt x="25842" y="20162"/>
                    <a:pt x="25842" y="20162"/>
                  </a:cubicBezTo>
                  <a:close/>
                  <a:moveTo>
                    <a:pt x="26196" y="15835"/>
                  </a:moveTo>
                  <a:cubicBezTo>
                    <a:pt x="26210" y="15865"/>
                    <a:pt x="26196" y="15909"/>
                    <a:pt x="26181" y="15938"/>
                  </a:cubicBezTo>
                  <a:cubicBezTo>
                    <a:pt x="26166" y="15953"/>
                    <a:pt x="26137" y="15953"/>
                    <a:pt x="26107" y="15953"/>
                  </a:cubicBezTo>
                  <a:cubicBezTo>
                    <a:pt x="26137" y="15923"/>
                    <a:pt x="26166" y="15879"/>
                    <a:pt x="26181" y="15835"/>
                  </a:cubicBezTo>
                  <a:close/>
                  <a:moveTo>
                    <a:pt x="27859" y="15909"/>
                  </a:moveTo>
                  <a:lnTo>
                    <a:pt x="27814" y="15894"/>
                  </a:lnTo>
                  <a:cubicBezTo>
                    <a:pt x="27829" y="15894"/>
                    <a:pt x="27844" y="15894"/>
                    <a:pt x="27859" y="15894"/>
                  </a:cubicBezTo>
                  <a:lnTo>
                    <a:pt x="27859" y="15894"/>
                  </a:lnTo>
                  <a:cubicBezTo>
                    <a:pt x="27859" y="15894"/>
                    <a:pt x="27844" y="15909"/>
                    <a:pt x="27844" y="15909"/>
                  </a:cubicBezTo>
                  <a:close/>
                  <a:moveTo>
                    <a:pt x="17189" y="7211"/>
                  </a:moveTo>
                  <a:cubicBezTo>
                    <a:pt x="17204" y="7182"/>
                    <a:pt x="17219" y="7167"/>
                    <a:pt x="17233" y="7138"/>
                  </a:cubicBezTo>
                  <a:lnTo>
                    <a:pt x="17233" y="7138"/>
                  </a:lnTo>
                  <a:cubicBezTo>
                    <a:pt x="17219" y="7167"/>
                    <a:pt x="17189" y="7182"/>
                    <a:pt x="17174" y="7211"/>
                  </a:cubicBezTo>
                  <a:close/>
                  <a:moveTo>
                    <a:pt x="15291" y="21001"/>
                  </a:moveTo>
                  <a:lnTo>
                    <a:pt x="15291" y="21001"/>
                  </a:lnTo>
                  <a:close/>
                  <a:moveTo>
                    <a:pt x="25725" y="23576"/>
                  </a:moveTo>
                  <a:cubicBezTo>
                    <a:pt x="25725" y="23576"/>
                    <a:pt x="25725" y="23561"/>
                    <a:pt x="25725" y="23561"/>
                  </a:cubicBezTo>
                  <a:lnTo>
                    <a:pt x="25725" y="23561"/>
                  </a:lnTo>
                  <a:lnTo>
                    <a:pt x="25725" y="23561"/>
                  </a:lnTo>
                  <a:cubicBezTo>
                    <a:pt x="25725" y="23561"/>
                    <a:pt x="25695" y="23576"/>
                    <a:pt x="25695" y="23576"/>
                  </a:cubicBezTo>
                  <a:close/>
                  <a:moveTo>
                    <a:pt x="25901" y="22708"/>
                  </a:moveTo>
                  <a:close/>
                  <a:moveTo>
                    <a:pt x="19367" y="7358"/>
                  </a:moveTo>
                  <a:cubicBezTo>
                    <a:pt x="19367" y="7344"/>
                    <a:pt x="19382" y="7329"/>
                    <a:pt x="19397" y="7314"/>
                  </a:cubicBezTo>
                  <a:lnTo>
                    <a:pt x="19411" y="7314"/>
                  </a:lnTo>
                  <a:close/>
                  <a:moveTo>
                    <a:pt x="15953" y="8830"/>
                  </a:moveTo>
                  <a:lnTo>
                    <a:pt x="15968" y="8830"/>
                  </a:lnTo>
                  <a:cubicBezTo>
                    <a:pt x="15997" y="8860"/>
                    <a:pt x="16012" y="8889"/>
                    <a:pt x="16012" y="8918"/>
                  </a:cubicBezTo>
                  <a:cubicBezTo>
                    <a:pt x="16012" y="8933"/>
                    <a:pt x="16012" y="8933"/>
                    <a:pt x="16012" y="8948"/>
                  </a:cubicBezTo>
                  <a:cubicBezTo>
                    <a:pt x="15997" y="8918"/>
                    <a:pt x="15968" y="8874"/>
                    <a:pt x="15953" y="8845"/>
                  </a:cubicBezTo>
                  <a:close/>
                  <a:moveTo>
                    <a:pt x="12715" y="6623"/>
                  </a:moveTo>
                  <a:lnTo>
                    <a:pt x="12715" y="6623"/>
                  </a:lnTo>
                  <a:lnTo>
                    <a:pt x="12701" y="6637"/>
                  </a:lnTo>
                  <a:cubicBezTo>
                    <a:pt x="12686" y="6637"/>
                    <a:pt x="12671" y="6637"/>
                    <a:pt x="12671" y="6637"/>
                  </a:cubicBezTo>
                  <a:cubicBezTo>
                    <a:pt x="12686" y="6637"/>
                    <a:pt x="12686" y="6623"/>
                    <a:pt x="12701" y="6623"/>
                  </a:cubicBezTo>
                  <a:lnTo>
                    <a:pt x="12715" y="6637"/>
                  </a:lnTo>
                  <a:lnTo>
                    <a:pt x="12715" y="6637"/>
                  </a:lnTo>
                  <a:lnTo>
                    <a:pt x="12715" y="6637"/>
                  </a:lnTo>
                  <a:cubicBezTo>
                    <a:pt x="12715" y="6637"/>
                    <a:pt x="12715" y="6623"/>
                    <a:pt x="12715" y="6623"/>
                  </a:cubicBezTo>
                  <a:close/>
                  <a:moveTo>
                    <a:pt x="11994" y="22928"/>
                  </a:moveTo>
                  <a:lnTo>
                    <a:pt x="11994" y="22928"/>
                  </a:lnTo>
                  <a:lnTo>
                    <a:pt x="11994" y="22928"/>
                  </a:lnTo>
                  <a:cubicBezTo>
                    <a:pt x="11994" y="22928"/>
                    <a:pt x="11994" y="22928"/>
                    <a:pt x="11994" y="22928"/>
                  </a:cubicBezTo>
                  <a:close/>
                  <a:moveTo>
                    <a:pt x="22943" y="26858"/>
                  </a:moveTo>
                  <a:close/>
                  <a:moveTo>
                    <a:pt x="26946" y="18896"/>
                  </a:moveTo>
                  <a:lnTo>
                    <a:pt x="26946" y="18926"/>
                  </a:lnTo>
                  <a:cubicBezTo>
                    <a:pt x="26932" y="18926"/>
                    <a:pt x="26932" y="18911"/>
                    <a:pt x="26932" y="18911"/>
                  </a:cubicBezTo>
                  <a:close/>
                  <a:moveTo>
                    <a:pt x="19294" y="7564"/>
                  </a:moveTo>
                  <a:cubicBezTo>
                    <a:pt x="19294" y="7564"/>
                    <a:pt x="19279" y="7579"/>
                    <a:pt x="19279" y="7579"/>
                  </a:cubicBezTo>
                  <a:cubicBezTo>
                    <a:pt x="19279" y="7579"/>
                    <a:pt x="19279" y="7564"/>
                    <a:pt x="19279" y="7550"/>
                  </a:cubicBezTo>
                  <a:close/>
                  <a:moveTo>
                    <a:pt x="9640" y="6431"/>
                  </a:moveTo>
                  <a:lnTo>
                    <a:pt x="9625" y="6417"/>
                  </a:lnTo>
                  <a:lnTo>
                    <a:pt x="9625" y="6417"/>
                  </a:lnTo>
                  <a:lnTo>
                    <a:pt x="9625" y="6417"/>
                  </a:lnTo>
                  <a:lnTo>
                    <a:pt x="9625" y="6417"/>
                  </a:lnTo>
                  <a:lnTo>
                    <a:pt x="9625" y="6417"/>
                  </a:lnTo>
                  <a:close/>
                  <a:moveTo>
                    <a:pt x="29551" y="14908"/>
                  </a:moveTo>
                  <a:lnTo>
                    <a:pt x="29566" y="14937"/>
                  </a:lnTo>
                  <a:lnTo>
                    <a:pt x="29566" y="14937"/>
                  </a:lnTo>
                  <a:lnTo>
                    <a:pt x="29566" y="14923"/>
                  </a:lnTo>
                  <a:close/>
                  <a:moveTo>
                    <a:pt x="26564" y="9507"/>
                  </a:moveTo>
                  <a:lnTo>
                    <a:pt x="26564" y="9507"/>
                  </a:lnTo>
                  <a:lnTo>
                    <a:pt x="26564" y="9507"/>
                  </a:lnTo>
                  <a:lnTo>
                    <a:pt x="26578" y="9507"/>
                  </a:lnTo>
                  <a:close/>
                  <a:moveTo>
                    <a:pt x="12289" y="6196"/>
                  </a:moveTo>
                  <a:close/>
                  <a:moveTo>
                    <a:pt x="11759" y="7476"/>
                  </a:moveTo>
                  <a:close/>
                  <a:moveTo>
                    <a:pt x="11656" y="24974"/>
                  </a:moveTo>
                  <a:cubicBezTo>
                    <a:pt x="11656" y="24959"/>
                    <a:pt x="11656" y="24945"/>
                    <a:pt x="11656" y="24945"/>
                  </a:cubicBezTo>
                  <a:lnTo>
                    <a:pt x="11729" y="24974"/>
                  </a:lnTo>
                  <a:cubicBezTo>
                    <a:pt x="11700" y="24974"/>
                    <a:pt x="11685" y="24974"/>
                    <a:pt x="11656" y="24974"/>
                  </a:cubicBezTo>
                  <a:close/>
                  <a:moveTo>
                    <a:pt x="23061" y="26652"/>
                  </a:moveTo>
                  <a:lnTo>
                    <a:pt x="23046" y="26652"/>
                  </a:lnTo>
                  <a:lnTo>
                    <a:pt x="23061" y="26681"/>
                  </a:lnTo>
                  <a:lnTo>
                    <a:pt x="23061" y="26696"/>
                  </a:lnTo>
                  <a:cubicBezTo>
                    <a:pt x="23061" y="26681"/>
                    <a:pt x="23061" y="26666"/>
                    <a:pt x="23046" y="26652"/>
                  </a:cubicBezTo>
                  <a:lnTo>
                    <a:pt x="23046" y="26652"/>
                  </a:lnTo>
                  <a:lnTo>
                    <a:pt x="23046" y="26652"/>
                  </a:lnTo>
                  <a:close/>
                  <a:moveTo>
                    <a:pt x="29316" y="21619"/>
                  </a:moveTo>
                  <a:lnTo>
                    <a:pt x="29316" y="21619"/>
                  </a:lnTo>
                  <a:lnTo>
                    <a:pt x="29316" y="21619"/>
                  </a:lnTo>
                  <a:close/>
                  <a:moveTo>
                    <a:pt x="14746" y="5666"/>
                  </a:moveTo>
                  <a:lnTo>
                    <a:pt x="14732" y="5666"/>
                  </a:lnTo>
                  <a:lnTo>
                    <a:pt x="14732" y="5666"/>
                  </a:lnTo>
                  <a:lnTo>
                    <a:pt x="14732" y="5666"/>
                  </a:lnTo>
                  <a:close/>
                  <a:moveTo>
                    <a:pt x="12392" y="3944"/>
                  </a:moveTo>
                  <a:close/>
                  <a:moveTo>
                    <a:pt x="8992" y="3856"/>
                  </a:moveTo>
                  <a:cubicBezTo>
                    <a:pt x="8992" y="3856"/>
                    <a:pt x="9007" y="3856"/>
                    <a:pt x="9007" y="3856"/>
                  </a:cubicBezTo>
                  <a:cubicBezTo>
                    <a:pt x="9007" y="3856"/>
                    <a:pt x="8992" y="3871"/>
                    <a:pt x="8992" y="3871"/>
                  </a:cubicBezTo>
                  <a:lnTo>
                    <a:pt x="8992" y="3871"/>
                  </a:lnTo>
                  <a:cubicBezTo>
                    <a:pt x="8992" y="3871"/>
                    <a:pt x="8992" y="3856"/>
                    <a:pt x="8992" y="3841"/>
                  </a:cubicBezTo>
                  <a:close/>
                  <a:moveTo>
                    <a:pt x="6844" y="8550"/>
                  </a:moveTo>
                  <a:cubicBezTo>
                    <a:pt x="6844" y="8565"/>
                    <a:pt x="6844" y="8565"/>
                    <a:pt x="6844" y="8565"/>
                  </a:cubicBezTo>
                  <a:close/>
                  <a:moveTo>
                    <a:pt x="8771" y="24739"/>
                  </a:moveTo>
                  <a:lnTo>
                    <a:pt x="8771" y="24739"/>
                  </a:lnTo>
                  <a:lnTo>
                    <a:pt x="8771" y="24739"/>
                  </a:lnTo>
                  <a:close/>
                  <a:moveTo>
                    <a:pt x="27947" y="22369"/>
                  </a:moveTo>
                  <a:lnTo>
                    <a:pt x="27947" y="22399"/>
                  </a:lnTo>
                  <a:cubicBezTo>
                    <a:pt x="27932" y="22384"/>
                    <a:pt x="27918" y="22369"/>
                    <a:pt x="27903" y="22369"/>
                  </a:cubicBezTo>
                  <a:close/>
                  <a:moveTo>
                    <a:pt x="18043" y="3120"/>
                  </a:moveTo>
                  <a:lnTo>
                    <a:pt x="18043" y="3120"/>
                  </a:lnTo>
                  <a:close/>
                  <a:moveTo>
                    <a:pt x="29625" y="22369"/>
                  </a:moveTo>
                  <a:lnTo>
                    <a:pt x="29625" y="22384"/>
                  </a:lnTo>
                  <a:lnTo>
                    <a:pt x="29625" y="22384"/>
                  </a:lnTo>
                  <a:cubicBezTo>
                    <a:pt x="29625" y="22384"/>
                    <a:pt x="29625" y="22384"/>
                    <a:pt x="29625" y="22384"/>
                  </a:cubicBezTo>
                  <a:close/>
                  <a:moveTo>
                    <a:pt x="25121" y="5960"/>
                  </a:moveTo>
                  <a:lnTo>
                    <a:pt x="25121" y="5960"/>
                  </a:lnTo>
                  <a:lnTo>
                    <a:pt x="25121" y="5975"/>
                  </a:lnTo>
                  <a:cubicBezTo>
                    <a:pt x="25121" y="5975"/>
                    <a:pt x="25121" y="5960"/>
                    <a:pt x="25121" y="5960"/>
                  </a:cubicBezTo>
                  <a:close/>
                  <a:moveTo>
                    <a:pt x="13142" y="25460"/>
                  </a:moveTo>
                  <a:lnTo>
                    <a:pt x="13142" y="25460"/>
                  </a:lnTo>
                  <a:lnTo>
                    <a:pt x="13142" y="25460"/>
                  </a:lnTo>
                  <a:lnTo>
                    <a:pt x="13142" y="25460"/>
                  </a:lnTo>
                  <a:cubicBezTo>
                    <a:pt x="13142" y="25460"/>
                    <a:pt x="13142" y="25460"/>
                    <a:pt x="13142" y="25460"/>
                  </a:cubicBezTo>
                  <a:close/>
                  <a:moveTo>
                    <a:pt x="23458" y="28035"/>
                  </a:moveTo>
                  <a:lnTo>
                    <a:pt x="23458" y="28035"/>
                  </a:lnTo>
                  <a:lnTo>
                    <a:pt x="23458" y="28050"/>
                  </a:lnTo>
                  <a:cubicBezTo>
                    <a:pt x="23458" y="28050"/>
                    <a:pt x="23458" y="28035"/>
                    <a:pt x="23458" y="28035"/>
                  </a:cubicBezTo>
                  <a:close/>
                  <a:moveTo>
                    <a:pt x="23473" y="28035"/>
                  </a:moveTo>
                  <a:close/>
                  <a:moveTo>
                    <a:pt x="29448" y="22502"/>
                  </a:moveTo>
                  <a:lnTo>
                    <a:pt x="29448" y="22516"/>
                  </a:lnTo>
                  <a:cubicBezTo>
                    <a:pt x="29433" y="22502"/>
                    <a:pt x="29433" y="22502"/>
                    <a:pt x="29448" y="22502"/>
                  </a:cubicBezTo>
                  <a:close/>
                  <a:moveTo>
                    <a:pt x="29522" y="21942"/>
                  </a:moveTo>
                  <a:lnTo>
                    <a:pt x="29522" y="21898"/>
                  </a:lnTo>
                  <a:cubicBezTo>
                    <a:pt x="29522" y="21913"/>
                    <a:pt x="29522" y="21928"/>
                    <a:pt x="29536" y="21957"/>
                  </a:cubicBezTo>
                  <a:close/>
                  <a:moveTo>
                    <a:pt x="20383" y="2782"/>
                  </a:moveTo>
                  <a:close/>
                  <a:moveTo>
                    <a:pt x="13348" y="2988"/>
                  </a:moveTo>
                  <a:lnTo>
                    <a:pt x="13348" y="2988"/>
                  </a:lnTo>
                  <a:lnTo>
                    <a:pt x="13348" y="2988"/>
                  </a:lnTo>
                  <a:cubicBezTo>
                    <a:pt x="13333" y="2958"/>
                    <a:pt x="13304" y="2929"/>
                    <a:pt x="13275" y="2914"/>
                  </a:cubicBezTo>
                  <a:lnTo>
                    <a:pt x="13275" y="2914"/>
                  </a:lnTo>
                  <a:cubicBezTo>
                    <a:pt x="13304" y="2944"/>
                    <a:pt x="13333" y="2973"/>
                    <a:pt x="13363" y="2988"/>
                  </a:cubicBezTo>
                  <a:close/>
                  <a:moveTo>
                    <a:pt x="22620" y="3635"/>
                  </a:moveTo>
                  <a:lnTo>
                    <a:pt x="22620" y="3635"/>
                  </a:lnTo>
                  <a:lnTo>
                    <a:pt x="22620" y="3620"/>
                  </a:lnTo>
                  <a:lnTo>
                    <a:pt x="22620" y="3635"/>
                  </a:lnTo>
                  <a:lnTo>
                    <a:pt x="22605" y="3635"/>
                  </a:lnTo>
                  <a:close/>
                  <a:moveTo>
                    <a:pt x="5136" y="6814"/>
                  </a:moveTo>
                  <a:lnTo>
                    <a:pt x="5136" y="6814"/>
                  </a:lnTo>
                  <a:lnTo>
                    <a:pt x="5136" y="6814"/>
                  </a:lnTo>
                  <a:cubicBezTo>
                    <a:pt x="5136" y="6814"/>
                    <a:pt x="5151" y="6814"/>
                    <a:pt x="5151" y="6829"/>
                  </a:cubicBezTo>
                  <a:close/>
                  <a:moveTo>
                    <a:pt x="11597" y="29109"/>
                  </a:moveTo>
                  <a:lnTo>
                    <a:pt x="11597" y="29109"/>
                  </a:lnTo>
                  <a:cubicBezTo>
                    <a:pt x="11567" y="29139"/>
                    <a:pt x="11538" y="29168"/>
                    <a:pt x="11494" y="29183"/>
                  </a:cubicBezTo>
                  <a:cubicBezTo>
                    <a:pt x="11538" y="29154"/>
                    <a:pt x="11567" y="29139"/>
                    <a:pt x="11612" y="29124"/>
                  </a:cubicBezTo>
                  <a:close/>
                  <a:moveTo>
                    <a:pt x="18425" y="30772"/>
                  </a:moveTo>
                  <a:cubicBezTo>
                    <a:pt x="18440" y="30772"/>
                    <a:pt x="18440" y="30772"/>
                    <a:pt x="18440" y="30787"/>
                  </a:cubicBezTo>
                  <a:close/>
                  <a:moveTo>
                    <a:pt x="24341" y="28521"/>
                  </a:moveTo>
                  <a:cubicBezTo>
                    <a:pt x="24327" y="28535"/>
                    <a:pt x="24312" y="28565"/>
                    <a:pt x="24297" y="28580"/>
                  </a:cubicBezTo>
                  <a:cubicBezTo>
                    <a:pt x="24312" y="28550"/>
                    <a:pt x="24327" y="28535"/>
                    <a:pt x="24341" y="28521"/>
                  </a:cubicBezTo>
                  <a:close/>
                  <a:moveTo>
                    <a:pt x="25710" y="29330"/>
                  </a:moveTo>
                  <a:lnTo>
                    <a:pt x="25710" y="29330"/>
                  </a:lnTo>
                  <a:lnTo>
                    <a:pt x="25695" y="29330"/>
                  </a:lnTo>
                  <a:close/>
                  <a:moveTo>
                    <a:pt x="25739" y="29301"/>
                  </a:moveTo>
                  <a:close/>
                  <a:moveTo>
                    <a:pt x="28712" y="24753"/>
                  </a:moveTo>
                  <a:lnTo>
                    <a:pt x="28712" y="24753"/>
                  </a:lnTo>
                  <a:cubicBezTo>
                    <a:pt x="28712" y="24783"/>
                    <a:pt x="28712" y="24768"/>
                    <a:pt x="28712" y="24753"/>
                  </a:cubicBezTo>
                  <a:close/>
                  <a:moveTo>
                    <a:pt x="30272" y="21751"/>
                  </a:moveTo>
                  <a:close/>
                  <a:moveTo>
                    <a:pt x="12715" y="662"/>
                  </a:moveTo>
                  <a:close/>
                  <a:moveTo>
                    <a:pt x="442" y="17410"/>
                  </a:moveTo>
                  <a:lnTo>
                    <a:pt x="412" y="17425"/>
                  </a:lnTo>
                  <a:lnTo>
                    <a:pt x="412" y="17425"/>
                  </a:lnTo>
                  <a:close/>
                  <a:moveTo>
                    <a:pt x="18470" y="30802"/>
                  </a:moveTo>
                  <a:cubicBezTo>
                    <a:pt x="18470" y="30802"/>
                    <a:pt x="18470" y="30816"/>
                    <a:pt x="18470" y="30816"/>
                  </a:cubicBezTo>
                  <a:lnTo>
                    <a:pt x="18470" y="30846"/>
                  </a:lnTo>
                  <a:cubicBezTo>
                    <a:pt x="18470" y="30831"/>
                    <a:pt x="18470" y="30816"/>
                    <a:pt x="18470" y="30802"/>
                  </a:cubicBezTo>
                  <a:close/>
                  <a:moveTo>
                    <a:pt x="24665" y="28079"/>
                  </a:moveTo>
                  <a:cubicBezTo>
                    <a:pt x="24636" y="28079"/>
                    <a:pt x="24592" y="28050"/>
                    <a:pt x="24592" y="28035"/>
                  </a:cubicBezTo>
                  <a:cubicBezTo>
                    <a:pt x="24592" y="28006"/>
                    <a:pt x="24606" y="27976"/>
                    <a:pt x="24636" y="27961"/>
                  </a:cubicBezTo>
                  <a:lnTo>
                    <a:pt x="24783" y="27903"/>
                  </a:lnTo>
                  <a:cubicBezTo>
                    <a:pt x="24739" y="27961"/>
                    <a:pt x="24709" y="28006"/>
                    <a:pt x="24665" y="28079"/>
                  </a:cubicBezTo>
                  <a:close/>
                  <a:moveTo>
                    <a:pt x="31464" y="13642"/>
                  </a:moveTo>
                  <a:close/>
                  <a:moveTo>
                    <a:pt x="10243" y="1428"/>
                  </a:moveTo>
                  <a:cubicBezTo>
                    <a:pt x="10228" y="1428"/>
                    <a:pt x="10199" y="1442"/>
                    <a:pt x="10184" y="1472"/>
                  </a:cubicBezTo>
                  <a:cubicBezTo>
                    <a:pt x="10199" y="1442"/>
                    <a:pt x="10214" y="1428"/>
                    <a:pt x="10243" y="1428"/>
                  </a:cubicBezTo>
                  <a:close/>
                  <a:moveTo>
                    <a:pt x="2708" y="8006"/>
                  </a:moveTo>
                  <a:close/>
                  <a:moveTo>
                    <a:pt x="14496" y="31184"/>
                  </a:moveTo>
                  <a:lnTo>
                    <a:pt x="14540" y="31155"/>
                  </a:lnTo>
                  <a:cubicBezTo>
                    <a:pt x="14540" y="31155"/>
                    <a:pt x="14526" y="31170"/>
                    <a:pt x="14526" y="31184"/>
                  </a:cubicBezTo>
                  <a:close/>
                  <a:moveTo>
                    <a:pt x="30684" y="21633"/>
                  </a:moveTo>
                  <a:cubicBezTo>
                    <a:pt x="30684" y="21648"/>
                    <a:pt x="30684" y="21663"/>
                    <a:pt x="30684" y="21678"/>
                  </a:cubicBezTo>
                  <a:lnTo>
                    <a:pt x="30655" y="21648"/>
                  </a:lnTo>
                  <a:close/>
                  <a:moveTo>
                    <a:pt x="30596" y="19838"/>
                  </a:move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5" name="Google Shape;1435;p81"/>
            <p:cNvPicPr preferRelativeResize="0"/>
            <p:nvPr/>
          </p:nvPicPr>
          <p:blipFill>
            <a:blip r:embed="rId4">
              <a:alphaModFix amt="88000"/>
            </a:blip>
            <a:stretch>
              <a:fillRect/>
            </a:stretch>
          </p:blipFill>
          <p:spPr>
            <a:xfrm>
              <a:off x="13229066" y="-1086226"/>
              <a:ext cx="1657350" cy="1676400"/>
            </a:xfrm>
            <a:prstGeom prst="rect">
              <a:avLst/>
            </a:prstGeom>
            <a:noFill/>
            <a:ln>
              <a:noFill/>
            </a:ln>
          </p:spPr>
        </p:pic>
      </p:grpSp>
      <p:pic>
        <p:nvPicPr>
          <p:cNvPr id="1436" name="Google Shape;1436;p81"/>
          <p:cNvPicPr preferRelativeResize="0"/>
          <p:nvPr/>
        </p:nvPicPr>
        <p:blipFill>
          <a:blip r:embed="rId5">
            <a:alphaModFix/>
          </a:blip>
          <a:stretch>
            <a:fillRect/>
          </a:stretch>
        </p:blipFill>
        <p:spPr>
          <a:xfrm>
            <a:off x="5832075" y="771888"/>
            <a:ext cx="342900" cy="371475"/>
          </a:xfrm>
          <a:prstGeom prst="rect">
            <a:avLst/>
          </a:prstGeom>
          <a:noFill/>
          <a:ln>
            <a:noFill/>
          </a:ln>
        </p:spPr>
      </p:pic>
      <p:pic>
        <p:nvPicPr>
          <p:cNvPr id="1437" name="Google Shape;1437;p81"/>
          <p:cNvPicPr preferRelativeResize="0"/>
          <p:nvPr/>
        </p:nvPicPr>
        <p:blipFill>
          <a:blip r:embed="rId6">
            <a:alphaModFix/>
          </a:blip>
          <a:stretch>
            <a:fillRect/>
          </a:stretch>
        </p:blipFill>
        <p:spPr>
          <a:xfrm>
            <a:off x="370200" y="6336400"/>
            <a:ext cx="342900" cy="371475"/>
          </a:xfrm>
          <a:prstGeom prst="rect">
            <a:avLst/>
          </a:prstGeom>
          <a:noFill/>
          <a:ln>
            <a:noFill/>
          </a:ln>
        </p:spPr>
      </p:pic>
      <p:pic>
        <p:nvPicPr>
          <p:cNvPr id="1438" name="Google Shape;1438;p81"/>
          <p:cNvPicPr preferRelativeResize="0"/>
          <p:nvPr/>
        </p:nvPicPr>
        <p:blipFill>
          <a:blip r:embed="rId7">
            <a:alphaModFix/>
          </a:blip>
          <a:stretch>
            <a:fillRect/>
          </a:stretch>
        </p:blipFill>
        <p:spPr>
          <a:xfrm>
            <a:off x="7068300" y="2674213"/>
            <a:ext cx="342900" cy="371475"/>
          </a:xfrm>
          <a:prstGeom prst="rect">
            <a:avLst/>
          </a:prstGeom>
          <a:noFill/>
          <a:ln>
            <a:noFill/>
          </a:ln>
        </p:spPr>
      </p:pic>
      <p:pic>
        <p:nvPicPr>
          <p:cNvPr id="1439" name="Google Shape;1439;p81"/>
          <p:cNvPicPr preferRelativeResize="0"/>
          <p:nvPr/>
        </p:nvPicPr>
        <p:blipFill>
          <a:blip r:embed="rId5">
            <a:alphaModFix/>
          </a:blip>
          <a:stretch>
            <a:fillRect/>
          </a:stretch>
        </p:blipFill>
        <p:spPr>
          <a:xfrm>
            <a:off x="1816325" y="2571750"/>
            <a:ext cx="342900" cy="371475"/>
          </a:xfrm>
          <a:prstGeom prst="rect">
            <a:avLst/>
          </a:prstGeom>
          <a:noFill/>
          <a:ln>
            <a:noFill/>
          </a:ln>
        </p:spPr>
      </p:pic>
      <p:pic>
        <p:nvPicPr>
          <p:cNvPr id="1440" name="Google Shape;1440;p81"/>
          <p:cNvPicPr preferRelativeResize="0"/>
          <p:nvPr/>
        </p:nvPicPr>
        <p:blipFill>
          <a:blip r:embed="rId7">
            <a:alphaModFix/>
          </a:blip>
          <a:stretch>
            <a:fillRect/>
          </a:stretch>
        </p:blipFill>
        <p:spPr>
          <a:xfrm>
            <a:off x="1378175" y="630913"/>
            <a:ext cx="342900" cy="371475"/>
          </a:xfrm>
          <a:prstGeom prst="rect">
            <a:avLst/>
          </a:prstGeom>
          <a:noFill/>
          <a:ln>
            <a:noFill/>
          </a:ln>
        </p:spPr>
      </p:pic>
      <p:pic>
        <p:nvPicPr>
          <p:cNvPr id="1441" name="Google Shape;1441;p81"/>
          <p:cNvPicPr preferRelativeResize="0"/>
          <p:nvPr/>
        </p:nvPicPr>
        <p:blipFill>
          <a:blip r:embed="rId8">
            <a:alphaModFix/>
          </a:blip>
          <a:stretch>
            <a:fillRect/>
          </a:stretch>
        </p:blipFill>
        <p:spPr>
          <a:xfrm>
            <a:off x="7263563" y="1202025"/>
            <a:ext cx="342900" cy="371475"/>
          </a:xfrm>
          <a:prstGeom prst="rect">
            <a:avLst/>
          </a:prstGeom>
          <a:noFill/>
          <a:ln>
            <a:noFill/>
          </a:ln>
        </p:spPr>
      </p:pic>
      <p:pic>
        <p:nvPicPr>
          <p:cNvPr id="1442" name="Google Shape;1442;p81"/>
          <p:cNvPicPr preferRelativeResize="0"/>
          <p:nvPr/>
        </p:nvPicPr>
        <p:blipFill>
          <a:blip r:embed="rId7">
            <a:alphaModFix/>
          </a:blip>
          <a:stretch>
            <a:fillRect/>
          </a:stretch>
        </p:blipFill>
        <p:spPr>
          <a:xfrm>
            <a:off x="2973988" y="4240900"/>
            <a:ext cx="342900" cy="371475"/>
          </a:xfrm>
          <a:prstGeom prst="rect">
            <a:avLst/>
          </a:prstGeom>
          <a:noFill/>
          <a:ln>
            <a:noFill/>
          </a:ln>
        </p:spPr>
      </p:pic>
      <p:pic>
        <p:nvPicPr>
          <p:cNvPr id="1443" name="Google Shape;1443;p81"/>
          <p:cNvPicPr preferRelativeResize="0"/>
          <p:nvPr/>
        </p:nvPicPr>
        <p:blipFill>
          <a:blip r:embed="rId5">
            <a:alphaModFix/>
          </a:blip>
          <a:stretch>
            <a:fillRect/>
          </a:stretch>
        </p:blipFill>
        <p:spPr>
          <a:xfrm>
            <a:off x="2886013" y="771900"/>
            <a:ext cx="342900" cy="371475"/>
          </a:xfrm>
          <a:prstGeom prst="rect">
            <a:avLst/>
          </a:prstGeom>
          <a:noFill/>
          <a:ln>
            <a:noFill/>
          </a:ln>
        </p:spPr>
      </p:pic>
      <p:pic>
        <p:nvPicPr>
          <p:cNvPr id="1444" name="Google Shape;1444;p81"/>
          <p:cNvPicPr preferRelativeResize="0"/>
          <p:nvPr/>
        </p:nvPicPr>
        <p:blipFill>
          <a:blip r:embed="rId9">
            <a:alphaModFix amt="86000"/>
          </a:blip>
          <a:stretch>
            <a:fillRect/>
          </a:stretch>
        </p:blipFill>
        <p:spPr>
          <a:xfrm rot="-1379977">
            <a:off x="6430838" y="3906687"/>
            <a:ext cx="942975" cy="1866900"/>
          </a:xfrm>
          <a:prstGeom prst="rect">
            <a:avLst/>
          </a:prstGeom>
          <a:noFill/>
          <a:ln>
            <a:noFill/>
          </a:ln>
        </p:spPr>
      </p:pic>
      <p:pic>
        <p:nvPicPr>
          <p:cNvPr id="1445" name="Google Shape;1445;p81"/>
          <p:cNvPicPr preferRelativeResize="0"/>
          <p:nvPr/>
        </p:nvPicPr>
        <p:blipFill>
          <a:blip r:embed="rId10">
            <a:alphaModFix/>
          </a:blip>
          <a:stretch>
            <a:fillRect/>
          </a:stretch>
        </p:blipFill>
        <p:spPr>
          <a:xfrm>
            <a:off x="1797275" y="3857725"/>
            <a:ext cx="849400" cy="26445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82"/>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Tendency</a:t>
            </a:r>
            <a:endParaRPr/>
          </a:p>
        </p:txBody>
      </p:sp>
      <p:pic>
        <p:nvPicPr>
          <p:cNvPr id="1451" name="Google Shape;1451;p82" title="Chart">
            <a:hlinkClick r:id="rId3"/>
          </p:cNvPr>
          <p:cNvPicPr preferRelativeResize="0"/>
          <p:nvPr/>
        </p:nvPicPr>
        <p:blipFill>
          <a:blip r:embed="rId4">
            <a:alphaModFix/>
          </a:blip>
          <a:stretch>
            <a:fillRect/>
          </a:stretch>
        </p:blipFill>
        <p:spPr>
          <a:xfrm>
            <a:off x="684650" y="1295400"/>
            <a:ext cx="4226800" cy="3068775"/>
          </a:xfrm>
          <a:prstGeom prst="rect">
            <a:avLst/>
          </a:prstGeom>
          <a:noFill/>
          <a:ln>
            <a:noFill/>
          </a:ln>
        </p:spPr>
      </p:pic>
      <p:sp>
        <p:nvSpPr>
          <p:cNvPr id="1452" name="Google Shape;1452;p82"/>
          <p:cNvSpPr txBox="1"/>
          <p:nvPr/>
        </p:nvSpPr>
        <p:spPr>
          <a:xfrm>
            <a:off x="4991100" y="3786901"/>
            <a:ext cx="2443800" cy="416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200"/>
              </a:spcAft>
              <a:buNone/>
            </a:pPr>
            <a:r>
              <a:rPr lang="en" sz="1500">
                <a:solidFill>
                  <a:schemeClr val="dk1"/>
                </a:solidFill>
                <a:latin typeface="Gantari"/>
                <a:ea typeface="Gantari"/>
                <a:cs typeface="Gantari"/>
                <a:sym typeface="Gantari"/>
              </a:rPr>
              <a:t>Saturn is composed of hydrogen and helium</a:t>
            </a:r>
            <a:endParaRPr sz="1500">
              <a:solidFill>
                <a:schemeClr val="dk1"/>
              </a:solidFill>
              <a:latin typeface="Gantari"/>
              <a:ea typeface="Gantari"/>
              <a:cs typeface="Gantari"/>
              <a:sym typeface="Gantari"/>
            </a:endParaRPr>
          </a:p>
        </p:txBody>
      </p:sp>
      <p:sp>
        <p:nvSpPr>
          <p:cNvPr id="1453" name="Google Shape;1453;p82"/>
          <p:cNvSpPr txBox="1"/>
          <p:nvPr/>
        </p:nvSpPr>
        <p:spPr>
          <a:xfrm>
            <a:off x="4991100" y="2764850"/>
            <a:ext cx="2443800" cy="416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r>
              <a:rPr lang="en" sz="1500">
                <a:solidFill>
                  <a:schemeClr val="dk1"/>
                </a:solidFill>
                <a:latin typeface="Gantari"/>
                <a:ea typeface="Gantari"/>
                <a:cs typeface="Gantari"/>
                <a:sym typeface="Gantari"/>
              </a:rPr>
              <a:t>Venus has a beautiful name, but it is very hot</a:t>
            </a:r>
            <a:endParaRPr sz="1500">
              <a:solidFill>
                <a:schemeClr val="dk1"/>
              </a:solidFill>
              <a:latin typeface="Gantari"/>
              <a:ea typeface="Gantari"/>
              <a:cs typeface="Gantari"/>
              <a:sym typeface="Gantari"/>
            </a:endParaRPr>
          </a:p>
        </p:txBody>
      </p:sp>
      <p:sp>
        <p:nvSpPr>
          <p:cNvPr id="1454" name="Google Shape;1454;p82"/>
          <p:cNvSpPr txBox="1"/>
          <p:nvPr/>
        </p:nvSpPr>
        <p:spPr>
          <a:xfrm>
            <a:off x="4991100" y="1742798"/>
            <a:ext cx="2443800" cy="416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500">
                <a:solidFill>
                  <a:schemeClr val="dk1"/>
                </a:solidFill>
                <a:latin typeface="Gantari"/>
                <a:ea typeface="Gantari"/>
                <a:cs typeface="Gantari"/>
                <a:sym typeface="Gantari"/>
              </a:rPr>
              <a:t>It </a:t>
            </a:r>
            <a:r>
              <a:rPr lang="en" sz="1500">
                <a:solidFill>
                  <a:schemeClr val="dk1"/>
                </a:solidFill>
                <a:latin typeface="Gantari"/>
                <a:ea typeface="Gantari"/>
                <a:cs typeface="Gantari"/>
                <a:sym typeface="Gantari"/>
              </a:rPr>
              <a:t>is a gas giant and the biggest planet </a:t>
            </a:r>
            <a:r>
              <a:rPr lang="en" sz="1500">
                <a:solidFill>
                  <a:schemeClr val="dk1"/>
                </a:solidFill>
                <a:latin typeface="Gantari"/>
                <a:ea typeface="Gantari"/>
                <a:cs typeface="Gantari"/>
                <a:sym typeface="Gantari"/>
              </a:rPr>
              <a:t>of them all</a:t>
            </a:r>
            <a:endParaRPr sz="1500">
              <a:solidFill>
                <a:schemeClr val="dk1"/>
              </a:solidFill>
              <a:latin typeface="Gantari"/>
              <a:ea typeface="Gantari"/>
              <a:cs typeface="Gantari"/>
              <a:sym typeface="Gantari"/>
            </a:endParaRPr>
          </a:p>
        </p:txBody>
      </p:sp>
      <p:sp>
        <p:nvSpPr>
          <p:cNvPr id="1455" name="Google Shape;1455;p82"/>
          <p:cNvSpPr txBox="1"/>
          <p:nvPr/>
        </p:nvSpPr>
        <p:spPr>
          <a:xfrm>
            <a:off x="4991100" y="2359827"/>
            <a:ext cx="2443800" cy="362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chemeClr val="dk1"/>
                </a:solidFill>
                <a:latin typeface="Artifika"/>
                <a:ea typeface="Artifika"/>
                <a:cs typeface="Artifika"/>
                <a:sym typeface="Artifika"/>
              </a:rPr>
              <a:t>Venus</a:t>
            </a:r>
            <a:endParaRPr sz="2400">
              <a:solidFill>
                <a:schemeClr val="dk1"/>
              </a:solidFill>
              <a:latin typeface="Artifika"/>
              <a:ea typeface="Artifika"/>
              <a:cs typeface="Artifika"/>
              <a:sym typeface="Artifika"/>
            </a:endParaRPr>
          </a:p>
        </p:txBody>
      </p:sp>
      <p:sp>
        <p:nvSpPr>
          <p:cNvPr id="1456" name="Google Shape;1456;p82"/>
          <p:cNvSpPr txBox="1"/>
          <p:nvPr/>
        </p:nvSpPr>
        <p:spPr>
          <a:xfrm>
            <a:off x="4991100" y="3381379"/>
            <a:ext cx="2443800" cy="362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chemeClr val="dk1"/>
                </a:solidFill>
                <a:latin typeface="Artifika"/>
                <a:ea typeface="Artifika"/>
                <a:cs typeface="Artifika"/>
                <a:sym typeface="Artifika"/>
              </a:rPr>
              <a:t>Saturn</a:t>
            </a:r>
            <a:endParaRPr sz="2400">
              <a:solidFill>
                <a:schemeClr val="dk1"/>
              </a:solidFill>
              <a:latin typeface="Artifika"/>
              <a:ea typeface="Artifika"/>
              <a:cs typeface="Artifika"/>
              <a:sym typeface="Artifika"/>
            </a:endParaRPr>
          </a:p>
        </p:txBody>
      </p:sp>
      <p:sp>
        <p:nvSpPr>
          <p:cNvPr id="1457" name="Google Shape;1457;p82"/>
          <p:cNvSpPr txBox="1"/>
          <p:nvPr/>
        </p:nvSpPr>
        <p:spPr>
          <a:xfrm>
            <a:off x="4991100" y="1338275"/>
            <a:ext cx="2443800" cy="362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chemeClr val="dk1"/>
                </a:solidFill>
                <a:latin typeface="Artifika"/>
                <a:ea typeface="Artifika"/>
                <a:cs typeface="Artifika"/>
                <a:sym typeface="Artifika"/>
              </a:rPr>
              <a:t>Jupiter</a:t>
            </a:r>
            <a:endParaRPr sz="2400">
              <a:solidFill>
                <a:schemeClr val="dk1"/>
              </a:solidFill>
              <a:latin typeface="Artifika"/>
              <a:ea typeface="Artifika"/>
              <a:cs typeface="Artifika"/>
              <a:sym typeface="Artifika"/>
            </a:endParaRPr>
          </a:p>
        </p:txBody>
      </p:sp>
      <p:sp>
        <p:nvSpPr>
          <p:cNvPr id="1458" name="Google Shape;1458;p82"/>
          <p:cNvSpPr txBox="1"/>
          <p:nvPr/>
        </p:nvSpPr>
        <p:spPr>
          <a:xfrm>
            <a:off x="714300" y="4364175"/>
            <a:ext cx="7715400" cy="36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Gantari"/>
                <a:ea typeface="Gantari"/>
                <a:cs typeface="Gantari"/>
                <a:sym typeface="Gantari"/>
              </a:rPr>
              <a:t>Follow the link in the graph to modify its data and then paste the new one here. </a:t>
            </a:r>
            <a:r>
              <a:rPr b="1" lang="en" sz="1000">
                <a:solidFill>
                  <a:schemeClr val="dk1"/>
                </a:solidFill>
                <a:uFill>
                  <a:noFill/>
                </a:uFill>
                <a:latin typeface="Gantari"/>
                <a:ea typeface="Gantari"/>
                <a:cs typeface="Gantari"/>
                <a:sym typeface="Gantari"/>
                <a:hlinkClick r:id="rId5">
                  <a:extLst>
                    <a:ext uri="{A12FA001-AC4F-418D-AE19-62706E023703}">
                      <ahyp:hlinkClr val="tx"/>
                    </a:ext>
                  </a:extLst>
                </a:hlinkClick>
              </a:rPr>
              <a:t>For more info, click here</a:t>
            </a:r>
            <a:endParaRPr b="1" sz="1000">
              <a:solidFill>
                <a:schemeClr val="dk1"/>
              </a:solidFill>
              <a:latin typeface="Gantari"/>
              <a:ea typeface="Gantari"/>
              <a:cs typeface="Gantari"/>
              <a:sym typeface="Gantari"/>
            </a:endParaRPr>
          </a:p>
        </p:txBody>
      </p:sp>
      <p:sp>
        <p:nvSpPr>
          <p:cNvPr id="1459" name="Google Shape;1459;p82"/>
          <p:cNvSpPr/>
          <p:nvPr/>
        </p:nvSpPr>
        <p:spPr>
          <a:xfrm>
            <a:off x="7567724" y="1383787"/>
            <a:ext cx="758400" cy="7584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82"/>
          <p:cNvSpPr/>
          <p:nvPr/>
        </p:nvSpPr>
        <p:spPr>
          <a:xfrm>
            <a:off x="7567724" y="2402962"/>
            <a:ext cx="758400" cy="7584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82"/>
          <p:cNvSpPr/>
          <p:nvPr/>
        </p:nvSpPr>
        <p:spPr>
          <a:xfrm>
            <a:off x="7567724" y="3422137"/>
            <a:ext cx="758400" cy="7584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82"/>
          <p:cNvSpPr/>
          <p:nvPr/>
        </p:nvSpPr>
        <p:spPr>
          <a:xfrm>
            <a:off x="7817619" y="1612050"/>
            <a:ext cx="258612" cy="301847"/>
          </a:xfrm>
          <a:custGeom>
            <a:rect b="b" l="l" r="r" t="t"/>
            <a:pathLst>
              <a:path extrusionOk="0" h="10521" w="9014">
                <a:moveTo>
                  <a:pt x="4100" y="1794"/>
                </a:moveTo>
                <a:cubicBezTo>
                  <a:pt x="4250" y="1794"/>
                  <a:pt x="4399" y="1890"/>
                  <a:pt x="4399" y="2081"/>
                </a:cubicBezTo>
                <a:lnTo>
                  <a:pt x="4399" y="4280"/>
                </a:lnTo>
                <a:cubicBezTo>
                  <a:pt x="4399" y="4472"/>
                  <a:pt x="4250" y="4567"/>
                  <a:pt x="4100" y="4567"/>
                </a:cubicBezTo>
                <a:cubicBezTo>
                  <a:pt x="3951" y="4567"/>
                  <a:pt x="3802" y="4472"/>
                  <a:pt x="3802" y="4280"/>
                </a:cubicBezTo>
                <a:lnTo>
                  <a:pt x="3802" y="2081"/>
                </a:lnTo>
                <a:cubicBezTo>
                  <a:pt x="3802" y="1890"/>
                  <a:pt x="3951" y="1794"/>
                  <a:pt x="4100" y="1794"/>
                </a:cubicBezTo>
                <a:close/>
                <a:moveTo>
                  <a:pt x="5277" y="2733"/>
                </a:moveTo>
                <a:cubicBezTo>
                  <a:pt x="5343" y="2733"/>
                  <a:pt x="5413" y="2760"/>
                  <a:pt x="5475" y="2822"/>
                </a:cubicBezTo>
                <a:cubicBezTo>
                  <a:pt x="6886" y="4089"/>
                  <a:pt x="5977" y="6432"/>
                  <a:pt x="4088" y="6456"/>
                </a:cubicBezTo>
                <a:cubicBezTo>
                  <a:pt x="2200" y="6432"/>
                  <a:pt x="1315" y="4089"/>
                  <a:pt x="2702" y="2822"/>
                </a:cubicBezTo>
                <a:cubicBezTo>
                  <a:pt x="2764" y="2760"/>
                  <a:pt x="2834" y="2733"/>
                  <a:pt x="2901" y="2733"/>
                </a:cubicBezTo>
                <a:cubicBezTo>
                  <a:pt x="3141" y="2733"/>
                  <a:pt x="3351" y="3071"/>
                  <a:pt x="3108" y="3276"/>
                </a:cubicBezTo>
                <a:cubicBezTo>
                  <a:pt x="2080" y="4185"/>
                  <a:pt x="2726" y="5882"/>
                  <a:pt x="4088" y="5882"/>
                </a:cubicBezTo>
                <a:cubicBezTo>
                  <a:pt x="5475" y="5882"/>
                  <a:pt x="6121" y="4185"/>
                  <a:pt x="5093" y="3276"/>
                </a:cubicBezTo>
                <a:cubicBezTo>
                  <a:pt x="4831" y="3071"/>
                  <a:pt x="5037" y="2733"/>
                  <a:pt x="5277" y="2733"/>
                </a:cubicBezTo>
                <a:close/>
                <a:moveTo>
                  <a:pt x="4088" y="1"/>
                </a:moveTo>
                <a:cubicBezTo>
                  <a:pt x="1793" y="1"/>
                  <a:pt x="0" y="1961"/>
                  <a:pt x="215" y="4209"/>
                </a:cubicBezTo>
                <a:lnTo>
                  <a:pt x="215" y="10210"/>
                </a:lnTo>
                <a:cubicBezTo>
                  <a:pt x="215" y="10377"/>
                  <a:pt x="335" y="10520"/>
                  <a:pt x="502" y="10520"/>
                </a:cubicBezTo>
                <a:lnTo>
                  <a:pt x="4877" y="10520"/>
                </a:lnTo>
                <a:cubicBezTo>
                  <a:pt x="5045" y="10520"/>
                  <a:pt x="5164" y="10377"/>
                  <a:pt x="5164" y="10210"/>
                </a:cubicBezTo>
                <a:lnTo>
                  <a:pt x="5164" y="8990"/>
                </a:lnTo>
                <a:lnTo>
                  <a:pt x="6671" y="8990"/>
                </a:lnTo>
                <a:cubicBezTo>
                  <a:pt x="7268" y="8990"/>
                  <a:pt x="7770" y="8488"/>
                  <a:pt x="7770" y="7891"/>
                </a:cubicBezTo>
                <a:lnTo>
                  <a:pt x="7770" y="6695"/>
                </a:lnTo>
                <a:lnTo>
                  <a:pt x="8655" y="6695"/>
                </a:lnTo>
                <a:cubicBezTo>
                  <a:pt x="8870" y="6695"/>
                  <a:pt x="9014" y="6456"/>
                  <a:pt x="8918" y="6265"/>
                </a:cubicBezTo>
                <a:lnTo>
                  <a:pt x="7962" y="4352"/>
                </a:lnTo>
                <a:lnTo>
                  <a:pt x="7962" y="4209"/>
                </a:lnTo>
                <a:cubicBezTo>
                  <a:pt x="8153" y="1961"/>
                  <a:pt x="6360" y="1"/>
                  <a:pt x="40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82"/>
          <p:cNvSpPr/>
          <p:nvPr/>
        </p:nvSpPr>
        <p:spPr>
          <a:xfrm>
            <a:off x="7820359" y="2636388"/>
            <a:ext cx="253132" cy="291519"/>
          </a:xfrm>
          <a:custGeom>
            <a:rect b="b" l="l" r="r" t="t"/>
            <a:pathLst>
              <a:path extrusionOk="0" h="10161" w="8823">
                <a:moveTo>
                  <a:pt x="4894" y="1442"/>
                </a:moveTo>
                <a:cubicBezTo>
                  <a:pt x="5006" y="1442"/>
                  <a:pt x="5117" y="1505"/>
                  <a:pt x="5165" y="1650"/>
                </a:cubicBezTo>
                <a:lnTo>
                  <a:pt x="5428" y="2582"/>
                </a:lnTo>
                <a:cubicBezTo>
                  <a:pt x="5476" y="2749"/>
                  <a:pt x="5380" y="2917"/>
                  <a:pt x="5213" y="2941"/>
                </a:cubicBezTo>
                <a:lnTo>
                  <a:pt x="4280" y="3204"/>
                </a:lnTo>
                <a:cubicBezTo>
                  <a:pt x="4256" y="3208"/>
                  <a:pt x="4233" y="3210"/>
                  <a:pt x="4211" y="3210"/>
                </a:cubicBezTo>
                <a:cubicBezTo>
                  <a:pt x="3882" y="3210"/>
                  <a:pt x="3777" y="2742"/>
                  <a:pt x="4113" y="2630"/>
                </a:cubicBezTo>
                <a:lnTo>
                  <a:pt x="4448" y="2558"/>
                </a:lnTo>
                <a:cubicBezTo>
                  <a:pt x="4256" y="2463"/>
                  <a:pt x="4065" y="2439"/>
                  <a:pt x="3874" y="2439"/>
                </a:cubicBezTo>
                <a:cubicBezTo>
                  <a:pt x="2559" y="2439"/>
                  <a:pt x="1889" y="4040"/>
                  <a:pt x="2822" y="4997"/>
                </a:cubicBezTo>
                <a:cubicBezTo>
                  <a:pt x="3122" y="5297"/>
                  <a:pt x="3494" y="5431"/>
                  <a:pt x="3861" y="5431"/>
                </a:cubicBezTo>
                <a:cubicBezTo>
                  <a:pt x="4633" y="5431"/>
                  <a:pt x="5380" y="4836"/>
                  <a:pt x="5380" y="3945"/>
                </a:cubicBezTo>
                <a:cubicBezTo>
                  <a:pt x="5380" y="3742"/>
                  <a:pt x="5529" y="3640"/>
                  <a:pt x="5679" y="3640"/>
                </a:cubicBezTo>
                <a:cubicBezTo>
                  <a:pt x="5828" y="3640"/>
                  <a:pt x="5978" y="3742"/>
                  <a:pt x="5978" y="3945"/>
                </a:cubicBezTo>
                <a:cubicBezTo>
                  <a:pt x="5978" y="5092"/>
                  <a:pt x="5045" y="6025"/>
                  <a:pt x="3874" y="6025"/>
                </a:cubicBezTo>
                <a:lnTo>
                  <a:pt x="3874" y="6001"/>
                </a:lnTo>
                <a:cubicBezTo>
                  <a:pt x="3861" y="6001"/>
                  <a:pt x="3848" y="6001"/>
                  <a:pt x="3835" y="6001"/>
                </a:cubicBezTo>
                <a:cubicBezTo>
                  <a:pt x="2539" y="6001"/>
                  <a:pt x="1533" y="4817"/>
                  <a:pt x="1794" y="3515"/>
                </a:cubicBezTo>
                <a:cubicBezTo>
                  <a:pt x="1982" y="2501"/>
                  <a:pt x="2877" y="1826"/>
                  <a:pt x="3855" y="1826"/>
                </a:cubicBezTo>
                <a:cubicBezTo>
                  <a:pt x="4122" y="1826"/>
                  <a:pt x="4396" y="1877"/>
                  <a:pt x="4663" y="1984"/>
                </a:cubicBezTo>
                <a:lnTo>
                  <a:pt x="4591" y="1793"/>
                </a:lnTo>
                <a:cubicBezTo>
                  <a:pt x="4563" y="1579"/>
                  <a:pt x="4730" y="1442"/>
                  <a:pt x="4894" y="1442"/>
                </a:cubicBezTo>
                <a:close/>
                <a:moveTo>
                  <a:pt x="3874" y="0"/>
                </a:moveTo>
                <a:cubicBezTo>
                  <a:pt x="1746" y="0"/>
                  <a:pt x="1" y="1745"/>
                  <a:pt x="1" y="3873"/>
                </a:cubicBezTo>
                <a:lnTo>
                  <a:pt x="1" y="9874"/>
                </a:lnTo>
                <a:cubicBezTo>
                  <a:pt x="1" y="10041"/>
                  <a:pt x="144" y="10161"/>
                  <a:pt x="312" y="10161"/>
                </a:cubicBezTo>
                <a:lnTo>
                  <a:pt x="4687" y="10161"/>
                </a:lnTo>
                <a:cubicBezTo>
                  <a:pt x="4830" y="10161"/>
                  <a:pt x="4974" y="10041"/>
                  <a:pt x="4974" y="9874"/>
                </a:cubicBezTo>
                <a:lnTo>
                  <a:pt x="4974" y="8631"/>
                </a:lnTo>
                <a:lnTo>
                  <a:pt x="6480" y="8631"/>
                </a:lnTo>
                <a:cubicBezTo>
                  <a:pt x="7078" y="8631"/>
                  <a:pt x="7556" y="8153"/>
                  <a:pt x="7556" y="7555"/>
                </a:cubicBezTo>
                <a:lnTo>
                  <a:pt x="7556" y="6360"/>
                </a:lnTo>
                <a:lnTo>
                  <a:pt x="8464" y="6360"/>
                </a:lnTo>
                <a:cubicBezTo>
                  <a:pt x="8679" y="6360"/>
                  <a:pt x="8823" y="6120"/>
                  <a:pt x="8727" y="5929"/>
                </a:cubicBezTo>
                <a:lnTo>
                  <a:pt x="8703" y="5929"/>
                </a:lnTo>
                <a:lnTo>
                  <a:pt x="7747" y="4017"/>
                </a:lnTo>
                <a:lnTo>
                  <a:pt x="7747" y="3873"/>
                </a:lnTo>
                <a:cubicBezTo>
                  <a:pt x="7747" y="1745"/>
                  <a:pt x="6026" y="0"/>
                  <a:pt x="38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4" name="Google Shape;1464;p82"/>
          <p:cNvGrpSpPr/>
          <p:nvPr/>
        </p:nvGrpSpPr>
        <p:grpSpPr>
          <a:xfrm>
            <a:off x="7817604" y="3650395"/>
            <a:ext cx="258640" cy="301847"/>
            <a:chOff x="2564900" y="2855375"/>
            <a:chExt cx="225375" cy="263025"/>
          </a:xfrm>
        </p:grpSpPr>
        <p:sp>
          <p:nvSpPr>
            <p:cNvPr id="1465" name="Google Shape;1465;p82"/>
            <p:cNvSpPr/>
            <p:nvPr/>
          </p:nvSpPr>
          <p:spPr>
            <a:xfrm>
              <a:off x="2615725" y="2911575"/>
              <a:ext cx="102225" cy="55000"/>
            </a:xfrm>
            <a:custGeom>
              <a:rect b="b" l="l" r="r" t="t"/>
              <a:pathLst>
                <a:path extrusionOk="0" h="2200" w="4089">
                  <a:moveTo>
                    <a:pt x="2023" y="0"/>
                  </a:moveTo>
                  <a:cubicBezTo>
                    <a:pt x="1530" y="0"/>
                    <a:pt x="1040" y="311"/>
                    <a:pt x="956" y="933"/>
                  </a:cubicBezTo>
                  <a:cubicBezTo>
                    <a:pt x="932" y="1076"/>
                    <a:pt x="813" y="1196"/>
                    <a:pt x="646" y="1196"/>
                  </a:cubicBezTo>
                  <a:cubicBezTo>
                    <a:pt x="0" y="1196"/>
                    <a:pt x="0" y="2200"/>
                    <a:pt x="646" y="2200"/>
                  </a:cubicBezTo>
                  <a:lnTo>
                    <a:pt x="3443" y="2200"/>
                  </a:lnTo>
                  <a:cubicBezTo>
                    <a:pt x="4088" y="2176"/>
                    <a:pt x="4088" y="1196"/>
                    <a:pt x="3443" y="1196"/>
                  </a:cubicBezTo>
                  <a:lnTo>
                    <a:pt x="3419" y="1196"/>
                  </a:lnTo>
                  <a:cubicBezTo>
                    <a:pt x="3252" y="1196"/>
                    <a:pt x="3132" y="1076"/>
                    <a:pt x="3108" y="933"/>
                  </a:cubicBezTo>
                  <a:cubicBezTo>
                    <a:pt x="3012" y="311"/>
                    <a:pt x="2516" y="0"/>
                    <a:pt x="20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82"/>
            <p:cNvSpPr/>
            <p:nvPr/>
          </p:nvSpPr>
          <p:spPr>
            <a:xfrm>
              <a:off x="2564900" y="2855375"/>
              <a:ext cx="225375" cy="263025"/>
            </a:xfrm>
            <a:custGeom>
              <a:rect b="b" l="l" r="r" t="t"/>
              <a:pathLst>
                <a:path extrusionOk="0" h="10521" w="9015">
                  <a:moveTo>
                    <a:pt x="4086" y="1668"/>
                  </a:moveTo>
                  <a:cubicBezTo>
                    <a:pt x="4484" y="1668"/>
                    <a:pt x="4878" y="1806"/>
                    <a:pt x="5189" y="2081"/>
                  </a:cubicBezTo>
                  <a:cubicBezTo>
                    <a:pt x="5428" y="2296"/>
                    <a:pt x="5619" y="2559"/>
                    <a:pt x="5715" y="2870"/>
                  </a:cubicBezTo>
                  <a:cubicBezTo>
                    <a:pt x="6982" y="3157"/>
                    <a:pt x="6791" y="5045"/>
                    <a:pt x="5476" y="5045"/>
                  </a:cubicBezTo>
                  <a:lnTo>
                    <a:pt x="5452" y="5021"/>
                  </a:lnTo>
                  <a:lnTo>
                    <a:pt x="4257" y="5021"/>
                  </a:lnTo>
                  <a:lnTo>
                    <a:pt x="3970" y="5619"/>
                  </a:lnTo>
                  <a:lnTo>
                    <a:pt x="4663" y="5619"/>
                  </a:lnTo>
                  <a:cubicBezTo>
                    <a:pt x="4878" y="5619"/>
                    <a:pt x="5022" y="5858"/>
                    <a:pt x="4926" y="6050"/>
                  </a:cubicBezTo>
                  <a:lnTo>
                    <a:pt x="4328" y="7245"/>
                  </a:lnTo>
                  <a:cubicBezTo>
                    <a:pt x="4278" y="7362"/>
                    <a:pt x="4181" y="7421"/>
                    <a:pt x="4078" y="7421"/>
                  </a:cubicBezTo>
                  <a:cubicBezTo>
                    <a:pt x="4034" y="7421"/>
                    <a:pt x="3989" y="7410"/>
                    <a:pt x="3946" y="7388"/>
                  </a:cubicBezTo>
                  <a:cubicBezTo>
                    <a:pt x="3802" y="7317"/>
                    <a:pt x="3731" y="7125"/>
                    <a:pt x="3802" y="6982"/>
                  </a:cubicBezTo>
                  <a:lnTo>
                    <a:pt x="4185" y="6217"/>
                  </a:lnTo>
                  <a:lnTo>
                    <a:pt x="3468" y="6217"/>
                  </a:lnTo>
                  <a:cubicBezTo>
                    <a:pt x="3252" y="6217"/>
                    <a:pt x="3109" y="6002"/>
                    <a:pt x="3205" y="5787"/>
                  </a:cubicBezTo>
                  <a:lnTo>
                    <a:pt x="3587" y="5045"/>
                  </a:lnTo>
                  <a:lnTo>
                    <a:pt x="2702" y="5045"/>
                  </a:lnTo>
                  <a:cubicBezTo>
                    <a:pt x="1388" y="5045"/>
                    <a:pt x="1172" y="3157"/>
                    <a:pt x="2463" y="2870"/>
                  </a:cubicBezTo>
                  <a:cubicBezTo>
                    <a:pt x="2559" y="2559"/>
                    <a:pt x="2726" y="2296"/>
                    <a:pt x="2965" y="2081"/>
                  </a:cubicBezTo>
                  <a:cubicBezTo>
                    <a:pt x="3288" y="1806"/>
                    <a:pt x="3689" y="1668"/>
                    <a:pt x="4086" y="1668"/>
                  </a:cubicBezTo>
                  <a:close/>
                  <a:moveTo>
                    <a:pt x="4065" y="1"/>
                  </a:moveTo>
                  <a:cubicBezTo>
                    <a:pt x="1794" y="1"/>
                    <a:pt x="1" y="1961"/>
                    <a:pt x="192" y="4233"/>
                  </a:cubicBezTo>
                  <a:lnTo>
                    <a:pt x="192" y="10233"/>
                  </a:lnTo>
                  <a:cubicBezTo>
                    <a:pt x="192" y="10401"/>
                    <a:pt x="336" y="10520"/>
                    <a:pt x="503" y="10520"/>
                  </a:cubicBezTo>
                  <a:lnTo>
                    <a:pt x="4854" y="10520"/>
                  </a:lnTo>
                  <a:cubicBezTo>
                    <a:pt x="5022" y="10520"/>
                    <a:pt x="5165" y="10401"/>
                    <a:pt x="5165" y="10233"/>
                  </a:cubicBezTo>
                  <a:lnTo>
                    <a:pt x="5165" y="8990"/>
                  </a:lnTo>
                  <a:lnTo>
                    <a:pt x="6647" y="8990"/>
                  </a:lnTo>
                  <a:cubicBezTo>
                    <a:pt x="7245" y="8990"/>
                    <a:pt x="7747" y="8512"/>
                    <a:pt x="7747" y="7914"/>
                  </a:cubicBezTo>
                  <a:lnTo>
                    <a:pt x="7747" y="6719"/>
                  </a:lnTo>
                  <a:lnTo>
                    <a:pt x="8632" y="6719"/>
                  </a:lnTo>
                  <a:cubicBezTo>
                    <a:pt x="8871" y="6719"/>
                    <a:pt x="9014" y="6480"/>
                    <a:pt x="8919" y="6289"/>
                  </a:cubicBezTo>
                  <a:lnTo>
                    <a:pt x="8895" y="6289"/>
                  </a:lnTo>
                  <a:lnTo>
                    <a:pt x="7938" y="4376"/>
                  </a:lnTo>
                  <a:lnTo>
                    <a:pt x="7938" y="4233"/>
                  </a:lnTo>
                  <a:cubicBezTo>
                    <a:pt x="8130" y="1961"/>
                    <a:pt x="6337" y="1"/>
                    <a:pt x="4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83"/>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Tendency in the world</a:t>
            </a:r>
            <a:endParaRPr/>
          </a:p>
        </p:txBody>
      </p:sp>
      <p:grpSp>
        <p:nvGrpSpPr>
          <p:cNvPr id="1472" name="Google Shape;1472;p83"/>
          <p:cNvGrpSpPr/>
          <p:nvPr/>
        </p:nvGrpSpPr>
        <p:grpSpPr>
          <a:xfrm>
            <a:off x="3894979" y="1551404"/>
            <a:ext cx="4496546" cy="2806488"/>
            <a:chOff x="-4436852" y="1046398"/>
            <a:chExt cx="4662049" cy="2909786"/>
          </a:xfrm>
        </p:grpSpPr>
        <p:grpSp>
          <p:nvGrpSpPr>
            <p:cNvPr id="1473" name="Google Shape;1473;p83"/>
            <p:cNvGrpSpPr/>
            <p:nvPr/>
          </p:nvGrpSpPr>
          <p:grpSpPr>
            <a:xfrm>
              <a:off x="-4436852" y="1046398"/>
              <a:ext cx="4662049" cy="2909786"/>
              <a:chOff x="235800" y="830650"/>
              <a:chExt cx="7352230" cy="4588844"/>
            </a:xfrm>
          </p:grpSpPr>
          <p:sp>
            <p:nvSpPr>
              <p:cNvPr id="1474" name="Google Shape;1474;p83"/>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FFFFFF"/>
              </a:solidFill>
              <a:ln cap="flat" cmpd="sng" w="38100">
                <a:solidFill>
                  <a:schemeClr val="lt1"/>
                </a:solidFill>
                <a:prstDash val="solid"/>
                <a:round/>
                <a:headEnd len="sm" w="sm" type="none"/>
                <a:tailEnd len="sm" w="sm" type="none"/>
              </a:ln>
              <a:effectLst>
                <a:outerShdw blurRad="57150" rotWithShape="0" algn="bl" dir="5400000" dist="19050">
                  <a:schemeClr val="dk1">
                    <a:alpha val="46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83"/>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lt1"/>
              </a:solidFill>
              <a:ln cap="flat" cmpd="sng" w="38100">
                <a:solidFill>
                  <a:schemeClr val="lt1"/>
                </a:solidFill>
                <a:prstDash val="solid"/>
                <a:round/>
                <a:headEnd len="sm" w="sm" type="none"/>
                <a:tailEnd len="sm" w="sm" type="none"/>
              </a:ln>
              <a:effectLst>
                <a:outerShdw blurRad="57150" rotWithShape="0" algn="bl" dir="5400000" dist="19050">
                  <a:schemeClr val="dk1">
                    <a:alpha val="37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83"/>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lt1"/>
              </a:solidFill>
              <a:ln cap="flat" cmpd="sng" w="38100">
                <a:solidFill>
                  <a:schemeClr val="lt1"/>
                </a:solidFill>
                <a:prstDash val="solid"/>
                <a:round/>
                <a:headEnd len="sm" w="sm" type="none"/>
                <a:tailEnd len="sm" w="sm" type="none"/>
              </a:ln>
              <a:effectLst>
                <a:outerShdw blurRad="57150" rotWithShape="0" algn="bl" dir="5400000" dist="19050">
                  <a:schemeClr val="dk1">
                    <a:alpha val="37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83"/>
              <p:cNvSpPr/>
              <p:nvPr/>
            </p:nvSpPr>
            <p:spPr>
              <a:xfrm>
                <a:off x="6769567" y="3920712"/>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lt1"/>
              </a:solidFill>
              <a:ln cap="flat" cmpd="sng" w="38100">
                <a:solidFill>
                  <a:schemeClr val="lt1"/>
                </a:solidFill>
                <a:prstDash val="solid"/>
                <a:round/>
                <a:headEnd len="sm" w="sm" type="none"/>
                <a:tailEnd len="sm" w="sm" type="none"/>
              </a:ln>
              <a:effectLst>
                <a:outerShdw blurRad="57150" rotWithShape="0" algn="bl" dir="5400000" dist="19050">
                  <a:schemeClr val="dk1">
                    <a:alpha val="37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83"/>
              <p:cNvSpPr/>
              <p:nvPr/>
            </p:nvSpPr>
            <p:spPr>
              <a:xfrm>
                <a:off x="6120468" y="398541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lt1"/>
              </a:solidFill>
              <a:ln cap="flat" cmpd="sng" w="38100">
                <a:solidFill>
                  <a:schemeClr val="lt1"/>
                </a:solidFill>
                <a:prstDash val="solid"/>
                <a:round/>
                <a:headEnd len="sm" w="sm" type="none"/>
                <a:tailEnd len="sm" w="sm" type="none"/>
              </a:ln>
              <a:effectLst>
                <a:outerShdw blurRad="57150" rotWithShape="0" algn="bl" dir="5400000" dist="19050">
                  <a:schemeClr val="dk1">
                    <a:alpha val="37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83"/>
              <p:cNvSpPr/>
              <p:nvPr/>
            </p:nvSpPr>
            <p:spPr>
              <a:xfrm>
                <a:off x="6623455" y="443545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lt1"/>
              </a:solidFill>
              <a:ln cap="flat" cmpd="sng" w="38100">
                <a:solidFill>
                  <a:schemeClr val="lt1"/>
                </a:solidFill>
                <a:prstDash val="solid"/>
                <a:round/>
                <a:headEnd len="sm" w="sm" type="none"/>
                <a:tailEnd len="sm" w="sm" type="none"/>
              </a:ln>
              <a:effectLst>
                <a:outerShdw blurRad="57150" rotWithShape="0" algn="bl" dir="5400000" dist="19050">
                  <a:schemeClr val="dk1">
                    <a:alpha val="37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0" name="Google Shape;1480;p83"/>
            <p:cNvGrpSpPr/>
            <p:nvPr/>
          </p:nvGrpSpPr>
          <p:grpSpPr>
            <a:xfrm>
              <a:off x="-4436852" y="1046398"/>
              <a:ext cx="4662049" cy="2909786"/>
              <a:chOff x="235800" y="830650"/>
              <a:chExt cx="7352230" cy="4588844"/>
            </a:xfrm>
          </p:grpSpPr>
          <p:sp>
            <p:nvSpPr>
              <p:cNvPr id="1481" name="Google Shape;1481;p83"/>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dk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83"/>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dk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83"/>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dk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83"/>
              <p:cNvSpPr/>
              <p:nvPr/>
            </p:nvSpPr>
            <p:spPr>
              <a:xfrm>
                <a:off x="6769567" y="3920712"/>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dk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83"/>
              <p:cNvSpPr/>
              <p:nvPr/>
            </p:nvSpPr>
            <p:spPr>
              <a:xfrm>
                <a:off x="6120468" y="398541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dk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83"/>
              <p:cNvSpPr/>
              <p:nvPr/>
            </p:nvSpPr>
            <p:spPr>
              <a:xfrm>
                <a:off x="6623455" y="443545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dk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87" name="Google Shape;1487;p83"/>
          <p:cNvSpPr txBox="1"/>
          <p:nvPr/>
        </p:nvSpPr>
        <p:spPr>
          <a:xfrm>
            <a:off x="695325" y="3586064"/>
            <a:ext cx="2443800" cy="41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200"/>
              </a:spcAft>
              <a:buNone/>
            </a:pPr>
            <a:r>
              <a:rPr lang="en" sz="1500">
                <a:solidFill>
                  <a:schemeClr val="dk1"/>
                </a:solidFill>
                <a:latin typeface="Gantari"/>
                <a:ea typeface="Gantari"/>
                <a:cs typeface="Gantari"/>
                <a:sym typeface="Gantari"/>
              </a:rPr>
              <a:t>Saturn is composed of hydrogen and helium</a:t>
            </a:r>
            <a:endParaRPr sz="1500">
              <a:solidFill>
                <a:schemeClr val="dk1"/>
              </a:solidFill>
              <a:latin typeface="Gantari"/>
              <a:ea typeface="Gantari"/>
              <a:cs typeface="Gantari"/>
              <a:sym typeface="Gantari"/>
            </a:endParaRPr>
          </a:p>
        </p:txBody>
      </p:sp>
      <p:sp>
        <p:nvSpPr>
          <p:cNvPr id="1488" name="Google Shape;1488;p83"/>
          <p:cNvSpPr txBox="1"/>
          <p:nvPr/>
        </p:nvSpPr>
        <p:spPr>
          <a:xfrm>
            <a:off x="695325" y="1922961"/>
            <a:ext cx="2443800" cy="41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It is a gas giant and the biggest planet </a:t>
            </a:r>
            <a:r>
              <a:rPr lang="en" sz="1500">
                <a:solidFill>
                  <a:schemeClr val="dk1"/>
                </a:solidFill>
                <a:latin typeface="Gantari"/>
                <a:ea typeface="Gantari"/>
                <a:cs typeface="Gantari"/>
                <a:sym typeface="Gantari"/>
              </a:rPr>
              <a:t>of them all</a:t>
            </a:r>
            <a:endParaRPr sz="1500">
              <a:solidFill>
                <a:schemeClr val="dk1"/>
              </a:solidFill>
              <a:latin typeface="Gantari"/>
              <a:ea typeface="Gantari"/>
              <a:cs typeface="Gantari"/>
              <a:sym typeface="Gantari"/>
            </a:endParaRPr>
          </a:p>
        </p:txBody>
      </p:sp>
      <p:sp>
        <p:nvSpPr>
          <p:cNvPr id="1489" name="Google Shape;1489;p83"/>
          <p:cNvSpPr txBox="1"/>
          <p:nvPr/>
        </p:nvSpPr>
        <p:spPr>
          <a:xfrm>
            <a:off x="695325" y="3180541"/>
            <a:ext cx="24438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Saturn</a:t>
            </a:r>
            <a:endParaRPr sz="2400">
              <a:solidFill>
                <a:schemeClr val="dk1"/>
              </a:solidFill>
              <a:latin typeface="Artifika"/>
              <a:ea typeface="Artifika"/>
              <a:cs typeface="Artifika"/>
              <a:sym typeface="Artifika"/>
            </a:endParaRPr>
          </a:p>
        </p:txBody>
      </p:sp>
      <p:sp>
        <p:nvSpPr>
          <p:cNvPr id="1490" name="Google Shape;1490;p83"/>
          <p:cNvSpPr txBox="1"/>
          <p:nvPr/>
        </p:nvSpPr>
        <p:spPr>
          <a:xfrm>
            <a:off x="695325" y="1518438"/>
            <a:ext cx="24438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Jupiter</a:t>
            </a:r>
            <a:endParaRPr sz="2400">
              <a:solidFill>
                <a:schemeClr val="dk1"/>
              </a:solidFill>
              <a:latin typeface="Artifika"/>
              <a:ea typeface="Artifika"/>
              <a:cs typeface="Artifika"/>
              <a:sym typeface="Artifika"/>
            </a:endParaRPr>
          </a:p>
        </p:txBody>
      </p:sp>
      <p:sp>
        <p:nvSpPr>
          <p:cNvPr id="1491" name="Google Shape;1491;p83"/>
          <p:cNvSpPr/>
          <p:nvPr/>
        </p:nvSpPr>
        <p:spPr>
          <a:xfrm rot="5400000">
            <a:off x="1657425" y="3193700"/>
            <a:ext cx="379200" cy="2192400"/>
          </a:xfrm>
          <a:prstGeom prst="roundRect">
            <a:avLst>
              <a:gd fmla="val 16667" name="adj"/>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83"/>
          <p:cNvSpPr/>
          <p:nvPr/>
        </p:nvSpPr>
        <p:spPr>
          <a:xfrm rot="5400000">
            <a:off x="1267048" y="3657650"/>
            <a:ext cx="316200" cy="12645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83"/>
          <p:cNvSpPr/>
          <p:nvPr/>
        </p:nvSpPr>
        <p:spPr>
          <a:xfrm rot="5400000">
            <a:off x="1657425" y="1526825"/>
            <a:ext cx="379200" cy="2192400"/>
          </a:xfrm>
          <a:prstGeom prst="roundRect">
            <a:avLst>
              <a:gd fmla="val 16667" name="adj"/>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83"/>
          <p:cNvSpPr/>
          <p:nvPr/>
        </p:nvSpPr>
        <p:spPr>
          <a:xfrm rot="5400000">
            <a:off x="1095597" y="2162225"/>
            <a:ext cx="316200" cy="9216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83"/>
          <p:cNvSpPr txBox="1"/>
          <p:nvPr/>
        </p:nvSpPr>
        <p:spPr>
          <a:xfrm>
            <a:off x="2981325" y="4114000"/>
            <a:ext cx="8763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60%</a:t>
            </a:r>
            <a:endParaRPr sz="2400">
              <a:solidFill>
                <a:schemeClr val="dk1"/>
              </a:solidFill>
              <a:latin typeface="Artifika"/>
              <a:ea typeface="Artifika"/>
              <a:cs typeface="Artifika"/>
              <a:sym typeface="Artifika"/>
            </a:endParaRPr>
          </a:p>
        </p:txBody>
      </p:sp>
      <p:sp>
        <p:nvSpPr>
          <p:cNvPr id="1496" name="Google Shape;1496;p83"/>
          <p:cNvSpPr txBox="1"/>
          <p:nvPr/>
        </p:nvSpPr>
        <p:spPr>
          <a:xfrm>
            <a:off x="2981325" y="2451900"/>
            <a:ext cx="8763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40%</a:t>
            </a:r>
            <a:endParaRPr sz="2400">
              <a:solidFill>
                <a:schemeClr val="dk1"/>
              </a:solidFill>
              <a:latin typeface="Artifika"/>
              <a:ea typeface="Artifika"/>
              <a:cs typeface="Artifika"/>
              <a:sym typeface="Artifika"/>
            </a:endParaRPr>
          </a:p>
        </p:txBody>
      </p:sp>
      <p:sp>
        <p:nvSpPr>
          <p:cNvPr id="1497" name="Google Shape;1497;p83"/>
          <p:cNvSpPr/>
          <p:nvPr/>
        </p:nvSpPr>
        <p:spPr>
          <a:xfrm>
            <a:off x="4329225" y="2413657"/>
            <a:ext cx="316200" cy="3162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83"/>
          <p:cNvSpPr/>
          <p:nvPr/>
        </p:nvSpPr>
        <p:spPr>
          <a:xfrm>
            <a:off x="6081825" y="1956457"/>
            <a:ext cx="316200" cy="3162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83"/>
          <p:cNvSpPr/>
          <p:nvPr/>
        </p:nvSpPr>
        <p:spPr>
          <a:xfrm>
            <a:off x="7224825" y="2642257"/>
            <a:ext cx="316200" cy="3162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83"/>
          <p:cNvSpPr/>
          <p:nvPr/>
        </p:nvSpPr>
        <p:spPr>
          <a:xfrm>
            <a:off x="5815125" y="2272657"/>
            <a:ext cx="316200" cy="3162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83"/>
          <p:cNvSpPr/>
          <p:nvPr/>
        </p:nvSpPr>
        <p:spPr>
          <a:xfrm>
            <a:off x="4781550" y="3958582"/>
            <a:ext cx="316200" cy="3162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84"/>
          <p:cNvSpPr/>
          <p:nvPr/>
        </p:nvSpPr>
        <p:spPr>
          <a:xfrm>
            <a:off x="952500" y="1190625"/>
            <a:ext cx="7239000" cy="3184800"/>
          </a:xfrm>
          <a:prstGeom prst="rect">
            <a:avLst/>
          </a:prstGeom>
          <a:solidFill>
            <a:schemeClr val="lt1"/>
          </a:solidFill>
          <a:ln cap="flat" cmpd="sng" w="762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84"/>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a:t>
            </a:r>
            <a:endParaRPr/>
          </a:p>
        </p:txBody>
      </p:sp>
      <p:graphicFrame>
        <p:nvGraphicFramePr>
          <p:cNvPr id="1508" name="Google Shape;1508;p84"/>
          <p:cNvGraphicFramePr/>
          <p:nvPr/>
        </p:nvGraphicFramePr>
        <p:xfrm>
          <a:off x="952500" y="1181100"/>
          <a:ext cx="3000000" cy="3000000"/>
        </p:xfrm>
        <a:graphic>
          <a:graphicData uri="http://schemas.openxmlformats.org/drawingml/2006/table">
            <a:tbl>
              <a:tblPr>
                <a:noFill/>
                <a:tableStyleId>{FB88F5EA-AF5F-45D1-B4E8-06C1573A6736}</a:tableStyleId>
              </a:tblPr>
              <a:tblGrid>
                <a:gridCol w="1181100"/>
                <a:gridCol w="2019300"/>
                <a:gridCol w="2019300"/>
                <a:gridCol w="2019300"/>
              </a:tblGrid>
              <a:tr h="529125">
                <a:tc gridSpan="4">
                  <a:txBody>
                    <a:bodyPr/>
                    <a:lstStyle/>
                    <a:p>
                      <a:pPr indent="0" lvl="0" marL="0" rtl="0" algn="ctr">
                        <a:spcBef>
                          <a:spcPts val="0"/>
                        </a:spcBef>
                        <a:spcAft>
                          <a:spcPts val="0"/>
                        </a:spcAft>
                        <a:buNone/>
                      </a:pPr>
                      <a:r>
                        <a:rPr lang="en" sz="2400">
                          <a:solidFill>
                            <a:schemeClr val="dk1"/>
                          </a:solidFill>
                          <a:latin typeface="Artifika"/>
                          <a:ea typeface="Artifika"/>
                          <a:cs typeface="Artifika"/>
                          <a:sym typeface="Artifika"/>
                        </a:rPr>
                        <a:t>Outcome</a:t>
                      </a:r>
                      <a:endParaRPr sz="2400">
                        <a:solidFill>
                          <a:schemeClr val="dk1"/>
                        </a:solidFill>
                        <a:latin typeface="Artifika"/>
                        <a:ea typeface="Artifika"/>
                        <a:cs typeface="Artifika"/>
                        <a:sym typeface="Artifika"/>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4"/>
                    </a:solidFill>
                  </a:tcPr>
                </a:tc>
                <a:tc hMerge="1"/>
                <a:tc hMerge="1"/>
                <a:tc hMerge="1"/>
              </a:tr>
              <a:tr h="529125">
                <a:tc>
                  <a:txBody>
                    <a:bodyPr/>
                    <a:lstStyle/>
                    <a:p>
                      <a:pPr indent="0" lvl="0" marL="0" rtl="0" algn="ctr">
                        <a:spcBef>
                          <a:spcPts val="0"/>
                        </a:spcBef>
                        <a:spcAft>
                          <a:spcPts val="0"/>
                        </a:spcAft>
                        <a:buNone/>
                      </a:pPr>
                      <a:r>
                        <a:rPr lang="en" sz="2000">
                          <a:solidFill>
                            <a:schemeClr val="dk1"/>
                          </a:solidFill>
                          <a:latin typeface="Artifika"/>
                          <a:ea typeface="Artifika"/>
                          <a:cs typeface="Artifika"/>
                          <a:sym typeface="Artifika"/>
                        </a:rPr>
                        <a:t>Group</a:t>
                      </a:r>
                      <a:endParaRPr sz="2000">
                        <a:solidFill>
                          <a:schemeClr val="dk1"/>
                        </a:solidFill>
                        <a:latin typeface="Artifika"/>
                        <a:ea typeface="Artifika"/>
                        <a:cs typeface="Artifika"/>
                        <a:sym typeface="Artifika"/>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2000">
                          <a:solidFill>
                            <a:schemeClr val="dk1"/>
                          </a:solidFill>
                          <a:latin typeface="Artifika"/>
                          <a:ea typeface="Artifika"/>
                          <a:cs typeface="Artifika"/>
                          <a:sym typeface="Artifika"/>
                        </a:rPr>
                        <a:t>Test 01</a:t>
                      </a:r>
                      <a:endParaRPr sz="2000">
                        <a:solidFill>
                          <a:schemeClr val="dk1"/>
                        </a:solidFill>
                        <a:latin typeface="Artifika"/>
                        <a:ea typeface="Artifika"/>
                        <a:cs typeface="Artifika"/>
                        <a:sym typeface="Artifika"/>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2000">
                          <a:solidFill>
                            <a:schemeClr val="dk1"/>
                          </a:solidFill>
                          <a:latin typeface="Artifika"/>
                          <a:ea typeface="Artifika"/>
                          <a:cs typeface="Artifika"/>
                          <a:sym typeface="Artifika"/>
                        </a:rPr>
                        <a:t>Test 02</a:t>
                      </a:r>
                      <a:endParaRPr sz="2000">
                        <a:solidFill>
                          <a:schemeClr val="dk1"/>
                        </a:solidFill>
                        <a:latin typeface="Artifika"/>
                        <a:ea typeface="Artifika"/>
                        <a:cs typeface="Artifika"/>
                        <a:sym typeface="Artifika"/>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2000">
                          <a:solidFill>
                            <a:schemeClr val="dk1"/>
                          </a:solidFill>
                          <a:latin typeface="Artifika"/>
                          <a:ea typeface="Artifika"/>
                          <a:cs typeface="Artifika"/>
                          <a:sym typeface="Artifika"/>
                        </a:rPr>
                        <a:t>Test 03</a:t>
                      </a:r>
                      <a:endParaRPr sz="2000">
                        <a:solidFill>
                          <a:schemeClr val="dk1"/>
                        </a:solidFill>
                        <a:latin typeface="Artifika"/>
                        <a:ea typeface="Artifika"/>
                        <a:cs typeface="Artifika"/>
                        <a:sym typeface="Artifika"/>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529125">
                <a:tc>
                  <a:txBody>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A</a:t>
                      </a:r>
                      <a:endParaRPr b="1"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95/100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55/100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80/100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529125">
                <a:tc>
                  <a:txBody>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B</a:t>
                      </a:r>
                      <a:endParaRPr b="1"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80/100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25/100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66/100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529125">
                <a:tc>
                  <a:txBody>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C</a:t>
                      </a:r>
                      <a:endParaRPr b="1"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72/100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70/100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45/100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529125">
                <a:tc>
                  <a:txBody>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D</a:t>
                      </a:r>
                      <a:endParaRPr b="1"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60/100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60/100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500">
                          <a:solidFill>
                            <a:schemeClr val="dk1"/>
                          </a:solidFill>
                          <a:latin typeface="Gantari"/>
                          <a:ea typeface="Gantari"/>
                          <a:cs typeface="Gantari"/>
                          <a:sym typeface="Gantari"/>
                        </a:rPr>
                        <a:t>86/100</a:t>
                      </a:r>
                      <a:endParaRPr sz="1500">
                        <a:solidFill>
                          <a:schemeClr val="dk1"/>
                        </a:solidFill>
                        <a:latin typeface="Gantari"/>
                        <a:ea typeface="Gantari"/>
                        <a:cs typeface="Gantari"/>
                        <a:sym typeface="Gantari"/>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85"/>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analysis</a:t>
            </a:r>
            <a:endParaRPr/>
          </a:p>
        </p:txBody>
      </p:sp>
      <p:grpSp>
        <p:nvGrpSpPr>
          <p:cNvPr id="1514" name="Google Shape;1514;p85"/>
          <p:cNvGrpSpPr/>
          <p:nvPr/>
        </p:nvGrpSpPr>
        <p:grpSpPr>
          <a:xfrm>
            <a:off x="807795" y="1877072"/>
            <a:ext cx="1955300" cy="2123578"/>
            <a:chOff x="7734309" y="2063282"/>
            <a:chExt cx="570957" cy="620095"/>
          </a:xfrm>
        </p:grpSpPr>
        <p:grpSp>
          <p:nvGrpSpPr>
            <p:cNvPr id="1515" name="Google Shape;1515;p85"/>
            <p:cNvGrpSpPr/>
            <p:nvPr/>
          </p:nvGrpSpPr>
          <p:grpSpPr>
            <a:xfrm>
              <a:off x="8031573" y="2063282"/>
              <a:ext cx="273693" cy="620095"/>
              <a:chOff x="8031573" y="2063282"/>
              <a:chExt cx="273693" cy="620095"/>
            </a:xfrm>
          </p:grpSpPr>
          <p:sp>
            <p:nvSpPr>
              <p:cNvPr id="1516" name="Google Shape;1516;p85"/>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85"/>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85"/>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85"/>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0" name="Google Shape;1520;p85"/>
            <p:cNvGrpSpPr/>
            <p:nvPr/>
          </p:nvGrpSpPr>
          <p:grpSpPr>
            <a:xfrm flipH="1">
              <a:off x="7734309" y="2063282"/>
              <a:ext cx="273693" cy="620095"/>
              <a:chOff x="8031573" y="2063282"/>
              <a:chExt cx="273693" cy="620095"/>
            </a:xfrm>
          </p:grpSpPr>
          <p:sp>
            <p:nvSpPr>
              <p:cNvPr id="1521" name="Google Shape;1521;p85"/>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85"/>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85"/>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85"/>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25" name="Google Shape;1525;p85"/>
          <p:cNvSpPr txBox="1"/>
          <p:nvPr/>
        </p:nvSpPr>
        <p:spPr>
          <a:xfrm>
            <a:off x="2899105" y="4290275"/>
            <a:ext cx="1844700" cy="29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200"/>
              </a:spcAft>
              <a:buNone/>
            </a:pPr>
            <a:r>
              <a:rPr lang="en" sz="1500">
                <a:solidFill>
                  <a:schemeClr val="dk1"/>
                </a:solidFill>
                <a:latin typeface="Gantari"/>
                <a:ea typeface="Gantari"/>
                <a:cs typeface="Gantari"/>
                <a:sym typeface="Gantari"/>
              </a:rPr>
              <a:t>It is a gas giant </a:t>
            </a:r>
            <a:endParaRPr sz="1500">
              <a:solidFill>
                <a:schemeClr val="dk1"/>
              </a:solidFill>
              <a:latin typeface="Gantari"/>
              <a:ea typeface="Gantari"/>
              <a:cs typeface="Gantari"/>
              <a:sym typeface="Gantari"/>
            </a:endParaRPr>
          </a:p>
        </p:txBody>
      </p:sp>
      <p:sp>
        <p:nvSpPr>
          <p:cNvPr id="1526" name="Google Shape;1526;p85"/>
          <p:cNvSpPr txBox="1"/>
          <p:nvPr/>
        </p:nvSpPr>
        <p:spPr>
          <a:xfrm>
            <a:off x="2899105" y="3420704"/>
            <a:ext cx="1844700" cy="291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500">
                <a:solidFill>
                  <a:schemeClr val="dk1"/>
                </a:solidFill>
                <a:latin typeface="Gantari"/>
                <a:ea typeface="Gantari"/>
                <a:cs typeface="Gantari"/>
                <a:sym typeface="Gantari"/>
              </a:rPr>
              <a:t>It has a nice name</a:t>
            </a:r>
            <a:endParaRPr sz="1500">
              <a:solidFill>
                <a:schemeClr val="dk1"/>
              </a:solidFill>
              <a:latin typeface="Gantari"/>
              <a:ea typeface="Gantari"/>
              <a:cs typeface="Gantari"/>
              <a:sym typeface="Gantari"/>
            </a:endParaRPr>
          </a:p>
        </p:txBody>
      </p:sp>
      <p:sp>
        <p:nvSpPr>
          <p:cNvPr id="1527" name="Google Shape;1527;p85"/>
          <p:cNvSpPr txBox="1"/>
          <p:nvPr/>
        </p:nvSpPr>
        <p:spPr>
          <a:xfrm>
            <a:off x="2899105" y="2551133"/>
            <a:ext cx="1844700" cy="29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It is very small</a:t>
            </a:r>
            <a:endParaRPr sz="1500">
              <a:solidFill>
                <a:schemeClr val="dk1"/>
              </a:solidFill>
              <a:latin typeface="Gantari"/>
              <a:ea typeface="Gantari"/>
              <a:cs typeface="Gantari"/>
              <a:sym typeface="Gantari"/>
            </a:endParaRPr>
          </a:p>
        </p:txBody>
      </p:sp>
      <p:sp>
        <p:nvSpPr>
          <p:cNvPr id="1528" name="Google Shape;1528;p85"/>
          <p:cNvSpPr txBox="1"/>
          <p:nvPr/>
        </p:nvSpPr>
        <p:spPr>
          <a:xfrm>
            <a:off x="2899105" y="3055943"/>
            <a:ext cx="18447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Venus</a:t>
            </a:r>
            <a:endParaRPr sz="2400">
              <a:solidFill>
                <a:schemeClr val="dk1"/>
              </a:solidFill>
              <a:latin typeface="Artifika"/>
              <a:ea typeface="Artifika"/>
              <a:cs typeface="Artifika"/>
              <a:sym typeface="Artifika"/>
            </a:endParaRPr>
          </a:p>
        </p:txBody>
      </p:sp>
      <p:sp>
        <p:nvSpPr>
          <p:cNvPr id="1529" name="Google Shape;1529;p85"/>
          <p:cNvSpPr txBox="1"/>
          <p:nvPr/>
        </p:nvSpPr>
        <p:spPr>
          <a:xfrm>
            <a:off x="2899105" y="3924302"/>
            <a:ext cx="18447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Saturn</a:t>
            </a:r>
            <a:endParaRPr sz="2400">
              <a:solidFill>
                <a:schemeClr val="dk1"/>
              </a:solidFill>
              <a:latin typeface="Artifika"/>
              <a:ea typeface="Artifika"/>
              <a:cs typeface="Artifika"/>
              <a:sym typeface="Artifika"/>
            </a:endParaRPr>
          </a:p>
        </p:txBody>
      </p:sp>
      <p:sp>
        <p:nvSpPr>
          <p:cNvPr id="1530" name="Google Shape;1530;p85"/>
          <p:cNvSpPr txBox="1"/>
          <p:nvPr/>
        </p:nvSpPr>
        <p:spPr>
          <a:xfrm>
            <a:off x="2899105" y="2187584"/>
            <a:ext cx="18447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Mercury</a:t>
            </a:r>
            <a:endParaRPr sz="2400">
              <a:solidFill>
                <a:schemeClr val="dk1"/>
              </a:solidFill>
              <a:latin typeface="Artifika"/>
              <a:ea typeface="Artifika"/>
              <a:cs typeface="Artifika"/>
              <a:sym typeface="Artifika"/>
            </a:endParaRPr>
          </a:p>
        </p:txBody>
      </p:sp>
      <p:sp>
        <p:nvSpPr>
          <p:cNvPr id="1531" name="Google Shape;1531;p85"/>
          <p:cNvSpPr txBox="1"/>
          <p:nvPr/>
        </p:nvSpPr>
        <p:spPr>
          <a:xfrm>
            <a:off x="2899105" y="1681562"/>
            <a:ext cx="1844700" cy="29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It is a big planet</a:t>
            </a:r>
            <a:endParaRPr sz="1500">
              <a:solidFill>
                <a:schemeClr val="dk1"/>
              </a:solidFill>
              <a:latin typeface="Gantari"/>
              <a:ea typeface="Gantari"/>
              <a:cs typeface="Gantari"/>
              <a:sym typeface="Gantari"/>
            </a:endParaRPr>
          </a:p>
        </p:txBody>
      </p:sp>
      <p:sp>
        <p:nvSpPr>
          <p:cNvPr id="1532" name="Google Shape;1532;p85"/>
          <p:cNvSpPr txBox="1"/>
          <p:nvPr/>
        </p:nvSpPr>
        <p:spPr>
          <a:xfrm>
            <a:off x="2899105" y="1319225"/>
            <a:ext cx="1844700" cy="36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Jupiter</a:t>
            </a:r>
            <a:endParaRPr sz="2400">
              <a:solidFill>
                <a:schemeClr val="dk1"/>
              </a:solidFill>
              <a:latin typeface="Artifika"/>
              <a:ea typeface="Artifika"/>
              <a:cs typeface="Artifika"/>
              <a:sym typeface="Artifika"/>
            </a:endParaRPr>
          </a:p>
        </p:txBody>
      </p:sp>
      <p:cxnSp>
        <p:nvCxnSpPr>
          <p:cNvPr id="1533" name="Google Shape;1533;p85"/>
          <p:cNvCxnSpPr/>
          <p:nvPr/>
        </p:nvCxnSpPr>
        <p:spPr>
          <a:xfrm>
            <a:off x="4746280" y="1276350"/>
            <a:ext cx="0" cy="3336000"/>
          </a:xfrm>
          <a:prstGeom prst="straightConnector1">
            <a:avLst/>
          </a:prstGeom>
          <a:noFill/>
          <a:ln cap="flat" cmpd="sng" w="28575">
            <a:solidFill>
              <a:schemeClr val="lt1"/>
            </a:solidFill>
            <a:prstDash val="solid"/>
            <a:round/>
            <a:headEnd len="med" w="med" type="none"/>
            <a:tailEnd len="med" w="med" type="none"/>
          </a:ln>
        </p:spPr>
      </p:cxnSp>
      <p:sp>
        <p:nvSpPr>
          <p:cNvPr id="1534" name="Google Shape;1534;p85"/>
          <p:cNvSpPr txBox="1"/>
          <p:nvPr/>
        </p:nvSpPr>
        <p:spPr>
          <a:xfrm flipH="1">
            <a:off x="5529205" y="3693834"/>
            <a:ext cx="1498200" cy="28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Venus</a:t>
            </a:r>
            <a:endParaRPr sz="2400">
              <a:solidFill>
                <a:schemeClr val="dk1"/>
              </a:solidFill>
              <a:latin typeface="Artifika"/>
              <a:ea typeface="Artifika"/>
              <a:cs typeface="Artifika"/>
              <a:sym typeface="Artifika"/>
            </a:endParaRPr>
          </a:p>
        </p:txBody>
      </p:sp>
      <p:sp>
        <p:nvSpPr>
          <p:cNvPr id="1535" name="Google Shape;1535;p85"/>
          <p:cNvSpPr txBox="1"/>
          <p:nvPr/>
        </p:nvSpPr>
        <p:spPr>
          <a:xfrm flipH="1">
            <a:off x="5538305" y="4060375"/>
            <a:ext cx="1498200" cy="47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Venus has a nice name</a:t>
            </a:r>
            <a:endParaRPr sz="1500">
              <a:solidFill>
                <a:schemeClr val="dk1"/>
              </a:solidFill>
              <a:latin typeface="Gantari"/>
              <a:ea typeface="Gantari"/>
              <a:cs typeface="Gantari"/>
              <a:sym typeface="Gantari"/>
            </a:endParaRPr>
          </a:p>
        </p:txBody>
      </p:sp>
      <p:sp>
        <p:nvSpPr>
          <p:cNvPr id="1536" name="Google Shape;1536;p85"/>
          <p:cNvSpPr txBox="1"/>
          <p:nvPr/>
        </p:nvSpPr>
        <p:spPr>
          <a:xfrm flipH="1">
            <a:off x="5538305" y="3250614"/>
            <a:ext cx="1498200" cy="36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400">
                <a:solidFill>
                  <a:schemeClr val="dk1"/>
                </a:solidFill>
                <a:latin typeface="Artifika"/>
                <a:ea typeface="Artifika"/>
                <a:cs typeface="Artifika"/>
                <a:sym typeface="Artifika"/>
              </a:rPr>
              <a:t>40%</a:t>
            </a:r>
            <a:endParaRPr sz="3400">
              <a:solidFill>
                <a:schemeClr val="dk1"/>
              </a:solidFill>
              <a:latin typeface="Artifika"/>
              <a:ea typeface="Artifika"/>
              <a:cs typeface="Artifika"/>
              <a:sym typeface="Artifika"/>
            </a:endParaRPr>
          </a:p>
        </p:txBody>
      </p:sp>
      <p:sp>
        <p:nvSpPr>
          <p:cNvPr id="1537" name="Google Shape;1537;p85"/>
          <p:cNvSpPr txBox="1"/>
          <p:nvPr/>
        </p:nvSpPr>
        <p:spPr>
          <a:xfrm flipH="1">
            <a:off x="5529205" y="1834059"/>
            <a:ext cx="1498200" cy="28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tifika"/>
                <a:ea typeface="Artifika"/>
                <a:cs typeface="Artifika"/>
                <a:sym typeface="Artifika"/>
              </a:rPr>
              <a:t>Mars</a:t>
            </a:r>
            <a:endParaRPr sz="2400">
              <a:solidFill>
                <a:schemeClr val="dk1"/>
              </a:solidFill>
              <a:latin typeface="Artifika"/>
              <a:ea typeface="Artifika"/>
              <a:cs typeface="Artifika"/>
              <a:sym typeface="Artifika"/>
            </a:endParaRPr>
          </a:p>
        </p:txBody>
      </p:sp>
      <p:sp>
        <p:nvSpPr>
          <p:cNvPr id="1538" name="Google Shape;1538;p85"/>
          <p:cNvSpPr txBox="1"/>
          <p:nvPr/>
        </p:nvSpPr>
        <p:spPr>
          <a:xfrm flipH="1">
            <a:off x="5538305" y="2200600"/>
            <a:ext cx="1498200" cy="47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Gantari"/>
                <a:ea typeface="Gantari"/>
                <a:cs typeface="Gantari"/>
                <a:sym typeface="Gantari"/>
              </a:rPr>
              <a:t>Mars is a very cold place</a:t>
            </a:r>
            <a:endParaRPr sz="1500">
              <a:solidFill>
                <a:schemeClr val="dk1"/>
              </a:solidFill>
              <a:latin typeface="Gantari"/>
              <a:ea typeface="Gantari"/>
              <a:cs typeface="Gantari"/>
              <a:sym typeface="Gantari"/>
            </a:endParaRPr>
          </a:p>
        </p:txBody>
      </p:sp>
      <p:sp>
        <p:nvSpPr>
          <p:cNvPr id="1539" name="Google Shape;1539;p85"/>
          <p:cNvSpPr txBox="1"/>
          <p:nvPr/>
        </p:nvSpPr>
        <p:spPr>
          <a:xfrm flipH="1">
            <a:off x="5538305" y="1390837"/>
            <a:ext cx="1498200" cy="36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400">
                <a:solidFill>
                  <a:schemeClr val="dk1"/>
                </a:solidFill>
                <a:latin typeface="Artifika"/>
                <a:ea typeface="Artifika"/>
                <a:cs typeface="Artifika"/>
                <a:sym typeface="Artifika"/>
              </a:rPr>
              <a:t>60%</a:t>
            </a:r>
            <a:endParaRPr sz="3400">
              <a:solidFill>
                <a:schemeClr val="dk1"/>
              </a:solidFill>
              <a:latin typeface="Artifika"/>
              <a:ea typeface="Artifika"/>
              <a:cs typeface="Artifika"/>
              <a:sym typeface="Artifika"/>
            </a:endParaRPr>
          </a:p>
        </p:txBody>
      </p:sp>
      <p:sp>
        <p:nvSpPr>
          <p:cNvPr id="1540" name="Google Shape;1540;p85"/>
          <p:cNvSpPr/>
          <p:nvPr/>
        </p:nvSpPr>
        <p:spPr>
          <a:xfrm>
            <a:off x="4938655" y="3114675"/>
            <a:ext cx="457200" cy="1488000"/>
          </a:xfrm>
          <a:prstGeom prst="roundRect">
            <a:avLst>
              <a:gd fmla="val 16667" name="adj"/>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85"/>
          <p:cNvSpPr/>
          <p:nvPr/>
        </p:nvSpPr>
        <p:spPr>
          <a:xfrm>
            <a:off x="4979755" y="3994923"/>
            <a:ext cx="375000" cy="572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85"/>
          <p:cNvSpPr/>
          <p:nvPr/>
        </p:nvSpPr>
        <p:spPr>
          <a:xfrm>
            <a:off x="4938655" y="1276350"/>
            <a:ext cx="457200" cy="1488000"/>
          </a:xfrm>
          <a:prstGeom prst="roundRect">
            <a:avLst>
              <a:gd fmla="val 16667" name="adj"/>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85"/>
          <p:cNvSpPr/>
          <p:nvPr/>
        </p:nvSpPr>
        <p:spPr>
          <a:xfrm>
            <a:off x="4979755" y="1872160"/>
            <a:ext cx="375000" cy="8571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44" name="Google Shape;1544;p85"/>
          <p:cNvCxnSpPr/>
          <p:nvPr/>
        </p:nvCxnSpPr>
        <p:spPr>
          <a:xfrm>
            <a:off x="7051330" y="1276350"/>
            <a:ext cx="0" cy="3336000"/>
          </a:xfrm>
          <a:prstGeom prst="straightConnector1">
            <a:avLst/>
          </a:prstGeom>
          <a:noFill/>
          <a:ln cap="flat" cmpd="sng" w="28575">
            <a:solidFill>
              <a:schemeClr val="lt1"/>
            </a:solidFill>
            <a:prstDash val="solid"/>
            <a:round/>
            <a:headEnd len="med" w="med" type="none"/>
            <a:tailEnd len="med" w="med" type="none"/>
          </a:ln>
        </p:spPr>
      </p:cxnSp>
      <p:sp>
        <p:nvSpPr>
          <p:cNvPr id="1545" name="Google Shape;1545;p85"/>
          <p:cNvSpPr/>
          <p:nvPr/>
        </p:nvSpPr>
        <p:spPr>
          <a:xfrm>
            <a:off x="1838305" y="1685925"/>
            <a:ext cx="375000" cy="3750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85"/>
          <p:cNvSpPr/>
          <p:nvPr/>
        </p:nvSpPr>
        <p:spPr>
          <a:xfrm>
            <a:off x="2209780" y="2282825"/>
            <a:ext cx="375000" cy="3750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85"/>
          <p:cNvSpPr/>
          <p:nvPr/>
        </p:nvSpPr>
        <p:spPr>
          <a:xfrm>
            <a:off x="2400280" y="2879725"/>
            <a:ext cx="375000" cy="3750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85"/>
          <p:cNvSpPr/>
          <p:nvPr/>
        </p:nvSpPr>
        <p:spPr>
          <a:xfrm>
            <a:off x="2112149" y="3476625"/>
            <a:ext cx="375000" cy="3750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49" name="Google Shape;1549;p85"/>
          <p:cNvCxnSpPr>
            <a:stCxn id="1532" idx="1"/>
            <a:endCxn id="1545" idx="6"/>
          </p:cNvCxnSpPr>
          <p:nvPr/>
        </p:nvCxnSpPr>
        <p:spPr>
          <a:xfrm flipH="1">
            <a:off x="2213305" y="1500275"/>
            <a:ext cx="685800" cy="373200"/>
          </a:xfrm>
          <a:prstGeom prst="bentConnector3">
            <a:avLst>
              <a:gd fmla="val 50000" name="adj1"/>
            </a:avLst>
          </a:prstGeom>
          <a:noFill/>
          <a:ln cap="flat" cmpd="sng" w="28575">
            <a:solidFill>
              <a:schemeClr val="lt1"/>
            </a:solidFill>
            <a:prstDash val="solid"/>
            <a:round/>
            <a:headEnd len="med" w="med" type="none"/>
            <a:tailEnd len="med" w="med" type="none"/>
          </a:ln>
        </p:spPr>
      </p:cxnSp>
      <p:cxnSp>
        <p:nvCxnSpPr>
          <p:cNvPr id="1550" name="Google Shape;1550;p85"/>
          <p:cNvCxnSpPr>
            <a:stCxn id="1530" idx="1"/>
            <a:endCxn id="1546" idx="6"/>
          </p:cNvCxnSpPr>
          <p:nvPr/>
        </p:nvCxnSpPr>
        <p:spPr>
          <a:xfrm flipH="1">
            <a:off x="2584705" y="2368634"/>
            <a:ext cx="314400" cy="101700"/>
          </a:xfrm>
          <a:prstGeom prst="bentConnector3">
            <a:avLst>
              <a:gd fmla="val 49988" name="adj1"/>
            </a:avLst>
          </a:prstGeom>
          <a:noFill/>
          <a:ln cap="flat" cmpd="sng" w="28575">
            <a:solidFill>
              <a:schemeClr val="lt1"/>
            </a:solidFill>
            <a:prstDash val="solid"/>
            <a:round/>
            <a:headEnd len="med" w="med" type="none"/>
            <a:tailEnd len="med" w="med" type="none"/>
          </a:ln>
        </p:spPr>
      </p:cxnSp>
      <p:cxnSp>
        <p:nvCxnSpPr>
          <p:cNvPr id="1551" name="Google Shape;1551;p85"/>
          <p:cNvCxnSpPr>
            <a:endCxn id="1547" idx="6"/>
          </p:cNvCxnSpPr>
          <p:nvPr/>
        </p:nvCxnSpPr>
        <p:spPr>
          <a:xfrm rot="10800000">
            <a:off x="2775280" y="3067225"/>
            <a:ext cx="123900" cy="115800"/>
          </a:xfrm>
          <a:prstGeom prst="bentConnector3">
            <a:avLst>
              <a:gd fmla="val 50000" name="adj1"/>
            </a:avLst>
          </a:prstGeom>
          <a:noFill/>
          <a:ln cap="flat" cmpd="sng" w="28575">
            <a:solidFill>
              <a:schemeClr val="lt1"/>
            </a:solidFill>
            <a:prstDash val="solid"/>
            <a:round/>
            <a:headEnd len="med" w="med" type="none"/>
            <a:tailEnd len="med" w="med" type="none"/>
          </a:ln>
        </p:spPr>
      </p:cxnSp>
      <p:cxnSp>
        <p:nvCxnSpPr>
          <p:cNvPr id="1552" name="Google Shape;1552;p85"/>
          <p:cNvCxnSpPr>
            <a:stCxn id="1529" idx="1"/>
            <a:endCxn id="1548" idx="6"/>
          </p:cNvCxnSpPr>
          <p:nvPr/>
        </p:nvCxnSpPr>
        <p:spPr>
          <a:xfrm rot="10800000">
            <a:off x="2487205" y="3664052"/>
            <a:ext cx="411900" cy="441300"/>
          </a:xfrm>
          <a:prstGeom prst="bentConnector3">
            <a:avLst>
              <a:gd fmla="val 50007" name="adj1"/>
            </a:avLst>
          </a:prstGeom>
          <a:noFill/>
          <a:ln cap="flat" cmpd="sng" w="28575">
            <a:solidFill>
              <a:schemeClr val="lt1"/>
            </a:solidFill>
            <a:prstDash val="solid"/>
            <a:round/>
            <a:headEnd len="med" w="med" type="none"/>
            <a:tailEnd len="med" w="med" type="none"/>
          </a:ln>
        </p:spPr>
      </p:cxnSp>
      <p:sp>
        <p:nvSpPr>
          <p:cNvPr id="1553" name="Google Shape;1553;p85"/>
          <p:cNvSpPr/>
          <p:nvPr/>
        </p:nvSpPr>
        <p:spPr>
          <a:xfrm>
            <a:off x="7408455" y="1231387"/>
            <a:ext cx="758400" cy="7584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85"/>
          <p:cNvSpPr/>
          <p:nvPr/>
        </p:nvSpPr>
        <p:spPr>
          <a:xfrm>
            <a:off x="7408455" y="2364862"/>
            <a:ext cx="758400" cy="7584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85"/>
          <p:cNvSpPr/>
          <p:nvPr/>
        </p:nvSpPr>
        <p:spPr>
          <a:xfrm>
            <a:off x="7408455" y="3498337"/>
            <a:ext cx="758400" cy="7584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85"/>
          <p:cNvSpPr txBox="1"/>
          <p:nvPr/>
        </p:nvSpPr>
        <p:spPr>
          <a:xfrm flipH="1">
            <a:off x="7239105" y="4309825"/>
            <a:ext cx="1097100" cy="28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Neptune</a:t>
            </a:r>
            <a:endParaRPr b="1" sz="1500">
              <a:solidFill>
                <a:schemeClr val="dk1"/>
              </a:solidFill>
              <a:latin typeface="Gantari"/>
              <a:ea typeface="Gantari"/>
              <a:cs typeface="Gantari"/>
              <a:sym typeface="Gantari"/>
            </a:endParaRPr>
          </a:p>
        </p:txBody>
      </p:sp>
      <p:sp>
        <p:nvSpPr>
          <p:cNvPr id="1557" name="Google Shape;1557;p85"/>
          <p:cNvSpPr txBox="1"/>
          <p:nvPr/>
        </p:nvSpPr>
        <p:spPr>
          <a:xfrm flipH="1">
            <a:off x="7239105" y="3176350"/>
            <a:ext cx="1097100" cy="28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Sun</a:t>
            </a:r>
            <a:endParaRPr b="1" sz="1500">
              <a:solidFill>
                <a:schemeClr val="dk1"/>
              </a:solidFill>
              <a:latin typeface="Gantari"/>
              <a:ea typeface="Gantari"/>
              <a:cs typeface="Gantari"/>
              <a:sym typeface="Gantari"/>
            </a:endParaRPr>
          </a:p>
        </p:txBody>
      </p:sp>
      <p:sp>
        <p:nvSpPr>
          <p:cNvPr id="1558" name="Google Shape;1558;p85"/>
          <p:cNvSpPr txBox="1"/>
          <p:nvPr/>
        </p:nvSpPr>
        <p:spPr>
          <a:xfrm flipH="1">
            <a:off x="7239105" y="2042875"/>
            <a:ext cx="1097100" cy="28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Gantari"/>
                <a:ea typeface="Gantari"/>
                <a:cs typeface="Gantari"/>
                <a:sym typeface="Gantari"/>
              </a:rPr>
              <a:t>Earth</a:t>
            </a:r>
            <a:endParaRPr b="1" sz="1500">
              <a:solidFill>
                <a:schemeClr val="dk1"/>
              </a:solidFill>
              <a:latin typeface="Gantari"/>
              <a:ea typeface="Gantari"/>
              <a:cs typeface="Gantari"/>
              <a:sym typeface="Gantari"/>
            </a:endParaRPr>
          </a:p>
        </p:txBody>
      </p:sp>
      <p:grpSp>
        <p:nvGrpSpPr>
          <p:cNvPr id="1559" name="Google Shape;1559;p85"/>
          <p:cNvGrpSpPr/>
          <p:nvPr/>
        </p:nvGrpSpPr>
        <p:grpSpPr>
          <a:xfrm>
            <a:off x="7639249" y="1437412"/>
            <a:ext cx="296796" cy="346345"/>
            <a:chOff x="5622150" y="2110650"/>
            <a:chExt cx="225375" cy="263000"/>
          </a:xfrm>
        </p:grpSpPr>
        <p:sp>
          <p:nvSpPr>
            <p:cNvPr id="1560" name="Google Shape;1560;p85"/>
            <p:cNvSpPr/>
            <p:nvPr/>
          </p:nvSpPr>
          <p:spPr>
            <a:xfrm>
              <a:off x="5714200" y="2208675"/>
              <a:ext cx="17375" cy="14775"/>
            </a:xfrm>
            <a:custGeom>
              <a:rect b="b" l="l" r="r" t="t"/>
              <a:pathLst>
                <a:path extrusionOk="0" h="591" w="695">
                  <a:moveTo>
                    <a:pt x="407" y="0"/>
                  </a:moveTo>
                  <a:cubicBezTo>
                    <a:pt x="120" y="0"/>
                    <a:pt x="1" y="311"/>
                    <a:pt x="192" y="502"/>
                  </a:cubicBezTo>
                  <a:cubicBezTo>
                    <a:pt x="253" y="563"/>
                    <a:pt x="326" y="590"/>
                    <a:pt x="397" y="590"/>
                  </a:cubicBezTo>
                  <a:cubicBezTo>
                    <a:pt x="550" y="590"/>
                    <a:pt x="694" y="466"/>
                    <a:pt x="694" y="287"/>
                  </a:cubicBezTo>
                  <a:cubicBezTo>
                    <a:pt x="694" y="120"/>
                    <a:pt x="575" y="0"/>
                    <a:pt x="4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85"/>
            <p:cNvSpPr/>
            <p:nvPr/>
          </p:nvSpPr>
          <p:spPr>
            <a:xfrm>
              <a:off x="5678350" y="2167425"/>
              <a:ext cx="91475" cy="97450"/>
            </a:xfrm>
            <a:custGeom>
              <a:rect b="b" l="l" r="r" t="t"/>
              <a:pathLst>
                <a:path extrusionOk="0" h="3898" w="3659">
                  <a:moveTo>
                    <a:pt x="1827" y="1023"/>
                  </a:moveTo>
                  <a:cubicBezTo>
                    <a:pt x="2288" y="1023"/>
                    <a:pt x="2726" y="1387"/>
                    <a:pt x="2726" y="1937"/>
                  </a:cubicBezTo>
                  <a:cubicBezTo>
                    <a:pt x="2726" y="2415"/>
                    <a:pt x="2319" y="2822"/>
                    <a:pt x="1841" y="2822"/>
                  </a:cubicBezTo>
                  <a:cubicBezTo>
                    <a:pt x="1028" y="2822"/>
                    <a:pt x="622" y="1865"/>
                    <a:pt x="1196" y="1292"/>
                  </a:cubicBezTo>
                  <a:cubicBezTo>
                    <a:pt x="1381" y="1106"/>
                    <a:pt x="1607" y="1023"/>
                    <a:pt x="1827" y="1023"/>
                  </a:cubicBezTo>
                  <a:close/>
                  <a:moveTo>
                    <a:pt x="1530" y="1"/>
                  </a:moveTo>
                  <a:lnTo>
                    <a:pt x="1530" y="240"/>
                  </a:lnTo>
                  <a:cubicBezTo>
                    <a:pt x="1530" y="359"/>
                    <a:pt x="1459" y="479"/>
                    <a:pt x="1315" y="527"/>
                  </a:cubicBezTo>
                  <a:cubicBezTo>
                    <a:pt x="1148" y="598"/>
                    <a:pt x="981" y="670"/>
                    <a:pt x="837" y="790"/>
                  </a:cubicBezTo>
                  <a:cubicBezTo>
                    <a:pt x="781" y="846"/>
                    <a:pt x="709" y="869"/>
                    <a:pt x="639" y="869"/>
                  </a:cubicBezTo>
                  <a:cubicBezTo>
                    <a:pt x="590" y="869"/>
                    <a:pt x="542" y="857"/>
                    <a:pt x="502" y="837"/>
                  </a:cubicBezTo>
                  <a:lnTo>
                    <a:pt x="311" y="718"/>
                  </a:lnTo>
                  <a:lnTo>
                    <a:pt x="0" y="1244"/>
                  </a:lnTo>
                  <a:lnTo>
                    <a:pt x="168" y="1340"/>
                  </a:lnTo>
                  <a:cubicBezTo>
                    <a:pt x="287" y="1411"/>
                    <a:pt x="359" y="1531"/>
                    <a:pt x="335" y="1650"/>
                  </a:cubicBezTo>
                  <a:cubicBezTo>
                    <a:pt x="311" y="1746"/>
                    <a:pt x="287" y="1842"/>
                    <a:pt x="287" y="1961"/>
                  </a:cubicBezTo>
                  <a:cubicBezTo>
                    <a:pt x="287" y="2057"/>
                    <a:pt x="311" y="2152"/>
                    <a:pt x="335" y="2248"/>
                  </a:cubicBezTo>
                  <a:cubicBezTo>
                    <a:pt x="335" y="2368"/>
                    <a:pt x="287" y="2487"/>
                    <a:pt x="168" y="2559"/>
                  </a:cubicBezTo>
                  <a:lnTo>
                    <a:pt x="0" y="2654"/>
                  </a:lnTo>
                  <a:lnTo>
                    <a:pt x="311" y="3157"/>
                  </a:lnTo>
                  <a:lnTo>
                    <a:pt x="502" y="3061"/>
                  </a:lnTo>
                  <a:cubicBezTo>
                    <a:pt x="542" y="3031"/>
                    <a:pt x="591" y="3018"/>
                    <a:pt x="641" y="3018"/>
                  </a:cubicBezTo>
                  <a:cubicBezTo>
                    <a:pt x="710" y="3018"/>
                    <a:pt x="782" y="3043"/>
                    <a:pt x="837" y="3085"/>
                  </a:cubicBezTo>
                  <a:cubicBezTo>
                    <a:pt x="981" y="3204"/>
                    <a:pt x="1148" y="3300"/>
                    <a:pt x="1315" y="3348"/>
                  </a:cubicBezTo>
                  <a:cubicBezTo>
                    <a:pt x="1459" y="3396"/>
                    <a:pt x="1530" y="3515"/>
                    <a:pt x="1530" y="3659"/>
                  </a:cubicBezTo>
                  <a:lnTo>
                    <a:pt x="1530" y="3898"/>
                  </a:lnTo>
                  <a:lnTo>
                    <a:pt x="2128" y="3898"/>
                  </a:lnTo>
                  <a:lnTo>
                    <a:pt x="2128" y="3611"/>
                  </a:lnTo>
                  <a:cubicBezTo>
                    <a:pt x="2128" y="3491"/>
                    <a:pt x="2200" y="3396"/>
                    <a:pt x="2319" y="3348"/>
                  </a:cubicBezTo>
                  <a:cubicBezTo>
                    <a:pt x="2487" y="3276"/>
                    <a:pt x="2630" y="3180"/>
                    <a:pt x="2774" y="3061"/>
                  </a:cubicBezTo>
                  <a:cubicBezTo>
                    <a:pt x="2829" y="3019"/>
                    <a:pt x="2893" y="2994"/>
                    <a:pt x="2960" y="2994"/>
                  </a:cubicBezTo>
                  <a:cubicBezTo>
                    <a:pt x="3008" y="2994"/>
                    <a:pt x="3058" y="3007"/>
                    <a:pt x="3108" y="3037"/>
                  </a:cubicBezTo>
                  <a:lnTo>
                    <a:pt x="3347" y="3180"/>
                  </a:lnTo>
                  <a:lnTo>
                    <a:pt x="3658" y="2654"/>
                  </a:lnTo>
                  <a:lnTo>
                    <a:pt x="3395" y="2511"/>
                  </a:lnTo>
                  <a:cubicBezTo>
                    <a:pt x="3300" y="2463"/>
                    <a:pt x="3228" y="2344"/>
                    <a:pt x="3252" y="2224"/>
                  </a:cubicBezTo>
                  <a:cubicBezTo>
                    <a:pt x="3252" y="2128"/>
                    <a:pt x="3276" y="2057"/>
                    <a:pt x="3276" y="1961"/>
                  </a:cubicBezTo>
                  <a:cubicBezTo>
                    <a:pt x="3276" y="1889"/>
                    <a:pt x="3252" y="1794"/>
                    <a:pt x="3252" y="1722"/>
                  </a:cubicBezTo>
                  <a:cubicBezTo>
                    <a:pt x="3228" y="1602"/>
                    <a:pt x="3300" y="1483"/>
                    <a:pt x="3395" y="1411"/>
                  </a:cubicBezTo>
                  <a:lnTo>
                    <a:pt x="3395" y="1387"/>
                  </a:lnTo>
                  <a:lnTo>
                    <a:pt x="3658" y="1220"/>
                  </a:lnTo>
                  <a:lnTo>
                    <a:pt x="3347" y="718"/>
                  </a:lnTo>
                  <a:lnTo>
                    <a:pt x="3108" y="861"/>
                  </a:lnTo>
                  <a:cubicBezTo>
                    <a:pt x="3059" y="881"/>
                    <a:pt x="3009" y="893"/>
                    <a:pt x="2962" y="893"/>
                  </a:cubicBezTo>
                  <a:cubicBezTo>
                    <a:pt x="2894" y="893"/>
                    <a:pt x="2830" y="870"/>
                    <a:pt x="2774" y="814"/>
                  </a:cubicBezTo>
                  <a:cubicBezTo>
                    <a:pt x="2630" y="694"/>
                    <a:pt x="2487" y="598"/>
                    <a:pt x="2319" y="551"/>
                  </a:cubicBezTo>
                  <a:cubicBezTo>
                    <a:pt x="2200" y="503"/>
                    <a:pt x="2128" y="383"/>
                    <a:pt x="2128" y="264"/>
                  </a:cubicBezTo>
                  <a:lnTo>
                    <a:pt x="21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85"/>
            <p:cNvSpPr/>
            <p:nvPr/>
          </p:nvSpPr>
          <p:spPr>
            <a:xfrm>
              <a:off x="5622150" y="2110650"/>
              <a:ext cx="225375" cy="263000"/>
            </a:xfrm>
            <a:custGeom>
              <a:rect b="b" l="l" r="r" t="t"/>
              <a:pathLst>
                <a:path extrusionOk="0" h="10520" w="9015">
                  <a:moveTo>
                    <a:pt x="4687" y="1674"/>
                  </a:moveTo>
                  <a:cubicBezTo>
                    <a:pt x="4854" y="1674"/>
                    <a:pt x="4974" y="1817"/>
                    <a:pt x="4974" y="1985"/>
                  </a:cubicBezTo>
                  <a:lnTo>
                    <a:pt x="4974" y="2367"/>
                  </a:lnTo>
                  <a:cubicBezTo>
                    <a:pt x="5069" y="2415"/>
                    <a:pt x="5165" y="2463"/>
                    <a:pt x="5237" y="2511"/>
                  </a:cubicBezTo>
                  <a:lnTo>
                    <a:pt x="5572" y="2319"/>
                  </a:lnTo>
                  <a:cubicBezTo>
                    <a:pt x="5616" y="2297"/>
                    <a:pt x="5665" y="2287"/>
                    <a:pt x="5714" y="2287"/>
                  </a:cubicBezTo>
                  <a:cubicBezTo>
                    <a:pt x="5822" y="2287"/>
                    <a:pt x="5928" y="2340"/>
                    <a:pt x="5978" y="2439"/>
                  </a:cubicBezTo>
                  <a:lnTo>
                    <a:pt x="6576" y="3467"/>
                  </a:lnTo>
                  <a:cubicBezTo>
                    <a:pt x="6647" y="3611"/>
                    <a:pt x="6600" y="3802"/>
                    <a:pt x="6456" y="3873"/>
                  </a:cubicBezTo>
                  <a:lnTo>
                    <a:pt x="6121" y="4065"/>
                  </a:lnTo>
                  <a:lnTo>
                    <a:pt x="6121" y="4208"/>
                  </a:lnTo>
                  <a:lnTo>
                    <a:pt x="6121" y="4352"/>
                  </a:lnTo>
                  <a:lnTo>
                    <a:pt x="6456" y="4567"/>
                  </a:lnTo>
                  <a:cubicBezTo>
                    <a:pt x="6600" y="4639"/>
                    <a:pt x="6647" y="4830"/>
                    <a:pt x="6576" y="4973"/>
                  </a:cubicBezTo>
                  <a:lnTo>
                    <a:pt x="5978" y="6001"/>
                  </a:lnTo>
                  <a:cubicBezTo>
                    <a:pt x="5932" y="6094"/>
                    <a:pt x="5836" y="6147"/>
                    <a:pt x="5735" y="6147"/>
                  </a:cubicBezTo>
                  <a:cubicBezTo>
                    <a:pt x="5679" y="6147"/>
                    <a:pt x="5622" y="6131"/>
                    <a:pt x="5572" y="6097"/>
                  </a:cubicBezTo>
                  <a:lnTo>
                    <a:pt x="5237" y="5906"/>
                  </a:lnTo>
                  <a:cubicBezTo>
                    <a:pt x="5165" y="5977"/>
                    <a:pt x="5069" y="6025"/>
                    <a:pt x="4974" y="6073"/>
                  </a:cubicBezTo>
                  <a:lnTo>
                    <a:pt x="4974" y="6456"/>
                  </a:lnTo>
                  <a:cubicBezTo>
                    <a:pt x="4974" y="6623"/>
                    <a:pt x="4854" y="6742"/>
                    <a:pt x="4687" y="6742"/>
                  </a:cubicBezTo>
                  <a:lnTo>
                    <a:pt x="3492" y="6742"/>
                  </a:lnTo>
                  <a:cubicBezTo>
                    <a:pt x="3324" y="6742"/>
                    <a:pt x="3181" y="6623"/>
                    <a:pt x="3181" y="6456"/>
                  </a:cubicBezTo>
                  <a:lnTo>
                    <a:pt x="3181" y="6121"/>
                  </a:lnTo>
                  <a:cubicBezTo>
                    <a:pt x="3085" y="6073"/>
                    <a:pt x="2966" y="6001"/>
                    <a:pt x="2870" y="5953"/>
                  </a:cubicBezTo>
                  <a:lnTo>
                    <a:pt x="2583" y="6097"/>
                  </a:lnTo>
                  <a:cubicBezTo>
                    <a:pt x="2532" y="6131"/>
                    <a:pt x="2478" y="6147"/>
                    <a:pt x="2426" y="6147"/>
                  </a:cubicBezTo>
                  <a:cubicBezTo>
                    <a:pt x="2330" y="6147"/>
                    <a:pt x="2238" y="6094"/>
                    <a:pt x="2177" y="6001"/>
                  </a:cubicBezTo>
                  <a:lnTo>
                    <a:pt x="1579" y="4973"/>
                  </a:lnTo>
                  <a:cubicBezTo>
                    <a:pt x="1507" y="4830"/>
                    <a:pt x="1555" y="4639"/>
                    <a:pt x="1698" y="4567"/>
                  </a:cubicBezTo>
                  <a:lnTo>
                    <a:pt x="1961" y="4423"/>
                  </a:lnTo>
                  <a:lnTo>
                    <a:pt x="1961" y="4208"/>
                  </a:lnTo>
                  <a:lnTo>
                    <a:pt x="1961" y="4017"/>
                  </a:lnTo>
                  <a:lnTo>
                    <a:pt x="1698" y="3873"/>
                  </a:lnTo>
                  <a:cubicBezTo>
                    <a:pt x="1555" y="3802"/>
                    <a:pt x="1507" y="3611"/>
                    <a:pt x="1579" y="3467"/>
                  </a:cubicBezTo>
                  <a:lnTo>
                    <a:pt x="2177" y="2439"/>
                  </a:lnTo>
                  <a:cubicBezTo>
                    <a:pt x="2243" y="2340"/>
                    <a:pt x="2343" y="2287"/>
                    <a:pt x="2446" y="2287"/>
                  </a:cubicBezTo>
                  <a:cubicBezTo>
                    <a:pt x="2492" y="2287"/>
                    <a:pt x="2539" y="2297"/>
                    <a:pt x="2583" y="2319"/>
                  </a:cubicBezTo>
                  <a:lnTo>
                    <a:pt x="2870" y="2487"/>
                  </a:lnTo>
                  <a:cubicBezTo>
                    <a:pt x="2966" y="2415"/>
                    <a:pt x="3085" y="2367"/>
                    <a:pt x="3181" y="2319"/>
                  </a:cubicBezTo>
                  <a:lnTo>
                    <a:pt x="3181" y="1985"/>
                  </a:lnTo>
                  <a:cubicBezTo>
                    <a:pt x="3181" y="1817"/>
                    <a:pt x="3324" y="1674"/>
                    <a:pt x="3492" y="1674"/>
                  </a:cubicBezTo>
                  <a:close/>
                  <a:moveTo>
                    <a:pt x="4065" y="0"/>
                  </a:moveTo>
                  <a:cubicBezTo>
                    <a:pt x="1794" y="0"/>
                    <a:pt x="1" y="1937"/>
                    <a:pt x="192" y="4208"/>
                  </a:cubicBezTo>
                  <a:lnTo>
                    <a:pt x="192" y="10233"/>
                  </a:lnTo>
                  <a:cubicBezTo>
                    <a:pt x="192" y="10376"/>
                    <a:pt x="336" y="10520"/>
                    <a:pt x="503" y="10520"/>
                  </a:cubicBezTo>
                  <a:lnTo>
                    <a:pt x="4854" y="10520"/>
                  </a:lnTo>
                  <a:cubicBezTo>
                    <a:pt x="5022" y="10520"/>
                    <a:pt x="5165" y="10376"/>
                    <a:pt x="5165" y="10233"/>
                  </a:cubicBezTo>
                  <a:lnTo>
                    <a:pt x="5165" y="8990"/>
                  </a:lnTo>
                  <a:lnTo>
                    <a:pt x="6647" y="8990"/>
                  </a:lnTo>
                  <a:cubicBezTo>
                    <a:pt x="7269" y="8990"/>
                    <a:pt x="7747" y="8512"/>
                    <a:pt x="7747" y="7890"/>
                  </a:cubicBezTo>
                  <a:lnTo>
                    <a:pt x="7747" y="6695"/>
                  </a:lnTo>
                  <a:lnTo>
                    <a:pt x="8656" y="6695"/>
                  </a:lnTo>
                  <a:cubicBezTo>
                    <a:pt x="8871" y="6695"/>
                    <a:pt x="9014" y="6479"/>
                    <a:pt x="8919" y="6264"/>
                  </a:cubicBezTo>
                  <a:lnTo>
                    <a:pt x="7938" y="4352"/>
                  </a:lnTo>
                  <a:lnTo>
                    <a:pt x="7938" y="4208"/>
                  </a:lnTo>
                  <a:cubicBezTo>
                    <a:pt x="8130" y="1937"/>
                    <a:pt x="6337" y="0"/>
                    <a:pt x="4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3" name="Google Shape;1563;p85"/>
          <p:cNvGrpSpPr/>
          <p:nvPr/>
        </p:nvGrpSpPr>
        <p:grpSpPr>
          <a:xfrm>
            <a:off x="7613850" y="2584079"/>
            <a:ext cx="290475" cy="334558"/>
            <a:chOff x="3305475" y="2098700"/>
            <a:chExt cx="220575" cy="254050"/>
          </a:xfrm>
        </p:grpSpPr>
        <p:sp>
          <p:nvSpPr>
            <p:cNvPr id="1564" name="Google Shape;1564;p85"/>
            <p:cNvSpPr/>
            <p:nvPr/>
          </p:nvSpPr>
          <p:spPr>
            <a:xfrm>
              <a:off x="3337750" y="2144725"/>
              <a:ext cx="112975" cy="96800"/>
            </a:xfrm>
            <a:custGeom>
              <a:rect b="b" l="l" r="r" t="t"/>
              <a:pathLst>
                <a:path extrusionOk="0" h="3872" w="4519">
                  <a:moveTo>
                    <a:pt x="2594" y="484"/>
                  </a:moveTo>
                  <a:cubicBezTo>
                    <a:pt x="2744" y="484"/>
                    <a:pt x="2893" y="586"/>
                    <a:pt x="2893" y="789"/>
                  </a:cubicBezTo>
                  <a:lnTo>
                    <a:pt x="2893" y="1889"/>
                  </a:lnTo>
                  <a:cubicBezTo>
                    <a:pt x="2893" y="2080"/>
                    <a:pt x="2744" y="2176"/>
                    <a:pt x="2594" y="2176"/>
                  </a:cubicBezTo>
                  <a:cubicBezTo>
                    <a:pt x="2445" y="2176"/>
                    <a:pt x="2295" y="2080"/>
                    <a:pt x="2295" y="1889"/>
                  </a:cubicBezTo>
                  <a:lnTo>
                    <a:pt x="2295" y="789"/>
                  </a:lnTo>
                  <a:cubicBezTo>
                    <a:pt x="2295" y="586"/>
                    <a:pt x="2445" y="484"/>
                    <a:pt x="2594" y="484"/>
                  </a:cubicBezTo>
                  <a:close/>
                  <a:moveTo>
                    <a:pt x="2577" y="2672"/>
                  </a:moveTo>
                  <a:cubicBezTo>
                    <a:pt x="2737" y="2672"/>
                    <a:pt x="2893" y="2785"/>
                    <a:pt x="2893" y="2965"/>
                  </a:cubicBezTo>
                  <a:cubicBezTo>
                    <a:pt x="2893" y="3132"/>
                    <a:pt x="2750" y="3276"/>
                    <a:pt x="2582" y="3276"/>
                  </a:cubicBezTo>
                  <a:cubicBezTo>
                    <a:pt x="2319" y="3276"/>
                    <a:pt x="2200" y="2941"/>
                    <a:pt x="2367" y="2750"/>
                  </a:cubicBezTo>
                  <a:cubicBezTo>
                    <a:pt x="2428" y="2697"/>
                    <a:pt x="2503" y="2672"/>
                    <a:pt x="2577" y="2672"/>
                  </a:cubicBezTo>
                  <a:close/>
                  <a:moveTo>
                    <a:pt x="2582" y="0"/>
                  </a:moveTo>
                  <a:cubicBezTo>
                    <a:pt x="861" y="0"/>
                    <a:pt x="0" y="2080"/>
                    <a:pt x="1219" y="3299"/>
                  </a:cubicBezTo>
                  <a:cubicBezTo>
                    <a:pt x="1614" y="3694"/>
                    <a:pt x="2099" y="3871"/>
                    <a:pt x="2575" y="3871"/>
                  </a:cubicBezTo>
                  <a:cubicBezTo>
                    <a:pt x="3568" y="3871"/>
                    <a:pt x="4519" y="3101"/>
                    <a:pt x="4519" y="1937"/>
                  </a:cubicBezTo>
                  <a:cubicBezTo>
                    <a:pt x="4519" y="861"/>
                    <a:pt x="3658" y="0"/>
                    <a:pt x="25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85"/>
            <p:cNvSpPr/>
            <p:nvPr/>
          </p:nvSpPr>
          <p:spPr>
            <a:xfrm>
              <a:off x="3305475" y="2098700"/>
              <a:ext cx="220575" cy="254050"/>
            </a:xfrm>
            <a:custGeom>
              <a:rect b="b" l="l" r="r" t="t"/>
              <a:pathLst>
                <a:path extrusionOk="0" h="10162" w="8823">
                  <a:moveTo>
                    <a:pt x="3862" y="1232"/>
                  </a:moveTo>
                  <a:cubicBezTo>
                    <a:pt x="5163" y="1232"/>
                    <a:pt x="6407" y="2243"/>
                    <a:pt x="6407" y="3778"/>
                  </a:cubicBezTo>
                  <a:cubicBezTo>
                    <a:pt x="6407" y="5164"/>
                    <a:pt x="5284" y="6288"/>
                    <a:pt x="3873" y="6312"/>
                  </a:cubicBezTo>
                  <a:cubicBezTo>
                    <a:pt x="1626" y="6312"/>
                    <a:pt x="502" y="3563"/>
                    <a:pt x="2080" y="1985"/>
                  </a:cubicBezTo>
                  <a:cubicBezTo>
                    <a:pt x="2600" y="1465"/>
                    <a:pt x="3237" y="1232"/>
                    <a:pt x="3862" y="1232"/>
                  </a:cubicBezTo>
                  <a:close/>
                  <a:moveTo>
                    <a:pt x="3873" y="0"/>
                  </a:moveTo>
                  <a:cubicBezTo>
                    <a:pt x="1745" y="0"/>
                    <a:pt x="0" y="1722"/>
                    <a:pt x="0" y="3873"/>
                  </a:cubicBezTo>
                  <a:lnTo>
                    <a:pt x="0" y="9850"/>
                  </a:lnTo>
                  <a:cubicBezTo>
                    <a:pt x="0" y="10018"/>
                    <a:pt x="143" y="10161"/>
                    <a:pt x="311" y="10161"/>
                  </a:cubicBezTo>
                  <a:lnTo>
                    <a:pt x="4686" y="10161"/>
                  </a:lnTo>
                  <a:cubicBezTo>
                    <a:pt x="4829" y="10161"/>
                    <a:pt x="4973" y="10018"/>
                    <a:pt x="4973" y="9850"/>
                  </a:cubicBezTo>
                  <a:lnTo>
                    <a:pt x="4973" y="8631"/>
                  </a:lnTo>
                  <a:lnTo>
                    <a:pt x="6479" y="8631"/>
                  </a:lnTo>
                  <a:cubicBezTo>
                    <a:pt x="7077" y="8631"/>
                    <a:pt x="7555" y="8153"/>
                    <a:pt x="7555" y="7531"/>
                  </a:cubicBezTo>
                  <a:lnTo>
                    <a:pt x="7555" y="6336"/>
                  </a:lnTo>
                  <a:lnTo>
                    <a:pt x="8464" y="6336"/>
                  </a:lnTo>
                  <a:cubicBezTo>
                    <a:pt x="8679" y="6336"/>
                    <a:pt x="8822" y="6121"/>
                    <a:pt x="8727" y="5906"/>
                  </a:cubicBezTo>
                  <a:lnTo>
                    <a:pt x="8727" y="5906"/>
                  </a:lnTo>
                  <a:lnTo>
                    <a:pt x="8703" y="5929"/>
                  </a:lnTo>
                  <a:lnTo>
                    <a:pt x="7746" y="3993"/>
                  </a:lnTo>
                  <a:lnTo>
                    <a:pt x="7746" y="3873"/>
                  </a:lnTo>
                  <a:cubicBezTo>
                    <a:pt x="7746" y="1722"/>
                    <a:pt x="6025" y="0"/>
                    <a:pt x="38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85"/>
          <p:cNvGrpSpPr/>
          <p:nvPr/>
        </p:nvGrpSpPr>
        <p:grpSpPr>
          <a:xfrm>
            <a:off x="7613087" y="3718978"/>
            <a:ext cx="292023" cy="338476"/>
            <a:chOff x="1848275" y="2857775"/>
            <a:chExt cx="221750" cy="257025"/>
          </a:xfrm>
        </p:grpSpPr>
        <p:sp>
          <p:nvSpPr>
            <p:cNvPr id="1567" name="Google Shape;1567;p85"/>
            <p:cNvSpPr/>
            <p:nvPr/>
          </p:nvSpPr>
          <p:spPr>
            <a:xfrm>
              <a:off x="1898475" y="2909775"/>
              <a:ext cx="95650" cy="95650"/>
            </a:xfrm>
            <a:custGeom>
              <a:rect b="b" l="l" r="r" t="t"/>
              <a:pathLst>
                <a:path extrusionOk="0" h="3826" w="3826">
                  <a:moveTo>
                    <a:pt x="1925" y="819"/>
                  </a:moveTo>
                  <a:cubicBezTo>
                    <a:pt x="2074" y="819"/>
                    <a:pt x="2224" y="921"/>
                    <a:pt x="2224" y="1124"/>
                  </a:cubicBezTo>
                  <a:lnTo>
                    <a:pt x="2224" y="1626"/>
                  </a:lnTo>
                  <a:lnTo>
                    <a:pt x="2726" y="1626"/>
                  </a:lnTo>
                  <a:cubicBezTo>
                    <a:pt x="3108" y="1626"/>
                    <a:pt x="3108" y="2224"/>
                    <a:pt x="2726" y="2224"/>
                  </a:cubicBezTo>
                  <a:lnTo>
                    <a:pt x="1913" y="2224"/>
                  </a:lnTo>
                  <a:cubicBezTo>
                    <a:pt x="1746" y="2224"/>
                    <a:pt x="1626" y="2080"/>
                    <a:pt x="1626" y="1913"/>
                  </a:cubicBezTo>
                  <a:lnTo>
                    <a:pt x="1626" y="1124"/>
                  </a:lnTo>
                  <a:cubicBezTo>
                    <a:pt x="1626" y="921"/>
                    <a:pt x="1775" y="819"/>
                    <a:pt x="1925" y="819"/>
                  </a:cubicBezTo>
                  <a:close/>
                  <a:moveTo>
                    <a:pt x="1626" y="0"/>
                  </a:moveTo>
                  <a:cubicBezTo>
                    <a:pt x="1315" y="48"/>
                    <a:pt x="1028" y="168"/>
                    <a:pt x="789" y="359"/>
                  </a:cubicBezTo>
                  <a:lnTo>
                    <a:pt x="837" y="407"/>
                  </a:lnTo>
                  <a:cubicBezTo>
                    <a:pt x="957" y="526"/>
                    <a:pt x="957" y="694"/>
                    <a:pt x="837" y="813"/>
                  </a:cubicBezTo>
                  <a:cubicBezTo>
                    <a:pt x="777" y="873"/>
                    <a:pt x="700" y="903"/>
                    <a:pt x="622" y="903"/>
                  </a:cubicBezTo>
                  <a:cubicBezTo>
                    <a:pt x="544" y="903"/>
                    <a:pt x="467" y="873"/>
                    <a:pt x="407" y="813"/>
                  </a:cubicBezTo>
                  <a:lnTo>
                    <a:pt x="359" y="765"/>
                  </a:lnTo>
                  <a:cubicBezTo>
                    <a:pt x="168" y="1028"/>
                    <a:pt x="48" y="1315"/>
                    <a:pt x="0" y="1602"/>
                  </a:cubicBezTo>
                  <a:lnTo>
                    <a:pt x="72" y="1602"/>
                  </a:lnTo>
                  <a:cubicBezTo>
                    <a:pt x="478" y="1602"/>
                    <a:pt x="478" y="2200"/>
                    <a:pt x="72" y="2200"/>
                  </a:cubicBezTo>
                  <a:lnTo>
                    <a:pt x="0" y="2200"/>
                  </a:lnTo>
                  <a:cubicBezTo>
                    <a:pt x="48" y="2511"/>
                    <a:pt x="168" y="2798"/>
                    <a:pt x="359" y="3061"/>
                  </a:cubicBezTo>
                  <a:lnTo>
                    <a:pt x="407" y="2989"/>
                  </a:lnTo>
                  <a:cubicBezTo>
                    <a:pt x="467" y="2941"/>
                    <a:pt x="544" y="2917"/>
                    <a:pt x="622" y="2917"/>
                  </a:cubicBezTo>
                  <a:cubicBezTo>
                    <a:pt x="700" y="2917"/>
                    <a:pt x="777" y="2941"/>
                    <a:pt x="837" y="2989"/>
                  </a:cubicBezTo>
                  <a:cubicBezTo>
                    <a:pt x="957" y="3108"/>
                    <a:pt x="957" y="3300"/>
                    <a:pt x="837" y="3419"/>
                  </a:cubicBezTo>
                  <a:lnTo>
                    <a:pt x="789" y="3467"/>
                  </a:lnTo>
                  <a:cubicBezTo>
                    <a:pt x="1028" y="3658"/>
                    <a:pt x="1315" y="3778"/>
                    <a:pt x="1626" y="3826"/>
                  </a:cubicBezTo>
                  <a:lnTo>
                    <a:pt x="1626" y="3754"/>
                  </a:lnTo>
                  <a:cubicBezTo>
                    <a:pt x="1626" y="3551"/>
                    <a:pt x="1775" y="3449"/>
                    <a:pt x="1925" y="3449"/>
                  </a:cubicBezTo>
                  <a:cubicBezTo>
                    <a:pt x="2074" y="3449"/>
                    <a:pt x="2224" y="3551"/>
                    <a:pt x="2224" y="3754"/>
                  </a:cubicBezTo>
                  <a:lnTo>
                    <a:pt x="2224" y="3826"/>
                  </a:lnTo>
                  <a:cubicBezTo>
                    <a:pt x="2535" y="3778"/>
                    <a:pt x="2821" y="3658"/>
                    <a:pt x="3061" y="3467"/>
                  </a:cubicBezTo>
                  <a:lnTo>
                    <a:pt x="3013" y="3419"/>
                  </a:lnTo>
                  <a:cubicBezTo>
                    <a:pt x="2826" y="3196"/>
                    <a:pt x="3018" y="2914"/>
                    <a:pt x="3236" y="2914"/>
                  </a:cubicBezTo>
                  <a:cubicBezTo>
                    <a:pt x="3297" y="2914"/>
                    <a:pt x="3361" y="2936"/>
                    <a:pt x="3419" y="2989"/>
                  </a:cubicBezTo>
                  <a:lnTo>
                    <a:pt x="3491" y="3061"/>
                  </a:lnTo>
                  <a:cubicBezTo>
                    <a:pt x="3658" y="2798"/>
                    <a:pt x="3778" y="2511"/>
                    <a:pt x="3826" y="2200"/>
                  </a:cubicBezTo>
                  <a:lnTo>
                    <a:pt x="3754" y="2200"/>
                  </a:lnTo>
                  <a:cubicBezTo>
                    <a:pt x="3347" y="2200"/>
                    <a:pt x="3347" y="1602"/>
                    <a:pt x="3754" y="1602"/>
                  </a:cubicBezTo>
                  <a:lnTo>
                    <a:pt x="3754" y="1626"/>
                  </a:lnTo>
                  <a:lnTo>
                    <a:pt x="3826" y="1626"/>
                  </a:lnTo>
                  <a:cubicBezTo>
                    <a:pt x="3778" y="1315"/>
                    <a:pt x="3658" y="1028"/>
                    <a:pt x="3491" y="765"/>
                  </a:cubicBezTo>
                  <a:lnTo>
                    <a:pt x="3419" y="813"/>
                  </a:lnTo>
                  <a:cubicBezTo>
                    <a:pt x="3361" y="866"/>
                    <a:pt x="3297" y="889"/>
                    <a:pt x="3235" y="889"/>
                  </a:cubicBezTo>
                  <a:cubicBezTo>
                    <a:pt x="3017" y="889"/>
                    <a:pt x="2827" y="612"/>
                    <a:pt x="3013" y="407"/>
                  </a:cubicBezTo>
                  <a:lnTo>
                    <a:pt x="3061" y="359"/>
                  </a:lnTo>
                  <a:cubicBezTo>
                    <a:pt x="2821" y="168"/>
                    <a:pt x="2535" y="48"/>
                    <a:pt x="2224" y="0"/>
                  </a:cubicBezTo>
                  <a:lnTo>
                    <a:pt x="2224" y="72"/>
                  </a:lnTo>
                  <a:cubicBezTo>
                    <a:pt x="2224" y="275"/>
                    <a:pt x="2074" y="377"/>
                    <a:pt x="1925" y="377"/>
                  </a:cubicBezTo>
                  <a:cubicBezTo>
                    <a:pt x="1775" y="377"/>
                    <a:pt x="1626" y="275"/>
                    <a:pt x="1626" y="72"/>
                  </a:cubicBezTo>
                  <a:lnTo>
                    <a:pt x="16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85"/>
            <p:cNvSpPr/>
            <p:nvPr/>
          </p:nvSpPr>
          <p:spPr>
            <a:xfrm>
              <a:off x="1848275" y="2857775"/>
              <a:ext cx="221750" cy="257025"/>
            </a:xfrm>
            <a:custGeom>
              <a:rect b="b" l="l" r="r" t="t"/>
              <a:pathLst>
                <a:path extrusionOk="0" h="10281" w="8870">
                  <a:moveTo>
                    <a:pt x="3910" y="1448"/>
                  </a:moveTo>
                  <a:cubicBezTo>
                    <a:pt x="5211" y="1448"/>
                    <a:pt x="6455" y="2458"/>
                    <a:pt x="6455" y="3993"/>
                  </a:cubicBezTo>
                  <a:cubicBezTo>
                    <a:pt x="6455" y="5380"/>
                    <a:pt x="5332" y="6527"/>
                    <a:pt x="3921" y="6527"/>
                  </a:cubicBezTo>
                  <a:cubicBezTo>
                    <a:pt x="1674" y="6527"/>
                    <a:pt x="550" y="3802"/>
                    <a:pt x="2128" y="2200"/>
                  </a:cubicBezTo>
                  <a:cubicBezTo>
                    <a:pt x="2647" y="1680"/>
                    <a:pt x="3285" y="1448"/>
                    <a:pt x="3910" y="1448"/>
                  </a:cubicBezTo>
                  <a:close/>
                  <a:moveTo>
                    <a:pt x="3921" y="0"/>
                  </a:moveTo>
                  <a:cubicBezTo>
                    <a:pt x="1745" y="0"/>
                    <a:pt x="0" y="1817"/>
                    <a:pt x="72" y="3993"/>
                  </a:cubicBezTo>
                  <a:lnTo>
                    <a:pt x="72" y="9994"/>
                  </a:lnTo>
                  <a:cubicBezTo>
                    <a:pt x="72" y="10137"/>
                    <a:pt x="191" y="10281"/>
                    <a:pt x="359" y="10281"/>
                  </a:cubicBezTo>
                  <a:lnTo>
                    <a:pt x="4734" y="10281"/>
                  </a:lnTo>
                  <a:cubicBezTo>
                    <a:pt x="4901" y="10281"/>
                    <a:pt x="5021" y="10137"/>
                    <a:pt x="5021" y="9994"/>
                  </a:cubicBezTo>
                  <a:lnTo>
                    <a:pt x="5021" y="8751"/>
                  </a:lnTo>
                  <a:lnTo>
                    <a:pt x="6527" y="8751"/>
                  </a:lnTo>
                  <a:cubicBezTo>
                    <a:pt x="7125" y="8751"/>
                    <a:pt x="7603" y="8273"/>
                    <a:pt x="7603" y="7651"/>
                  </a:cubicBezTo>
                  <a:lnTo>
                    <a:pt x="7603" y="6456"/>
                  </a:lnTo>
                  <a:lnTo>
                    <a:pt x="8511" y="6456"/>
                  </a:lnTo>
                  <a:cubicBezTo>
                    <a:pt x="8726" y="6456"/>
                    <a:pt x="8870" y="6240"/>
                    <a:pt x="8774" y="6025"/>
                  </a:cubicBezTo>
                  <a:lnTo>
                    <a:pt x="8774" y="6025"/>
                  </a:lnTo>
                  <a:lnTo>
                    <a:pt x="8750" y="6049"/>
                  </a:lnTo>
                  <a:lnTo>
                    <a:pt x="7794" y="4113"/>
                  </a:lnTo>
                  <a:lnTo>
                    <a:pt x="7794" y="3993"/>
                  </a:lnTo>
                  <a:cubicBezTo>
                    <a:pt x="7866" y="1817"/>
                    <a:pt x="6097" y="0"/>
                    <a:pt x="39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86"/>
          <p:cNvSpPr txBox="1"/>
          <p:nvPr>
            <p:ph type="title"/>
          </p:nvPr>
        </p:nvSpPr>
        <p:spPr>
          <a:xfrm>
            <a:off x="674400" y="1450900"/>
            <a:ext cx="5783700" cy="143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150,000</a:t>
            </a:r>
            <a:endParaRPr/>
          </a:p>
        </p:txBody>
      </p:sp>
      <p:sp>
        <p:nvSpPr>
          <p:cNvPr id="1574" name="Google Shape;1574;p86"/>
          <p:cNvSpPr txBox="1"/>
          <p:nvPr>
            <p:ph idx="1" type="subTitle"/>
          </p:nvPr>
        </p:nvSpPr>
        <p:spPr>
          <a:xfrm>
            <a:off x="674400" y="2966900"/>
            <a:ext cx="5783700" cy="49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Big numbers catch your audience’s attention</a:t>
            </a:r>
            <a:endParaRPr/>
          </a:p>
        </p:txBody>
      </p:sp>
      <p:grpSp>
        <p:nvGrpSpPr>
          <p:cNvPr id="1575" name="Google Shape;1575;p86"/>
          <p:cNvGrpSpPr/>
          <p:nvPr/>
        </p:nvGrpSpPr>
        <p:grpSpPr>
          <a:xfrm rot="-533166">
            <a:off x="6335942" y="2980379"/>
            <a:ext cx="1259739" cy="1252383"/>
            <a:chOff x="9868979" y="5348999"/>
            <a:chExt cx="1686247" cy="1676400"/>
          </a:xfrm>
        </p:grpSpPr>
        <p:sp>
          <p:nvSpPr>
            <p:cNvPr id="1576" name="Google Shape;1576;p86"/>
            <p:cNvSpPr/>
            <p:nvPr/>
          </p:nvSpPr>
          <p:spPr>
            <a:xfrm>
              <a:off x="9868979" y="5351364"/>
              <a:ext cx="1686247" cy="1671670"/>
            </a:xfrm>
            <a:custGeom>
              <a:rect b="b" l="l" r="r" t="t"/>
              <a:pathLst>
                <a:path extrusionOk="0" h="32112" w="32392">
                  <a:moveTo>
                    <a:pt x="32112" y="17336"/>
                  </a:moveTo>
                  <a:cubicBezTo>
                    <a:pt x="32392" y="16718"/>
                    <a:pt x="32098" y="16100"/>
                    <a:pt x="32127" y="15482"/>
                  </a:cubicBezTo>
                  <a:lnTo>
                    <a:pt x="32127" y="15482"/>
                  </a:lnTo>
                  <a:cubicBezTo>
                    <a:pt x="31980" y="15247"/>
                    <a:pt x="32068" y="14982"/>
                    <a:pt x="32024" y="14731"/>
                  </a:cubicBezTo>
                  <a:lnTo>
                    <a:pt x="32024" y="14540"/>
                  </a:lnTo>
                  <a:cubicBezTo>
                    <a:pt x="31936" y="14467"/>
                    <a:pt x="32024" y="14334"/>
                    <a:pt x="31936" y="14261"/>
                  </a:cubicBezTo>
                  <a:cubicBezTo>
                    <a:pt x="31936" y="14231"/>
                    <a:pt x="31936" y="14202"/>
                    <a:pt x="31936" y="14172"/>
                  </a:cubicBezTo>
                  <a:cubicBezTo>
                    <a:pt x="31818" y="13952"/>
                    <a:pt x="31965" y="13716"/>
                    <a:pt x="31847" y="13495"/>
                  </a:cubicBezTo>
                  <a:cubicBezTo>
                    <a:pt x="31833" y="13481"/>
                    <a:pt x="31818" y="13481"/>
                    <a:pt x="31803" y="13466"/>
                  </a:cubicBezTo>
                  <a:cubicBezTo>
                    <a:pt x="31788" y="13407"/>
                    <a:pt x="31803" y="13348"/>
                    <a:pt x="31847" y="13304"/>
                  </a:cubicBezTo>
                  <a:cubicBezTo>
                    <a:pt x="31833" y="13275"/>
                    <a:pt x="31833" y="13245"/>
                    <a:pt x="31847" y="13216"/>
                  </a:cubicBezTo>
                  <a:cubicBezTo>
                    <a:pt x="31774" y="13069"/>
                    <a:pt x="31744" y="12907"/>
                    <a:pt x="31744" y="12745"/>
                  </a:cubicBezTo>
                  <a:lnTo>
                    <a:pt x="31744" y="12745"/>
                  </a:lnTo>
                  <a:cubicBezTo>
                    <a:pt x="31803" y="12701"/>
                    <a:pt x="31803" y="12612"/>
                    <a:pt x="31744" y="12568"/>
                  </a:cubicBezTo>
                  <a:lnTo>
                    <a:pt x="31744" y="12568"/>
                  </a:lnTo>
                  <a:cubicBezTo>
                    <a:pt x="31730" y="12539"/>
                    <a:pt x="31700" y="12524"/>
                    <a:pt x="31671" y="12524"/>
                  </a:cubicBezTo>
                  <a:cubicBezTo>
                    <a:pt x="31685" y="12495"/>
                    <a:pt x="31685" y="12465"/>
                    <a:pt x="31671" y="12450"/>
                  </a:cubicBezTo>
                  <a:lnTo>
                    <a:pt x="31671" y="12421"/>
                  </a:lnTo>
                  <a:cubicBezTo>
                    <a:pt x="31715" y="12347"/>
                    <a:pt x="31715" y="12259"/>
                    <a:pt x="31656" y="12186"/>
                  </a:cubicBezTo>
                  <a:lnTo>
                    <a:pt x="31656" y="11994"/>
                  </a:lnTo>
                  <a:lnTo>
                    <a:pt x="31612" y="11994"/>
                  </a:lnTo>
                  <a:cubicBezTo>
                    <a:pt x="31612" y="11965"/>
                    <a:pt x="31597" y="11921"/>
                    <a:pt x="31597" y="11891"/>
                  </a:cubicBezTo>
                  <a:cubicBezTo>
                    <a:pt x="31568" y="11773"/>
                    <a:pt x="31553" y="11641"/>
                    <a:pt x="31553" y="11523"/>
                  </a:cubicBezTo>
                  <a:cubicBezTo>
                    <a:pt x="31524" y="11435"/>
                    <a:pt x="31509" y="11361"/>
                    <a:pt x="31509" y="11273"/>
                  </a:cubicBezTo>
                  <a:cubicBezTo>
                    <a:pt x="31494" y="11244"/>
                    <a:pt x="31479" y="11200"/>
                    <a:pt x="31465" y="11170"/>
                  </a:cubicBezTo>
                  <a:lnTo>
                    <a:pt x="31465" y="10964"/>
                  </a:lnTo>
                  <a:lnTo>
                    <a:pt x="31465" y="10787"/>
                  </a:lnTo>
                  <a:cubicBezTo>
                    <a:pt x="31450" y="10758"/>
                    <a:pt x="31435" y="10743"/>
                    <a:pt x="31421" y="10743"/>
                  </a:cubicBezTo>
                  <a:lnTo>
                    <a:pt x="31421" y="10743"/>
                  </a:lnTo>
                  <a:cubicBezTo>
                    <a:pt x="31421" y="10670"/>
                    <a:pt x="31435" y="10567"/>
                    <a:pt x="31376" y="10493"/>
                  </a:cubicBezTo>
                  <a:lnTo>
                    <a:pt x="31376" y="10493"/>
                  </a:lnTo>
                  <a:cubicBezTo>
                    <a:pt x="31288" y="10420"/>
                    <a:pt x="31362" y="10287"/>
                    <a:pt x="31288" y="10214"/>
                  </a:cubicBezTo>
                  <a:lnTo>
                    <a:pt x="31288" y="10214"/>
                  </a:lnTo>
                  <a:cubicBezTo>
                    <a:pt x="31170" y="10111"/>
                    <a:pt x="31288" y="9949"/>
                    <a:pt x="31185" y="9846"/>
                  </a:cubicBezTo>
                  <a:cubicBezTo>
                    <a:pt x="31082" y="9831"/>
                    <a:pt x="31009" y="9787"/>
                    <a:pt x="30994" y="9684"/>
                  </a:cubicBezTo>
                  <a:cubicBezTo>
                    <a:pt x="30979" y="9581"/>
                    <a:pt x="30994" y="9419"/>
                    <a:pt x="30994" y="9286"/>
                  </a:cubicBezTo>
                  <a:cubicBezTo>
                    <a:pt x="30905" y="9213"/>
                    <a:pt x="30994" y="9080"/>
                    <a:pt x="30891" y="9007"/>
                  </a:cubicBezTo>
                  <a:cubicBezTo>
                    <a:pt x="30861" y="8963"/>
                    <a:pt x="30832" y="8933"/>
                    <a:pt x="30802" y="8904"/>
                  </a:cubicBezTo>
                  <a:cubicBezTo>
                    <a:pt x="30802" y="8874"/>
                    <a:pt x="30802" y="8845"/>
                    <a:pt x="30802" y="8815"/>
                  </a:cubicBezTo>
                  <a:cubicBezTo>
                    <a:pt x="30758" y="8521"/>
                    <a:pt x="30655" y="8227"/>
                    <a:pt x="30523" y="7962"/>
                  </a:cubicBezTo>
                  <a:lnTo>
                    <a:pt x="30523" y="7962"/>
                  </a:lnTo>
                  <a:cubicBezTo>
                    <a:pt x="30376" y="7785"/>
                    <a:pt x="30376" y="7476"/>
                    <a:pt x="30052" y="7491"/>
                  </a:cubicBezTo>
                  <a:lnTo>
                    <a:pt x="30052" y="7491"/>
                  </a:lnTo>
                  <a:cubicBezTo>
                    <a:pt x="30052" y="7491"/>
                    <a:pt x="30022" y="7476"/>
                    <a:pt x="30022" y="7462"/>
                  </a:cubicBezTo>
                  <a:cubicBezTo>
                    <a:pt x="30008" y="7432"/>
                    <a:pt x="30022" y="7403"/>
                    <a:pt x="30052" y="7388"/>
                  </a:cubicBezTo>
                  <a:lnTo>
                    <a:pt x="30052" y="7388"/>
                  </a:lnTo>
                  <a:cubicBezTo>
                    <a:pt x="30022" y="7167"/>
                    <a:pt x="29816" y="7035"/>
                    <a:pt x="29758" y="6843"/>
                  </a:cubicBezTo>
                  <a:lnTo>
                    <a:pt x="29758" y="6843"/>
                  </a:lnTo>
                  <a:cubicBezTo>
                    <a:pt x="29728" y="6814"/>
                    <a:pt x="29684" y="6785"/>
                    <a:pt x="29655" y="6770"/>
                  </a:cubicBezTo>
                  <a:cubicBezTo>
                    <a:pt x="29404" y="6431"/>
                    <a:pt x="29169" y="6078"/>
                    <a:pt x="28919" y="5740"/>
                  </a:cubicBezTo>
                  <a:cubicBezTo>
                    <a:pt x="28845" y="5637"/>
                    <a:pt x="28757" y="5548"/>
                    <a:pt x="28654" y="5490"/>
                  </a:cubicBezTo>
                  <a:lnTo>
                    <a:pt x="28654" y="5490"/>
                  </a:lnTo>
                  <a:cubicBezTo>
                    <a:pt x="28654" y="5490"/>
                    <a:pt x="28654" y="5445"/>
                    <a:pt x="28624" y="5431"/>
                  </a:cubicBezTo>
                  <a:lnTo>
                    <a:pt x="28536" y="5239"/>
                  </a:lnTo>
                  <a:cubicBezTo>
                    <a:pt x="28492" y="5166"/>
                    <a:pt x="28433" y="5092"/>
                    <a:pt x="28345" y="5063"/>
                  </a:cubicBezTo>
                  <a:lnTo>
                    <a:pt x="28345" y="5063"/>
                  </a:lnTo>
                  <a:cubicBezTo>
                    <a:pt x="28330" y="5033"/>
                    <a:pt x="28286" y="5033"/>
                    <a:pt x="28271" y="5048"/>
                  </a:cubicBezTo>
                  <a:cubicBezTo>
                    <a:pt x="28257" y="5048"/>
                    <a:pt x="28257" y="5033"/>
                    <a:pt x="28257" y="5033"/>
                  </a:cubicBezTo>
                  <a:lnTo>
                    <a:pt x="28257" y="4960"/>
                  </a:lnTo>
                  <a:lnTo>
                    <a:pt x="28080" y="4901"/>
                  </a:lnTo>
                  <a:lnTo>
                    <a:pt x="28050" y="4886"/>
                  </a:lnTo>
                  <a:cubicBezTo>
                    <a:pt x="28021" y="4857"/>
                    <a:pt x="27992" y="4827"/>
                    <a:pt x="27962" y="4813"/>
                  </a:cubicBezTo>
                  <a:lnTo>
                    <a:pt x="27859" y="4739"/>
                  </a:lnTo>
                  <a:cubicBezTo>
                    <a:pt x="27889" y="4710"/>
                    <a:pt x="27933" y="4680"/>
                    <a:pt x="27962" y="4636"/>
                  </a:cubicBezTo>
                  <a:cubicBezTo>
                    <a:pt x="27977" y="4636"/>
                    <a:pt x="27977" y="4621"/>
                    <a:pt x="27992" y="4607"/>
                  </a:cubicBezTo>
                  <a:cubicBezTo>
                    <a:pt x="28021" y="4665"/>
                    <a:pt x="28095" y="4680"/>
                    <a:pt x="28154" y="4680"/>
                  </a:cubicBezTo>
                  <a:lnTo>
                    <a:pt x="28065" y="4592"/>
                  </a:lnTo>
                  <a:cubicBezTo>
                    <a:pt x="28050" y="4562"/>
                    <a:pt x="28021" y="4562"/>
                    <a:pt x="28006" y="4562"/>
                  </a:cubicBezTo>
                  <a:lnTo>
                    <a:pt x="28006" y="4533"/>
                  </a:lnTo>
                  <a:lnTo>
                    <a:pt x="27962" y="4489"/>
                  </a:lnTo>
                  <a:cubicBezTo>
                    <a:pt x="27918" y="4430"/>
                    <a:pt x="27859" y="4401"/>
                    <a:pt x="27786" y="4401"/>
                  </a:cubicBezTo>
                  <a:cubicBezTo>
                    <a:pt x="27697" y="4401"/>
                    <a:pt x="27697" y="4239"/>
                    <a:pt x="27594" y="4298"/>
                  </a:cubicBezTo>
                  <a:lnTo>
                    <a:pt x="27506" y="4298"/>
                  </a:lnTo>
                  <a:cubicBezTo>
                    <a:pt x="27477" y="4268"/>
                    <a:pt x="27432" y="4239"/>
                    <a:pt x="27403" y="4209"/>
                  </a:cubicBezTo>
                  <a:lnTo>
                    <a:pt x="27403" y="4209"/>
                  </a:lnTo>
                  <a:cubicBezTo>
                    <a:pt x="27388" y="4195"/>
                    <a:pt x="27374" y="4195"/>
                    <a:pt x="27359" y="4195"/>
                  </a:cubicBezTo>
                  <a:cubicBezTo>
                    <a:pt x="27344" y="4165"/>
                    <a:pt x="27329" y="4136"/>
                    <a:pt x="27315" y="4121"/>
                  </a:cubicBezTo>
                  <a:cubicBezTo>
                    <a:pt x="27285" y="4091"/>
                    <a:pt x="27256" y="4077"/>
                    <a:pt x="27212" y="4091"/>
                  </a:cubicBezTo>
                  <a:lnTo>
                    <a:pt x="27212" y="4018"/>
                  </a:lnTo>
                  <a:lnTo>
                    <a:pt x="27138" y="4018"/>
                  </a:lnTo>
                  <a:cubicBezTo>
                    <a:pt x="27094" y="3930"/>
                    <a:pt x="26991" y="3915"/>
                    <a:pt x="26932" y="3841"/>
                  </a:cubicBezTo>
                  <a:lnTo>
                    <a:pt x="26932" y="3841"/>
                  </a:lnTo>
                  <a:cubicBezTo>
                    <a:pt x="26873" y="3797"/>
                    <a:pt x="26814" y="3782"/>
                    <a:pt x="26755" y="3797"/>
                  </a:cubicBezTo>
                  <a:lnTo>
                    <a:pt x="26726" y="3797"/>
                  </a:lnTo>
                  <a:cubicBezTo>
                    <a:pt x="26711" y="3738"/>
                    <a:pt x="26682" y="3694"/>
                    <a:pt x="26652" y="3650"/>
                  </a:cubicBezTo>
                  <a:lnTo>
                    <a:pt x="26652" y="3650"/>
                  </a:lnTo>
                  <a:cubicBezTo>
                    <a:pt x="26608" y="3621"/>
                    <a:pt x="26579" y="3591"/>
                    <a:pt x="26549" y="3562"/>
                  </a:cubicBezTo>
                  <a:cubicBezTo>
                    <a:pt x="26461" y="3547"/>
                    <a:pt x="26358" y="3503"/>
                    <a:pt x="26299" y="3444"/>
                  </a:cubicBezTo>
                  <a:cubicBezTo>
                    <a:pt x="26226" y="3385"/>
                    <a:pt x="26152" y="3326"/>
                    <a:pt x="26078" y="3267"/>
                  </a:cubicBezTo>
                  <a:cubicBezTo>
                    <a:pt x="26005" y="3253"/>
                    <a:pt x="25931" y="3253"/>
                    <a:pt x="25843" y="3267"/>
                  </a:cubicBezTo>
                  <a:cubicBezTo>
                    <a:pt x="25843" y="3238"/>
                    <a:pt x="25828" y="3194"/>
                    <a:pt x="25799" y="3179"/>
                  </a:cubicBezTo>
                  <a:lnTo>
                    <a:pt x="25799" y="3179"/>
                  </a:lnTo>
                  <a:cubicBezTo>
                    <a:pt x="25755" y="3120"/>
                    <a:pt x="25652" y="3150"/>
                    <a:pt x="25608" y="3076"/>
                  </a:cubicBezTo>
                  <a:lnTo>
                    <a:pt x="25608" y="3076"/>
                  </a:lnTo>
                  <a:cubicBezTo>
                    <a:pt x="25578" y="3061"/>
                    <a:pt x="25549" y="3017"/>
                    <a:pt x="25519" y="2988"/>
                  </a:cubicBezTo>
                  <a:lnTo>
                    <a:pt x="25519" y="2988"/>
                  </a:lnTo>
                  <a:cubicBezTo>
                    <a:pt x="25490" y="2958"/>
                    <a:pt x="25460" y="2929"/>
                    <a:pt x="25431" y="2899"/>
                  </a:cubicBezTo>
                  <a:lnTo>
                    <a:pt x="25431" y="2899"/>
                  </a:lnTo>
                  <a:cubicBezTo>
                    <a:pt x="25328" y="2841"/>
                    <a:pt x="25195" y="2841"/>
                    <a:pt x="25137" y="2708"/>
                  </a:cubicBezTo>
                  <a:cubicBezTo>
                    <a:pt x="25122" y="2693"/>
                    <a:pt x="25078" y="2693"/>
                    <a:pt x="25048" y="2708"/>
                  </a:cubicBezTo>
                  <a:lnTo>
                    <a:pt x="24960" y="2811"/>
                  </a:lnTo>
                  <a:lnTo>
                    <a:pt x="24960" y="2811"/>
                  </a:lnTo>
                  <a:lnTo>
                    <a:pt x="24857" y="2708"/>
                  </a:lnTo>
                  <a:cubicBezTo>
                    <a:pt x="24798" y="2664"/>
                    <a:pt x="24813" y="2576"/>
                    <a:pt x="24769" y="2517"/>
                  </a:cubicBezTo>
                  <a:cubicBezTo>
                    <a:pt x="24680" y="2458"/>
                    <a:pt x="24577" y="2458"/>
                    <a:pt x="24489" y="2517"/>
                  </a:cubicBezTo>
                  <a:lnTo>
                    <a:pt x="24489" y="2517"/>
                  </a:lnTo>
                  <a:lnTo>
                    <a:pt x="24519" y="2487"/>
                  </a:lnTo>
                  <a:lnTo>
                    <a:pt x="24489" y="2443"/>
                  </a:lnTo>
                  <a:lnTo>
                    <a:pt x="24298" y="2340"/>
                  </a:lnTo>
                  <a:cubicBezTo>
                    <a:pt x="24254" y="2281"/>
                    <a:pt x="24165" y="2311"/>
                    <a:pt x="24121" y="2252"/>
                  </a:cubicBezTo>
                  <a:lnTo>
                    <a:pt x="24121" y="2252"/>
                  </a:lnTo>
                  <a:cubicBezTo>
                    <a:pt x="24077" y="2223"/>
                    <a:pt x="24048" y="2193"/>
                    <a:pt x="24018" y="2149"/>
                  </a:cubicBezTo>
                  <a:lnTo>
                    <a:pt x="23930" y="2061"/>
                  </a:lnTo>
                  <a:cubicBezTo>
                    <a:pt x="23871" y="2031"/>
                    <a:pt x="23783" y="2046"/>
                    <a:pt x="23739" y="1972"/>
                  </a:cubicBezTo>
                  <a:cubicBezTo>
                    <a:pt x="23694" y="1913"/>
                    <a:pt x="23606" y="1913"/>
                    <a:pt x="23562" y="1958"/>
                  </a:cubicBezTo>
                  <a:cubicBezTo>
                    <a:pt x="23488" y="1972"/>
                    <a:pt x="23415" y="1928"/>
                    <a:pt x="23371" y="1869"/>
                  </a:cubicBezTo>
                  <a:cubicBezTo>
                    <a:pt x="23341" y="1840"/>
                    <a:pt x="23312" y="1840"/>
                    <a:pt x="23282" y="1869"/>
                  </a:cubicBezTo>
                  <a:lnTo>
                    <a:pt x="23179" y="1972"/>
                  </a:lnTo>
                  <a:lnTo>
                    <a:pt x="23003" y="1958"/>
                  </a:lnTo>
                  <a:cubicBezTo>
                    <a:pt x="22929" y="1840"/>
                    <a:pt x="22826" y="1752"/>
                    <a:pt x="22708" y="1678"/>
                  </a:cubicBezTo>
                  <a:cubicBezTo>
                    <a:pt x="22679" y="1649"/>
                    <a:pt x="22650" y="1619"/>
                    <a:pt x="22620" y="1590"/>
                  </a:cubicBezTo>
                  <a:cubicBezTo>
                    <a:pt x="22576" y="1590"/>
                    <a:pt x="22547" y="1590"/>
                    <a:pt x="22517" y="1590"/>
                  </a:cubicBezTo>
                  <a:cubicBezTo>
                    <a:pt x="22473" y="1531"/>
                    <a:pt x="22385" y="1560"/>
                    <a:pt x="22340" y="1501"/>
                  </a:cubicBezTo>
                  <a:cubicBezTo>
                    <a:pt x="22267" y="1443"/>
                    <a:pt x="22164" y="1443"/>
                    <a:pt x="22090" y="1472"/>
                  </a:cubicBezTo>
                  <a:cubicBezTo>
                    <a:pt x="22061" y="1487"/>
                    <a:pt x="22031" y="1516"/>
                    <a:pt x="22031" y="1546"/>
                  </a:cubicBezTo>
                  <a:cubicBezTo>
                    <a:pt x="22017" y="1501"/>
                    <a:pt x="22017" y="1443"/>
                    <a:pt x="21973" y="1398"/>
                  </a:cubicBezTo>
                  <a:cubicBezTo>
                    <a:pt x="21958" y="1369"/>
                    <a:pt x="21958" y="1340"/>
                    <a:pt x="21973" y="1310"/>
                  </a:cubicBezTo>
                  <a:cubicBezTo>
                    <a:pt x="21928" y="1281"/>
                    <a:pt x="21899" y="1251"/>
                    <a:pt x="21870" y="1222"/>
                  </a:cubicBezTo>
                  <a:lnTo>
                    <a:pt x="21870" y="1222"/>
                  </a:lnTo>
                  <a:cubicBezTo>
                    <a:pt x="21767" y="1163"/>
                    <a:pt x="21634" y="1163"/>
                    <a:pt x="21590" y="1030"/>
                  </a:cubicBezTo>
                  <a:lnTo>
                    <a:pt x="21399" y="1030"/>
                  </a:lnTo>
                  <a:cubicBezTo>
                    <a:pt x="21354" y="1075"/>
                    <a:pt x="21266" y="1104"/>
                    <a:pt x="21296" y="1192"/>
                  </a:cubicBezTo>
                  <a:cubicBezTo>
                    <a:pt x="21281" y="1178"/>
                    <a:pt x="21251" y="1178"/>
                    <a:pt x="21237" y="1178"/>
                  </a:cubicBezTo>
                  <a:cubicBezTo>
                    <a:pt x="21266" y="1119"/>
                    <a:pt x="21251" y="1075"/>
                    <a:pt x="21207" y="1030"/>
                  </a:cubicBezTo>
                  <a:lnTo>
                    <a:pt x="21207" y="1030"/>
                  </a:lnTo>
                  <a:cubicBezTo>
                    <a:pt x="21178" y="1001"/>
                    <a:pt x="21148" y="972"/>
                    <a:pt x="21119" y="942"/>
                  </a:cubicBezTo>
                  <a:lnTo>
                    <a:pt x="21119" y="942"/>
                  </a:lnTo>
                  <a:cubicBezTo>
                    <a:pt x="21060" y="898"/>
                    <a:pt x="20987" y="883"/>
                    <a:pt x="20928" y="898"/>
                  </a:cubicBezTo>
                  <a:cubicBezTo>
                    <a:pt x="20589" y="1030"/>
                    <a:pt x="20280" y="927"/>
                    <a:pt x="19986" y="751"/>
                  </a:cubicBezTo>
                  <a:lnTo>
                    <a:pt x="19883" y="751"/>
                  </a:lnTo>
                  <a:cubicBezTo>
                    <a:pt x="19853" y="795"/>
                    <a:pt x="19780" y="780"/>
                    <a:pt x="19736" y="810"/>
                  </a:cubicBezTo>
                  <a:cubicBezTo>
                    <a:pt x="19662" y="766"/>
                    <a:pt x="19574" y="810"/>
                    <a:pt x="19500" y="751"/>
                  </a:cubicBezTo>
                  <a:lnTo>
                    <a:pt x="19500" y="751"/>
                  </a:lnTo>
                  <a:cubicBezTo>
                    <a:pt x="19427" y="707"/>
                    <a:pt x="19368" y="648"/>
                    <a:pt x="19324" y="574"/>
                  </a:cubicBezTo>
                  <a:lnTo>
                    <a:pt x="19235" y="486"/>
                  </a:lnTo>
                  <a:cubicBezTo>
                    <a:pt x="19176" y="427"/>
                    <a:pt x="19088" y="442"/>
                    <a:pt x="19044" y="383"/>
                  </a:cubicBezTo>
                  <a:lnTo>
                    <a:pt x="19044" y="383"/>
                  </a:lnTo>
                  <a:cubicBezTo>
                    <a:pt x="19015" y="354"/>
                    <a:pt x="18970" y="324"/>
                    <a:pt x="18941" y="295"/>
                  </a:cubicBezTo>
                  <a:cubicBezTo>
                    <a:pt x="18912" y="295"/>
                    <a:pt x="18882" y="295"/>
                    <a:pt x="18867" y="295"/>
                  </a:cubicBezTo>
                  <a:cubicBezTo>
                    <a:pt x="18588" y="471"/>
                    <a:pt x="18293" y="339"/>
                    <a:pt x="18014" y="383"/>
                  </a:cubicBezTo>
                  <a:lnTo>
                    <a:pt x="18014" y="383"/>
                  </a:lnTo>
                  <a:cubicBezTo>
                    <a:pt x="17911" y="324"/>
                    <a:pt x="17837" y="457"/>
                    <a:pt x="17749" y="427"/>
                  </a:cubicBezTo>
                  <a:lnTo>
                    <a:pt x="17720" y="427"/>
                  </a:lnTo>
                  <a:cubicBezTo>
                    <a:pt x="17720" y="412"/>
                    <a:pt x="17720" y="398"/>
                    <a:pt x="17720" y="383"/>
                  </a:cubicBezTo>
                  <a:lnTo>
                    <a:pt x="17543" y="383"/>
                  </a:lnTo>
                  <a:lnTo>
                    <a:pt x="17543" y="427"/>
                  </a:lnTo>
                  <a:cubicBezTo>
                    <a:pt x="17513" y="412"/>
                    <a:pt x="17499" y="412"/>
                    <a:pt x="17484" y="398"/>
                  </a:cubicBezTo>
                  <a:cubicBezTo>
                    <a:pt x="17484" y="354"/>
                    <a:pt x="17469" y="309"/>
                    <a:pt x="17440" y="295"/>
                  </a:cubicBezTo>
                  <a:lnTo>
                    <a:pt x="17352" y="295"/>
                  </a:lnTo>
                  <a:lnTo>
                    <a:pt x="17263" y="280"/>
                  </a:lnTo>
                  <a:lnTo>
                    <a:pt x="17263" y="280"/>
                  </a:lnTo>
                  <a:lnTo>
                    <a:pt x="17263" y="192"/>
                  </a:lnTo>
                  <a:lnTo>
                    <a:pt x="17190" y="250"/>
                  </a:lnTo>
                  <a:cubicBezTo>
                    <a:pt x="17190" y="250"/>
                    <a:pt x="17175" y="250"/>
                    <a:pt x="17175" y="250"/>
                  </a:cubicBezTo>
                  <a:lnTo>
                    <a:pt x="17146" y="295"/>
                  </a:lnTo>
                  <a:lnTo>
                    <a:pt x="16881" y="471"/>
                  </a:lnTo>
                  <a:lnTo>
                    <a:pt x="16792" y="471"/>
                  </a:lnTo>
                  <a:lnTo>
                    <a:pt x="16601" y="280"/>
                  </a:lnTo>
                  <a:lnTo>
                    <a:pt x="16424" y="280"/>
                  </a:lnTo>
                  <a:cubicBezTo>
                    <a:pt x="16424" y="250"/>
                    <a:pt x="16424" y="221"/>
                    <a:pt x="16410" y="192"/>
                  </a:cubicBezTo>
                  <a:cubicBezTo>
                    <a:pt x="16130" y="133"/>
                    <a:pt x="15851" y="133"/>
                    <a:pt x="15571" y="192"/>
                  </a:cubicBezTo>
                  <a:cubicBezTo>
                    <a:pt x="15497" y="280"/>
                    <a:pt x="15438" y="280"/>
                    <a:pt x="15380" y="192"/>
                  </a:cubicBezTo>
                  <a:cubicBezTo>
                    <a:pt x="15365" y="147"/>
                    <a:pt x="15335" y="118"/>
                    <a:pt x="15306" y="103"/>
                  </a:cubicBezTo>
                  <a:lnTo>
                    <a:pt x="15380" y="103"/>
                  </a:lnTo>
                  <a:lnTo>
                    <a:pt x="15380" y="0"/>
                  </a:lnTo>
                  <a:lnTo>
                    <a:pt x="15291" y="0"/>
                  </a:lnTo>
                  <a:lnTo>
                    <a:pt x="15291" y="89"/>
                  </a:lnTo>
                  <a:cubicBezTo>
                    <a:pt x="15277" y="74"/>
                    <a:pt x="15262" y="59"/>
                    <a:pt x="15247" y="59"/>
                  </a:cubicBezTo>
                  <a:cubicBezTo>
                    <a:pt x="14923" y="192"/>
                    <a:pt x="14570" y="59"/>
                    <a:pt x="14246" y="192"/>
                  </a:cubicBezTo>
                  <a:cubicBezTo>
                    <a:pt x="14217" y="192"/>
                    <a:pt x="14188" y="192"/>
                    <a:pt x="14158" y="192"/>
                  </a:cubicBezTo>
                  <a:cubicBezTo>
                    <a:pt x="13996" y="89"/>
                    <a:pt x="13893" y="236"/>
                    <a:pt x="13790" y="280"/>
                  </a:cubicBezTo>
                  <a:lnTo>
                    <a:pt x="13790" y="280"/>
                  </a:lnTo>
                  <a:cubicBezTo>
                    <a:pt x="13569" y="295"/>
                    <a:pt x="13349" y="339"/>
                    <a:pt x="13143" y="427"/>
                  </a:cubicBezTo>
                  <a:cubicBezTo>
                    <a:pt x="13143" y="442"/>
                    <a:pt x="13128" y="457"/>
                    <a:pt x="13128" y="471"/>
                  </a:cubicBezTo>
                  <a:cubicBezTo>
                    <a:pt x="13069" y="354"/>
                    <a:pt x="12907" y="398"/>
                    <a:pt x="12848" y="280"/>
                  </a:cubicBezTo>
                  <a:lnTo>
                    <a:pt x="12657" y="280"/>
                  </a:lnTo>
                  <a:lnTo>
                    <a:pt x="12657" y="471"/>
                  </a:lnTo>
                  <a:lnTo>
                    <a:pt x="12657" y="471"/>
                  </a:lnTo>
                  <a:cubicBezTo>
                    <a:pt x="12539" y="471"/>
                    <a:pt x="12436" y="530"/>
                    <a:pt x="12289" y="486"/>
                  </a:cubicBezTo>
                  <a:cubicBezTo>
                    <a:pt x="12113" y="442"/>
                    <a:pt x="11907" y="501"/>
                    <a:pt x="11789" y="648"/>
                  </a:cubicBezTo>
                  <a:lnTo>
                    <a:pt x="11789" y="648"/>
                  </a:lnTo>
                  <a:cubicBezTo>
                    <a:pt x="11700" y="604"/>
                    <a:pt x="11583" y="604"/>
                    <a:pt x="11480" y="648"/>
                  </a:cubicBezTo>
                  <a:cubicBezTo>
                    <a:pt x="11215" y="736"/>
                    <a:pt x="10950" y="839"/>
                    <a:pt x="10656" y="751"/>
                  </a:cubicBezTo>
                  <a:cubicBezTo>
                    <a:pt x="10611" y="736"/>
                    <a:pt x="10553" y="751"/>
                    <a:pt x="10538" y="795"/>
                  </a:cubicBezTo>
                  <a:cubicBezTo>
                    <a:pt x="10494" y="1016"/>
                    <a:pt x="10376" y="854"/>
                    <a:pt x="10288" y="839"/>
                  </a:cubicBezTo>
                  <a:cubicBezTo>
                    <a:pt x="10229" y="942"/>
                    <a:pt x="10170" y="927"/>
                    <a:pt x="10111" y="839"/>
                  </a:cubicBezTo>
                  <a:lnTo>
                    <a:pt x="9743" y="839"/>
                  </a:lnTo>
                  <a:lnTo>
                    <a:pt x="9640" y="927"/>
                  </a:lnTo>
                  <a:cubicBezTo>
                    <a:pt x="9611" y="1001"/>
                    <a:pt x="9537" y="1030"/>
                    <a:pt x="9464" y="1030"/>
                  </a:cubicBezTo>
                  <a:cubicBezTo>
                    <a:pt x="9464" y="1045"/>
                    <a:pt x="9464" y="1060"/>
                    <a:pt x="9464" y="1075"/>
                  </a:cubicBezTo>
                  <a:lnTo>
                    <a:pt x="9390" y="1089"/>
                  </a:lnTo>
                  <a:cubicBezTo>
                    <a:pt x="9184" y="1251"/>
                    <a:pt x="8919" y="1075"/>
                    <a:pt x="8713" y="1222"/>
                  </a:cubicBezTo>
                  <a:lnTo>
                    <a:pt x="8713" y="1222"/>
                  </a:lnTo>
                  <a:cubicBezTo>
                    <a:pt x="8669" y="1251"/>
                    <a:pt x="8639" y="1281"/>
                    <a:pt x="8610" y="1310"/>
                  </a:cubicBezTo>
                  <a:lnTo>
                    <a:pt x="8610" y="1310"/>
                  </a:lnTo>
                  <a:cubicBezTo>
                    <a:pt x="8448" y="1384"/>
                    <a:pt x="8257" y="1369"/>
                    <a:pt x="8139" y="1501"/>
                  </a:cubicBezTo>
                  <a:lnTo>
                    <a:pt x="8139" y="1501"/>
                  </a:lnTo>
                  <a:cubicBezTo>
                    <a:pt x="8051" y="1560"/>
                    <a:pt x="7918" y="1472"/>
                    <a:pt x="7845" y="1590"/>
                  </a:cubicBezTo>
                  <a:lnTo>
                    <a:pt x="7845" y="1590"/>
                  </a:lnTo>
                  <a:cubicBezTo>
                    <a:pt x="7698" y="1678"/>
                    <a:pt x="7492" y="1604"/>
                    <a:pt x="7374" y="1766"/>
                  </a:cubicBezTo>
                  <a:lnTo>
                    <a:pt x="7374" y="1766"/>
                  </a:lnTo>
                  <a:cubicBezTo>
                    <a:pt x="7330" y="1825"/>
                    <a:pt x="7241" y="1810"/>
                    <a:pt x="7197" y="1884"/>
                  </a:cubicBezTo>
                  <a:lnTo>
                    <a:pt x="7109" y="1958"/>
                  </a:lnTo>
                  <a:cubicBezTo>
                    <a:pt x="7079" y="1987"/>
                    <a:pt x="7035" y="2002"/>
                    <a:pt x="7006" y="2031"/>
                  </a:cubicBezTo>
                  <a:cubicBezTo>
                    <a:pt x="6976" y="2016"/>
                    <a:pt x="6932" y="2016"/>
                    <a:pt x="6903" y="2046"/>
                  </a:cubicBezTo>
                  <a:lnTo>
                    <a:pt x="6903" y="2046"/>
                  </a:lnTo>
                  <a:cubicBezTo>
                    <a:pt x="6844" y="2134"/>
                    <a:pt x="6712" y="2061"/>
                    <a:pt x="6623" y="2149"/>
                  </a:cubicBezTo>
                  <a:lnTo>
                    <a:pt x="6623" y="2149"/>
                  </a:lnTo>
                  <a:cubicBezTo>
                    <a:pt x="6550" y="2237"/>
                    <a:pt x="6417" y="2149"/>
                    <a:pt x="6344" y="2237"/>
                  </a:cubicBezTo>
                  <a:lnTo>
                    <a:pt x="6344" y="2237"/>
                  </a:lnTo>
                  <a:cubicBezTo>
                    <a:pt x="6270" y="2281"/>
                    <a:pt x="6211" y="2355"/>
                    <a:pt x="6167" y="2429"/>
                  </a:cubicBezTo>
                  <a:lnTo>
                    <a:pt x="6167" y="2429"/>
                  </a:lnTo>
                  <a:cubicBezTo>
                    <a:pt x="6123" y="2487"/>
                    <a:pt x="6035" y="2473"/>
                    <a:pt x="5976" y="2517"/>
                  </a:cubicBezTo>
                  <a:cubicBezTo>
                    <a:pt x="5932" y="2590"/>
                    <a:pt x="5873" y="2649"/>
                    <a:pt x="5799" y="2708"/>
                  </a:cubicBezTo>
                  <a:cubicBezTo>
                    <a:pt x="5755" y="2782"/>
                    <a:pt x="5681" y="2841"/>
                    <a:pt x="5608" y="2885"/>
                  </a:cubicBezTo>
                  <a:lnTo>
                    <a:pt x="5608" y="2885"/>
                  </a:lnTo>
                  <a:cubicBezTo>
                    <a:pt x="5578" y="2914"/>
                    <a:pt x="5534" y="2944"/>
                    <a:pt x="5505" y="2973"/>
                  </a:cubicBezTo>
                  <a:cubicBezTo>
                    <a:pt x="5475" y="2944"/>
                    <a:pt x="5446" y="2958"/>
                    <a:pt x="5431" y="2988"/>
                  </a:cubicBezTo>
                  <a:lnTo>
                    <a:pt x="5328" y="2988"/>
                  </a:lnTo>
                  <a:cubicBezTo>
                    <a:pt x="5299" y="3017"/>
                    <a:pt x="5269" y="3047"/>
                    <a:pt x="5240" y="3076"/>
                  </a:cubicBezTo>
                  <a:cubicBezTo>
                    <a:pt x="5166" y="3179"/>
                    <a:pt x="5049" y="3209"/>
                    <a:pt x="4960" y="3267"/>
                  </a:cubicBezTo>
                  <a:cubicBezTo>
                    <a:pt x="4960" y="3267"/>
                    <a:pt x="4946" y="3267"/>
                    <a:pt x="4931" y="3297"/>
                  </a:cubicBezTo>
                  <a:cubicBezTo>
                    <a:pt x="4931" y="3297"/>
                    <a:pt x="4931" y="3312"/>
                    <a:pt x="4931" y="3312"/>
                  </a:cubicBezTo>
                  <a:cubicBezTo>
                    <a:pt x="4901" y="3326"/>
                    <a:pt x="4887" y="3341"/>
                    <a:pt x="4857" y="3356"/>
                  </a:cubicBezTo>
                  <a:lnTo>
                    <a:pt x="4857" y="3356"/>
                  </a:lnTo>
                  <a:cubicBezTo>
                    <a:pt x="4828" y="3385"/>
                    <a:pt x="4798" y="3415"/>
                    <a:pt x="4769" y="3459"/>
                  </a:cubicBezTo>
                  <a:lnTo>
                    <a:pt x="4769" y="3459"/>
                  </a:lnTo>
                  <a:cubicBezTo>
                    <a:pt x="4725" y="3488"/>
                    <a:pt x="4695" y="3518"/>
                    <a:pt x="4666" y="3562"/>
                  </a:cubicBezTo>
                  <a:cubicBezTo>
                    <a:pt x="4681" y="3665"/>
                    <a:pt x="4592" y="3753"/>
                    <a:pt x="4489" y="3738"/>
                  </a:cubicBezTo>
                  <a:cubicBezTo>
                    <a:pt x="4445" y="3768"/>
                    <a:pt x="4416" y="3812"/>
                    <a:pt x="4386" y="3841"/>
                  </a:cubicBezTo>
                  <a:lnTo>
                    <a:pt x="4386" y="3841"/>
                  </a:lnTo>
                  <a:cubicBezTo>
                    <a:pt x="4254" y="4018"/>
                    <a:pt x="4048" y="4136"/>
                    <a:pt x="3974" y="4342"/>
                  </a:cubicBezTo>
                  <a:cubicBezTo>
                    <a:pt x="3960" y="4356"/>
                    <a:pt x="3945" y="4386"/>
                    <a:pt x="3930" y="4401"/>
                  </a:cubicBezTo>
                  <a:lnTo>
                    <a:pt x="3827" y="4401"/>
                  </a:lnTo>
                  <a:lnTo>
                    <a:pt x="3827" y="4489"/>
                  </a:lnTo>
                  <a:cubicBezTo>
                    <a:pt x="3783" y="4533"/>
                    <a:pt x="3768" y="4592"/>
                    <a:pt x="3798" y="4636"/>
                  </a:cubicBezTo>
                  <a:lnTo>
                    <a:pt x="3798" y="4636"/>
                  </a:lnTo>
                  <a:cubicBezTo>
                    <a:pt x="3798" y="4651"/>
                    <a:pt x="3798" y="4665"/>
                    <a:pt x="3798" y="4665"/>
                  </a:cubicBezTo>
                  <a:lnTo>
                    <a:pt x="3651" y="4665"/>
                  </a:lnTo>
                  <a:cubicBezTo>
                    <a:pt x="3651" y="4798"/>
                    <a:pt x="3577" y="4901"/>
                    <a:pt x="3459" y="4960"/>
                  </a:cubicBezTo>
                  <a:cubicBezTo>
                    <a:pt x="3445" y="5122"/>
                    <a:pt x="3342" y="5269"/>
                    <a:pt x="3180" y="5328"/>
                  </a:cubicBezTo>
                  <a:lnTo>
                    <a:pt x="3180" y="5475"/>
                  </a:lnTo>
                  <a:lnTo>
                    <a:pt x="3180" y="5475"/>
                  </a:lnTo>
                  <a:cubicBezTo>
                    <a:pt x="3135" y="5490"/>
                    <a:pt x="3106" y="5504"/>
                    <a:pt x="3062" y="5519"/>
                  </a:cubicBezTo>
                  <a:cubicBezTo>
                    <a:pt x="3003" y="5578"/>
                    <a:pt x="2944" y="5637"/>
                    <a:pt x="2900" y="5710"/>
                  </a:cubicBezTo>
                  <a:lnTo>
                    <a:pt x="2900" y="5710"/>
                  </a:lnTo>
                  <a:cubicBezTo>
                    <a:pt x="2871" y="5740"/>
                    <a:pt x="2841" y="5769"/>
                    <a:pt x="2812" y="5813"/>
                  </a:cubicBezTo>
                  <a:lnTo>
                    <a:pt x="2812" y="5813"/>
                  </a:lnTo>
                  <a:cubicBezTo>
                    <a:pt x="2753" y="5857"/>
                    <a:pt x="2768" y="5946"/>
                    <a:pt x="2709" y="5990"/>
                  </a:cubicBezTo>
                  <a:lnTo>
                    <a:pt x="2709" y="5990"/>
                  </a:lnTo>
                  <a:cubicBezTo>
                    <a:pt x="2532" y="6167"/>
                    <a:pt x="2400" y="6402"/>
                    <a:pt x="2341" y="6652"/>
                  </a:cubicBezTo>
                  <a:lnTo>
                    <a:pt x="2341" y="6652"/>
                  </a:lnTo>
                  <a:cubicBezTo>
                    <a:pt x="2238" y="6711"/>
                    <a:pt x="2311" y="6843"/>
                    <a:pt x="2238" y="6932"/>
                  </a:cubicBezTo>
                  <a:lnTo>
                    <a:pt x="2238" y="6932"/>
                  </a:lnTo>
                  <a:cubicBezTo>
                    <a:pt x="2223" y="6961"/>
                    <a:pt x="2179" y="6991"/>
                    <a:pt x="2149" y="7020"/>
                  </a:cubicBezTo>
                  <a:lnTo>
                    <a:pt x="2149" y="7020"/>
                  </a:lnTo>
                  <a:cubicBezTo>
                    <a:pt x="2032" y="7123"/>
                    <a:pt x="2032" y="7270"/>
                    <a:pt x="1973" y="7403"/>
                  </a:cubicBezTo>
                  <a:cubicBezTo>
                    <a:pt x="1973" y="7432"/>
                    <a:pt x="1973" y="7462"/>
                    <a:pt x="1973" y="7491"/>
                  </a:cubicBezTo>
                  <a:cubicBezTo>
                    <a:pt x="1973" y="7491"/>
                    <a:pt x="1988" y="7506"/>
                    <a:pt x="1988" y="7506"/>
                  </a:cubicBezTo>
                  <a:cubicBezTo>
                    <a:pt x="1943" y="7565"/>
                    <a:pt x="1899" y="7623"/>
                    <a:pt x="1885" y="7682"/>
                  </a:cubicBezTo>
                  <a:lnTo>
                    <a:pt x="1885" y="7682"/>
                  </a:lnTo>
                  <a:cubicBezTo>
                    <a:pt x="1840" y="7712"/>
                    <a:pt x="1811" y="7741"/>
                    <a:pt x="1782" y="7771"/>
                  </a:cubicBezTo>
                  <a:cubicBezTo>
                    <a:pt x="1664" y="8006"/>
                    <a:pt x="1590" y="8242"/>
                    <a:pt x="1546" y="8492"/>
                  </a:cubicBezTo>
                  <a:cubicBezTo>
                    <a:pt x="1531" y="8492"/>
                    <a:pt x="1517" y="8492"/>
                    <a:pt x="1487" y="8521"/>
                  </a:cubicBezTo>
                  <a:lnTo>
                    <a:pt x="1487" y="8521"/>
                  </a:lnTo>
                  <a:cubicBezTo>
                    <a:pt x="1443" y="8580"/>
                    <a:pt x="1340" y="8609"/>
                    <a:pt x="1399" y="8712"/>
                  </a:cubicBezTo>
                  <a:lnTo>
                    <a:pt x="1399" y="8801"/>
                  </a:lnTo>
                  <a:lnTo>
                    <a:pt x="1311" y="8904"/>
                  </a:lnTo>
                  <a:lnTo>
                    <a:pt x="1311" y="8904"/>
                  </a:lnTo>
                  <a:cubicBezTo>
                    <a:pt x="1208" y="9110"/>
                    <a:pt x="1075" y="9316"/>
                    <a:pt x="1149" y="9537"/>
                  </a:cubicBezTo>
                  <a:cubicBezTo>
                    <a:pt x="1105" y="9581"/>
                    <a:pt x="1060" y="9610"/>
                    <a:pt x="1031" y="9654"/>
                  </a:cubicBezTo>
                  <a:cubicBezTo>
                    <a:pt x="943" y="9772"/>
                    <a:pt x="1002" y="9963"/>
                    <a:pt x="840" y="10052"/>
                  </a:cubicBezTo>
                  <a:cubicBezTo>
                    <a:pt x="840" y="10155"/>
                    <a:pt x="854" y="10258"/>
                    <a:pt x="899" y="10361"/>
                  </a:cubicBezTo>
                  <a:cubicBezTo>
                    <a:pt x="928" y="10420"/>
                    <a:pt x="943" y="10523"/>
                    <a:pt x="884" y="10537"/>
                  </a:cubicBezTo>
                  <a:cubicBezTo>
                    <a:pt x="722" y="10567"/>
                    <a:pt x="766" y="10684"/>
                    <a:pt x="737" y="10787"/>
                  </a:cubicBezTo>
                  <a:cubicBezTo>
                    <a:pt x="693" y="11008"/>
                    <a:pt x="634" y="11244"/>
                    <a:pt x="590" y="11464"/>
                  </a:cubicBezTo>
                  <a:cubicBezTo>
                    <a:pt x="545" y="11700"/>
                    <a:pt x="487" y="11891"/>
                    <a:pt x="442" y="12097"/>
                  </a:cubicBezTo>
                  <a:cubicBezTo>
                    <a:pt x="398" y="12274"/>
                    <a:pt x="413" y="12465"/>
                    <a:pt x="369" y="12642"/>
                  </a:cubicBezTo>
                  <a:cubicBezTo>
                    <a:pt x="280" y="12892"/>
                    <a:pt x="236" y="13142"/>
                    <a:pt x="222" y="13407"/>
                  </a:cubicBezTo>
                  <a:cubicBezTo>
                    <a:pt x="207" y="13525"/>
                    <a:pt x="207" y="13642"/>
                    <a:pt x="236" y="13760"/>
                  </a:cubicBezTo>
                  <a:cubicBezTo>
                    <a:pt x="266" y="13819"/>
                    <a:pt x="266" y="13893"/>
                    <a:pt x="236" y="13952"/>
                  </a:cubicBezTo>
                  <a:cubicBezTo>
                    <a:pt x="89" y="14113"/>
                    <a:pt x="148" y="14305"/>
                    <a:pt x="148" y="14481"/>
                  </a:cubicBezTo>
                  <a:cubicBezTo>
                    <a:pt x="119" y="14761"/>
                    <a:pt x="60" y="15055"/>
                    <a:pt x="222" y="15335"/>
                  </a:cubicBezTo>
                  <a:cubicBezTo>
                    <a:pt x="266" y="15394"/>
                    <a:pt x="207" y="15453"/>
                    <a:pt x="192" y="15497"/>
                  </a:cubicBezTo>
                  <a:cubicBezTo>
                    <a:pt x="133" y="15659"/>
                    <a:pt x="104" y="15821"/>
                    <a:pt x="104" y="15982"/>
                  </a:cubicBezTo>
                  <a:cubicBezTo>
                    <a:pt x="133" y="16233"/>
                    <a:pt x="133" y="16483"/>
                    <a:pt x="104" y="16718"/>
                  </a:cubicBezTo>
                  <a:cubicBezTo>
                    <a:pt x="89" y="16910"/>
                    <a:pt x="1" y="17130"/>
                    <a:pt x="177" y="17307"/>
                  </a:cubicBezTo>
                  <a:cubicBezTo>
                    <a:pt x="177" y="17454"/>
                    <a:pt x="177" y="17616"/>
                    <a:pt x="148" y="17778"/>
                  </a:cubicBezTo>
                  <a:cubicBezTo>
                    <a:pt x="89" y="18028"/>
                    <a:pt x="74" y="18293"/>
                    <a:pt x="89" y="18558"/>
                  </a:cubicBezTo>
                  <a:cubicBezTo>
                    <a:pt x="89" y="18823"/>
                    <a:pt x="119" y="19088"/>
                    <a:pt x="177" y="19352"/>
                  </a:cubicBezTo>
                  <a:cubicBezTo>
                    <a:pt x="251" y="20118"/>
                    <a:pt x="266" y="20898"/>
                    <a:pt x="442" y="21663"/>
                  </a:cubicBezTo>
                  <a:cubicBezTo>
                    <a:pt x="457" y="21781"/>
                    <a:pt x="531" y="21898"/>
                    <a:pt x="634" y="21972"/>
                  </a:cubicBezTo>
                  <a:cubicBezTo>
                    <a:pt x="693" y="22001"/>
                    <a:pt x="693" y="22060"/>
                    <a:pt x="693" y="22134"/>
                  </a:cubicBezTo>
                  <a:cubicBezTo>
                    <a:pt x="693" y="22531"/>
                    <a:pt x="869" y="22929"/>
                    <a:pt x="1163" y="23208"/>
                  </a:cubicBezTo>
                  <a:cubicBezTo>
                    <a:pt x="1384" y="23444"/>
                    <a:pt x="1561" y="23723"/>
                    <a:pt x="1664" y="24032"/>
                  </a:cubicBezTo>
                  <a:cubicBezTo>
                    <a:pt x="1752" y="24282"/>
                    <a:pt x="1870" y="24518"/>
                    <a:pt x="1973" y="24768"/>
                  </a:cubicBezTo>
                  <a:cubicBezTo>
                    <a:pt x="2076" y="24827"/>
                    <a:pt x="1973" y="24974"/>
                    <a:pt x="2076" y="25033"/>
                  </a:cubicBezTo>
                  <a:lnTo>
                    <a:pt x="2076" y="25033"/>
                  </a:lnTo>
                  <a:cubicBezTo>
                    <a:pt x="2164" y="25151"/>
                    <a:pt x="2164" y="25313"/>
                    <a:pt x="2267" y="25416"/>
                  </a:cubicBezTo>
                  <a:cubicBezTo>
                    <a:pt x="2326" y="25460"/>
                    <a:pt x="2429" y="25474"/>
                    <a:pt x="2503" y="25460"/>
                  </a:cubicBezTo>
                  <a:lnTo>
                    <a:pt x="2503" y="25460"/>
                  </a:lnTo>
                  <a:cubicBezTo>
                    <a:pt x="2503" y="25474"/>
                    <a:pt x="2503" y="25489"/>
                    <a:pt x="2547" y="25519"/>
                  </a:cubicBezTo>
                  <a:lnTo>
                    <a:pt x="2547" y="25519"/>
                  </a:lnTo>
                  <a:cubicBezTo>
                    <a:pt x="2606" y="25563"/>
                    <a:pt x="2576" y="25651"/>
                    <a:pt x="2635" y="25695"/>
                  </a:cubicBezTo>
                  <a:cubicBezTo>
                    <a:pt x="2635" y="25725"/>
                    <a:pt x="2635" y="25754"/>
                    <a:pt x="2635" y="25769"/>
                  </a:cubicBezTo>
                  <a:cubicBezTo>
                    <a:pt x="2665" y="25813"/>
                    <a:pt x="2694" y="25857"/>
                    <a:pt x="2723" y="25887"/>
                  </a:cubicBezTo>
                  <a:lnTo>
                    <a:pt x="2723" y="25887"/>
                  </a:lnTo>
                  <a:cubicBezTo>
                    <a:pt x="2797" y="25975"/>
                    <a:pt x="2841" y="26078"/>
                    <a:pt x="2915" y="26166"/>
                  </a:cubicBezTo>
                  <a:lnTo>
                    <a:pt x="2915" y="26166"/>
                  </a:lnTo>
                  <a:cubicBezTo>
                    <a:pt x="2959" y="26225"/>
                    <a:pt x="2944" y="26313"/>
                    <a:pt x="3003" y="26357"/>
                  </a:cubicBezTo>
                  <a:lnTo>
                    <a:pt x="3003" y="26357"/>
                  </a:lnTo>
                  <a:cubicBezTo>
                    <a:pt x="3091" y="26431"/>
                    <a:pt x="3003" y="26564"/>
                    <a:pt x="3106" y="26637"/>
                  </a:cubicBezTo>
                  <a:lnTo>
                    <a:pt x="3106" y="26637"/>
                  </a:lnTo>
                  <a:cubicBezTo>
                    <a:pt x="3135" y="26667"/>
                    <a:pt x="3165" y="26696"/>
                    <a:pt x="3194" y="26725"/>
                  </a:cubicBezTo>
                  <a:cubicBezTo>
                    <a:pt x="3268" y="26814"/>
                    <a:pt x="3400" y="26725"/>
                    <a:pt x="3474" y="26828"/>
                  </a:cubicBezTo>
                  <a:lnTo>
                    <a:pt x="3474" y="26828"/>
                  </a:lnTo>
                  <a:cubicBezTo>
                    <a:pt x="3474" y="26828"/>
                    <a:pt x="3489" y="26843"/>
                    <a:pt x="3503" y="26858"/>
                  </a:cubicBezTo>
                  <a:cubicBezTo>
                    <a:pt x="3503" y="26887"/>
                    <a:pt x="3503" y="26902"/>
                    <a:pt x="3474" y="26917"/>
                  </a:cubicBezTo>
                  <a:lnTo>
                    <a:pt x="3474" y="26917"/>
                  </a:lnTo>
                  <a:cubicBezTo>
                    <a:pt x="3474" y="26917"/>
                    <a:pt x="3459" y="26931"/>
                    <a:pt x="3459" y="26946"/>
                  </a:cubicBezTo>
                  <a:cubicBezTo>
                    <a:pt x="3459" y="26976"/>
                    <a:pt x="3459" y="27005"/>
                    <a:pt x="3474" y="27005"/>
                  </a:cubicBezTo>
                  <a:cubicBezTo>
                    <a:pt x="3562" y="27093"/>
                    <a:pt x="3665" y="27123"/>
                    <a:pt x="3754" y="27196"/>
                  </a:cubicBezTo>
                  <a:lnTo>
                    <a:pt x="3754" y="27196"/>
                  </a:lnTo>
                  <a:cubicBezTo>
                    <a:pt x="3812" y="27388"/>
                    <a:pt x="3945" y="27564"/>
                    <a:pt x="4121" y="27667"/>
                  </a:cubicBezTo>
                  <a:lnTo>
                    <a:pt x="4121" y="27667"/>
                  </a:lnTo>
                  <a:cubicBezTo>
                    <a:pt x="4180" y="27711"/>
                    <a:pt x="4166" y="27800"/>
                    <a:pt x="4225" y="27844"/>
                  </a:cubicBezTo>
                  <a:lnTo>
                    <a:pt x="4225" y="27844"/>
                  </a:lnTo>
                  <a:cubicBezTo>
                    <a:pt x="4269" y="27903"/>
                    <a:pt x="4254" y="27991"/>
                    <a:pt x="4313" y="28035"/>
                  </a:cubicBezTo>
                  <a:lnTo>
                    <a:pt x="4313" y="28035"/>
                  </a:lnTo>
                  <a:cubicBezTo>
                    <a:pt x="4342" y="28065"/>
                    <a:pt x="4372" y="28109"/>
                    <a:pt x="4416" y="28123"/>
                  </a:cubicBezTo>
                  <a:lnTo>
                    <a:pt x="4416" y="28123"/>
                  </a:lnTo>
                  <a:cubicBezTo>
                    <a:pt x="4534" y="28212"/>
                    <a:pt x="4622" y="28300"/>
                    <a:pt x="4695" y="28418"/>
                  </a:cubicBezTo>
                  <a:cubicBezTo>
                    <a:pt x="4754" y="28477"/>
                    <a:pt x="4843" y="28462"/>
                    <a:pt x="4887" y="28506"/>
                  </a:cubicBezTo>
                  <a:lnTo>
                    <a:pt x="4887" y="28506"/>
                  </a:lnTo>
                  <a:cubicBezTo>
                    <a:pt x="4960" y="28653"/>
                    <a:pt x="5093" y="28771"/>
                    <a:pt x="5255" y="28800"/>
                  </a:cubicBezTo>
                  <a:lnTo>
                    <a:pt x="5255" y="28800"/>
                  </a:lnTo>
                  <a:lnTo>
                    <a:pt x="5255" y="28903"/>
                  </a:lnTo>
                  <a:cubicBezTo>
                    <a:pt x="5269" y="28918"/>
                    <a:pt x="5314" y="28918"/>
                    <a:pt x="5343" y="28903"/>
                  </a:cubicBezTo>
                  <a:lnTo>
                    <a:pt x="5343" y="28903"/>
                  </a:lnTo>
                  <a:lnTo>
                    <a:pt x="5314" y="28933"/>
                  </a:lnTo>
                  <a:lnTo>
                    <a:pt x="5343" y="28977"/>
                  </a:lnTo>
                  <a:lnTo>
                    <a:pt x="5343" y="28977"/>
                  </a:lnTo>
                  <a:lnTo>
                    <a:pt x="5446" y="29080"/>
                  </a:lnTo>
                  <a:lnTo>
                    <a:pt x="5534" y="29080"/>
                  </a:lnTo>
                  <a:cubicBezTo>
                    <a:pt x="5623" y="29124"/>
                    <a:pt x="5696" y="29139"/>
                    <a:pt x="5726" y="29080"/>
                  </a:cubicBezTo>
                  <a:lnTo>
                    <a:pt x="5740" y="29080"/>
                  </a:lnTo>
                  <a:cubicBezTo>
                    <a:pt x="5726" y="29109"/>
                    <a:pt x="5726" y="29139"/>
                    <a:pt x="5726" y="29168"/>
                  </a:cubicBezTo>
                  <a:lnTo>
                    <a:pt x="5829" y="29345"/>
                  </a:lnTo>
                  <a:lnTo>
                    <a:pt x="6005" y="29345"/>
                  </a:lnTo>
                  <a:cubicBezTo>
                    <a:pt x="6079" y="29433"/>
                    <a:pt x="6182" y="29492"/>
                    <a:pt x="6285" y="29522"/>
                  </a:cubicBezTo>
                  <a:lnTo>
                    <a:pt x="6329" y="29551"/>
                  </a:lnTo>
                  <a:cubicBezTo>
                    <a:pt x="6344" y="29551"/>
                    <a:pt x="6358" y="29566"/>
                    <a:pt x="6388" y="29566"/>
                  </a:cubicBezTo>
                  <a:cubicBezTo>
                    <a:pt x="6358" y="29698"/>
                    <a:pt x="6535" y="29654"/>
                    <a:pt x="6564" y="29728"/>
                  </a:cubicBezTo>
                  <a:cubicBezTo>
                    <a:pt x="6564" y="29757"/>
                    <a:pt x="6564" y="29786"/>
                    <a:pt x="6564" y="29801"/>
                  </a:cubicBezTo>
                  <a:cubicBezTo>
                    <a:pt x="6756" y="29978"/>
                    <a:pt x="6976" y="30110"/>
                    <a:pt x="7227" y="30198"/>
                  </a:cubicBezTo>
                  <a:lnTo>
                    <a:pt x="7227" y="30198"/>
                  </a:lnTo>
                  <a:cubicBezTo>
                    <a:pt x="7300" y="30287"/>
                    <a:pt x="7433" y="30198"/>
                    <a:pt x="7506" y="30287"/>
                  </a:cubicBezTo>
                  <a:lnTo>
                    <a:pt x="7506" y="30287"/>
                  </a:lnTo>
                  <a:cubicBezTo>
                    <a:pt x="7536" y="30316"/>
                    <a:pt x="7550" y="30331"/>
                    <a:pt x="7580" y="30346"/>
                  </a:cubicBezTo>
                  <a:cubicBezTo>
                    <a:pt x="7580" y="30405"/>
                    <a:pt x="7639" y="30449"/>
                    <a:pt x="7698" y="30478"/>
                  </a:cubicBezTo>
                  <a:lnTo>
                    <a:pt x="7786" y="30478"/>
                  </a:lnTo>
                  <a:cubicBezTo>
                    <a:pt x="7859" y="30566"/>
                    <a:pt x="7992" y="30478"/>
                    <a:pt x="8080" y="30566"/>
                  </a:cubicBezTo>
                  <a:lnTo>
                    <a:pt x="8169" y="30566"/>
                  </a:lnTo>
                  <a:cubicBezTo>
                    <a:pt x="8213" y="30625"/>
                    <a:pt x="8301" y="30596"/>
                    <a:pt x="8345" y="30655"/>
                  </a:cubicBezTo>
                  <a:lnTo>
                    <a:pt x="8345" y="30655"/>
                  </a:lnTo>
                  <a:cubicBezTo>
                    <a:pt x="8536" y="30714"/>
                    <a:pt x="8728" y="30714"/>
                    <a:pt x="8904" y="30655"/>
                  </a:cubicBezTo>
                  <a:cubicBezTo>
                    <a:pt x="8948" y="30772"/>
                    <a:pt x="9022" y="30861"/>
                    <a:pt x="9110" y="30949"/>
                  </a:cubicBezTo>
                  <a:cubicBezTo>
                    <a:pt x="9258" y="31008"/>
                    <a:pt x="9272" y="30861"/>
                    <a:pt x="9331" y="30817"/>
                  </a:cubicBezTo>
                  <a:cubicBezTo>
                    <a:pt x="9346" y="30802"/>
                    <a:pt x="9361" y="30787"/>
                    <a:pt x="9375" y="30758"/>
                  </a:cubicBezTo>
                  <a:lnTo>
                    <a:pt x="9390" y="30758"/>
                  </a:lnTo>
                  <a:cubicBezTo>
                    <a:pt x="9464" y="30920"/>
                    <a:pt x="9640" y="30949"/>
                    <a:pt x="9728" y="31081"/>
                  </a:cubicBezTo>
                  <a:cubicBezTo>
                    <a:pt x="9758" y="31111"/>
                    <a:pt x="9802" y="31126"/>
                    <a:pt x="9846" y="31111"/>
                  </a:cubicBezTo>
                  <a:cubicBezTo>
                    <a:pt x="10023" y="31081"/>
                    <a:pt x="10185" y="31111"/>
                    <a:pt x="10347" y="31170"/>
                  </a:cubicBezTo>
                  <a:cubicBezTo>
                    <a:pt x="10405" y="31184"/>
                    <a:pt x="10479" y="31067"/>
                    <a:pt x="10494" y="31140"/>
                  </a:cubicBezTo>
                  <a:cubicBezTo>
                    <a:pt x="10538" y="31273"/>
                    <a:pt x="10656" y="31243"/>
                    <a:pt x="10729" y="31302"/>
                  </a:cubicBezTo>
                  <a:cubicBezTo>
                    <a:pt x="10832" y="31376"/>
                    <a:pt x="10950" y="31420"/>
                    <a:pt x="11082" y="31435"/>
                  </a:cubicBezTo>
                  <a:cubicBezTo>
                    <a:pt x="11112" y="31435"/>
                    <a:pt x="11156" y="31479"/>
                    <a:pt x="11185" y="31508"/>
                  </a:cubicBezTo>
                  <a:cubicBezTo>
                    <a:pt x="11362" y="31376"/>
                    <a:pt x="11539" y="31611"/>
                    <a:pt x="11700" y="31479"/>
                  </a:cubicBezTo>
                  <a:cubicBezTo>
                    <a:pt x="11715" y="31479"/>
                    <a:pt x="11774" y="31479"/>
                    <a:pt x="11789" y="31508"/>
                  </a:cubicBezTo>
                  <a:cubicBezTo>
                    <a:pt x="11892" y="31626"/>
                    <a:pt x="12054" y="31670"/>
                    <a:pt x="12216" y="31611"/>
                  </a:cubicBezTo>
                  <a:cubicBezTo>
                    <a:pt x="12348" y="31597"/>
                    <a:pt x="12495" y="31597"/>
                    <a:pt x="12628" y="31611"/>
                  </a:cubicBezTo>
                  <a:cubicBezTo>
                    <a:pt x="12745" y="31626"/>
                    <a:pt x="12848" y="31700"/>
                    <a:pt x="12878" y="31803"/>
                  </a:cubicBezTo>
                  <a:cubicBezTo>
                    <a:pt x="12996" y="31832"/>
                    <a:pt x="13113" y="31979"/>
                    <a:pt x="13216" y="31906"/>
                  </a:cubicBezTo>
                  <a:cubicBezTo>
                    <a:pt x="13393" y="31773"/>
                    <a:pt x="13511" y="31861"/>
                    <a:pt x="13643" y="31994"/>
                  </a:cubicBezTo>
                  <a:lnTo>
                    <a:pt x="13731" y="32082"/>
                  </a:lnTo>
                  <a:lnTo>
                    <a:pt x="13820" y="32082"/>
                  </a:lnTo>
                  <a:cubicBezTo>
                    <a:pt x="13864" y="32009"/>
                    <a:pt x="13893" y="32009"/>
                    <a:pt x="13923" y="32082"/>
                  </a:cubicBezTo>
                  <a:cubicBezTo>
                    <a:pt x="14114" y="32053"/>
                    <a:pt x="14291" y="31950"/>
                    <a:pt x="14482" y="31979"/>
                  </a:cubicBezTo>
                  <a:cubicBezTo>
                    <a:pt x="14511" y="31964"/>
                    <a:pt x="14555" y="31906"/>
                    <a:pt x="14585" y="31920"/>
                  </a:cubicBezTo>
                  <a:cubicBezTo>
                    <a:pt x="14673" y="31950"/>
                    <a:pt x="14791" y="31964"/>
                    <a:pt x="14894" y="31935"/>
                  </a:cubicBezTo>
                  <a:cubicBezTo>
                    <a:pt x="14968" y="31920"/>
                    <a:pt x="15012" y="32009"/>
                    <a:pt x="15041" y="32082"/>
                  </a:cubicBezTo>
                  <a:cubicBezTo>
                    <a:pt x="15115" y="32053"/>
                    <a:pt x="15188" y="32023"/>
                    <a:pt x="15262" y="32009"/>
                  </a:cubicBezTo>
                  <a:cubicBezTo>
                    <a:pt x="15424" y="32009"/>
                    <a:pt x="15586" y="32053"/>
                    <a:pt x="15762" y="32067"/>
                  </a:cubicBezTo>
                  <a:cubicBezTo>
                    <a:pt x="15895" y="32112"/>
                    <a:pt x="16057" y="32053"/>
                    <a:pt x="16130" y="31920"/>
                  </a:cubicBezTo>
                  <a:cubicBezTo>
                    <a:pt x="16204" y="31788"/>
                    <a:pt x="16307" y="31817"/>
                    <a:pt x="16439" y="31906"/>
                  </a:cubicBezTo>
                  <a:cubicBezTo>
                    <a:pt x="16675" y="31979"/>
                    <a:pt x="16940" y="31979"/>
                    <a:pt x="17175" y="31876"/>
                  </a:cubicBezTo>
                  <a:cubicBezTo>
                    <a:pt x="17204" y="31861"/>
                    <a:pt x="17204" y="31817"/>
                    <a:pt x="17219" y="31788"/>
                  </a:cubicBezTo>
                  <a:lnTo>
                    <a:pt x="17219" y="31788"/>
                  </a:lnTo>
                  <a:lnTo>
                    <a:pt x="17587" y="31891"/>
                  </a:lnTo>
                  <a:cubicBezTo>
                    <a:pt x="17661" y="31788"/>
                    <a:pt x="17720" y="31788"/>
                    <a:pt x="17778" y="31891"/>
                  </a:cubicBezTo>
                  <a:lnTo>
                    <a:pt x="17955" y="31891"/>
                  </a:lnTo>
                  <a:lnTo>
                    <a:pt x="17955" y="31788"/>
                  </a:lnTo>
                  <a:lnTo>
                    <a:pt x="17955" y="31788"/>
                  </a:lnTo>
                  <a:cubicBezTo>
                    <a:pt x="18220" y="31788"/>
                    <a:pt x="18485" y="31803"/>
                    <a:pt x="18691" y="31626"/>
                  </a:cubicBezTo>
                  <a:cubicBezTo>
                    <a:pt x="18720" y="31685"/>
                    <a:pt x="18764" y="31758"/>
                    <a:pt x="18823" y="31788"/>
                  </a:cubicBezTo>
                  <a:lnTo>
                    <a:pt x="18823" y="31788"/>
                  </a:lnTo>
                  <a:cubicBezTo>
                    <a:pt x="18838" y="31817"/>
                    <a:pt x="18882" y="31817"/>
                    <a:pt x="18912" y="31788"/>
                  </a:cubicBezTo>
                  <a:lnTo>
                    <a:pt x="18912" y="31788"/>
                  </a:lnTo>
                  <a:cubicBezTo>
                    <a:pt x="18941" y="31758"/>
                    <a:pt x="18970" y="31729"/>
                    <a:pt x="19000" y="31700"/>
                  </a:cubicBezTo>
                  <a:cubicBezTo>
                    <a:pt x="19029" y="31626"/>
                    <a:pt x="19073" y="31626"/>
                    <a:pt x="19103" y="31700"/>
                  </a:cubicBezTo>
                  <a:cubicBezTo>
                    <a:pt x="19176" y="31758"/>
                    <a:pt x="19294" y="31758"/>
                    <a:pt x="19382" y="31700"/>
                  </a:cubicBezTo>
                  <a:lnTo>
                    <a:pt x="19471" y="31700"/>
                  </a:lnTo>
                  <a:cubicBezTo>
                    <a:pt x="19500" y="31670"/>
                    <a:pt x="19544" y="31670"/>
                    <a:pt x="19574" y="31700"/>
                  </a:cubicBezTo>
                  <a:lnTo>
                    <a:pt x="19574" y="31788"/>
                  </a:lnTo>
                  <a:cubicBezTo>
                    <a:pt x="19618" y="31847"/>
                    <a:pt x="19706" y="31847"/>
                    <a:pt x="19750" y="31788"/>
                  </a:cubicBezTo>
                  <a:lnTo>
                    <a:pt x="19750" y="31788"/>
                  </a:lnTo>
                  <a:cubicBezTo>
                    <a:pt x="19780" y="31758"/>
                    <a:pt x="19824" y="31758"/>
                    <a:pt x="19839" y="31788"/>
                  </a:cubicBezTo>
                  <a:cubicBezTo>
                    <a:pt x="20074" y="31773"/>
                    <a:pt x="20074" y="31773"/>
                    <a:pt x="20133" y="31611"/>
                  </a:cubicBezTo>
                  <a:cubicBezTo>
                    <a:pt x="20162" y="31582"/>
                    <a:pt x="20177" y="31538"/>
                    <a:pt x="20177" y="31494"/>
                  </a:cubicBezTo>
                  <a:cubicBezTo>
                    <a:pt x="20177" y="31538"/>
                    <a:pt x="20192" y="31582"/>
                    <a:pt x="20221" y="31611"/>
                  </a:cubicBezTo>
                  <a:lnTo>
                    <a:pt x="20221" y="31611"/>
                  </a:lnTo>
                  <a:cubicBezTo>
                    <a:pt x="20251" y="31626"/>
                    <a:pt x="20280" y="31626"/>
                    <a:pt x="20310" y="31611"/>
                  </a:cubicBezTo>
                  <a:lnTo>
                    <a:pt x="20310" y="31611"/>
                  </a:lnTo>
                  <a:cubicBezTo>
                    <a:pt x="20339" y="31582"/>
                    <a:pt x="20368" y="31538"/>
                    <a:pt x="20413" y="31508"/>
                  </a:cubicBezTo>
                  <a:lnTo>
                    <a:pt x="20589" y="31508"/>
                  </a:lnTo>
                  <a:cubicBezTo>
                    <a:pt x="20619" y="31538"/>
                    <a:pt x="20663" y="31538"/>
                    <a:pt x="20678" y="31508"/>
                  </a:cubicBezTo>
                  <a:lnTo>
                    <a:pt x="20678" y="31508"/>
                  </a:lnTo>
                  <a:cubicBezTo>
                    <a:pt x="20736" y="31464"/>
                    <a:pt x="20751" y="31391"/>
                    <a:pt x="20736" y="31332"/>
                  </a:cubicBezTo>
                  <a:lnTo>
                    <a:pt x="20736" y="31332"/>
                  </a:lnTo>
                  <a:lnTo>
                    <a:pt x="20751" y="31332"/>
                  </a:lnTo>
                  <a:cubicBezTo>
                    <a:pt x="20781" y="31405"/>
                    <a:pt x="20825" y="31464"/>
                    <a:pt x="20884" y="31508"/>
                  </a:cubicBezTo>
                  <a:cubicBezTo>
                    <a:pt x="20942" y="31479"/>
                    <a:pt x="20972" y="31405"/>
                    <a:pt x="20972" y="31332"/>
                  </a:cubicBezTo>
                  <a:cubicBezTo>
                    <a:pt x="20987" y="31332"/>
                    <a:pt x="20987" y="31317"/>
                    <a:pt x="21001" y="31302"/>
                  </a:cubicBezTo>
                  <a:cubicBezTo>
                    <a:pt x="21001" y="31287"/>
                    <a:pt x="21001" y="31287"/>
                    <a:pt x="21001" y="31273"/>
                  </a:cubicBezTo>
                  <a:lnTo>
                    <a:pt x="21001" y="31273"/>
                  </a:lnTo>
                  <a:cubicBezTo>
                    <a:pt x="21119" y="31302"/>
                    <a:pt x="21237" y="31243"/>
                    <a:pt x="21354" y="31332"/>
                  </a:cubicBezTo>
                  <a:lnTo>
                    <a:pt x="21428" y="31332"/>
                  </a:lnTo>
                  <a:cubicBezTo>
                    <a:pt x="21487" y="31273"/>
                    <a:pt x="21472" y="31184"/>
                    <a:pt x="21531" y="31140"/>
                  </a:cubicBezTo>
                  <a:lnTo>
                    <a:pt x="21531" y="31140"/>
                  </a:lnTo>
                  <a:cubicBezTo>
                    <a:pt x="21561" y="31126"/>
                    <a:pt x="21575" y="31081"/>
                    <a:pt x="21575" y="31052"/>
                  </a:cubicBezTo>
                  <a:lnTo>
                    <a:pt x="21605" y="31052"/>
                  </a:lnTo>
                  <a:lnTo>
                    <a:pt x="21605" y="31067"/>
                  </a:lnTo>
                  <a:cubicBezTo>
                    <a:pt x="21605" y="31096"/>
                    <a:pt x="21605" y="31126"/>
                    <a:pt x="21634" y="31140"/>
                  </a:cubicBezTo>
                  <a:lnTo>
                    <a:pt x="21634" y="31140"/>
                  </a:lnTo>
                  <a:cubicBezTo>
                    <a:pt x="21664" y="31170"/>
                    <a:pt x="21693" y="31199"/>
                    <a:pt x="21722" y="31243"/>
                  </a:cubicBezTo>
                  <a:lnTo>
                    <a:pt x="21914" y="31332"/>
                  </a:lnTo>
                  <a:cubicBezTo>
                    <a:pt x="21943" y="31302"/>
                    <a:pt x="21973" y="31273"/>
                    <a:pt x="22002" y="31243"/>
                  </a:cubicBezTo>
                  <a:lnTo>
                    <a:pt x="22002" y="31243"/>
                  </a:lnTo>
                  <a:cubicBezTo>
                    <a:pt x="22076" y="31155"/>
                    <a:pt x="22208" y="31229"/>
                    <a:pt x="22296" y="31140"/>
                  </a:cubicBezTo>
                  <a:lnTo>
                    <a:pt x="22296" y="31140"/>
                  </a:lnTo>
                  <a:cubicBezTo>
                    <a:pt x="22326" y="31067"/>
                    <a:pt x="22399" y="31008"/>
                    <a:pt x="22473" y="30964"/>
                  </a:cubicBezTo>
                  <a:lnTo>
                    <a:pt x="22473" y="30964"/>
                  </a:lnTo>
                  <a:cubicBezTo>
                    <a:pt x="22532" y="30934"/>
                    <a:pt x="22591" y="30890"/>
                    <a:pt x="22576" y="30817"/>
                  </a:cubicBezTo>
                  <a:cubicBezTo>
                    <a:pt x="22708" y="30817"/>
                    <a:pt x="22826" y="30802"/>
                    <a:pt x="22944" y="30772"/>
                  </a:cubicBezTo>
                  <a:lnTo>
                    <a:pt x="23135" y="30772"/>
                  </a:lnTo>
                  <a:cubicBezTo>
                    <a:pt x="23179" y="30714"/>
                    <a:pt x="23268" y="30743"/>
                    <a:pt x="23312" y="30684"/>
                  </a:cubicBezTo>
                  <a:lnTo>
                    <a:pt x="23415" y="30684"/>
                  </a:lnTo>
                  <a:cubicBezTo>
                    <a:pt x="23503" y="30463"/>
                    <a:pt x="23739" y="30611"/>
                    <a:pt x="23886" y="30508"/>
                  </a:cubicBezTo>
                  <a:lnTo>
                    <a:pt x="23886" y="30316"/>
                  </a:lnTo>
                  <a:cubicBezTo>
                    <a:pt x="23915" y="30287"/>
                    <a:pt x="23945" y="30257"/>
                    <a:pt x="23974" y="30228"/>
                  </a:cubicBezTo>
                  <a:lnTo>
                    <a:pt x="24077" y="30228"/>
                  </a:lnTo>
                  <a:cubicBezTo>
                    <a:pt x="24209" y="30154"/>
                    <a:pt x="24327" y="30051"/>
                    <a:pt x="24445" y="29948"/>
                  </a:cubicBezTo>
                  <a:lnTo>
                    <a:pt x="24445" y="29948"/>
                  </a:lnTo>
                  <a:cubicBezTo>
                    <a:pt x="24460" y="29919"/>
                    <a:pt x="24504" y="29919"/>
                    <a:pt x="24533" y="29948"/>
                  </a:cubicBezTo>
                  <a:lnTo>
                    <a:pt x="24622" y="30037"/>
                  </a:lnTo>
                  <a:cubicBezTo>
                    <a:pt x="24680" y="29919"/>
                    <a:pt x="24931" y="30081"/>
                    <a:pt x="24916" y="29860"/>
                  </a:cubicBezTo>
                  <a:cubicBezTo>
                    <a:pt x="25107" y="29801"/>
                    <a:pt x="25284" y="29654"/>
                    <a:pt x="25387" y="29477"/>
                  </a:cubicBezTo>
                  <a:lnTo>
                    <a:pt x="25387" y="29477"/>
                  </a:lnTo>
                  <a:cubicBezTo>
                    <a:pt x="25784" y="29418"/>
                    <a:pt x="26196" y="29433"/>
                    <a:pt x="26417" y="29006"/>
                  </a:cubicBezTo>
                  <a:cubicBezTo>
                    <a:pt x="26476" y="28948"/>
                    <a:pt x="26564" y="28962"/>
                    <a:pt x="26608" y="28903"/>
                  </a:cubicBezTo>
                  <a:lnTo>
                    <a:pt x="26608" y="28903"/>
                  </a:lnTo>
                  <a:cubicBezTo>
                    <a:pt x="26697" y="28845"/>
                    <a:pt x="26829" y="28845"/>
                    <a:pt x="26888" y="28727"/>
                  </a:cubicBezTo>
                  <a:cubicBezTo>
                    <a:pt x="26917" y="28712"/>
                    <a:pt x="26947" y="28712"/>
                    <a:pt x="26976" y="28727"/>
                  </a:cubicBezTo>
                  <a:cubicBezTo>
                    <a:pt x="27035" y="28668"/>
                    <a:pt x="27123" y="28683"/>
                    <a:pt x="27168" y="28624"/>
                  </a:cubicBezTo>
                  <a:lnTo>
                    <a:pt x="27168" y="28624"/>
                  </a:lnTo>
                  <a:lnTo>
                    <a:pt x="27168" y="28624"/>
                  </a:lnTo>
                  <a:lnTo>
                    <a:pt x="27271" y="28536"/>
                  </a:lnTo>
                  <a:cubicBezTo>
                    <a:pt x="27315" y="28477"/>
                    <a:pt x="27403" y="28506"/>
                    <a:pt x="27447" y="28447"/>
                  </a:cubicBezTo>
                  <a:lnTo>
                    <a:pt x="27550" y="28447"/>
                  </a:lnTo>
                  <a:cubicBezTo>
                    <a:pt x="27638" y="28344"/>
                    <a:pt x="27506" y="28168"/>
                    <a:pt x="27638" y="28079"/>
                  </a:cubicBezTo>
                  <a:cubicBezTo>
                    <a:pt x="27815" y="28109"/>
                    <a:pt x="27947" y="27991"/>
                    <a:pt x="28109" y="27976"/>
                  </a:cubicBezTo>
                  <a:cubicBezTo>
                    <a:pt x="28139" y="27947"/>
                    <a:pt x="28168" y="27917"/>
                    <a:pt x="28212" y="27888"/>
                  </a:cubicBezTo>
                  <a:lnTo>
                    <a:pt x="28212" y="27785"/>
                  </a:lnTo>
                  <a:cubicBezTo>
                    <a:pt x="28257" y="27741"/>
                    <a:pt x="28345" y="27756"/>
                    <a:pt x="28389" y="27697"/>
                  </a:cubicBezTo>
                  <a:lnTo>
                    <a:pt x="28389" y="27417"/>
                  </a:lnTo>
                  <a:cubicBezTo>
                    <a:pt x="28433" y="27358"/>
                    <a:pt x="28521" y="27373"/>
                    <a:pt x="28580" y="27329"/>
                  </a:cubicBezTo>
                  <a:lnTo>
                    <a:pt x="28580" y="27329"/>
                  </a:lnTo>
                  <a:cubicBezTo>
                    <a:pt x="28624" y="27240"/>
                    <a:pt x="28683" y="27182"/>
                    <a:pt x="28757" y="27137"/>
                  </a:cubicBezTo>
                  <a:lnTo>
                    <a:pt x="28757" y="26858"/>
                  </a:lnTo>
                  <a:cubicBezTo>
                    <a:pt x="28801" y="26799"/>
                    <a:pt x="28889" y="26814"/>
                    <a:pt x="28948" y="26770"/>
                  </a:cubicBezTo>
                  <a:lnTo>
                    <a:pt x="28948" y="26770"/>
                  </a:lnTo>
                  <a:cubicBezTo>
                    <a:pt x="28992" y="26711"/>
                    <a:pt x="29081" y="26725"/>
                    <a:pt x="29125" y="26667"/>
                  </a:cubicBezTo>
                  <a:lnTo>
                    <a:pt x="29125" y="26667"/>
                  </a:lnTo>
                  <a:cubicBezTo>
                    <a:pt x="29213" y="26578"/>
                    <a:pt x="29316" y="26490"/>
                    <a:pt x="29404" y="26387"/>
                  </a:cubicBezTo>
                  <a:cubicBezTo>
                    <a:pt x="29463" y="26328"/>
                    <a:pt x="29552" y="26343"/>
                    <a:pt x="29596" y="26299"/>
                  </a:cubicBezTo>
                  <a:cubicBezTo>
                    <a:pt x="29640" y="26240"/>
                    <a:pt x="29728" y="26254"/>
                    <a:pt x="29772" y="26196"/>
                  </a:cubicBezTo>
                  <a:lnTo>
                    <a:pt x="29772" y="26196"/>
                  </a:lnTo>
                  <a:cubicBezTo>
                    <a:pt x="29816" y="26151"/>
                    <a:pt x="29816" y="26063"/>
                    <a:pt x="29772" y="26019"/>
                  </a:cubicBezTo>
                  <a:lnTo>
                    <a:pt x="29772" y="26019"/>
                  </a:lnTo>
                  <a:cubicBezTo>
                    <a:pt x="29728" y="25975"/>
                    <a:pt x="29669" y="25960"/>
                    <a:pt x="29610" y="25975"/>
                  </a:cubicBezTo>
                  <a:cubicBezTo>
                    <a:pt x="29669" y="25975"/>
                    <a:pt x="29728" y="25975"/>
                    <a:pt x="29772" y="25931"/>
                  </a:cubicBezTo>
                  <a:cubicBezTo>
                    <a:pt x="30008" y="25916"/>
                    <a:pt x="30008" y="25916"/>
                    <a:pt x="30067" y="25739"/>
                  </a:cubicBezTo>
                  <a:cubicBezTo>
                    <a:pt x="30096" y="25666"/>
                    <a:pt x="30199" y="25710"/>
                    <a:pt x="30243" y="25651"/>
                  </a:cubicBezTo>
                  <a:cubicBezTo>
                    <a:pt x="30229" y="25533"/>
                    <a:pt x="30273" y="25416"/>
                    <a:pt x="30361" y="25327"/>
                  </a:cubicBezTo>
                  <a:cubicBezTo>
                    <a:pt x="30405" y="25298"/>
                    <a:pt x="30405" y="25224"/>
                    <a:pt x="30435" y="25180"/>
                  </a:cubicBezTo>
                  <a:cubicBezTo>
                    <a:pt x="30376" y="25107"/>
                    <a:pt x="30302" y="25062"/>
                    <a:pt x="30214" y="25048"/>
                  </a:cubicBezTo>
                  <a:cubicBezTo>
                    <a:pt x="30376" y="24959"/>
                    <a:pt x="30582" y="24930"/>
                    <a:pt x="30626" y="24695"/>
                  </a:cubicBezTo>
                  <a:lnTo>
                    <a:pt x="30626" y="24518"/>
                  </a:lnTo>
                  <a:lnTo>
                    <a:pt x="30714" y="24518"/>
                  </a:lnTo>
                  <a:cubicBezTo>
                    <a:pt x="30744" y="24488"/>
                    <a:pt x="30788" y="24444"/>
                    <a:pt x="30817" y="24415"/>
                  </a:cubicBezTo>
                  <a:cubicBezTo>
                    <a:pt x="30802" y="24385"/>
                    <a:pt x="30802" y="24356"/>
                    <a:pt x="30817" y="24327"/>
                  </a:cubicBezTo>
                  <a:cubicBezTo>
                    <a:pt x="30847" y="24297"/>
                    <a:pt x="30876" y="24268"/>
                    <a:pt x="30905" y="24224"/>
                  </a:cubicBezTo>
                  <a:lnTo>
                    <a:pt x="30905" y="24224"/>
                  </a:lnTo>
                  <a:cubicBezTo>
                    <a:pt x="30994" y="24165"/>
                    <a:pt x="30905" y="24032"/>
                    <a:pt x="30994" y="23959"/>
                  </a:cubicBezTo>
                  <a:cubicBezTo>
                    <a:pt x="31023" y="23959"/>
                    <a:pt x="31053" y="23959"/>
                    <a:pt x="31082" y="23959"/>
                  </a:cubicBezTo>
                  <a:cubicBezTo>
                    <a:pt x="31156" y="23885"/>
                    <a:pt x="31141" y="23797"/>
                    <a:pt x="31126" y="23709"/>
                  </a:cubicBezTo>
                  <a:cubicBezTo>
                    <a:pt x="31082" y="23664"/>
                    <a:pt x="31156" y="23709"/>
                    <a:pt x="31097" y="23679"/>
                  </a:cubicBezTo>
                  <a:cubicBezTo>
                    <a:pt x="31112" y="23664"/>
                    <a:pt x="31038" y="23679"/>
                    <a:pt x="31097" y="23650"/>
                  </a:cubicBezTo>
                  <a:cubicBezTo>
                    <a:pt x="31170" y="23650"/>
                    <a:pt x="31229" y="23620"/>
                    <a:pt x="31288" y="23576"/>
                  </a:cubicBezTo>
                  <a:cubicBezTo>
                    <a:pt x="31406" y="23399"/>
                    <a:pt x="31273" y="23370"/>
                    <a:pt x="31141" y="23355"/>
                  </a:cubicBezTo>
                  <a:cubicBezTo>
                    <a:pt x="31273" y="23267"/>
                    <a:pt x="31391" y="23164"/>
                    <a:pt x="31347" y="22987"/>
                  </a:cubicBezTo>
                  <a:cubicBezTo>
                    <a:pt x="31347" y="22973"/>
                    <a:pt x="31332" y="22958"/>
                    <a:pt x="31332" y="22943"/>
                  </a:cubicBezTo>
                  <a:cubicBezTo>
                    <a:pt x="31318" y="22929"/>
                    <a:pt x="31318" y="22914"/>
                    <a:pt x="31303" y="22899"/>
                  </a:cubicBezTo>
                  <a:cubicBezTo>
                    <a:pt x="31421" y="22796"/>
                    <a:pt x="31376" y="22649"/>
                    <a:pt x="31391" y="22531"/>
                  </a:cubicBezTo>
                  <a:cubicBezTo>
                    <a:pt x="31391" y="22428"/>
                    <a:pt x="31465" y="22340"/>
                    <a:pt x="31568" y="22340"/>
                  </a:cubicBezTo>
                  <a:cubicBezTo>
                    <a:pt x="31568" y="22252"/>
                    <a:pt x="31538" y="22149"/>
                    <a:pt x="31479" y="22060"/>
                  </a:cubicBezTo>
                  <a:lnTo>
                    <a:pt x="31479" y="22060"/>
                  </a:lnTo>
                  <a:cubicBezTo>
                    <a:pt x="31597" y="21987"/>
                    <a:pt x="31582" y="21884"/>
                    <a:pt x="31568" y="21781"/>
                  </a:cubicBezTo>
                  <a:lnTo>
                    <a:pt x="31568" y="21781"/>
                  </a:lnTo>
                  <a:lnTo>
                    <a:pt x="31568" y="21678"/>
                  </a:lnTo>
                  <a:cubicBezTo>
                    <a:pt x="31656" y="21648"/>
                    <a:pt x="31715" y="21589"/>
                    <a:pt x="31759" y="21501"/>
                  </a:cubicBezTo>
                  <a:cubicBezTo>
                    <a:pt x="31685" y="21457"/>
                    <a:pt x="31700" y="21427"/>
                    <a:pt x="31759" y="21398"/>
                  </a:cubicBezTo>
                  <a:cubicBezTo>
                    <a:pt x="31774" y="21221"/>
                    <a:pt x="31891" y="21060"/>
                    <a:pt x="31803" y="20868"/>
                  </a:cubicBezTo>
                  <a:cubicBezTo>
                    <a:pt x="31803" y="20839"/>
                    <a:pt x="31833" y="20780"/>
                    <a:pt x="31847" y="20736"/>
                  </a:cubicBezTo>
                  <a:cubicBezTo>
                    <a:pt x="31862" y="20692"/>
                    <a:pt x="31847" y="20618"/>
                    <a:pt x="31847" y="20559"/>
                  </a:cubicBezTo>
                  <a:lnTo>
                    <a:pt x="31847" y="20559"/>
                  </a:lnTo>
                  <a:cubicBezTo>
                    <a:pt x="31906" y="20530"/>
                    <a:pt x="31921" y="20456"/>
                    <a:pt x="31906" y="20397"/>
                  </a:cubicBezTo>
                  <a:cubicBezTo>
                    <a:pt x="31803" y="20221"/>
                    <a:pt x="31862" y="20000"/>
                    <a:pt x="32024" y="19897"/>
                  </a:cubicBezTo>
                  <a:cubicBezTo>
                    <a:pt x="31995" y="19735"/>
                    <a:pt x="31980" y="19588"/>
                    <a:pt x="31980" y="19441"/>
                  </a:cubicBezTo>
                  <a:cubicBezTo>
                    <a:pt x="31965" y="19073"/>
                    <a:pt x="31995" y="18705"/>
                    <a:pt x="32068" y="18352"/>
                  </a:cubicBezTo>
                  <a:cubicBezTo>
                    <a:pt x="32112" y="18160"/>
                    <a:pt x="32112" y="17954"/>
                    <a:pt x="32156" y="17763"/>
                  </a:cubicBezTo>
                  <a:cubicBezTo>
                    <a:pt x="32171" y="17645"/>
                    <a:pt x="32142" y="17528"/>
                    <a:pt x="32053" y="17454"/>
                  </a:cubicBezTo>
                  <a:cubicBezTo>
                    <a:pt x="32068" y="17366"/>
                    <a:pt x="32083" y="17351"/>
                    <a:pt x="32112" y="17336"/>
                  </a:cubicBezTo>
                  <a:close/>
                  <a:moveTo>
                    <a:pt x="30493" y="23944"/>
                  </a:moveTo>
                  <a:cubicBezTo>
                    <a:pt x="30523" y="23929"/>
                    <a:pt x="30552" y="23900"/>
                    <a:pt x="30567" y="23856"/>
                  </a:cubicBezTo>
                  <a:cubicBezTo>
                    <a:pt x="30567" y="23900"/>
                    <a:pt x="30567" y="23959"/>
                    <a:pt x="30582" y="24003"/>
                  </a:cubicBezTo>
                  <a:cubicBezTo>
                    <a:pt x="30552" y="23973"/>
                    <a:pt x="30523" y="23959"/>
                    <a:pt x="30493" y="23944"/>
                  </a:cubicBezTo>
                  <a:close/>
                  <a:moveTo>
                    <a:pt x="16204" y="30198"/>
                  </a:moveTo>
                  <a:lnTo>
                    <a:pt x="16204" y="30184"/>
                  </a:lnTo>
                  <a:lnTo>
                    <a:pt x="16204" y="30184"/>
                  </a:lnTo>
                  <a:lnTo>
                    <a:pt x="16218" y="30198"/>
                  </a:lnTo>
                  <a:lnTo>
                    <a:pt x="16204" y="30198"/>
                  </a:lnTo>
                  <a:close/>
                  <a:moveTo>
                    <a:pt x="17469" y="30964"/>
                  </a:moveTo>
                  <a:lnTo>
                    <a:pt x="17455" y="30934"/>
                  </a:lnTo>
                  <a:cubicBezTo>
                    <a:pt x="17455" y="30949"/>
                    <a:pt x="17469" y="30949"/>
                    <a:pt x="17469" y="30964"/>
                  </a:cubicBezTo>
                  <a:close/>
                  <a:moveTo>
                    <a:pt x="6976" y="29154"/>
                  </a:moveTo>
                  <a:lnTo>
                    <a:pt x="6947" y="29154"/>
                  </a:lnTo>
                  <a:lnTo>
                    <a:pt x="6947" y="29154"/>
                  </a:lnTo>
                  <a:lnTo>
                    <a:pt x="6947" y="29154"/>
                  </a:lnTo>
                  <a:close/>
                  <a:moveTo>
                    <a:pt x="10052" y="2664"/>
                  </a:moveTo>
                  <a:lnTo>
                    <a:pt x="10052" y="2664"/>
                  </a:lnTo>
                  <a:close/>
                  <a:moveTo>
                    <a:pt x="11215" y="3061"/>
                  </a:moveTo>
                  <a:lnTo>
                    <a:pt x="11215" y="3091"/>
                  </a:lnTo>
                  <a:lnTo>
                    <a:pt x="11156" y="3076"/>
                  </a:lnTo>
                  <a:close/>
                  <a:moveTo>
                    <a:pt x="22046" y="3238"/>
                  </a:moveTo>
                  <a:lnTo>
                    <a:pt x="22046" y="3253"/>
                  </a:lnTo>
                  <a:lnTo>
                    <a:pt x="22046" y="3253"/>
                  </a:lnTo>
                  <a:cubicBezTo>
                    <a:pt x="22046" y="3253"/>
                    <a:pt x="22046" y="3238"/>
                    <a:pt x="22046" y="3238"/>
                  </a:cubicBezTo>
                  <a:close/>
                  <a:moveTo>
                    <a:pt x="18926" y="2576"/>
                  </a:moveTo>
                  <a:lnTo>
                    <a:pt x="18926" y="2576"/>
                  </a:lnTo>
                  <a:lnTo>
                    <a:pt x="18926" y="2590"/>
                  </a:lnTo>
                  <a:cubicBezTo>
                    <a:pt x="18926" y="2576"/>
                    <a:pt x="18926" y="2576"/>
                    <a:pt x="18926" y="2576"/>
                  </a:cubicBezTo>
                  <a:lnTo>
                    <a:pt x="18926" y="2576"/>
                  </a:lnTo>
                  <a:lnTo>
                    <a:pt x="18926" y="2561"/>
                  </a:lnTo>
                  <a:cubicBezTo>
                    <a:pt x="18926" y="2561"/>
                    <a:pt x="18926" y="2561"/>
                    <a:pt x="18926" y="2561"/>
                  </a:cubicBezTo>
                  <a:close/>
                  <a:moveTo>
                    <a:pt x="24842" y="5092"/>
                  </a:moveTo>
                  <a:cubicBezTo>
                    <a:pt x="24842" y="5092"/>
                    <a:pt x="24842" y="5077"/>
                    <a:pt x="24857" y="5063"/>
                  </a:cubicBezTo>
                  <a:lnTo>
                    <a:pt x="24857" y="5166"/>
                  </a:lnTo>
                  <a:cubicBezTo>
                    <a:pt x="24828" y="5151"/>
                    <a:pt x="24828" y="5122"/>
                    <a:pt x="24842" y="5092"/>
                  </a:cubicBezTo>
                  <a:close/>
                  <a:moveTo>
                    <a:pt x="5770" y="4695"/>
                  </a:moveTo>
                  <a:lnTo>
                    <a:pt x="5784" y="4695"/>
                  </a:lnTo>
                  <a:lnTo>
                    <a:pt x="5784" y="4695"/>
                  </a:lnTo>
                  <a:cubicBezTo>
                    <a:pt x="5784" y="4695"/>
                    <a:pt x="5770" y="4695"/>
                    <a:pt x="5770" y="4695"/>
                  </a:cubicBezTo>
                  <a:cubicBezTo>
                    <a:pt x="5755" y="4680"/>
                    <a:pt x="5755" y="4665"/>
                    <a:pt x="5740" y="4651"/>
                  </a:cubicBezTo>
                  <a:lnTo>
                    <a:pt x="5740" y="4651"/>
                  </a:lnTo>
                  <a:close/>
                  <a:moveTo>
                    <a:pt x="5799" y="4710"/>
                  </a:moveTo>
                  <a:lnTo>
                    <a:pt x="5799" y="4710"/>
                  </a:lnTo>
                  <a:lnTo>
                    <a:pt x="5814" y="4724"/>
                  </a:lnTo>
                  <a:close/>
                  <a:moveTo>
                    <a:pt x="1958" y="15835"/>
                  </a:moveTo>
                  <a:lnTo>
                    <a:pt x="1943" y="15850"/>
                  </a:lnTo>
                  <a:lnTo>
                    <a:pt x="1958" y="15835"/>
                  </a:lnTo>
                  <a:close/>
                  <a:moveTo>
                    <a:pt x="1973" y="17057"/>
                  </a:moveTo>
                  <a:lnTo>
                    <a:pt x="1973" y="17027"/>
                  </a:lnTo>
                  <a:lnTo>
                    <a:pt x="1988" y="17027"/>
                  </a:lnTo>
                  <a:close/>
                  <a:moveTo>
                    <a:pt x="1958" y="15762"/>
                  </a:moveTo>
                  <a:lnTo>
                    <a:pt x="1958" y="15762"/>
                  </a:lnTo>
                  <a:lnTo>
                    <a:pt x="1958" y="15747"/>
                  </a:lnTo>
                  <a:cubicBezTo>
                    <a:pt x="1958" y="15762"/>
                    <a:pt x="1958" y="15776"/>
                    <a:pt x="1973" y="15776"/>
                  </a:cubicBezTo>
                  <a:lnTo>
                    <a:pt x="1943" y="15762"/>
                  </a:lnTo>
                  <a:lnTo>
                    <a:pt x="1943" y="15762"/>
                  </a:lnTo>
                  <a:lnTo>
                    <a:pt x="1943" y="15762"/>
                  </a:lnTo>
                  <a:close/>
                  <a:moveTo>
                    <a:pt x="6564" y="10008"/>
                  </a:moveTo>
                  <a:lnTo>
                    <a:pt x="6564" y="10008"/>
                  </a:lnTo>
                  <a:lnTo>
                    <a:pt x="6564" y="10008"/>
                  </a:lnTo>
                  <a:cubicBezTo>
                    <a:pt x="6564" y="10008"/>
                    <a:pt x="6564" y="10008"/>
                    <a:pt x="6564" y="10008"/>
                  </a:cubicBezTo>
                  <a:close/>
                  <a:moveTo>
                    <a:pt x="24209" y="7094"/>
                  </a:moveTo>
                  <a:close/>
                  <a:moveTo>
                    <a:pt x="14482" y="27932"/>
                  </a:moveTo>
                  <a:lnTo>
                    <a:pt x="14497" y="27932"/>
                  </a:lnTo>
                  <a:lnTo>
                    <a:pt x="14497" y="27932"/>
                  </a:lnTo>
                  <a:lnTo>
                    <a:pt x="14482" y="27932"/>
                  </a:lnTo>
                  <a:close/>
                  <a:moveTo>
                    <a:pt x="8742" y="8139"/>
                  </a:moveTo>
                  <a:lnTo>
                    <a:pt x="8742" y="8139"/>
                  </a:lnTo>
                  <a:lnTo>
                    <a:pt x="8742" y="8124"/>
                  </a:lnTo>
                  <a:lnTo>
                    <a:pt x="8742" y="8124"/>
                  </a:lnTo>
                  <a:cubicBezTo>
                    <a:pt x="8742" y="8124"/>
                    <a:pt x="8742" y="8139"/>
                    <a:pt x="8742" y="8139"/>
                  </a:cubicBezTo>
                  <a:close/>
                  <a:moveTo>
                    <a:pt x="5917" y="22649"/>
                  </a:moveTo>
                  <a:lnTo>
                    <a:pt x="5917" y="22649"/>
                  </a:lnTo>
                  <a:lnTo>
                    <a:pt x="5917" y="22649"/>
                  </a:lnTo>
                  <a:lnTo>
                    <a:pt x="5917" y="22649"/>
                  </a:lnTo>
                  <a:lnTo>
                    <a:pt x="5917" y="22634"/>
                  </a:lnTo>
                  <a:lnTo>
                    <a:pt x="5917" y="22634"/>
                  </a:lnTo>
                  <a:cubicBezTo>
                    <a:pt x="5917" y="22634"/>
                    <a:pt x="5917" y="22649"/>
                    <a:pt x="5917" y="22649"/>
                  </a:cubicBezTo>
                  <a:close/>
                  <a:moveTo>
                    <a:pt x="3989" y="11670"/>
                  </a:moveTo>
                  <a:lnTo>
                    <a:pt x="3960" y="11641"/>
                  </a:lnTo>
                  <a:lnTo>
                    <a:pt x="3960" y="11641"/>
                  </a:lnTo>
                  <a:close/>
                  <a:moveTo>
                    <a:pt x="16218" y="25371"/>
                  </a:moveTo>
                  <a:lnTo>
                    <a:pt x="16218" y="25371"/>
                  </a:lnTo>
                  <a:lnTo>
                    <a:pt x="16218" y="25371"/>
                  </a:lnTo>
                  <a:cubicBezTo>
                    <a:pt x="16218" y="25371"/>
                    <a:pt x="16218" y="25386"/>
                    <a:pt x="16218" y="25371"/>
                  </a:cubicBezTo>
                  <a:close/>
                  <a:moveTo>
                    <a:pt x="22502" y="18823"/>
                  </a:moveTo>
                  <a:lnTo>
                    <a:pt x="22532" y="18867"/>
                  </a:lnTo>
                  <a:cubicBezTo>
                    <a:pt x="22517" y="18867"/>
                    <a:pt x="22517" y="18852"/>
                    <a:pt x="22502" y="18837"/>
                  </a:cubicBezTo>
                  <a:close/>
                  <a:moveTo>
                    <a:pt x="23444" y="16144"/>
                  </a:moveTo>
                  <a:lnTo>
                    <a:pt x="23444" y="16130"/>
                  </a:lnTo>
                  <a:close/>
                  <a:moveTo>
                    <a:pt x="22885" y="11626"/>
                  </a:moveTo>
                  <a:lnTo>
                    <a:pt x="22885" y="11626"/>
                  </a:lnTo>
                  <a:lnTo>
                    <a:pt x="22885" y="11626"/>
                  </a:lnTo>
                  <a:close/>
                  <a:moveTo>
                    <a:pt x="25622" y="13054"/>
                  </a:moveTo>
                  <a:lnTo>
                    <a:pt x="25637" y="13054"/>
                  </a:lnTo>
                  <a:lnTo>
                    <a:pt x="25622" y="13054"/>
                  </a:lnTo>
                  <a:close/>
                  <a:moveTo>
                    <a:pt x="23120" y="10729"/>
                  </a:moveTo>
                  <a:close/>
                  <a:moveTo>
                    <a:pt x="22149" y="10758"/>
                  </a:moveTo>
                  <a:cubicBezTo>
                    <a:pt x="22120" y="10758"/>
                    <a:pt x="22090" y="10743"/>
                    <a:pt x="22076" y="10729"/>
                  </a:cubicBezTo>
                  <a:lnTo>
                    <a:pt x="22076" y="10714"/>
                  </a:lnTo>
                  <a:cubicBezTo>
                    <a:pt x="22090" y="10729"/>
                    <a:pt x="22120" y="10743"/>
                    <a:pt x="22149" y="10758"/>
                  </a:cubicBezTo>
                  <a:close/>
                  <a:moveTo>
                    <a:pt x="21001" y="12759"/>
                  </a:moveTo>
                  <a:lnTo>
                    <a:pt x="21001" y="12759"/>
                  </a:lnTo>
                  <a:lnTo>
                    <a:pt x="21001" y="12759"/>
                  </a:lnTo>
                  <a:close/>
                  <a:moveTo>
                    <a:pt x="12216" y="20957"/>
                  </a:moveTo>
                  <a:close/>
                  <a:moveTo>
                    <a:pt x="15674" y="8080"/>
                  </a:moveTo>
                  <a:close/>
                  <a:moveTo>
                    <a:pt x="15703" y="8050"/>
                  </a:moveTo>
                  <a:lnTo>
                    <a:pt x="15703" y="8050"/>
                  </a:lnTo>
                  <a:lnTo>
                    <a:pt x="15703" y="8050"/>
                  </a:lnTo>
                  <a:lnTo>
                    <a:pt x="15703" y="8050"/>
                  </a:lnTo>
                  <a:close/>
                  <a:moveTo>
                    <a:pt x="9567" y="17969"/>
                  </a:moveTo>
                  <a:cubicBezTo>
                    <a:pt x="9581" y="18013"/>
                    <a:pt x="9596" y="18043"/>
                    <a:pt x="9625" y="18087"/>
                  </a:cubicBezTo>
                  <a:cubicBezTo>
                    <a:pt x="9552" y="18057"/>
                    <a:pt x="9537" y="18028"/>
                    <a:pt x="9567" y="17954"/>
                  </a:cubicBezTo>
                  <a:close/>
                  <a:moveTo>
                    <a:pt x="16572" y="19661"/>
                  </a:moveTo>
                  <a:close/>
                  <a:moveTo>
                    <a:pt x="14953" y="23002"/>
                  </a:moveTo>
                  <a:cubicBezTo>
                    <a:pt x="14982" y="23017"/>
                    <a:pt x="14997" y="23032"/>
                    <a:pt x="15012" y="23061"/>
                  </a:cubicBezTo>
                  <a:cubicBezTo>
                    <a:pt x="14997" y="23032"/>
                    <a:pt x="14968" y="23017"/>
                    <a:pt x="14953" y="23002"/>
                  </a:cubicBezTo>
                  <a:close/>
                  <a:moveTo>
                    <a:pt x="9110" y="15188"/>
                  </a:moveTo>
                  <a:lnTo>
                    <a:pt x="9110" y="15173"/>
                  </a:lnTo>
                  <a:lnTo>
                    <a:pt x="9125" y="15173"/>
                  </a:lnTo>
                  <a:cubicBezTo>
                    <a:pt x="9125" y="15173"/>
                    <a:pt x="9125" y="15188"/>
                    <a:pt x="9110" y="15188"/>
                  </a:cubicBezTo>
                  <a:close/>
                  <a:moveTo>
                    <a:pt x="17764" y="18013"/>
                  </a:moveTo>
                  <a:close/>
                  <a:moveTo>
                    <a:pt x="15880" y="8242"/>
                  </a:moveTo>
                  <a:lnTo>
                    <a:pt x="15865" y="8256"/>
                  </a:lnTo>
                  <a:lnTo>
                    <a:pt x="15865" y="8256"/>
                  </a:lnTo>
                  <a:lnTo>
                    <a:pt x="15865" y="8256"/>
                  </a:lnTo>
                  <a:lnTo>
                    <a:pt x="15865" y="8256"/>
                  </a:lnTo>
                  <a:lnTo>
                    <a:pt x="15895" y="8227"/>
                  </a:lnTo>
                  <a:lnTo>
                    <a:pt x="15895" y="8227"/>
                  </a:lnTo>
                  <a:close/>
                  <a:moveTo>
                    <a:pt x="12319" y="20088"/>
                  </a:moveTo>
                  <a:lnTo>
                    <a:pt x="12319" y="20118"/>
                  </a:lnTo>
                  <a:lnTo>
                    <a:pt x="12319" y="20118"/>
                  </a:lnTo>
                  <a:lnTo>
                    <a:pt x="12245" y="20132"/>
                  </a:lnTo>
                  <a:cubicBezTo>
                    <a:pt x="12274" y="20132"/>
                    <a:pt x="12304" y="20118"/>
                    <a:pt x="12319" y="20088"/>
                  </a:cubicBezTo>
                  <a:close/>
                  <a:moveTo>
                    <a:pt x="18161" y="18234"/>
                  </a:moveTo>
                  <a:lnTo>
                    <a:pt x="18161" y="18234"/>
                  </a:lnTo>
                  <a:lnTo>
                    <a:pt x="18176" y="18234"/>
                  </a:lnTo>
                  <a:close/>
                  <a:moveTo>
                    <a:pt x="12201" y="20162"/>
                  </a:moveTo>
                  <a:cubicBezTo>
                    <a:pt x="12186" y="20162"/>
                    <a:pt x="12186" y="20162"/>
                    <a:pt x="12201" y="20162"/>
                  </a:cubicBezTo>
                  <a:lnTo>
                    <a:pt x="12201" y="20162"/>
                  </a:lnTo>
                  <a:close/>
                  <a:moveTo>
                    <a:pt x="12039" y="22369"/>
                  </a:moveTo>
                  <a:lnTo>
                    <a:pt x="12039" y="22369"/>
                  </a:lnTo>
                  <a:lnTo>
                    <a:pt x="12054" y="22384"/>
                  </a:lnTo>
                  <a:lnTo>
                    <a:pt x="12039" y="22384"/>
                  </a:lnTo>
                  <a:close/>
                  <a:moveTo>
                    <a:pt x="12319" y="22163"/>
                  </a:moveTo>
                  <a:lnTo>
                    <a:pt x="12319" y="22149"/>
                  </a:lnTo>
                  <a:lnTo>
                    <a:pt x="12319" y="22163"/>
                  </a:lnTo>
                  <a:close/>
                  <a:moveTo>
                    <a:pt x="13378" y="23473"/>
                  </a:moveTo>
                  <a:cubicBezTo>
                    <a:pt x="13393" y="23473"/>
                    <a:pt x="13393" y="23502"/>
                    <a:pt x="13393" y="23517"/>
                  </a:cubicBezTo>
                  <a:close/>
                  <a:moveTo>
                    <a:pt x="15468" y="24577"/>
                  </a:moveTo>
                  <a:cubicBezTo>
                    <a:pt x="15512" y="24518"/>
                    <a:pt x="15571" y="24474"/>
                    <a:pt x="15630" y="24518"/>
                  </a:cubicBezTo>
                  <a:cubicBezTo>
                    <a:pt x="15644" y="24533"/>
                    <a:pt x="15644" y="24533"/>
                    <a:pt x="15659" y="24547"/>
                  </a:cubicBezTo>
                  <a:lnTo>
                    <a:pt x="15468" y="24606"/>
                  </a:lnTo>
                  <a:cubicBezTo>
                    <a:pt x="15468" y="24592"/>
                    <a:pt x="15468" y="24577"/>
                    <a:pt x="15468" y="24577"/>
                  </a:cubicBezTo>
                  <a:close/>
                  <a:moveTo>
                    <a:pt x="19191" y="19529"/>
                  </a:moveTo>
                  <a:close/>
                  <a:moveTo>
                    <a:pt x="25887" y="13731"/>
                  </a:moveTo>
                  <a:close/>
                  <a:moveTo>
                    <a:pt x="20898" y="18690"/>
                  </a:moveTo>
                  <a:close/>
                  <a:moveTo>
                    <a:pt x="25887" y="13804"/>
                  </a:moveTo>
                  <a:cubicBezTo>
                    <a:pt x="25887" y="13804"/>
                    <a:pt x="25887" y="13790"/>
                    <a:pt x="25872" y="13775"/>
                  </a:cubicBezTo>
                  <a:cubicBezTo>
                    <a:pt x="25858" y="13775"/>
                    <a:pt x="25887" y="13790"/>
                    <a:pt x="25887" y="13790"/>
                  </a:cubicBezTo>
                  <a:lnTo>
                    <a:pt x="25887" y="13790"/>
                  </a:lnTo>
                  <a:close/>
                  <a:moveTo>
                    <a:pt x="18720" y="9183"/>
                  </a:moveTo>
                  <a:cubicBezTo>
                    <a:pt x="18720" y="9183"/>
                    <a:pt x="18720" y="9169"/>
                    <a:pt x="18720" y="9169"/>
                  </a:cubicBezTo>
                  <a:lnTo>
                    <a:pt x="18735" y="9169"/>
                  </a:lnTo>
                  <a:close/>
                  <a:moveTo>
                    <a:pt x="17028" y="7844"/>
                  </a:moveTo>
                  <a:lnTo>
                    <a:pt x="17028" y="7844"/>
                  </a:lnTo>
                  <a:close/>
                  <a:moveTo>
                    <a:pt x="10229" y="14643"/>
                  </a:moveTo>
                  <a:lnTo>
                    <a:pt x="10229" y="14658"/>
                  </a:lnTo>
                  <a:lnTo>
                    <a:pt x="10199" y="14658"/>
                  </a:lnTo>
                  <a:close/>
                  <a:moveTo>
                    <a:pt x="6550" y="12583"/>
                  </a:moveTo>
                  <a:cubicBezTo>
                    <a:pt x="6564" y="12568"/>
                    <a:pt x="6564" y="12568"/>
                    <a:pt x="6550" y="12568"/>
                  </a:cubicBezTo>
                  <a:lnTo>
                    <a:pt x="6594" y="12568"/>
                  </a:lnTo>
                  <a:close/>
                  <a:moveTo>
                    <a:pt x="8625" y="21324"/>
                  </a:moveTo>
                  <a:close/>
                  <a:moveTo>
                    <a:pt x="11274" y="22281"/>
                  </a:moveTo>
                  <a:close/>
                  <a:moveTo>
                    <a:pt x="20795" y="21148"/>
                  </a:moveTo>
                  <a:lnTo>
                    <a:pt x="20795" y="21148"/>
                  </a:lnTo>
                  <a:lnTo>
                    <a:pt x="20795" y="21074"/>
                  </a:lnTo>
                  <a:lnTo>
                    <a:pt x="20810" y="21118"/>
                  </a:lnTo>
                  <a:cubicBezTo>
                    <a:pt x="20810" y="21118"/>
                    <a:pt x="20810" y="21133"/>
                    <a:pt x="20810" y="21148"/>
                  </a:cubicBezTo>
                  <a:close/>
                  <a:moveTo>
                    <a:pt x="7889" y="12156"/>
                  </a:moveTo>
                  <a:lnTo>
                    <a:pt x="7889" y="12171"/>
                  </a:lnTo>
                  <a:lnTo>
                    <a:pt x="7874" y="12171"/>
                  </a:lnTo>
                  <a:close/>
                  <a:moveTo>
                    <a:pt x="3503" y="14305"/>
                  </a:moveTo>
                  <a:close/>
                  <a:moveTo>
                    <a:pt x="11333" y="27123"/>
                  </a:moveTo>
                  <a:cubicBezTo>
                    <a:pt x="11377" y="27152"/>
                    <a:pt x="11406" y="27196"/>
                    <a:pt x="11377" y="27255"/>
                  </a:cubicBezTo>
                  <a:cubicBezTo>
                    <a:pt x="11347" y="27211"/>
                    <a:pt x="11333" y="27152"/>
                    <a:pt x="11318" y="27108"/>
                  </a:cubicBezTo>
                  <a:close/>
                  <a:moveTo>
                    <a:pt x="3915" y="11612"/>
                  </a:moveTo>
                  <a:lnTo>
                    <a:pt x="3915" y="11612"/>
                  </a:lnTo>
                  <a:lnTo>
                    <a:pt x="3915" y="11626"/>
                  </a:lnTo>
                  <a:lnTo>
                    <a:pt x="3901" y="11612"/>
                  </a:lnTo>
                  <a:close/>
                  <a:moveTo>
                    <a:pt x="20619" y="26549"/>
                  </a:moveTo>
                  <a:lnTo>
                    <a:pt x="20619" y="26534"/>
                  </a:lnTo>
                  <a:close/>
                  <a:moveTo>
                    <a:pt x="5152" y="9831"/>
                  </a:moveTo>
                  <a:lnTo>
                    <a:pt x="5152" y="9831"/>
                  </a:lnTo>
                  <a:lnTo>
                    <a:pt x="5152" y="9846"/>
                  </a:lnTo>
                  <a:cubicBezTo>
                    <a:pt x="5122" y="9860"/>
                    <a:pt x="5093" y="9875"/>
                    <a:pt x="5063" y="9890"/>
                  </a:cubicBezTo>
                  <a:cubicBezTo>
                    <a:pt x="5093" y="9860"/>
                    <a:pt x="5122" y="9846"/>
                    <a:pt x="5152" y="9831"/>
                  </a:cubicBezTo>
                  <a:close/>
                  <a:moveTo>
                    <a:pt x="3842" y="11612"/>
                  </a:moveTo>
                  <a:lnTo>
                    <a:pt x="3842" y="11612"/>
                  </a:lnTo>
                  <a:lnTo>
                    <a:pt x="3842" y="11612"/>
                  </a:lnTo>
                  <a:close/>
                  <a:moveTo>
                    <a:pt x="3268" y="11729"/>
                  </a:moveTo>
                  <a:cubicBezTo>
                    <a:pt x="3268" y="11729"/>
                    <a:pt x="3268" y="11715"/>
                    <a:pt x="3268" y="11715"/>
                  </a:cubicBezTo>
                  <a:lnTo>
                    <a:pt x="3268" y="11715"/>
                  </a:lnTo>
                  <a:lnTo>
                    <a:pt x="3268" y="11715"/>
                  </a:lnTo>
                  <a:lnTo>
                    <a:pt x="3268" y="11715"/>
                  </a:lnTo>
                  <a:lnTo>
                    <a:pt x="3268" y="11729"/>
                  </a:lnTo>
                  <a:close/>
                  <a:moveTo>
                    <a:pt x="5063" y="22090"/>
                  </a:moveTo>
                  <a:lnTo>
                    <a:pt x="5063" y="22090"/>
                  </a:lnTo>
                  <a:lnTo>
                    <a:pt x="5063" y="22090"/>
                  </a:lnTo>
                  <a:lnTo>
                    <a:pt x="5063" y="22090"/>
                  </a:lnTo>
                  <a:lnTo>
                    <a:pt x="5063" y="22090"/>
                  </a:lnTo>
                  <a:cubicBezTo>
                    <a:pt x="5063" y="22090"/>
                    <a:pt x="5063" y="22090"/>
                    <a:pt x="5063" y="22090"/>
                  </a:cubicBezTo>
                  <a:close/>
                  <a:moveTo>
                    <a:pt x="14217" y="26034"/>
                  </a:moveTo>
                  <a:close/>
                  <a:moveTo>
                    <a:pt x="24857" y="23973"/>
                  </a:moveTo>
                  <a:close/>
                  <a:moveTo>
                    <a:pt x="25534" y="24724"/>
                  </a:moveTo>
                  <a:close/>
                  <a:moveTo>
                    <a:pt x="25814" y="24812"/>
                  </a:moveTo>
                  <a:lnTo>
                    <a:pt x="25814" y="24812"/>
                  </a:lnTo>
                  <a:lnTo>
                    <a:pt x="25814" y="24812"/>
                  </a:lnTo>
                  <a:close/>
                  <a:moveTo>
                    <a:pt x="2929" y="15335"/>
                  </a:moveTo>
                  <a:cubicBezTo>
                    <a:pt x="2959" y="15394"/>
                    <a:pt x="2959" y="15453"/>
                    <a:pt x="2929" y="15511"/>
                  </a:cubicBezTo>
                  <a:cubicBezTo>
                    <a:pt x="2944" y="15453"/>
                    <a:pt x="2944" y="15394"/>
                    <a:pt x="2929" y="15335"/>
                  </a:cubicBezTo>
                  <a:close/>
                  <a:moveTo>
                    <a:pt x="17131" y="26784"/>
                  </a:moveTo>
                  <a:cubicBezTo>
                    <a:pt x="17146" y="26755"/>
                    <a:pt x="17160" y="26740"/>
                    <a:pt x="17175" y="26711"/>
                  </a:cubicBezTo>
                  <a:lnTo>
                    <a:pt x="17219" y="26711"/>
                  </a:lnTo>
                  <a:cubicBezTo>
                    <a:pt x="17204" y="26755"/>
                    <a:pt x="17175" y="26770"/>
                    <a:pt x="17131" y="26784"/>
                  </a:cubicBezTo>
                  <a:close/>
                  <a:moveTo>
                    <a:pt x="21561" y="26210"/>
                  </a:moveTo>
                  <a:cubicBezTo>
                    <a:pt x="21605" y="26196"/>
                    <a:pt x="21619" y="26210"/>
                    <a:pt x="21649" y="26284"/>
                  </a:cubicBezTo>
                  <a:cubicBezTo>
                    <a:pt x="21619" y="26343"/>
                    <a:pt x="21590" y="26402"/>
                    <a:pt x="21590" y="26475"/>
                  </a:cubicBezTo>
                  <a:cubicBezTo>
                    <a:pt x="21546" y="26402"/>
                    <a:pt x="21487" y="26328"/>
                    <a:pt x="21443" y="26269"/>
                  </a:cubicBezTo>
                  <a:close/>
                  <a:moveTo>
                    <a:pt x="12775" y="3827"/>
                  </a:moveTo>
                  <a:cubicBezTo>
                    <a:pt x="12789" y="3812"/>
                    <a:pt x="12804" y="3797"/>
                    <a:pt x="12819" y="3797"/>
                  </a:cubicBezTo>
                  <a:close/>
                  <a:moveTo>
                    <a:pt x="3548" y="11509"/>
                  </a:moveTo>
                  <a:lnTo>
                    <a:pt x="3562" y="11523"/>
                  </a:lnTo>
                  <a:lnTo>
                    <a:pt x="3562" y="11523"/>
                  </a:lnTo>
                  <a:lnTo>
                    <a:pt x="3562" y="11523"/>
                  </a:lnTo>
                  <a:lnTo>
                    <a:pt x="3533" y="11509"/>
                  </a:lnTo>
                  <a:lnTo>
                    <a:pt x="3562" y="11509"/>
                  </a:lnTo>
                  <a:cubicBezTo>
                    <a:pt x="3562" y="11509"/>
                    <a:pt x="3548" y="11509"/>
                    <a:pt x="3548" y="11509"/>
                  </a:cubicBezTo>
                  <a:close/>
                  <a:moveTo>
                    <a:pt x="2252" y="16674"/>
                  </a:moveTo>
                  <a:lnTo>
                    <a:pt x="2252" y="16674"/>
                  </a:lnTo>
                  <a:cubicBezTo>
                    <a:pt x="2252" y="16674"/>
                    <a:pt x="2252" y="16674"/>
                    <a:pt x="2238" y="16674"/>
                  </a:cubicBezTo>
                  <a:close/>
                  <a:moveTo>
                    <a:pt x="6373" y="25313"/>
                  </a:moveTo>
                  <a:lnTo>
                    <a:pt x="6329" y="25268"/>
                  </a:lnTo>
                  <a:cubicBezTo>
                    <a:pt x="6344" y="25283"/>
                    <a:pt x="6358" y="25298"/>
                    <a:pt x="6373" y="25313"/>
                  </a:cubicBezTo>
                  <a:close/>
                  <a:moveTo>
                    <a:pt x="10111" y="24856"/>
                  </a:moveTo>
                  <a:lnTo>
                    <a:pt x="10126" y="24856"/>
                  </a:lnTo>
                  <a:lnTo>
                    <a:pt x="10111" y="24871"/>
                  </a:lnTo>
                  <a:cubicBezTo>
                    <a:pt x="10111" y="24856"/>
                    <a:pt x="10111" y="24856"/>
                    <a:pt x="10111" y="24856"/>
                  </a:cubicBezTo>
                  <a:close/>
                  <a:moveTo>
                    <a:pt x="31156" y="16233"/>
                  </a:moveTo>
                  <a:lnTo>
                    <a:pt x="31200" y="16203"/>
                  </a:lnTo>
                  <a:cubicBezTo>
                    <a:pt x="31185" y="16218"/>
                    <a:pt x="31170" y="16233"/>
                    <a:pt x="31156" y="16233"/>
                  </a:cubicBezTo>
                  <a:close/>
                  <a:moveTo>
                    <a:pt x="29198" y="11361"/>
                  </a:moveTo>
                  <a:cubicBezTo>
                    <a:pt x="29243" y="11361"/>
                    <a:pt x="29243" y="11420"/>
                    <a:pt x="29243" y="11464"/>
                  </a:cubicBezTo>
                  <a:lnTo>
                    <a:pt x="29243" y="11464"/>
                  </a:lnTo>
                  <a:cubicBezTo>
                    <a:pt x="29228" y="11435"/>
                    <a:pt x="29213" y="11391"/>
                    <a:pt x="29198" y="11361"/>
                  </a:cubicBezTo>
                  <a:close/>
                  <a:moveTo>
                    <a:pt x="19191" y="3209"/>
                  </a:moveTo>
                  <a:lnTo>
                    <a:pt x="19191" y="3209"/>
                  </a:lnTo>
                  <a:cubicBezTo>
                    <a:pt x="19176" y="3179"/>
                    <a:pt x="19176" y="3150"/>
                    <a:pt x="19191" y="3120"/>
                  </a:cubicBezTo>
                  <a:cubicBezTo>
                    <a:pt x="19191" y="3150"/>
                    <a:pt x="19191" y="3179"/>
                    <a:pt x="19191" y="3209"/>
                  </a:cubicBezTo>
                  <a:close/>
                  <a:moveTo>
                    <a:pt x="15615" y="1428"/>
                  </a:moveTo>
                  <a:close/>
                  <a:moveTo>
                    <a:pt x="13172" y="883"/>
                  </a:moveTo>
                  <a:close/>
                  <a:moveTo>
                    <a:pt x="3077" y="9551"/>
                  </a:moveTo>
                  <a:lnTo>
                    <a:pt x="3077" y="9551"/>
                  </a:lnTo>
                  <a:lnTo>
                    <a:pt x="3047" y="9551"/>
                  </a:lnTo>
                  <a:lnTo>
                    <a:pt x="3047" y="9551"/>
                  </a:lnTo>
                  <a:lnTo>
                    <a:pt x="3062" y="9551"/>
                  </a:lnTo>
                  <a:lnTo>
                    <a:pt x="3077" y="9566"/>
                  </a:lnTo>
                  <a:lnTo>
                    <a:pt x="3077" y="9566"/>
                  </a:lnTo>
                  <a:cubicBezTo>
                    <a:pt x="3077" y="9566"/>
                    <a:pt x="3077" y="9551"/>
                    <a:pt x="3077" y="9551"/>
                  </a:cubicBezTo>
                  <a:close/>
                  <a:moveTo>
                    <a:pt x="23238" y="28668"/>
                  </a:moveTo>
                  <a:lnTo>
                    <a:pt x="23238" y="28683"/>
                  </a:lnTo>
                  <a:lnTo>
                    <a:pt x="23238" y="28683"/>
                  </a:lnTo>
                  <a:cubicBezTo>
                    <a:pt x="23223" y="28683"/>
                    <a:pt x="23223" y="28668"/>
                    <a:pt x="23238" y="28668"/>
                  </a:cubicBezTo>
                  <a:close/>
                  <a:moveTo>
                    <a:pt x="28271" y="7153"/>
                  </a:moveTo>
                  <a:cubicBezTo>
                    <a:pt x="28257" y="7153"/>
                    <a:pt x="28242" y="7167"/>
                    <a:pt x="28227" y="7167"/>
                  </a:cubicBezTo>
                  <a:cubicBezTo>
                    <a:pt x="28212" y="7138"/>
                    <a:pt x="28198" y="7094"/>
                    <a:pt x="28198" y="7064"/>
                  </a:cubicBezTo>
                  <a:lnTo>
                    <a:pt x="28257" y="7064"/>
                  </a:lnTo>
                  <a:cubicBezTo>
                    <a:pt x="28257" y="7079"/>
                    <a:pt x="28286" y="7153"/>
                    <a:pt x="28271" y="7153"/>
                  </a:cubicBezTo>
                  <a:close/>
                  <a:moveTo>
                    <a:pt x="28139" y="6873"/>
                  </a:moveTo>
                  <a:lnTo>
                    <a:pt x="28095" y="6858"/>
                  </a:lnTo>
                  <a:lnTo>
                    <a:pt x="28139" y="6843"/>
                  </a:lnTo>
                  <a:cubicBezTo>
                    <a:pt x="28139" y="6858"/>
                    <a:pt x="28139" y="6873"/>
                    <a:pt x="28139" y="6873"/>
                  </a:cubicBezTo>
                  <a:close/>
                  <a:moveTo>
                    <a:pt x="23827" y="4916"/>
                  </a:moveTo>
                  <a:lnTo>
                    <a:pt x="23827" y="4916"/>
                  </a:lnTo>
                  <a:lnTo>
                    <a:pt x="23842" y="4916"/>
                  </a:lnTo>
                  <a:close/>
                  <a:moveTo>
                    <a:pt x="17661" y="3503"/>
                  </a:moveTo>
                  <a:cubicBezTo>
                    <a:pt x="17734" y="3532"/>
                    <a:pt x="17808" y="3562"/>
                    <a:pt x="17881" y="3576"/>
                  </a:cubicBezTo>
                  <a:cubicBezTo>
                    <a:pt x="17793" y="3591"/>
                    <a:pt x="17720" y="3576"/>
                    <a:pt x="17661" y="3518"/>
                  </a:cubicBezTo>
                  <a:close/>
                  <a:moveTo>
                    <a:pt x="15335" y="795"/>
                  </a:moveTo>
                  <a:close/>
                  <a:moveTo>
                    <a:pt x="30891" y="21692"/>
                  </a:moveTo>
                  <a:lnTo>
                    <a:pt x="30891" y="21692"/>
                  </a:lnTo>
                  <a:lnTo>
                    <a:pt x="30876" y="21692"/>
                  </a:lnTo>
                  <a:cubicBezTo>
                    <a:pt x="30876" y="21692"/>
                    <a:pt x="30876" y="21692"/>
                    <a:pt x="30891" y="21692"/>
                  </a:cubicBezTo>
                  <a:close/>
                  <a:moveTo>
                    <a:pt x="26564" y="7373"/>
                  </a:moveTo>
                  <a:lnTo>
                    <a:pt x="26564" y="7373"/>
                  </a:lnTo>
                  <a:lnTo>
                    <a:pt x="26594" y="7373"/>
                  </a:lnTo>
                  <a:close/>
                  <a:moveTo>
                    <a:pt x="19000" y="2105"/>
                  </a:moveTo>
                  <a:cubicBezTo>
                    <a:pt x="18956" y="2061"/>
                    <a:pt x="18941" y="2016"/>
                    <a:pt x="18985" y="1972"/>
                  </a:cubicBezTo>
                  <a:cubicBezTo>
                    <a:pt x="19000" y="2031"/>
                    <a:pt x="19029" y="2090"/>
                    <a:pt x="19059" y="2149"/>
                  </a:cubicBezTo>
                  <a:cubicBezTo>
                    <a:pt x="19029" y="2134"/>
                    <a:pt x="19015" y="2119"/>
                    <a:pt x="19000" y="2105"/>
                  </a:cubicBezTo>
                  <a:close/>
                  <a:moveTo>
                    <a:pt x="3238" y="25430"/>
                  </a:moveTo>
                  <a:lnTo>
                    <a:pt x="3312" y="25460"/>
                  </a:lnTo>
                  <a:cubicBezTo>
                    <a:pt x="3283" y="25460"/>
                    <a:pt x="3253" y="25460"/>
                    <a:pt x="3238" y="25430"/>
                  </a:cubicBezTo>
                  <a:close/>
                  <a:moveTo>
                    <a:pt x="24018" y="29625"/>
                  </a:moveTo>
                  <a:lnTo>
                    <a:pt x="24018" y="29625"/>
                  </a:lnTo>
                  <a:lnTo>
                    <a:pt x="24018" y="29625"/>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7" name="Google Shape;1577;p86"/>
            <p:cNvPicPr preferRelativeResize="0"/>
            <p:nvPr/>
          </p:nvPicPr>
          <p:blipFill>
            <a:blip r:embed="rId3">
              <a:alphaModFix/>
            </a:blip>
            <a:stretch>
              <a:fillRect/>
            </a:stretch>
          </p:blipFill>
          <p:spPr>
            <a:xfrm>
              <a:off x="9873902" y="5348999"/>
              <a:ext cx="1676400" cy="1676400"/>
            </a:xfrm>
            <a:prstGeom prst="rect">
              <a:avLst/>
            </a:prstGeom>
            <a:noFill/>
            <a:ln>
              <a:noFill/>
            </a:ln>
          </p:spPr>
        </p:pic>
      </p:grpSp>
      <p:grpSp>
        <p:nvGrpSpPr>
          <p:cNvPr id="1578" name="Google Shape;1578;p86"/>
          <p:cNvGrpSpPr/>
          <p:nvPr/>
        </p:nvGrpSpPr>
        <p:grpSpPr>
          <a:xfrm rot="554122">
            <a:off x="6550344" y="829308"/>
            <a:ext cx="1273760" cy="1252412"/>
            <a:chOff x="13328746" y="3069829"/>
            <a:chExt cx="1704975" cy="1676400"/>
          </a:xfrm>
        </p:grpSpPr>
        <p:sp>
          <p:nvSpPr>
            <p:cNvPr id="1579" name="Google Shape;1579;p86"/>
            <p:cNvSpPr/>
            <p:nvPr/>
          </p:nvSpPr>
          <p:spPr>
            <a:xfrm>
              <a:off x="13329286" y="3070658"/>
              <a:ext cx="1703894" cy="1674742"/>
            </a:xfrm>
            <a:custGeom>
              <a:rect b="b" l="l" r="r" t="t"/>
              <a:pathLst>
                <a:path extrusionOk="0" h="32171" w="32731">
                  <a:moveTo>
                    <a:pt x="32671" y="20574"/>
                  </a:moveTo>
                  <a:lnTo>
                    <a:pt x="32671" y="20574"/>
                  </a:lnTo>
                  <a:cubicBezTo>
                    <a:pt x="32671" y="20574"/>
                    <a:pt x="32656" y="20560"/>
                    <a:pt x="32642" y="20545"/>
                  </a:cubicBezTo>
                  <a:cubicBezTo>
                    <a:pt x="32642" y="20530"/>
                    <a:pt x="32642" y="20501"/>
                    <a:pt x="32671" y="20486"/>
                  </a:cubicBezTo>
                  <a:lnTo>
                    <a:pt x="32671" y="20295"/>
                  </a:lnTo>
                  <a:cubicBezTo>
                    <a:pt x="32627" y="20265"/>
                    <a:pt x="32612" y="20221"/>
                    <a:pt x="32612" y="20162"/>
                  </a:cubicBezTo>
                  <a:cubicBezTo>
                    <a:pt x="32612" y="20118"/>
                    <a:pt x="32553" y="20089"/>
                    <a:pt x="32598" y="20030"/>
                  </a:cubicBezTo>
                  <a:cubicBezTo>
                    <a:pt x="32627" y="19986"/>
                    <a:pt x="32627" y="19956"/>
                    <a:pt x="32671" y="19927"/>
                  </a:cubicBezTo>
                  <a:lnTo>
                    <a:pt x="32671" y="19824"/>
                  </a:lnTo>
                  <a:cubicBezTo>
                    <a:pt x="32671" y="19824"/>
                    <a:pt x="32686" y="19809"/>
                    <a:pt x="32686" y="19794"/>
                  </a:cubicBezTo>
                  <a:cubicBezTo>
                    <a:pt x="32686" y="19765"/>
                    <a:pt x="32686" y="19750"/>
                    <a:pt x="32671" y="19735"/>
                  </a:cubicBezTo>
                  <a:lnTo>
                    <a:pt x="32671" y="19735"/>
                  </a:lnTo>
                  <a:cubicBezTo>
                    <a:pt x="32627" y="19706"/>
                    <a:pt x="32598" y="19677"/>
                    <a:pt x="32568" y="19647"/>
                  </a:cubicBezTo>
                  <a:cubicBezTo>
                    <a:pt x="32539" y="19618"/>
                    <a:pt x="32524" y="19574"/>
                    <a:pt x="32539" y="19529"/>
                  </a:cubicBezTo>
                  <a:cubicBezTo>
                    <a:pt x="32553" y="19471"/>
                    <a:pt x="32568" y="19412"/>
                    <a:pt x="32568" y="19353"/>
                  </a:cubicBezTo>
                  <a:cubicBezTo>
                    <a:pt x="32598" y="19323"/>
                    <a:pt x="32612" y="19294"/>
                    <a:pt x="32598" y="19250"/>
                  </a:cubicBezTo>
                  <a:cubicBezTo>
                    <a:pt x="32568" y="19206"/>
                    <a:pt x="32539" y="19162"/>
                    <a:pt x="32495" y="19117"/>
                  </a:cubicBezTo>
                  <a:cubicBezTo>
                    <a:pt x="32495" y="19103"/>
                    <a:pt x="32495" y="19088"/>
                    <a:pt x="32495" y="19073"/>
                  </a:cubicBezTo>
                  <a:lnTo>
                    <a:pt x="32480" y="18970"/>
                  </a:lnTo>
                  <a:cubicBezTo>
                    <a:pt x="32509" y="18941"/>
                    <a:pt x="32539" y="18911"/>
                    <a:pt x="32568" y="18882"/>
                  </a:cubicBezTo>
                  <a:lnTo>
                    <a:pt x="32568" y="18691"/>
                  </a:lnTo>
                  <a:cubicBezTo>
                    <a:pt x="32539" y="18661"/>
                    <a:pt x="32495" y="18661"/>
                    <a:pt x="32450" y="18676"/>
                  </a:cubicBezTo>
                  <a:lnTo>
                    <a:pt x="32450" y="18676"/>
                  </a:lnTo>
                  <a:lnTo>
                    <a:pt x="32215" y="18485"/>
                  </a:lnTo>
                  <a:lnTo>
                    <a:pt x="32215" y="18485"/>
                  </a:lnTo>
                  <a:cubicBezTo>
                    <a:pt x="32303" y="18367"/>
                    <a:pt x="32377" y="18485"/>
                    <a:pt x="32465" y="18485"/>
                  </a:cubicBezTo>
                  <a:cubicBezTo>
                    <a:pt x="32524" y="18279"/>
                    <a:pt x="32539" y="18073"/>
                    <a:pt x="32495" y="17867"/>
                  </a:cubicBezTo>
                  <a:cubicBezTo>
                    <a:pt x="32436" y="17660"/>
                    <a:pt x="32465" y="17454"/>
                    <a:pt x="32568" y="17278"/>
                  </a:cubicBezTo>
                  <a:lnTo>
                    <a:pt x="32568" y="17101"/>
                  </a:lnTo>
                  <a:cubicBezTo>
                    <a:pt x="32450" y="17101"/>
                    <a:pt x="32362" y="16998"/>
                    <a:pt x="32392" y="16881"/>
                  </a:cubicBezTo>
                  <a:lnTo>
                    <a:pt x="32392" y="16424"/>
                  </a:lnTo>
                  <a:lnTo>
                    <a:pt x="32392" y="16424"/>
                  </a:lnTo>
                  <a:cubicBezTo>
                    <a:pt x="32392" y="16351"/>
                    <a:pt x="32421" y="16277"/>
                    <a:pt x="32480" y="16218"/>
                  </a:cubicBezTo>
                  <a:cubicBezTo>
                    <a:pt x="32480" y="16204"/>
                    <a:pt x="32480" y="16174"/>
                    <a:pt x="32480" y="16145"/>
                  </a:cubicBezTo>
                  <a:cubicBezTo>
                    <a:pt x="32406" y="16071"/>
                    <a:pt x="32450" y="15968"/>
                    <a:pt x="32421" y="15895"/>
                  </a:cubicBezTo>
                  <a:lnTo>
                    <a:pt x="32450" y="15895"/>
                  </a:lnTo>
                  <a:lnTo>
                    <a:pt x="32480" y="15850"/>
                  </a:lnTo>
                  <a:cubicBezTo>
                    <a:pt x="32480" y="15821"/>
                    <a:pt x="32480" y="15791"/>
                    <a:pt x="32480" y="15762"/>
                  </a:cubicBezTo>
                  <a:cubicBezTo>
                    <a:pt x="32495" y="15512"/>
                    <a:pt x="32421" y="15276"/>
                    <a:pt x="32289" y="15085"/>
                  </a:cubicBezTo>
                  <a:cubicBezTo>
                    <a:pt x="32406" y="15026"/>
                    <a:pt x="32392" y="14908"/>
                    <a:pt x="32377" y="14805"/>
                  </a:cubicBezTo>
                  <a:cubicBezTo>
                    <a:pt x="32377" y="14761"/>
                    <a:pt x="32377" y="14717"/>
                    <a:pt x="32377" y="14673"/>
                  </a:cubicBezTo>
                  <a:cubicBezTo>
                    <a:pt x="32377" y="14644"/>
                    <a:pt x="32347" y="14629"/>
                    <a:pt x="32333" y="14599"/>
                  </a:cubicBezTo>
                  <a:cubicBezTo>
                    <a:pt x="32318" y="14629"/>
                    <a:pt x="32303" y="14658"/>
                    <a:pt x="32303" y="14688"/>
                  </a:cubicBezTo>
                  <a:cubicBezTo>
                    <a:pt x="32303" y="14717"/>
                    <a:pt x="32303" y="14761"/>
                    <a:pt x="32303" y="14805"/>
                  </a:cubicBezTo>
                  <a:lnTo>
                    <a:pt x="32303" y="14805"/>
                  </a:lnTo>
                  <a:lnTo>
                    <a:pt x="32303" y="14805"/>
                  </a:lnTo>
                  <a:cubicBezTo>
                    <a:pt x="32186" y="14791"/>
                    <a:pt x="32112" y="14732"/>
                    <a:pt x="32112" y="14599"/>
                  </a:cubicBezTo>
                  <a:cubicBezTo>
                    <a:pt x="32127" y="14541"/>
                    <a:pt x="32127" y="14482"/>
                    <a:pt x="32112" y="14423"/>
                  </a:cubicBezTo>
                  <a:cubicBezTo>
                    <a:pt x="32127" y="14393"/>
                    <a:pt x="32127" y="14379"/>
                    <a:pt x="32127" y="14349"/>
                  </a:cubicBezTo>
                  <a:cubicBezTo>
                    <a:pt x="32274" y="14158"/>
                    <a:pt x="32244" y="13878"/>
                    <a:pt x="32068" y="13716"/>
                  </a:cubicBezTo>
                  <a:cubicBezTo>
                    <a:pt x="31950" y="13613"/>
                    <a:pt x="31906" y="13452"/>
                    <a:pt x="31950" y="13304"/>
                  </a:cubicBezTo>
                  <a:cubicBezTo>
                    <a:pt x="32038" y="13201"/>
                    <a:pt x="32053" y="13040"/>
                    <a:pt x="31965" y="12907"/>
                  </a:cubicBezTo>
                  <a:cubicBezTo>
                    <a:pt x="31862" y="12775"/>
                    <a:pt x="31803" y="12613"/>
                    <a:pt x="31818" y="12436"/>
                  </a:cubicBezTo>
                  <a:cubicBezTo>
                    <a:pt x="31847" y="12304"/>
                    <a:pt x="31773" y="12186"/>
                    <a:pt x="31641" y="12157"/>
                  </a:cubicBezTo>
                  <a:cubicBezTo>
                    <a:pt x="31523" y="12142"/>
                    <a:pt x="31450" y="12039"/>
                    <a:pt x="31450" y="11921"/>
                  </a:cubicBezTo>
                  <a:cubicBezTo>
                    <a:pt x="31420" y="11715"/>
                    <a:pt x="31391" y="11524"/>
                    <a:pt x="31332" y="11332"/>
                  </a:cubicBezTo>
                  <a:cubicBezTo>
                    <a:pt x="31317" y="11259"/>
                    <a:pt x="31288" y="11200"/>
                    <a:pt x="31244" y="11171"/>
                  </a:cubicBezTo>
                  <a:cubicBezTo>
                    <a:pt x="31097" y="11082"/>
                    <a:pt x="31038" y="10906"/>
                    <a:pt x="31097" y="10758"/>
                  </a:cubicBezTo>
                  <a:cubicBezTo>
                    <a:pt x="31111" y="10655"/>
                    <a:pt x="31155" y="10552"/>
                    <a:pt x="31082" y="10449"/>
                  </a:cubicBezTo>
                  <a:cubicBezTo>
                    <a:pt x="30979" y="10243"/>
                    <a:pt x="30905" y="10008"/>
                    <a:pt x="30890" y="9787"/>
                  </a:cubicBezTo>
                  <a:lnTo>
                    <a:pt x="30817" y="9758"/>
                  </a:lnTo>
                  <a:cubicBezTo>
                    <a:pt x="30817" y="9625"/>
                    <a:pt x="30846" y="9493"/>
                    <a:pt x="30714" y="9390"/>
                  </a:cubicBezTo>
                  <a:cubicBezTo>
                    <a:pt x="30567" y="8948"/>
                    <a:pt x="30405" y="8507"/>
                    <a:pt x="30214" y="8080"/>
                  </a:cubicBezTo>
                  <a:cubicBezTo>
                    <a:pt x="30184" y="8065"/>
                    <a:pt x="30184" y="8036"/>
                    <a:pt x="30169" y="8006"/>
                  </a:cubicBezTo>
                  <a:cubicBezTo>
                    <a:pt x="30155" y="7800"/>
                    <a:pt x="30081" y="7609"/>
                    <a:pt x="29949" y="7447"/>
                  </a:cubicBezTo>
                  <a:cubicBezTo>
                    <a:pt x="29787" y="7300"/>
                    <a:pt x="29831" y="7050"/>
                    <a:pt x="29669" y="6917"/>
                  </a:cubicBezTo>
                  <a:cubicBezTo>
                    <a:pt x="29669" y="6594"/>
                    <a:pt x="29478" y="6314"/>
                    <a:pt x="29198" y="6167"/>
                  </a:cubicBezTo>
                  <a:cubicBezTo>
                    <a:pt x="29183" y="5902"/>
                    <a:pt x="29051" y="5652"/>
                    <a:pt x="28830" y="5505"/>
                  </a:cubicBezTo>
                  <a:lnTo>
                    <a:pt x="28830" y="5313"/>
                  </a:lnTo>
                  <a:cubicBezTo>
                    <a:pt x="28830" y="5284"/>
                    <a:pt x="28830" y="5255"/>
                    <a:pt x="28830" y="5225"/>
                  </a:cubicBezTo>
                  <a:lnTo>
                    <a:pt x="28830" y="5122"/>
                  </a:lnTo>
                  <a:cubicBezTo>
                    <a:pt x="28874" y="5063"/>
                    <a:pt x="28860" y="4990"/>
                    <a:pt x="28815" y="4945"/>
                  </a:cubicBezTo>
                  <a:cubicBezTo>
                    <a:pt x="28580" y="4990"/>
                    <a:pt x="28595" y="4784"/>
                    <a:pt x="28536" y="4666"/>
                  </a:cubicBezTo>
                  <a:cubicBezTo>
                    <a:pt x="28433" y="4578"/>
                    <a:pt x="28536" y="4445"/>
                    <a:pt x="28433" y="4372"/>
                  </a:cubicBezTo>
                  <a:lnTo>
                    <a:pt x="28433" y="4372"/>
                  </a:lnTo>
                  <a:cubicBezTo>
                    <a:pt x="28374" y="4327"/>
                    <a:pt x="28389" y="4239"/>
                    <a:pt x="28345" y="4195"/>
                  </a:cubicBezTo>
                  <a:lnTo>
                    <a:pt x="28345" y="4195"/>
                  </a:lnTo>
                  <a:cubicBezTo>
                    <a:pt x="28300" y="4195"/>
                    <a:pt x="28256" y="4224"/>
                    <a:pt x="28212" y="4239"/>
                  </a:cubicBezTo>
                  <a:lnTo>
                    <a:pt x="28212" y="4062"/>
                  </a:lnTo>
                  <a:lnTo>
                    <a:pt x="28035" y="4062"/>
                  </a:lnTo>
                  <a:cubicBezTo>
                    <a:pt x="28035" y="4180"/>
                    <a:pt x="28094" y="4239"/>
                    <a:pt x="28212" y="4239"/>
                  </a:cubicBezTo>
                  <a:cubicBezTo>
                    <a:pt x="28168" y="4283"/>
                    <a:pt x="28183" y="4327"/>
                    <a:pt x="28256" y="4475"/>
                  </a:cubicBezTo>
                  <a:cubicBezTo>
                    <a:pt x="28242" y="4504"/>
                    <a:pt x="28242" y="4533"/>
                    <a:pt x="28227" y="4563"/>
                  </a:cubicBezTo>
                  <a:lnTo>
                    <a:pt x="27977" y="4578"/>
                  </a:lnTo>
                  <a:cubicBezTo>
                    <a:pt x="27932" y="4504"/>
                    <a:pt x="27888" y="4445"/>
                    <a:pt x="27844" y="4372"/>
                  </a:cubicBezTo>
                  <a:cubicBezTo>
                    <a:pt x="27785" y="4298"/>
                    <a:pt x="27874" y="4195"/>
                    <a:pt x="27771" y="4121"/>
                  </a:cubicBezTo>
                  <a:lnTo>
                    <a:pt x="27506" y="4180"/>
                  </a:lnTo>
                  <a:cubicBezTo>
                    <a:pt x="27506" y="4048"/>
                    <a:pt x="27432" y="3945"/>
                    <a:pt x="27314" y="3901"/>
                  </a:cubicBezTo>
                  <a:cubicBezTo>
                    <a:pt x="27270" y="3812"/>
                    <a:pt x="27226" y="3739"/>
                    <a:pt x="27167" y="3665"/>
                  </a:cubicBezTo>
                  <a:cubicBezTo>
                    <a:pt x="27153" y="3636"/>
                    <a:pt x="27138" y="3592"/>
                    <a:pt x="27138" y="3562"/>
                  </a:cubicBezTo>
                  <a:cubicBezTo>
                    <a:pt x="27182" y="3592"/>
                    <a:pt x="27241" y="3562"/>
                    <a:pt x="27300" y="3533"/>
                  </a:cubicBezTo>
                  <a:cubicBezTo>
                    <a:pt x="27285" y="3503"/>
                    <a:pt x="27285" y="3489"/>
                    <a:pt x="27300" y="3459"/>
                  </a:cubicBezTo>
                  <a:cubicBezTo>
                    <a:pt x="27226" y="3371"/>
                    <a:pt x="27300" y="3253"/>
                    <a:pt x="27211" y="3165"/>
                  </a:cubicBezTo>
                  <a:lnTo>
                    <a:pt x="27211" y="3165"/>
                  </a:lnTo>
                  <a:cubicBezTo>
                    <a:pt x="27153" y="3106"/>
                    <a:pt x="27064" y="3106"/>
                    <a:pt x="27020" y="3165"/>
                  </a:cubicBezTo>
                  <a:lnTo>
                    <a:pt x="27020" y="3165"/>
                  </a:lnTo>
                  <a:cubicBezTo>
                    <a:pt x="27020" y="3238"/>
                    <a:pt x="27020" y="3327"/>
                    <a:pt x="27049" y="3400"/>
                  </a:cubicBezTo>
                  <a:cubicBezTo>
                    <a:pt x="27049" y="3400"/>
                    <a:pt x="27035" y="3400"/>
                    <a:pt x="27035" y="3400"/>
                  </a:cubicBezTo>
                  <a:lnTo>
                    <a:pt x="26829" y="3533"/>
                  </a:lnTo>
                  <a:lnTo>
                    <a:pt x="26829" y="3533"/>
                  </a:lnTo>
                  <a:cubicBezTo>
                    <a:pt x="26814" y="3430"/>
                    <a:pt x="26843" y="3341"/>
                    <a:pt x="26902" y="3268"/>
                  </a:cubicBezTo>
                  <a:cubicBezTo>
                    <a:pt x="26946" y="3194"/>
                    <a:pt x="26976" y="3121"/>
                    <a:pt x="26976" y="3047"/>
                  </a:cubicBezTo>
                  <a:lnTo>
                    <a:pt x="26917" y="3032"/>
                  </a:lnTo>
                  <a:cubicBezTo>
                    <a:pt x="26917" y="3018"/>
                    <a:pt x="26917" y="2988"/>
                    <a:pt x="26917" y="2959"/>
                  </a:cubicBezTo>
                  <a:cubicBezTo>
                    <a:pt x="26888" y="2900"/>
                    <a:pt x="26888" y="2812"/>
                    <a:pt x="26917" y="2753"/>
                  </a:cubicBezTo>
                  <a:cubicBezTo>
                    <a:pt x="26917" y="2709"/>
                    <a:pt x="26917" y="2679"/>
                    <a:pt x="26888" y="2650"/>
                  </a:cubicBezTo>
                  <a:lnTo>
                    <a:pt x="26711" y="2650"/>
                  </a:lnTo>
                  <a:lnTo>
                    <a:pt x="26667" y="2679"/>
                  </a:lnTo>
                  <a:lnTo>
                    <a:pt x="26520" y="2664"/>
                  </a:lnTo>
                  <a:lnTo>
                    <a:pt x="26520" y="2664"/>
                  </a:lnTo>
                  <a:lnTo>
                    <a:pt x="26520" y="2664"/>
                  </a:lnTo>
                  <a:lnTo>
                    <a:pt x="26520" y="2664"/>
                  </a:lnTo>
                  <a:lnTo>
                    <a:pt x="26520" y="2561"/>
                  </a:lnTo>
                  <a:cubicBezTo>
                    <a:pt x="26417" y="2503"/>
                    <a:pt x="26431" y="2400"/>
                    <a:pt x="26417" y="2297"/>
                  </a:cubicBezTo>
                  <a:cubicBezTo>
                    <a:pt x="26387" y="2252"/>
                    <a:pt x="26358" y="2223"/>
                    <a:pt x="26328" y="2193"/>
                  </a:cubicBezTo>
                  <a:cubicBezTo>
                    <a:pt x="26152" y="2208"/>
                    <a:pt x="26152" y="2208"/>
                    <a:pt x="26137" y="2370"/>
                  </a:cubicBezTo>
                  <a:lnTo>
                    <a:pt x="26137" y="2370"/>
                  </a:lnTo>
                  <a:lnTo>
                    <a:pt x="25960" y="2282"/>
                  </a:lnTo>
                  <a:cubicBezTo>
                    <a:pt x="25916" y="2355"/>
                    <a:pt x="25843" y="2385"/>
                    <a:pt x="25769" y="2385"/>
                  </a:cubicBezTo>
                  <a:cubicBezTo>
                    <a:pt x="25769" y="2444"/>
                    <a:pt x="25740" y="2503"/>
                    <a:pt x="25696" y="2547"/>
                  </a:cubicBezTo>
                  <a:cubicBezTo>
                    <a:pt x="25622" y="2429"/>
                    <a:pt x="25504" y="2458"/>
                    <a:pt x="25387" y="2473"/>
                  </a:cubicBezTo>
                  <a:lnTo>
                    <a:pt x="25387" y="2370"/>
                  </a:lnTo>
                  <a:cubicBezTo>
                    <a:pt x="25284" y="2311"/>
                    <a:pt x="25284" y="2252"/>
                    <a:pt x="25387" y="2179"/>
                  </a:cubicBezTo>
                  <a:lnTo>
                    <a:pt x="25387" y="2017"/>
                  </a:lnTo>
                  <a:cubicBezTo>
                    <a:pt x="25328" y="2002"/>
                    <a:pt x="25284" y="2002"/>
                    <a:pt x="25239" y="2017"/>
                  </a:cubicBezTo>
                  <a:cubicBezTo>
                    <a:pt x="25136" y="2046"/>
                    <a:pt x="25122" y="1987"/>
                    <a:pt x="25107" y="1899"/>
                  </a:cubicBezTo>
                  <a:lnTo>
                    <a:pt x="25019" y="1796"/>
                  </a:lnTo>
                  <a:cubicBezTo>
                    <a:pt x="24945" y="1767"/>
                    <a:pt x="24930" y="1605"/>
                    <a:pt x="24827" y="1634"/>
                  </a:cubicBezTo>
                  <a:cubicBezTo>
                    <a:pt x="24621" y="1678"/>
                    <a:pt x="24665" y="1531"/>
                    <a:pt x="24636" y="1428"/>
                  </a:cubicBezTo>
                  <a:lnTo>
                    <a:pt x="24459" y="1517"/>
                  </a:lnTo>
                  <a:cubicBezTo>
                    <a:pt x="24430" y="1590"/>
                    <a:pt x="24401" y="1605"/>
                    <a:pt x="24356" y="1531"/>
                  </a:cubicBezTo>
                  <a:cubicBezTo>
                    <a:pt x="24253" y="1502"/>
                    <a:pt x="24150" y="1531"/>
                    <a:pt x="24077" y="1428"/>
                  </a:cubicBezTo>
                  <a:cubicBezTo>
                    <a:pt x="23944" y="1384"/>
                    <a:pt x="23841" y="1546"/>
                    <a:pt x="23709" y="1517"/>
                  </a:cubicBezTo>
                  <a:cubicBezTo>
                    <a:pt x="23679" y="1458"/>
                    <a:pt x="23621" y="1428"/>
                    <a:pt x="23562" y="1414"/>
                  </a:cubicBezTo>
                  <a:cubicBezTo>
                    <a:pt x="23429" y="1399"/>
                    <a:pt x="23312" y="1281"/>
                    <a:pt x="23312" y="1149"/>
                  </a:cubicBezTo>
                  <a:cubicBezTo>
                    <a:pt x="23267" y="1134"/>
                    <a:pt x="23223" y="1090"/>
                    <a:pt x="23223" y="1046"/>
                  </a:cubicBezTo>
                  <a:lnTo>
                    <a:pt x="23032" y="957"/>
                  </a:lnTo>
                  <a:cubicBezTo>
                    <a:pt x="23032" y="972"/>
                    <a:pt x="23017" y="987"/>
                    <a:pt x="23002" y="987"/>
                  </a:cubicBezTo>
                  <a:lnTo>
                    <a:pt x="22958" y="943"/>
                  </a:lnTo>
                  <a:cubicBezTo>
                    <a:pt x="22944" y="928"/>
                    <a:pt x="22929" y="898"/>
                    <a:pt x="22929" y="869"/>
                  </a:cubicBezTo>
                  <a:cubicBezTo>
                    <a:pt x="22841" y="737"/>
                    <a:pt x="22649" y="898"/>
                    <a:pt x="22561" y="766"/>
                  </a:cubicBezTo>
                  <a:cubicBezTo>
                    <a:pt x="22340" y="737"/>
                    <a:pt x="22340" y="1001"/>
                    <a:pt x="22178" y="1060"/>
                  </a:cubicBezTo>
                  <a:lnTo>
                    <a:pt x="22178" y="1060"/>
                  </a:lnTo>
                  <a:lnTo>
                    <a:pt x="22178" y="957"/>
                  </a:lnTo>
                  <a:cubicBezTo>
                    <a:pt x="22296" y="898"/>
                    <a:pt x="22399" y="840"/>
                    <a:pt x="22355" y="692"/>
                  </a:cubicBezTo>
                  <a:lnTo>
                    <a:pt x="22178" y="678"/>
                  </a:lnTo>
                  <a:lnTo>
                    <a:pt x="22178" y="957"/>
                  </a:lnTo>
                  <a:cubicBezTo>
                    <a:pt x="22090" y="884"/>
                    <a:pt x="22046" y="751"/>
                    <a:pt x="21899" y="766"/>
                  </a:cubicBezTo>
                  <a:cubicBezTo>
                    <a:pt x="21855" y="825"/>
                    <a:pt x="21781" y="869"/>
                    <a:pt x="21707" y="869"/>
                  </a:cubicBezTo>
                  <a:lnTo>
                    <a:pt x="21619" y="869"/>
                  </a:lnTo>
                  <a:lnTo>
                    <a:pt x="21546" y="928"/>
                  </a:lnTo>
                  <a:cubicBezTo>
                    <a:pt x="21546" y="913"/>
                    <a:pt x="21531" y="884"/>
                    <a:pt x="21516" y="869"/>
                  </a:cubicBezTo>
                  <a:cubicBezTo>
                    <a:pt x="21516" y="840"/>
                    <a:pt x="21516" y="810"/>
                    <a:pt x="21516" y="781"/>
                  </a:cubicBezTo>
                  <a:cubicBezTo>
                    <a:pt x="21487" y="751"/>
                    <a:pt x="21457" y="707"/>
                    <a:pt x="21428" y="678"/>
                  </a:cubicBezTo>
                  <a:lnTo>
                    <a:pt x="21428" y="678"/>
                  </a:lnTo>
                  <a:cubicBezTo>
                    <a:pt x="21369" y="634"/>
                    <a:pt x="21295" y="634"/>
                    <a:pt x="21251" y="678"/>
                  </a:cubicBezTo>
                  <a:lnTo>
                    <a:pt x="21251" y="678"/>
                  </a:lnTo>
                  <a:cubicBezTo>
                    <a:pt x="21192" y="751"/>
                    <a:pt x="21133" y="751"/>
                    <a:pt x="21060" y="678"/>
                  </a:cubicBezTo>
                  <a:lnTo>
                    <a:pt x="21060" y="501"/>
                  </a:lnTo>
                  <a:cubicBezTo>
                    <a:pt x="21030" y="457"/>
                    <a:pt x="21001" y="428"/>
                    <a:pt x="20957" y="398"/>
                  </a:cubicBezTo>
                  <a:cubicBezTo>
                    <a:pt x="20927" y="398"/>
                    <a:pt x="20898" y="398"/>
                    <a:pt x="20869" y="398"/>
                  </a:cubicBezTo>
                  <a:cubicBezTo>
                    <a:pt x="20824" y="354"/>
                    <a:pt x="20736" y="354"/>
                    <a:pt x="20692" y="398"/>
                  </a:cubicBezTo>
                  <a:lnTo>
                    <a:pt x="20692" y="398"/>
                  </a:lnTo>
                  <a:cubicBezTo>
                    <a:pt x="20663" y="428"/>
                    <a:pt x="20633" y="472"/>
                    <a:pt x="20618" y="501"/>
                  </a:cubicBezTo>
                  <a:cubicBezTo>
                    <a:pt x="20589" y="457"/>
                    <a:pt x="20545" y="428"/>
                    <a:pt x="20486" y="413"/>
                  </a:cubicBezTo>
                  <a:cubicBezTo>
                    <a:pt x="20471" y="413"/>
                    <a:pt x="20442" y="413"/>
                    <a:pt x="20427" y="413"/>
                  </a:cubicBezTo>
                  <a:cubicBezTo>
                    <a:pt x="20383" y="428"/>
                    <a:pt x="20353" y="457"/>
                    <a:pt x="20324" y="486"/>
                  </a:cubicBezTo>
                  <a:lnTo>
                    <a:pt x="20118" y="589"/>
                  </a:lnTo>
                  <a:cubicBezTo>
                    <a:pt x="20000" y="575"/>
                    <a:pt x="19941" y="648"/>
                    <a:pt x="19868" y="707"/>
                  </a:cubicBezTo>
                  <a:cubicBezTo>
                    <a:pt x="19824" y="737"/>
                    <a:pt x="19780" y="722"/>
                    <a:pt x="19750" y="678"/>
                  </a:cubicBezTo>
                  <a:cubicBezTo>
                    <a:pt x="19721" y="634"/>
                    <a:pt x="19750" y="457"/>
                    <a:pt x="19632" y="634"/>
                  </a:cubicBezTo>
                  <a:cubicBezTo>
                    <a:pt x="19574" y="722"/>
                    <a:pt x="19485" y="781"/>
                    <a:pt x="19412" y="678"/>
                  </a:cubicBezTo>
                  <a:cubicBezTo>
                    <a:pt x="19279" y="486"/>
                    <a:pt x="19073" y="516"/>
                    <a:pt x="18897" y="486"/>
                  </a:cubicBezTo>
                  <a:cubicBezTo>
                    <a:pt x="18941" y="280"/>
                    <a:pt x="18941" y="266"/>
                    <a:pt x="18808" y="266"/>
                  </a:cubicBezTo>
                  <a:cubicBezTo>
                    <a:pt x="18735" y="266"/>
                    <a:pt x="18661" y="236"/>
                    <a:pt x="18602" y="177"/>
                  </a:cubicBezTo>
                  <a:cubicBezTo>
                    <a:pt x="18543" y="148"/>
                    <a:pt x="18470" y="104"/>
                    <a:pt x="18426" y="163"/>
                  </a:cubicBezTo>
                  <a:cubicBezTo>
                    <a:pt x="18308" y="310"/>
                    <a:pt x="18161" y="177"/>
                    <a:pt x="18043" y="221"/>
                  </a:cubicBezTo>
                  <a:lnTo>
                    <a:pt x="17940" y="207"/>
                  </a:lnTo>
                  <a:cubicBezTo>
                    <a:pt x="17925" y="177"/>
                    <a:pt x="17925" y="148"/>
                    <a:pt x="17925" y="133"/>
                  </a:cubicBezTo>
                  <a:lnTo>
                    <a:pt x="17749" y="104"/>
                  </a:lnTo>
                  <a:lnTo>
                    <a:pt x="17675" y="45"/>
                  </a:lnTo>
                  <a:cubicBezTo>
                    <a:pt x="17646" y="148"/>
                    <a:pt x="17543" y="163"/>
                    <a:pt x="17469" y="207"/>
                  </a:cubicBezTo>
                  <a:cubicBezTo>
                    <a:pt x="17366" y="177"/>
                    <a:pt x="17381" y="45"/>
                    <a:pt x="17278" y="15"/>
                  </a:cubicBezTo>
                  <a:cubicBezTo>
                    <a:pt x="17248" y="1"/>
                    <a:pt x="17219" y="1"/>
                    <a:pt x="17189" y="15"/>
                  </a:cubicBezTo>
                  <a:lnTo>
                    <a:pt x="17189" y="15"/>
                  </a:lnTo>
                  <a:lnTo>
                    <a:pt x="17086" y="15"/>
                  </a:lnTo>
                  <a:cubicBezTo>
                    <a:pt x="16998" y="177"/>
                    <a:pt x="16910" y="324"/>
                    <a:pt x="16719" y="148"/>
                  </a:cubicBezTo>
                  <a:cubicBezTo>
                    <a:pt x="16674" y="118"/>
                    <a:pt x="16586" y="148"/>
                    <a:pt x="16527" y="177"/>
                  </a:cubicBezTo>
                  <a:cubicBezTo>
                    <a:pt x="16365" y="251"/>
                    <a:pt x="16218" y="369"/>
                    <a:pt x="16012" y="354"/>
                  </a:cubicBezTo>
                  <a:cubicBezTo>
                    <a:pt x="15850" y="531"/>
                    <a:pt x="15630" y="383"/>
                    <a:pt x="15438" y="472"/>
                  </a:cubicBezTo>
                  <a:cubicBezTo>
                    <a:pt x="15394" y="501"/>
                    <a:pt x="15320" y="501"/>
                    <a:pt x="15262" y="472"/>
                  </a:cubicBezTo>
                  <a:cubicBezTo>
                    <a:pt x="15188" y="413"/>
                    <a:pt x="15144" y="339"/>
                    <a:pt x="15041" y="472"/>
                  </a:cubicBezTo>
                  <a:cubicBezTo>
                    <a:pt x="14967" y="560"/>
                    <a:pt x="14835" y="575"/>
                    <a:pt x="14747" y="516"/>
                  </a:cubicBezTo>
                  <a:cubicBezTo>
                    <a:pt x="14643" y="442"/>
                    <a:pt x="14526" y="442"/>
                    <a:pt x="14437" y="516"/>
                  </a:cubicBezTo>
                  <a:cubicBezTo>
                    <a:pt x="14408" y="589"/>
                    <a:pt x="14349" y="648"/>
                    <a:pt x="14276" y="678"/>
                  </a:cubicBezTo>
                  <a:cubicBezTo>
                    <a:pt x="14143" y="722"/>
                    <a:pt x="14011" y="751"/>
                    <a:pt x="13878" y="795"/>
                  </a:cubicBezTo>
                  <a:cubicBezTo>
                    <a:pt x="13746" y="840"/>
                    <a:pt x="13790" y="928"/>
                    <a:pt x="13849" y="1016"/>
                  </a:cubicBezTo>
                  <a:lnTo>
                    <a:pt x="13849" y="1016"/>
                  </a:lnTo>
                  <a:cubicBezTo>
                    <a:pt x="13849" y="1031"/>
                    <a:pt x="13849" y="1046"/>
                    <a:pt x="13864" y="1060"/>
                  </a:cubicBezTo>
                  <a:lnTo>
                    <a:pt x="13761" y="1075"/>
                  </a:lnTo>
                  <a:cubicBezTo>
                    <a:pt x="13761" y="1119"/>
                    <a:pt x="13731" y="1134"/>
                    <a:pt x="13702" y="1149"/>
                  </a:cubicBezTo>
                  <a:cubicBezTo>
                    <a:pt x="13716" y="1104"/>
                    <a:pt x="13716" y="1075"/>
                    <a:pt x="13731" y="1031"/>
                  </a:cubicBezTo>
                  <a:cubicBezTo>
                    <a:pt x="13481" y="869"/>
                    <a:pt x="13245" y="1119"/>
                    <a:pt x="12995" y="1075"/>
                  </a:cubicBezTo>
                  <a:cubicBezTo>
                    <a:pt x="12966" y="1075"/>
                    <a:pt x="12936" y="1075"/>
                    <a:pt x="12907" y="1075"/>
                  </a:cubicBezTo>
                  <a:cubicBezTo>
                    <a:pt x="12819" y="1207"/>
                    <a:pt x="12642" y="1266"/>
                    <a:pt x="12613" y="1443"/>
                  </a:cubicBezTo>
                  <a:lnTo>
                    <a:pt x="12613" y="1443"/>
                  </a:lnTo>
                  <a:lnTo>
                    <a:pt x="12524" y="1634"/>
                  </a:lnTo>
                  <a:cubicBezTo>
                    <a:pt x="12274" y="1634"/>
                    <a:pt x="12024" y="1634"/>
                    <a:pt x="11774" y="1649"/>
                  </a:cubicBezTo>
                  <a:cubicBezTo>
                    <a:pt x="11685" y="1649"/>
                    <a:pt x="11685" y="1708"/>
                    <a:pt x="11759" y="1855"/>
                  </a:cubicBezTo>
                  <a:cubicBezTo>
                    <a:pt x="11759" y="1870"/>
                    <a:pt x="11759" y="1884"/>
                    <a:pt x="11759" y="1899"/>
                  </a:cubicBezTo>
                  <a:cubicBezTo>
                    <a:pt x="11627" y="1914"/>
                    <a:pt x="11450" y="1767"/>
                    <a:pt x="11347" y="1987"/>
                  </a:cubicBezTo>
                  <a:cubicBezTo>
                    <a:pt x="11023" y="1973"/>
                    <a:pt x="10802" y="2208"/>
                    <a:pt x="10552" y="2355"/>
                  </a:cubicBezTo>
                  <a:cubicBezTo>
                    <a:pt x="10302" y="2517"/>
                    <a:pt x="10052" y="2650"/>
                    <a:pt x="9772" y="2767"/>
                  </a:cubicBezTo>
                  <a:lnTo>
                    <a:pt x="9640" y="2767"/>
                  </a:lnTo>
                  <a:cubicBezTo>
                    <a:pt x="9625" y="2988"/>
                    <a:pt x="9316" y="2959"/>
                    <a:pt x="9301" y="3165"/>
                  </a:cubicBezTo>
                  <a:cubicBezTo>
                    <a:pt x="9125" y="3224"/>
                    <a:pt x="9051" y="3444"/>
                    <a:pt x="8845" y="3444"/>
                  </a:cubicBezTo>
                  <a:cubicBezTo>
                    <a:pt x="8845" y="3430"/>
                    <a:pt x="8845" y="3400"/>
                    <a:pt x="8830" y="3371"/>
                  </a:cubicBezTo>
                  <a:cubicBezTo>
                    <a:pt x="8801" y="3386"/>
                    <a:pt x="8772" y="3371"/>
                    <a:pt x="8742" y="3356"/>
                  </a:cubicBezTo>
                  <a:cubicBezTo>
                    <a:pt x="8257" y="3179"/>
                    <a:pt x="7933" y="3518"/>
                    <a:pt x="7594" y="3753"/>
                  </a:cubicBezTo>
                  <a:cubicBezTo>
                    <a:pt x="7226" y="4033"/>
                    <a:pt x="6858" y="4298"/>
                    <a:pt x="6373" y="4313"/>
                  </a:cubicBezTo>
                  <a:lnTo>
                    <a:pt x="6373" y="4313"/>
                  </a:lnTo>
                  <a:cubicBezTo>
                    <a:pt x="6152" y="4313"/>
                    <a:pt x="6167" y="4548"/>
                    <a:pt x="6049" y="4651"/>
                  </a:cubicBezTo>
                  <a:cubicBezTo>
                    <a:pt x="6064" y="4666"/>
                    <a:pt x="6064" y="4681"/>
                    <a:pt x="6064" y="4695"/>
                  </a:cubicBezTo>
                  <a:cubicBezTo>
                    <a:pt x="6034" y="4739"/>
                    <a:pt x="5975" y="4784"/>
                    <a:pt x="5931" y="4754"/>
                  </a:cubicBezTo>
                  <a:cubicBezTo>
                    <a:pt x="5799" y="4681"/>
                    <a:pt x="5711" y="4754"/>
                    <a:pt x="5608" y="4813"/>
                  </a:cubicBezTo>
                  <a:cubicBezTo>
                    <a:pt x="5475" y="4901"/>
                    <a:pt x="5490" y="5048"/>
                    <a:pt x="5431" y="5151"/>
                  </a:cubicBezTo>
                  <a:cubicBezTo>
                    <a:pt x="5299" y="5137"/>
                    <a:pt x="5166" y="5181"/>
                    <a:pt x="5078" y="5269"/>
                  </a:cubicBezTo>
                  <a:cubicBezTo>
                    <a:pt x="4931" y="5402"/>
                    <a:pt x="4783" y="5549"/>
                    <a:pt x="4680" y="5711"/>
                  </a:cubicBezTo>
                  <a:cubicBezTo>
                    <a:pt x="4445" y="5770"/>
                    <a:pt x="4416" y="6049"/>
                    <a:pt x="4224" y="6152"/>
                  </a:cubicBezTo>
                  <a:cubicBezTo>
                    <a:pt x="4180" y="6182"/>
                    <a:pt x="4180" y="6299"/>
                    <a:pt x="4165" y="6373"/>
                  </a:cubicBezTo>
                  <a:cubicBezTo>
                    <a:pt x="4151" y="6358"/>
                    <a:pt x="4121" y="6358"/>
                    <a:pt x="4106" y="6373"/>
                  </a:cubicBezTo>
                  <a:cubicBezTo>
                    <a:pt x="4106" y="6299"/>
                    <a:pt x="4121" y="6226"/>
                    <a:pt x="4048" y="6182"/>
                  </a:cubicBezTo>
                  <a:cubicBezTo>
                    <a:pt x="3945" y="6358"/>
                    <a:pt x="3709" y="6388"/>
                    <a:pt x="3636" y="6579"/>
                  </a:cubicBezTo>
                  <a:cubicBezTo>
                    <a:pt x="3606" y="6653"/>
                    <a:pt x="3562" y="6653"/>
                    <a:pt x="3518" y="6594"/>
                  </a:cubicBezTo>
                  <a:cubicBezTo>
                    <a:pt x="3400" y="6682"/>
                    <a:pt x="3430" y="6829"/>
                    <a:pt x="3415" y="6947"/>
                  </a:cubicBezTo>
                  <a:lnTo>
                    <a:pt x="3415" y="6947"/>
                  </a:lnTo>
                  <a:cubicBezTo>
                    <a:pt x="3224" y="6947"/>
                    <a:pt x="3150" y="7109"/>
                    <a:pt x="3047" y="7227"/>
                  </a:cubicBezTo>
                  <a:lnTo>
                    <a:pt x="2885" y="7256"/>
                  </a:lnTo>
                  <a:cubicBezTo>
                    <a:pt x="2885" y="7315"/>
                    <a:pt x="2870" y="7374"/>
                    <a:pt x="2856" y="7433"/>
                  </a:cubicBezTo>
                  <a:cubicBezTo>
                    <a:pt x="2767" y="7433"/>
                    <a:pt x="2635" y="7418"/>
                    <a:pt x="2620" y="7506"/>
                  </a:cubicBezTo>
                  <a:cubicBezTo>
                    <a:pt x="2591" y="7668"/>
                    <a:pt x="2488" y="7800"/>
                    <a:pt x="2341" y="7874"/>
                  </a:cubicBezTo>
                  <a:cubicBezTo>
                    <a:pt x="2296" y="7889"/>
                    <a:pt x="2296" y="7992"/>
                    <a:pt x="2282" y="8051"/>
                  </a:cubicBezTo>
                  <a:cubicBezTo>
                    <a:pt x="2282" y="8065"/>
                    <a:pt x="2267" y="8065"/>
                    <a:pt x="2267" y="8065"/>
                  </a:cubicBezTo>
                  <a:cubicBezTo>
                    <a:pt x="2193" y="8154"/>
                    <a:pt x="2311" y="8286"/>
                    <a:pt x="2193" y="8360"/>
                  </a:cubicBezTo>
                  <a:cubicBezTo>
                    <a:pt x="2164" y="8374"/>
                    <a:pt x="2134" y="8389"/>
                    <a:pt x="2105" y="8374"/>
                  </a:cubicBezTo>
                  <a:lnTo>
                    <a:pt x="2105" y="8463"/>
                  </a:lnTo>
                  <a:cubicBezTo>
                    <a:pt x="2002" y="8536"/>
                    <a:pt x="1973" y="8669"/>
                    <a:pt x="2031" y="8786"/>
                  </a:cubicBezTo>
                  <a:cubicBezTo>
                    <a:pt x="2046" y="8845"/>
                    <a:pt x="2061" y="8919"/>
                    <a:pt x="2090" y="8992"/>
                  </a:cubicBezTo>
                  <a:cubicBezTo>
                    <a:pt x="1870" y="9066"/>
                    <a:pt x="1693" y="9184"/>
                    <a:pt x="1693" y="9449"/>
                  </a:cubicBezTo>
                  <a:cubicBezTo>
                    <a:pt x="1693" y="9581"/>
                    <a:pt x="1575" y="9655"/>
                    <a:pt x="1458" y="9684"/>
                  </a:cubicBezTo>
                  <a:cubicBezTo>
                    <a:pt x="1428" y="9669"/>
                    <a:pt x="1384" y="9669"/>
                    <a:pt x="1355" y="9684"/>
                  </a:cubicBezTo>
                  <a:lnTo>
                    <a:pt x="1355" y="9684"/>
                  </a:lnTo>
                  <a:cubicBezTo>
                    <a:pt x="1251" y="9772"/>
                    <a:pt x="1340" y="9905"/>
                    <a:pt x="1251" y="9978"/>
                  </a:cubicBezTo>
                  <a:lnTo>
                    <a:pt x="1251" y="9978"/>
                  </a:lnTo>
                  <a:cubicBezTo>
                    <a:pt x="1163" y="10052"/>
                    <a:pt x="1251" y="10185"/>
                    <a:pt x="1148" y="10258"/>
                  </a:cubicBezTo>
                  <a:lnTo>
                    <a:pt x="1148" y="10258"/>
                  </a:lnTo>
                  <a:cubicBezTo>
                    <a:pt x="1090" y="10346"/>
                    <a:pt x="1001" y="10420"/>
                    <a:pt x="1060" y="10538"/>
                  </a:cubicBezTo>
                  <a:cubicBezTo>
                    <a:pt x="1060" y="10567"/>
                    <a:pt x="1060" y="10597"/>
                    <a:pt x="1060" y="10626"/>
                  </a:cubicBezTo>
                  <a:cubicBezTo>
                    <a:pt x="1207" y="10803"/>
                    <a:pt x="1031" y="10994"/>
                    <a:pt x="1060" y="11171"/>
                  </a:cubicBezTo>
                  <a:lnTo>
                    <a:pt x="1060" y="11171"/>
                  </a:lnTo>
                  <a:cubicBezTo>
                    <a:pt x="1001" y="11244"/>
                    <a:pt x="957" y="11362"/>
                    <a:pt x="854" y="11391"/>
                  </a:cubicBezTo>
                  <a:cubicBezTo>
                    <a:pt x="825" y="11480"/>
                    <a:pt x="781" y="11568"/>
                    <a:pt x="751" y="11656"/>
                  </a:cubicBezTo>
                  <a:cubicBezTo>
                    <a:pt x="722" y="11744"/>
                    <a:pt x="648" y="11759"/>
                    <a:pt x="575" y="11774"/>
                  </a:cubicBezTo>
                  <a:cubicBezTo>
                    <a:pt x="545" y="11744"/>
                    <a:pt x="501" y="11744"/>
                    <a:pt x="472" y="11774"/>
                  </a:cubicBezTo>
                  <a:lnTo>
                    <a:pt x="472" y="11965"/>
                  </a:lnTo>
                  <a:cubicBezTo>
                    <a:pt x="530" y="12009"/>
                    <a:pt x="516" y="12098"/>
                    <a:pt x="560" y="12142"/>
                  </a:cubicBezTo>
                  <a:lnTo>
                    <a:pt x="560" y="12230"/>
                  </a:lnTo>
                  <a:cubicBezTo>
                    <a:pt x="589" y="12260"/>
                    <a:pt x="633" y="12260"/>
                    <a:pt x="648" y="12230"/>
                  </a:cubicBezTo>
                  <a:lnTo>
                    <a:pt x="663" y="12215"/>
                  </a:lnTo>
                  <a:lnTo>
                    <a:pt x="663" y="12215"/>
                  </a:lnTo>
                  <a:lnTo>
                    <a:pt x="663" y="12215"/>
                  </a:lnTo>
                  <a:lnTo>
                    <a:pt x="663" y="12215"/>
                  </a:lnTo>
                  <a:cubicBezTo>
                    <a:pt x="633" y="12245"/>
                    <a:pt x="633" y="12289"/>
                    <a:pt x="663" y="12318"/>
                  </a:cubicBezTo>
                  <a:lnTo>
                    <a:pt x="663" y="12407"/>
                  </a:lnTo>
                  <a:cubicBezTo>
                    <a:pt x="619" y="12466"/>
                    <a:pt x="530" y="12451"/>
                    <a:pt x="486" y="12510"/>
                  </a:cubicBezTo>
                  <a:lnTo>
                    <a:pt x="486" y="12598"/>
                  </a:lnTo>
                  <a:lnTo>
                    <a:pt x="486" y="12598"/>
                  </a:lnTo>
                  <a:cubicBezTo>
                    <a:pt x="339" y="12672"/>
                    <a:pt x="295" y="12863"/>
                    <a:pt x="383" y="12981"/>
                  </a:cubicBezTo>
                  <a:cubicBezTo>
                    <a:pt x="398" y="12995"/>
                    <a:pt x="413" y="12995"/>
                    <a:pt x="427" y="13010"/>
                  </a:cubicBezTo>
                  <a:cubicBezTo>
                    <a:pt x="442" y="13040"/>
                    <a:pt x="427" y="13069"/>
                    <a:pt x="383" y="13084"/>
                  </a:cubicBezTo>
                  <a:cubicBezTo>
                    <a:pt x="354" y="13128"/>
                    <a:pt x="339" y="13187"/>
                    <a:pt x="354" y="13246"/>
                  </a:cubicBezTo>
                  <a:cubicBezTo>
                    <a:pt x="354" y="13260"/>
                    <a:pt x="369" y="13275"/>
                    <a:pt x="383" y="13290"/>
                  </a:cubicBezTo>
                  <a:lnTo>
                    <a:pt x="383" y="13363"/>
                  </a:lnTo>
                  <a:lnTo>
                    <a:pt x="486" y="13363"/>
                  </a:lnTo>
                  <a:lnTo>
                    <a:pt x="486" y="13363"/>
                  </a:lnTo>
                  <a:cubicBezTo>
                    <a:pt x="501" y="13378"/>
                    <a:pt x="516" y="13393"/>
                    <a:pt x="530" y="13393"/>
                  </a:cubicBezTo>
                  <a:cubicBezTo>
                    <a:pt x="545" y="13452"/>
                    <a:pt x="530" y="13510"/>
                    <a:pt x="486" y="13555"/>
                  </a:cubicBezTo>
                  <a:lnTo>
                    <a:pt x="486" y="13643"/>
                  </a:lnTo>
                  <a:cubicBezTo>
                    <a:pt x="457" y="13672"/>
                    <a:pt x="427" y="13716"/>
                    <a:pt x="398" y="13746"/>
                  </a:cubicBezTo>
                  <a:cubicBezTo>
                    <a:pt x="398" y="13775"/>
                    <a:pt x="398" y="13805"/>
                    <a:pt x="398" y="13834"/>
                  </a:cubicBezTo>
                  <a:cubicBezTo>
                    <a:pt x="398" y="13834"/>
                    <a:pt x="383" y="13849"/>
                    <a:pt x="383" y="13878"/>
                  </a:cubicBezTo>
                  <a:cubicBezTo>
                    <a:pt x="369" y="13893"/>
                    <a:pt x="383" y="13922"/>
                    <a:pt x="398" y="13937"/>
                  </a:cubicBezTo>
                  <a:cubicBezTo>
                    <a:pt x="339" y="13967"/>
                    <a:pt x="295" y="14040"/>
                    <a:pt x="310" y="14099"/>
                  </a:cubicBezTo>
                  <a:cubicBezTo>
                    <a:pt x="295" y="14114"/>
                    <a:pt x="280" y="14114"/>
                    <a:pt x="280" y="14129"/>
                  </a:cubicBezTo>
                  <a:cubicBezTo>
                    <a:pt x="221" y="14246"/>
                    <a:pt x="310" y="14393"/>
                    <a:pt x="221" y="14511"/>
                  </a:cubicBezTo>
                  <a:lnTo>
                    <a:pt x="221" y="14688"/>
                  </a:lnTo>
                  <a:cubicBezTo>
                    <a:pt x="192" y="14717"/>
                    <a:pt x="162" y="14747"/>
                    <a:pt x="133" y="14791"/>
                  </a:cubicBezTo>
                  <a:lnTo>
                    <a:pt x="133" y="14791"/>
                  </a:lnTo>
                  <a:cubicBezTo>
                    <a:pt x="89" y="14820"/>
                    <a:pt x="59" y="14850"/>
                    <a:pt x="30" y="14879"/>
                  </a:cubicBezTo>
                  <a:cubicBezTo>
                    <a:pt x="30" y="14908"/>
                    <a:pt x="30" y="14938"/>
                    <a:pt x="30" y="14967"/>
                  </a:cubicBezTo>
                  <a:cubicBezTo>
                    <a:pt x="59" y="14997"/>
                    <a:pt x="89" y="15041"/>
                    <a:pt x="118" y="15070"/>
                  </a:cubicBezTo>
                  <a:lnTo>
                    <a:pt x="118" y="15070"/>
                  </a:lnTo>
                  <a:cubicBezTo>
                    <a:pt x="280" y="15056"/>
                    <a:pt x="398" y="15085"/>
                    <a:pt x="427" y="15276"/>
                  </a:cubicBezTo>
                  <a:cubicBezTo>
                    <a:pt x="413" y="15482"/>
                    <a:pt x="354" y="15703"/>
                    <a:pt x="265" y="15895"/>
                  </a:cubicBezTo>
                  <a:cubicBezTo>
                    <a:pt x="207" y="15983"/>
                    <a:pt x="192" y="16101"/>
                    <a:pt x="221" y="16204"/>
                  </a:cubicBezTo>
                  <a:cubicBezTo>
                    <a:pt x="148" y="16307"/>
                    <a:pt x="133" y="16454"/>
                    <a:pt x="207" y="16557"/>
                  </a:cubicBezTo>
                  <a:cubicBezTo>
                    <a:pt x="236" y="16660"/>
                    <a:pt x="251" y="16763"/>
                    <a:pt x="236" y="16881"/>
                  </a:cubicBezTo>
                  <a:cubicBezTo>
                    <a:pt x="162" y="16939"/>
                    <a:pt x="74" y="17057"/>
                    <a:pt x="118" y="17116"/>
                  </a:cubicBezTo>
                  <a:cubicBezTo>
                    <a:pt x="236" y="17234"/>
                    <a:pt x="221" y="17293"/>
                    <a:pt x="89" y="17396"/>
                  </a:cubicBezTo>
                  <a:cubicBezTo>
                    <a:pt x="1" y="17469"/>
                    <a:pt x="45" y="17572"/>
                    <a:pt x="177" y="17572"/>
                  </a:cubicBezTo>
                  <a:cubicBezTo>
                    <a:pt x="295" y="17572"/>
                    <a:pt x="339" y="17616"/>
                    <a:pt x="339" y="17734"/>
                  </a:cubicBezTo>
                  <a:cubicBezTo>
                    <a:pt x="339" y="17793"/>
                    <a:pt x="339" y="17852"/>
                    <a:pt x="354" y="17911"/>
                  </a:cubicBezTo>
                  <a:lnTo>
                    <a:pt x="354" y="17911"/>
                  </a:lnTo>
                  <a:cubicBezTo>
                    <a:pt x="354" y="18073"/>
                    <a:pt x="192" y="18146"/>
                    <a:pt x="162" y="18279"/>
                  </a:cubicBezTo>
                  <a:cubicBezTo>
                    <a:pt x="133" y="18337"/>
                    <a:pt x="148" y="18411"/>
                    <a:pt x="192" y="18455"/>
                  </a:cubicBezTo>
                  <a:cubicBezTo>
                    <a:pt x="251" y="18485"/>
                    <a:pt x="280" y="18440"/>
                    <a:pt x="324" y="18411"/>
                  </a:cubicBezTo>
                  <a:cubicBezTo>
                    <a:pt x="442" y="18352"/>
                    <a:pt x="501" y="18382"/>
                    <a:pt x="501" y="18499"/>
                  </a:cubicBezTo>
                  <a:cubicBezTo>
                    <a:pt x="516" y="18558"/>
                    <a:pt x="501" y="18632"/>
                    <a:pt x="486" y="18691"/>
                  </a:cubicBezTo>
                  <a:cubicBezTo>
                    <a:pt x="457" y="18764"/>
                    <a:pt x="383" y="18720"/>
                    <a:pt x="324" y="18735"/>
                  </a:cubicBezTo>
                  <a:cubicBezTo>
                    <a:pt x="177" y="18764"/>
                    <a:pt x="251" y="18867"/>
                    <a:pt x="251" y="18956"/>
                  </a:cubicBezTo>
                  <a:lnTo>
                    <a:pt x="339" y="18956"/>
                  </a:lnTo>
                  <a:lnTo>
                    <a:pt x="339" y="18956"/>
                  </a:lnTo>
                  <a:lnTo>
                    <a:pt x="339" y="18956"/>
                  </a:lnTo>
                  <a:cubicBezTo>
                    <a:pt x="339" y="18985"/>
                    <a:pt x="339" y="19014"/>
                    <a:pt x="339" y="19044"/>
                  </a:cubicBezTo>
                  <a:cubicBezTo>
                    <a:pt x="324" y="19059"/>
                    <a:pt x="295" y="19073"/>
                    <a:pt x="265" y="19073"/>
                  </a:cubicBezTo>
                  <a:cubicBezTo>
                    <a:pt x="265" y="19147"/>
                    <a:pt x="265" y="19206"/>
                    <a:pt x="339" y="19250"/>
                  </a:cubicBezTo>
                  <a:cubicBezTo>
                    <a:pt x="413" y="19338"/>
                    <a:pt x="486" y="19338"/>
                    <a:pt x="530" y="19235"/>
                  </a:cubicBezTo>
                  <a:cubicBezTo>
                    <a:pt x="545" y="19191"/>
                    <a:pt x="545" y="19147"/>
                    <a:pt x="604" y="19162"/>
                  </a:cubicBezTo>
                  <a:cubicBezTo>
                    <a:pt x="619" y="19162"/>
                    <a:pt x="619" y="19206"/>
                    <a:pt x="619" y="19235"/>
                  </a:cubicBezTo>
                  <a:cubicBezTo>
                    <a:pt x="633" y="19309"/>
                    <a:pt x="589" y="19382"/>
                    <a:pt x="530" y="19426"/>
                  </a:cubicBezTo>
                  <a:cubicBezTo>
                    <a:pt x="427" y="19426"/>
                    <a:pt x="324" y="19471"/>
                    <a:pt x="251" y="19529"/>
                  </a:cubicBezTo>
                  <a:lnTo>
                    <a:pt x="251" y="19618"/>
                  </a:lnTo>
                  <a:cubicBezTo>
                    <a:pt x="339" y="19662"/>
                    <a:pt x="413" y="19721"/>
                    <a:pt x="457" y="19809"/>
                  </a:cubicBezTo>
                  <a:lnTo>
                    <a:pt x="457" y="19809"/>
                  </a:lnTo>
                  <a:cubicBezTo>
                    <a:pt x="442" y="19897"/>
                    <a:pt x="413" y="20000"/>
                    <a:pt x="486" y="20074"/>
                  </a:cubicBezTo>
                  <a:cubicBezTo>
                    <a:pt x="619" y="20162"/>
                    <a:pt x="604" y="20339"/>
                    <a:pt x="707" y="20457"/>
                  </a:cubicBezTo>
                  <a:cubicBezTo>
                    <a:pt x="736" y="20486"/>
                    <a:pt x="707" y="20574"/>
                    <a:pt x="707" y="20633"/>
                  </a:cubicBezTo>
                  <a:cubicBezTo>
                    <a:pt x="751" y="20751"/>
                    <a:pt x="825" y="20692"/>
                    <a:pt x="898" y="20677"/>
                  </a:cubicBezTo>
                  <a:cubicBezTo>
                    <a:pt x="972" y="20898"/>
                    <a:pt x="1001" y="21119"/>
                    <a:pt x="987" y="21354"/>
                  </a:cubicBezTo>
                  <a:cubicBezTo>
                    <a:pt x="1001" y="21531"/>
                    <a:pt x="957" y="21752"/>
                    <a:pt x="1075" y="21928"/>
                  </a:cubicBezTo>
                  <a:cubicBezTo>
                    <a:pt x="1119" y="22075"/>
                    <a:pt x="1045" y="22252"/>
                    <a:pt x="1178" y="22370"/>
                  </a:cubicBezTo>
                  <a:cubicBezTo>
                    <a:pt x="1237" y="22767"/>
                    <a:pt x="1281" y="23150"/>
                    <a:pt x="1384" y="23532"/>
                  </a:cubicBezTo>
                  <a:cubicBezTo>
                    <a:pt x="1443" y="23768"/>
                    <a:pt x="1605" y="23989"/>
                    <a:pt x="1664" y="24239"/>
                  </a:cubicBezTo>
                  <a:cubicBezTo>
                    <a:pt x="1664" y="24283"/>
                    <a:pt x="1737" y="24327"/>
                    <a:pt x="1781" y="24371"/>
                  </a:cubicBezTo>
                  <a:cubicBezTo>
                    <a:pt x="1958" y="24489"/>
                    <a:pt x="2046" y="24695"/>
                    <a:pt x="2002" y="24901"/>
                  </a:cubicBezTo>
                  <a:cubicBezTo>
                    <a:pt x="2002" y="24901"/>
                    <a:pt x="2076" y="24930"/>
                    <a:pt x="2120" y="24960"/>
                  </a:cubicBezTo>
                  <a:cubicBezTo>
                    <a:pt x="2164" y="25078"/>
                    <a:pt x="2267" y="25092"/>
                    <a:pt x="2385" y="25122"/>
                  </a:cubicBezTo>
                  <a:cubicBezTo>
                    <a:pt x="2679" y="25195"/>
                    <a:pt x="2694" y="25225"/>
                    <a:pt x="2650" y="25519"/>
                  </a:cubicBezTo>
                  <a:cubicBezTo>
                    <a:pt x="2635" y="25666"/>
                    <a:pt x="2738" y="25696"/>
                    <a:pt x="2811" y="25769"/>
                  </a:cubicBezTo>
                  <a:cubicBezTo>
                    <a:pt x="2959" y="25740"/>
                    <a:pt x="3047" y="25902"/>
                    <a:pt x="3179" y="25931"/>
                  </a:cubicBezTo>
                  <a:cubicBezTo>
                    <a:pt x="3224" y="25931"/>
                    <a:pt x="3268" y="26005"/>
                    <a:pt x="3297" y="26064"/>
                  </a:cubicBezTo>
                  <a:cubicBezTo>
                    <a:pt x="3415" y="26255"/>
                    <a:pt x="3562" y="26431"/>
                    <a:pt x="3724" y="26593"/>
                  </a:cubicBezTo>
                  <a:cubicBezTo>
                    <a:pt x="3783" y="26652"/>
                    <a:pt x="3812" y="26755"/>
                    <a:pt x="3930" y="26741"/>
                  </a:cubicBezTo>
                  <a:cubicBezTo>
                    <a:pt x="3930" y="26799"/>
                    <a:pt x="3945" y="26844"/>
                    <a:pt x="3959" y="26902"/>
                  </a:cubicBezTo>
                  <a:lnTo>
                    <a:pt x="4003" y="26902"/>
                  </a:lnTo>
                  <a:lnTo>
                    <a:pt x="4033" y="26902"/>
                  </a:lnTo>
                  <a:cubicBezTo>
                    <a:pt x="4062" y="26932"/>
                    <a:pt x="4092" y="26947"/>
                    <a:pt x="4106" y="26932"/>
                  </a:cubicBezTo>
                  <a:cubicBezTo>
                    <a:pt x="4121" y="26961"/>
                    <a:pt x="4136" y="26991"/>
                    <a:pt x="4136" y="27020"/>
                  </a:cubicBezTo>
                  <a:cubicBezTo>
                    <a:pt x="4210" y="27035"/>
                    <a:pt x="4224" y="27108"/>
                    <a:pt x="4239" y="27182"/>
                  </a:cubicBezTo>
                  <a:cubicBezTo>
                    <a:pt x="4430" y="27241"/>
                    <a:pt x="4563" y="27344"/>
                    <a:pt x="4519" y="27565"/>
                  </a:cubicBezTo>
                  <a:cubicBezTo>
                    <a:pt x="4548" y="27579"/>
                    <a:pt x="4592" y="27579"/>
                    <a:pt x="4607" y="27609"/>
                  </a:cubicBezTo>
                  <a:cubicBezTo>
                    <a:pt x="4695" y="27712"/>
                    <a:pt x="4783" y="27815"/>
                    <a:pt x="4945" y="27741"/>
                  </a:cubicBezTo>
                  <a:cubicBezTo>
                    <a:pt x="4975" y="27727"/>
                    <a:pt x="5034" y="27771"/>
                    <a:pt x="5078" y="27785"/>
                  </a:cubicBezTo>
                  <a:cubicBezTo>
                    <a:pt x="5092" y="27933"/>
                    <a:pt x="5063" y="28109"/>
                    <a:pt x="5254" y="28153"/>
                  </a:cubicBezTo>
                  <a:cubicBezTo>
                    <a:pt x="5372" y="28462"/>
                    <a:pt x="5372" y="28462"/>
                    <a:pt x="5696" y="28580"/>
                  </a:cubicBezTo>
                  <a:cubicBezTo>
                    <a:pt x="5828" y="28624"/>
                    <a:pt x="5858" y="28801"/>
                    <a:pt x="6020" y="28830"/>
                  </a:cubicBezTo>
                  <a:cubicBezTo>
                    <a:pt x="6020" y="28889"/>
                    <a:pt x="6020" y="28948"/>
                    <a:pt x="6034" y="29007"/>
                  </a:cubicBezTo>
                  <a:lnTo>
                    <a:pt x="6123" y="29095"/>
                  </a:lnTo>
                  <a:cubicBezTo>
                    <a:pt x="6476" y="29080"/>
                    <a:pt x="6608" y="29169"/>
                    <a:pt x="6711" y="29463"/>
                  </a:cubicBezTo>
                  <a:lnTo>
                    <a:pt x="6785" y="29404"/>
                  </a:lnTo>
                  <a:lnTo>
                    <a:pt x="7050" y="29596"/>
                  </a:lnTo>
                  <a:cubicBezTo>
                    <a:pt x="7109" y="29507"/>
                    <a:pt x="7197" y="29492"/>
                    <a:pt x="7241" y="29566"/>
                  </a:cubicBezTo>
                  <a:cubicBezTo>
                    <a:pt x="7300" y="29669"/>
                    <a:pt x="7388" y="29772"/>
                    <a:pt x="7462" y="29860"/>
                  </a:cubicBezTo>
                  <a:cubicBezTo>
                    <a:pt x="7712" y="29905"/>
                    <a:pt x="7977" y="29905"/>
                    <a:pt x="8139" y="30140"/>
                  </a:cubicBezTo>
                  <a:lnTo>
                    <a:pt x="8286" y="30184"/>
                  </a:lnTo>
                  <a:cubicBezTo>
                    <a:pt x="8315" y="30287"/>
                    <a:pt x="8404" y="30258"/>
                    <a:pt x="8477" y="30243"/>
                  </a:cubicBezTo>
                  <a:cubicBezTo>
                    <a:pt x="8595" y="30155"/>
                    <a:pt x="8610" y="30169"/>
                    <a:pt x="8698" y="30331"/>
                  </a:cubicBezTo>
                  <a:cubicBezTo>
                    <a:pt x="8727" y="30317"/>
                    <a:pt x="8757" y="30302"/>
                    <a:pt x="8786" y="30302"/>
                  </a:cubicBezTo>
                  <a:cubicBezTo>
                    <a:pt x="8978" y="30228"/>
                    <a:pt x="8978" y="30228"/>
                    <a:pt x="8978" y="30434"/>
                  </a:cubicBezTo>
                  <a:lnTo>
                    <a:pt x="8978" y="30464"/>
                  </a:lnTo>
                  <a:lnTo>
                    <a:pt x="8978" y="30479"/>
                  </a:lnTo>
                  <a:lnTo>
                    <a:pt x="8948" y="30537"/>
                  </a:lnTo>
                  <a:lnTo>
                    <a:pt x="9051" y="30729"/>
                  </a:lnTo>
                  <a:lnTo>
                    <a:pt x="9140" y="30817"/>
                  </a:lnTo>
                  <a:cubicBezTo>
                    <a:pt x="9184" y="30891"/>
                    <a:pt x="9213" y="30891"/>
                    <a:pt x="9243" y="30817"/>
                  </a:cubicBezTo>
                  <a:cubicBezTo>
                    <a:pt x="9272" y="30788"/>
                    <a:pt x="9301" y="30758"/>
                    <a:pt x="9346" y="30729"/>
                  </a:cubicBezTo>
                  <a:lnTo>
                    <a:pt x="9346" y="30729"/>
                  </a:lnTo>
                  <a:cubicBezTo>
                    <a:pt x="9375" y="30670"/>
                    <a:pt x="9463" y="30699"/>
                    <a:pt x="9522" y="30655"/>
                  </a:cubicBezTo>
                  <a:cubicBezTo>
                    <a:pt x="9537" y="30670"/>
                    <a:pt x="9552" y="30699"/>
                    <a:pt x="9552" y="30714"/>
                  </a:cubicBezTo>
                  <a:cubicBezTo>
                    <a:pt x="9743" y="30626"/>
                    <a:pt x="9978" y="30861"/>
                    <a:pt x="10170" y="30685"/>
                  </a:cubicBezTo>
                  <a:cubicBezTo>
                    <a:pt x="10184" y="30670"/>
                    <a:pt x="10243" y="30685"/>
                    <a:pt x="10258" y="30699"/>
                  </a:cubicBezTo>
                  <a:cubicBezTo>
                    <a:pt x="10376" y="30832"/>
                    <a:pt x="10508" y="30758"/>
                    <a:pt x="10641" y="30729"/>
                  </a:cubicBezTo>
                  <a:cubicBezTo>
                    <a:pt x="10744" y="30714"/>
                    <a:pt x="10861" y="30729"/>
                    <a:pt x="10861" y="30846"/>
                  </a:cubicBezTo>
                  <a:cubicBezTo>
                    <a:pt x="10861" y="31008"/>
                    <a:pt x="11009" y="31067"/>
                    <a:pt x="11053" y="31200"/>
                  </a:cubicBezTo>
                  <a:cubicBezTo>
                    <a:pt x="11185" y="31229"/>
                    <a:pt x="11303" y="31126"/>
                    <a:pt x="11450" y="31155"/>
                  </a:cubicBezTo>
                  <a:cubicBezTo>
                    <a:pt x="11494" y="31170"/>
                    <a:pt x="11538" y="31097"/>
                    <a:pt x="11538" y="31023"/>
                  </a:cubicBezTo>
                  <a:cubicBezTo>
                    <a:pt x="11597" y="31038"/>
                    <a:pt x="11656" y="31067"/>
                    <a:pt x="11700" y="31111"/>
                  </a:cubicBezTo>
                  <a:cubicBezTo>
                    <a:pt x="11936" y="31347"/>
                    <a:pt x="12230" y="31523"/>
                    <a:pt x="12554" y="31641"/>
                  </a:cubicBezTo>
                  <a:cubicBezTo>
                    <a:pt x="12671" y="31685"/>
                    <a:pt x="12819" y="31671"/>
                    <a:pt x="12936" y="31774"/>
                  </a:cubicBezTo>
                  <a:cubicBezTo>
                    <a:pt x="12951" y="31774"/>
                    <a:pt x="13010" y="31729"/>
                    <a:pt x="13054" y="31700"/>
                  </a:cubicBezTo>
                  <a:cubicBezTo>
                    <a:pt x="13201" y="31685"/>
                    <a:pt x="13363" y="31729"/>
                    <a:pt x="13496" y="31832"/>
                  </a:cubicBezTo>
                  <a:cubicBezTo>
                    <a:pt x="13702" y="31980"/>
                    <a:pt x="13967" y="31862"/>
                    <a:pt x="14143" y="32024"/>
                  </a:cubicBezTo>
                  <a:cubicBezTo>
                    <a:pt x="14349" y="31950"/>
                    <a:pt x="14585" y="32068"/>
                    <a:pt x="14761" y="31891"/>
                  </a:cubicBezTo>
                  <a:cubicBezTo>
                    <a:pt x="14864" y="31994"/>
                    <a:pt x="15011" y="32024"/>
                    <a:pt x="15144" y="31965"/>
                  </a:cubicBezTo>
                  <a:cubicBezTo>
                    <a:pt x="15468" y="31818"/>
                    <a:pt x="15850" y="31891"/>
                    <a:pt x="16086" y="32127"/>
                  </a:cubicBezTo>
                  <a:cubicBezTo>
                    <a:pt x="16248" y="32083"/>
                    <a:pt x="16380" y="31950"/>
                    <a:pt x="16557" y="32097"/>
                  </a:cubicBezTo>
                  <a:cubicBezTo>
                    <a:pt x="16630" y="32156"/>
                    <a:pt x="16733" y="32068"/>
                    <a:pt x="16763" y="31980"/>
                  </a:cubicBezTo>
                  <a:cubicBezTo>
                    <a:pt x="16777" y="31906"/>
                    <a:pt x="16807" y="31832"/>
                    <a:pt x="16836" y="31759"/>
                  </a:cubicBezTo>
                  <a:cubicBezTo>
                    <a:pt x="16925" y="31818"/>
                    <a:pt x="17028" y="31818"/>
                    <a:pt x="17116" y="31891"/>
                  </a:cubicBezTo>
                  <a:cubicBezTo>
                    <a:pt x="17307" y="32053"/>
                    <a:pt x="17322" y="32038"/>
                    <a:pt x="17587" y="31965"/>
                  </a:cubicBezTo>
                  <a:cubicBezTo>
                    <a:pt x="17646" y="32053"/>
                    <a:pt x="17734" y="32127"/>
                    <a:pt x="17837" y="32171"/>
                  </a:cubicBezTo>
                  <a:lnTo>
                    <a:pt x="17896" y="32112"/>
                  </a:lnTo>
                  <a:cubicBezTo>
                    <a:pt x="18058" y="31994"/>
                    <a:pt x="18146" y="31994"/>
                    <a:pt x="18411" y="31965"/>
                  </a:cubicBezTo>
                  <a:cubicBezTo>
                    <a:pt x="18617" y="31935"/>
                    <a:pt x="18838" y="31965"/>
                    <a:pt x="19014" y="31803"/>
                  </a:cubicBezTo>
                  <a:cubicBezTo>
                    <a:pt x="19132" y="31685"/>
                    <a:pt x="19353" y="31832"/>
                    <a:pt x="19456" y="31656"/>
                  </a:cubicBezTo>
                  <a:cubicBezTo>
                    <a:pt x="19471" y="31641"/>
                    <a:pt x="19559" y="31700"/>
                    <a:pt x="19588" y="31759"/>
                  </a:cubicBezTo>
                  <a:cubicBezTo>
                    <a:pt x="19794" y="31744"/>
                    <a:pt x="19941" y="31553"/>
                    <a:pt x="20147" y="31509"/>
                  </a:cubicBezTo>
                  <a:lnTo>
                    <a:pt x="20147" y="31523"/>
                  </a:lnTo>
                  <a:cubicBezTo>
                    <a:pt x="20147" y="31538"/>
                    <a:pt x="20118" y="31568"/>
                    <a:pt x="20118" y="31582"/>
                  </a:cubicBezTo>
                  <a:cubicBezTo>
                    <a:pt x="20118" y="31626"/>
                    <a:pt x="20118" y="31656"/>
                    <a:pt x="20147" y="31685"/>
                  </a:cubicBezTo>
                  <a:lnTo>
                    <a:pt x="20147" y="31685"/>
                  </a:lnTo>
                  <a:cubicBezTo>
                    <a:pt x="20206" y="31729"/>
                    <a:pt x="20295" y="31729"/>
                    <a:pt x="20339" y="31685"/>
                  </a:cubicBezTo>
                  <a:lnTo>
                    <a:pt x="20339" y="31685"/>
                  </a:lnTo>
                  <a:cubicBezTo>
                    <a:pt x="20368" y="31656"/>
                    <a:pt x="20398" y="31612"/>
                    <a:pt x="20442" y="31582"/>
                  </a:cubicBezTo>
                  <a:lnTo>
                    <a:pt x="20442" y="31582"/>
                  </a:lnTo>
                  <a:cubicBezTo>
                    <a:pt x="20471" y="31553"/>
                    <a:pt x="20501" y="31523"/>
                    <a:pt x="20530" y="31494"/>
                  </a:cubicBezTo>
                  <a:lnTo>
                    <a:pt x="20530" y="31406"/>
                  </a:lnTo>
                  <a:cubicBezTo>
                    <a:pt x="20530" y="31376"/>
                    <a:pt x="20574" y="31347"/>
                    <a:pt x="20604" y="31317"/>
                  </a:cubicBezTo>
                  <a:cubicBezTo>
                    <a:pt x="20604" y="31332"/>
                    <a:pt x="20604" y="31347"/>
                    <a:pt x="20604" y="31361"/>
                  </a:cubicBezTo>
                  <a:lnTo>
                    <a:pt x="20648" y="31391"/>
                  </a:lnTo>
                  <a:cubicBezTo>
                    <a:pt x="20677" y="31391"/>
                    <a:pt x="20707" y="31391"/>
                    <a:pt x="20736" y="31391"/>
                  </a:cubicBezTo>
                  <a:cubicBezTo>
                    <a:pt x="20810" y="31465"/>
                    <a:pt x="20942" y="31391"/>
                    <a:pt x="21016" y="31479"/>
                  </a:cubicBezTo>
                  <a:lnTo>
                    <a:pt x="21016" y="31479"/>
                  </a:lnTo>
                  <a:cubicBezTo>
                    <a:pt x="21045" y="31509"/>
                    <a:pt x="21075" y="31553"/>
                    <a:pt x="21104" y="31582"/>
                  </a:cubicBezTo>
                  <a:lnTo>
                    <a:pt x="21104" y="31582"/>
                  </a:lnTo>
                  <a:cubicBezTo>
                    <a:pt x="21133" y="31612"/>
                    <a:pt x="21178" y="31612"/>
                    <a:pt x="21207" y="31582"/>
                  </a:cubicBezTo>
                  <a:lnTo>
                    <a:pt x="21295" y="31479"/>
                  </a:lnTo>
                  <a:cubicBezTo>
                    <a:pt x="21236" y="31435"/>
                    <a:pt x="21251" y="31347"/>
                    <a:pt x="21207" y="31288"/>
                  </a:cubicBezTo>
                  <a:lnTo>
                    <a:pt x="21207" y="31288"/>
                  </a:lnTo>
                  <a:cubicBezTo>
                    <a:pt x="21207" y="31288"/>
                    <a:pt x="21192" y="31273"/>
                    <a:pt x="21178" y="31258"/>
                  </a:cubicBezTo>
                  <a:cubicBezTo>
                    <a:pt x="21178" y="31244"/>
                    <a:pt x="21178" y="31214"/>
                    <a:pt x="21207" y="31200"/>
                  </a:cubicBezTo>
                  <a:lnTo>
                    <a:pt x="21207" y="31200"/>
                  </a:lnTo>
                  <a:cubicBezTo>
                    <a:pt x="21251" y="31155"/>
                    <a:pt x="21266" y="31067"/>
                    <a:pt x="21222" y="31023"/>
                  </a:cubicBezTo>
                  <a:cubicBezTo>
                    <a:pt x="21192" y="31023"/>
                    <a:pt x="21163" y="31023"/>
                    <a:pt x="21133" y="31023"/>
                  </a:cubicBezTo>
                  <a:lnTo>
                    <a:pt x="21192" y="30994"/>
                  </a:lnTo>
                  <a:lnTo>
                    <a:pt x="21281" y="30994"/>
                  </a:lnTo>
                  <a:cubicBezTo>
                    <a:pt x="21295" y="31008"/>
                    <a:pt x="21325" y="31023"/>
                    <a:pt x="21339" y="31038"/>
                  </a:cubicBezTo>
                  <a:lnTo>
                    <a:pt x="21384" y="31038"/>
                  </a:lnTo>
                  <a:cubicBezTo>
                    <a:pt x="21384" y="31052"/>
                    <a:pt x="21398" y="31067"/>
                    <a:pt x="21398" y="31082"/>
                  </a:cubicBezTo>
                  <a:cubicBezTo>
                    <a:pt x="21428" y="31082"/>
                    <a:pt x="21457" y="31082"/>
                    <a:pt x="21487" y="31082"/>
                  </a:cubicBezTo>
                  <a:cubicBezTo>
                    <a:pt x="21501" y="31111"/>
                    <a:pt x="21516" y="31111"/>
                    <a:pt x="21531" y="31111"/>
                  </a:cubicBezTo>
                  <a:lnTo>
                    <a:pt x="21531" y="31111"/>
                  </a:lnTo>
                  <a:cubicBezTo>
                    <a:pt x="21531" y="31170"/>
                    <a:pt x="21546" y="31229"/>
                    <a:pt x="21590" y="31273"/>
                  </a:cubicBezTo>
                  <a:lnTo>
                    <a:pt x="21590" y="31273"/>
                  </a:lnTo>
                  <a:cubicBezTo>
                    <a:pt x="21619" y="31303"/>
                    <a:pt x="21649" y="31332"/>
                    <a:pt x="21693" y="31361"/>
                  </a:cubicBezTo>
                  <a:lnTo>
                    <a:pt x="21855" y="31361"/>
                  </a:lnTo>
                  <a:cubicBezTo>
                    <a:pt x="21884" y="31332"/>
                    <a:pt x="21943" y="31332"/>
                    <a:pt x="21972" y="31361"/>
                  </a:cubicBezTo>
                  <a:lnTo>
                    <a:pt x="21972" y="31361"/>
                  </a:lnTo>
                  <a:cubicBezTo>
                    <a:pt x="22016" y="31420"/>
                    <a:pt x="22105" y="31420"/>
                    <a:pt x="22149" y="31361"/>
                  </a:cubicBezTo>
                  <a:lnTo>
                    <a:pt x="22149" y="31361"/>
                  </a:lnTo>
                  <a:cubicBezTo>
                    <a:pt x="22164" y="31361"/>
                    <a:pt x="22178" y="31361"/>
                    <a:pt x="22178" y="31332"/>
                  </a:cubicBezTo>
                  <a:cubicBezTo>
                    <a:pt x="22193" y="31303"/>
                    <a:pt x="22178" y="31288"/>
                    <a:pt x="22164" y="31273"/>
                  </a:cubicBezTo>
                  <a:cubicBezTo>
                    <a:pt x="22164" y="31244"/>
                    <a:pt x="22149" y="31214"/>
                    <a:pt x="22149" y="31185"/>
                  </a:cubicBezTo>
                  <a:cubicBezTo>
                    <a:pt x="22149" y="31111"/>
                    <a:pt x="22208" y="31097"/>
                    <a:pt x="22252" y="31082"/>
                  </a:cubicBezTo>
                  <a:cubicBezTo>
                    <a:pt x="22311" y="31023"/>
                    <a:pt x="22296" y="30935"/>
                    <a:pt x="22355" y="30891"/>
                  </a:cubicBezTo>
                  <a:lnTo>
                    <a:pt x="22355" y="30891"/>
                  </a:lnTo>
                  <a:cubicBezTo>
                    <a:pt x="22370" y="30861"/>
                    <a:pt x="22370" y="30832"/>
                    <a:pt x="22355" y="30788"/>
                  </a:cubicBezTo>
                  <a:cubicBezTo>
                    <a:pt x="22384" y="30788"/>
                    <a:pt x="22414" y="30773"/>
                    <a:pt x="22429" y="30758"/>
                  </a:cubicBezTo>
                  <a:cubicBezTo>
                    <a:pt x="22458" y="30802"/>
                    <a:pt x="22502" y="30861"/>
                    <a:pt x="22546" y="30891"/>
                  </a:cubicBezTo>
                  <a:lnTo>
                    <a:pt x="22546" y="30891"/>
                  </a:lnTo>
                  <a:cubicBezTo>
                    <a:pt x="22576" y="30935"/>
                    <a:pt x="22605" y="30964"/>
                    <a:pt x="22649" y="30994"/>
                  </a:cubicBezTo>
                  <a:lnTo>
                    <a:pt x="22649" y="30994"/>
                  </a:lnTo>
                  <a:cubicBezTo>
                    <a:pt x="22679" y="31023"/>
                    <a:pt x="22708" y="31052"/>
                    <a:pt x="22752" y="31082"/>
                  </a:cubicBezTo>
                  <a:cubicBezTo>
                    <a:pt x="22782" y="31082"/>
                    <a:pt x="22811" y="31097"/>
                    <a:pt x="22826" y="31097"/>
                  </a:cubicBezTo>
                  <a:cubicBezTo>
                    <a:pt x="22885" y="31141"/>
                    <a:pt x="22914" y="31244"/>
                    <a:pt x="23017" y="31185"/>
                  </a:cubicBezTo>
                  <a:lnTo>
                    <a:pt x="23017" y="31185"/>
                  </a:lnTo>
                  <a:cubicBezTo>
                    <a:pt x="23061" y="31141"/>
                    <a:pt x="23061" y="31052"/>
                    <a:pt x="23017" y="31008"/>
                  </a:cubicBezTo>
                  <a:cubicBezTo>
                    <a:pt x="23017" y="30979"/>
                    <a:pt x="23002" y="30949"/>
                    <a:pt x="23002" y="30920"/>
                  </a:cubicBezTo>
                  <a:cubicBezTo>
                    <a:pt x="23002" y="30920"/>
                    <a:pt x="22988" y="30905"/>
                    <a:pt x="22988" y="30876"/>
                  </a:cubicBezTo>
                  <a:cubicBezTo>
                    <a:pt x="22973" y="30846"/>
                    <a:pt x="22988" y="30817"/>
                    <a:pt x="23002" y="30802"/>
                  </a:cubicBezTo>
                  <a:lnTo>
                    <a:pt x="23002" y="30802"/>
                  </a:lnTo>
                  <a:cubicBezTo>
                    <a:pt x="23047" y="30758"/>
                    <a:pt x="23091" y="30699"/>
                    <a:pt x="23105" y="30626"/>
                  </a:cubicBezTo>
                  <a:cubicBezTo>
                    <a:pt x="23238" y="30655"/>
                    <a:pt x="23238" y="30802"/>
                    <a:pt x="23282" y="30905"/>
                  </a:cubicBezTo>
                  <a:lnTo>
                    <a:pt x="23282" y="30905"/>
                  </a:lnTo>
                  <a:cubicBezTo>
                    <a:pt x="23326" y="30935"/>
                    <a:pt x="23356" y="30964"/>
                    <a:pt x="23370" y="30994"/>
                  </a:cubicBezTo>
                  <a:lnTo>
                    <a:pt x="23473" y="30994"/>
                  </a:lnTo>
                  <a:cubicBezTo>
                    <a:pt x="23532" y="30949"/>
                    <a:pt x="23532" y="30861"/>
                    <a:pt x="23473" y="30817"/>
                  </a:cubicBezTo>
                  <a:cubicBezTo>
                    <a:pt x="23473" y="30788"/>
                    <a:pt x="23473" y="30758"/>
                    <a:pt x="23473" y="30714"/>
                  </a:cubicBezTo>
                  <a:cubicBezTo>
                    <a:pt x="23473" y="30714"/>
                    <a:pt x="23459" y="30714"/>
                    <a:pt x="23459" y="30685"/>
                  </a:cubicBezTo>
                  <a:cubicBezTo>
                    <a:pt x="23444" y="30655"/>
                    <a:pt x="23459" y="30640"/>
                    <a:pt x="23473" y="30611"/>
                  </a:cubicBezTo>
                  <a:lnTo>
                    <a:pt x="23473" y="30611"/>
                  </a:lnTo>
                  <a:cubicBezTo>
                    <a:pt x="23532" y="30567"/>
                    <a:pt x="23621" y="30582"/>
                    <a:pt x="23665" y="30523"/>
                  </a:cubicBezTo>
                  <a:lnTo>
                    <a:pt x="23665" y="30523"/>
                  </a:lnTo>
                  <a:cubicBezTo>
                    <a:pt x="23724" y="30361"/>
                    <a:pt x="23753" y="30228"/>
                    <a:pt x="24018" y="30317"/>
                  </a:cubicBezTo>
                  <a:cubicBezTo>
                    <a:pt x="24371" y="30449"/>
                    <a:pt x="24430" y="30361"/>
                    <a:pt x="24312" y="29949"/>
                  </a:cubicBezTo>
                  <a:lnTo>
                    <a:pt x="24312" y="29949"/>
                  </a:lnTo>
                  <a:cubicBezTo>
                    <a:pt x="24371" y="29949"/>
                    <a:pt x="24401" y="29905"/>
                    <a:pt x="24415" y="29860"/>
                  </a:cubicBezTo>
                  <a:lnTo>
                    <a:pt x="24415" y="29860"/>
                  </a:lnTo>
                  <a:cubicBezTo>
                    <a:pt x="24445" y="29875"/>
                    <a:pt x="24474" y="29875"/>
                    <a:pt x="24504" y="29875"/>
                  </a:cubicBezTo>
                  <a:lnTo>
                    <a:pt x="24504" y="29875"/>
                  </a:lnTo>
                  <a:cubicBezTo>
                    <a:pt x="24504" y="29905"/>
                    <a:pt x="24518" y="29934"/>
                    <a:pt x="24518" y="29949"/>
                  </a:cubicBezTo>
                  <a:lnTo>
                    <a:pt x="24518" y="30243"/>
                  </a:lnTo>
                  <a:lnTo>
                    <a:pt x="24518" y="30243"/>
                  </a:lnTo>
                  <a:cubicBezTo>
                    <a:pt x="24548" y="30272"/>
                    <a:pt x="24577" y="30302"/>
                    <a:pt x="24607" y="30331"/>
                  </a:cubicBezTo>
                  <a:cubicBezTo>
                    <a:pt x="24651" y="30405"/>
                    <a:pt x="24710" y="30434"/>
                    <a:pt x="24783" y="30434"/>
                  </a:cubicBezTo>
                  <a:cubicBezTo>
                    <a:pt x="24857" y="30390"/>
                    <a:pt x="24857" y="30302"/>
                    <a:pt x="24813" y="30243"/>
                  </a:cubicBezTo>
                  <a:cubicBezTo>
                    <a:pt x="24798" y="30214"/>
                    <a:pt x="24798" y="30184"/>
                    <a:pt x="24813" y="30155"/>
                  </a:cubicBezTo>
                  <a:cubicBezTo>
                    <a:pt x="24813" y="30155"/>
                    <a:pt x="24798" y="30140"/>
                    <a:pt x="24783" y="30125"/>
                  </a:cubicBezTo>
                  <a:cubicBezTo>
                    <a:pt x="24783" y="30096"/>
                    <a:pt x="24783" y="30066"/>
                    <a:pt x="24813" y="30052"/>
                  </a:cubicBezTo>
                  <a:lnTo>
                    <a:pt x="24813" y="30052"/>
                  </a:lnTo>
                  <a:cubicBezTo>
                    <a:pt x="24842" y="30037"/>
                    <a:pt x="24857" y="29978"/>
                    <a:pt x="24827" y="29949"/>
                  </a:cubicBezTo>
                  <a:lnTo>
                    <a:pt x="24813" y="29949"/>
                  </a:lnTo>
                  <a:cubicBezTo>
                    <a:pt x="24857" y="29860"/>
                    <a:pt x="24945" y="29802"/>
                    <a:pt x="25048" y="29787"/>
                  </a:cubicBezTo>
                  <a:cubicBezTo>
                    <a:pt x="25136" y="29890"/>
                    <a:pt x="25122" y="30037"/>
                    <a:pt x="25195" y="30155"/>
                  </a:cubicBezTo>
                  <a:lnTo>
                    <a:pt x="25195" y="30155"/>
                  </a:lnTo>
                  <a:cubicBezTo>
                    <a:pt x="25225" y="30184"/>
                    <a:pt x="25254" y="30214"/>
                    <a:pt x="25284" y="30243"/>
                  </a:cubicBezTo>
                  <a:lnTo>
                    <a:pt x="25475" y="30243"/>
                  </a:lnTo>
                  <a:cubicBezTo>
                    <a:pt x="25504" y="30228"/>
                    <a:pt x="25504" y="30184"/>
                    <a:pt x="25490" y="30155"/>
                  </a:cubicBezTo>
                  <a:cubicBezTo>
                    <a:pt x="25490" y="30125"/>
                    <a:pt x="25490" y="30096"/>
                    <a:pt x="25490" y="30066"/>
                  </a:cubicBezTo>
                  <a:cubicBezTo>
                    <a:pt x="25401" y="29963"/>
                    <a:pt x="25401" y="29831"/>
                    <a:pt x="25490" y="29728"/>
                  </a:cubicBezTo>
                  <a:cubicBezTo>
                    <a:pt x="25578" y="29654"/>
                    <a:pt x="25607" y="29831"/>
                    <a:pt x="25681" y="29875"/>
                  </a:cubicBezTo>
                  <a:cubicBezTo>
                    <a:pt x="25754" y="29875"/>
                    <a:pt x="25828" y="29846"/>
                    <a:pt x="25872" y="29772"/>
                  </a:cubicBezTo>
                  <a:cubicBezTo>
                    <a:pt x="25887" y="29743"/>
                    <a:pt x="25931" y="29743"/>
                    <a:pt x="25960" y="29772"/>
                  </a:cubicBezTo>
                  <a:lnTo>
                    <a:pt x="25960" y="29772"/>
                  </a:lnTo>
                  <a:cubicBezTo>
                    <a:pt x="26005" y="29831"/>
                    <a:pt x="26093" y="29831"/>
                    <a:pt x="26152" y="29787"/>
                  </a:cubicBezTo>
                  <a:lnTo>
                    <a:pt x="26240" y="29772"/>
                  </a:lnTo>
                  <a:cubicBezTo>
                    <a:pt x="26299" y="29728"/>
                    <a:pt x="26284" y="29640"/>
                    <a:pt x="26343" y="29596"/>
                  </a:cubicBezTo>
                  <a:lnTo>
                    <a:pt x="26343" y="29596"/>
                  </a:lnTo>
                  <a:cubicBezTo>
                    <a:pt x="26387" y="29522"/>
                    <a:pt x="26446" y="29448"/>
                    <a:pt x="26520" y="29404"/>
                  </a:cubicBezTo>
                  <a:lnTo>
                    <a:pt x="26520" y="29404"/>
                  </a:lnTo>
                  <a:cubicBezTo>
                    <a:pt x="26549" y="29389"/>
                    <a:pt x="26549" y="29345"/>
                    <a:pt x="26534" y="29316"/>
                  </a:cubicBezTo>
                  <a:lnTo>
                    <a:pt x="26623" y="29316"/>
                  </a:lnTo>
                  <a:lnTo>
                    <a:pt x="26623" y="29228"/>
                  </a:lnTo>
                  <a:lnTo>
                    <a:pt x="26711" y="29139"/>
                  </a:lnTo>
                  <a:cubicBezTo>
                    <a:pt x="26711" y="29051"/>
                    <a:pt x="26696" y="28977"/>
                    <a:pt x="26608" y="28948"/>
                  </a:cubicBezTo>
                  <a:lnTo>
                    <a:pt x="26608" y="28786"/>
                  </a:lnTo>
                  <a:cubicBezTo>
                    <a:pt x="26637" y="28919"/>
                    <a:pt x="26711" y="29036"/>
                    <a:pt x="26799" y="29139"/>
                  </a:cubicBezTo>
                  <a:lnTo>
                    <a:pt x="26799" y="29139"/>
                  </a:lnTo>
                  <a:cubicBezTo>
                    <a:pt x="26814" y="29169"/>
                    <a:pt x="26858" y="29198"/>
                    <a:pt x="26888" y="29228"/>
                  </a:cubicBezTo>
                  <a:lnTo>
                    <a:pt x="26991" y="29228"/>
                  </a:lnTo>
                  <a:cubicBezTo>
                    <a:pt x="27064" y="29066"/>
                    <a:pt x="27344" y="29080"/>
                    <a:pt x="27359" y="28860"/>
                  </a:cubicBezTo>
                  <a:lnTo>
                    <a:pt x="27359" y="28860"/>
                  </a:lnTo>
                  <a:cubicBezTo>
                    <a:pt x="27403" y="28786"/>
                    <a:pt x="27462" y="28727"/>
                    <a:pt x="27462" y="28639"/>
                  </a:cubicBezTo>
                  <a:lnTo>
                    <a:pt x="27462" y="28654"/>
                  </a:lnTo>
                  <a:cubicBezTo>
                    <a:pt x="27520" y="28683"/>
                    <a:pt x="27579" y="28713"/>
                    <a:pt x="27638" y="28668"/>
                  </a:cubicBezTo>
                  <a:lnTo>
                    <a:pt x="27638" y="28668"/>
                  </a:lnTo>
                  <a:cubicBezTo>
                    <a:pt x="28050" y="28698"/>
                    <a:pt x="28183" y="28345"/>
                    <a:pt x="28389" y="28109"/>
                  </a:cubicBezTo>
                  <a:lnTo>
                    <a:pt x="28389" y="28109"/>
                  </a:lnTo>
                  <a:cubicBezTo>
                    <a:pt x="28565" y="28021"/>
                    <a:pt x="28830" y="28109"/>
                    <a:pt x="28860" y="27815"/>
                  </a:cubicBezTo>
                  <a:cubicBezTo>
                    <a:pt x="28860" y="27785"/>
                    <a:pt x="28874" y="27756"/>
                    <a:pt x="28874" y="27727"/>
                  </a:cubicBezTo>
                  <a:cubicBezTo>
                    <a:pt x="29036" y="27653"/>
                    <a:pt x="29316" y="27668"/>
                    <a:pt x="29169" y="27359"/>
                  </a:cubicBezTo>
                  <a:lnTo>
                    <a:pt x="29169" y="27359"/>
                  </a:lnTo>
                  <a:cubicBezTo>
                    <a:pt x="29169" y="27373"/>
                    <a:pt x="29183" y="27388"/>
                    <a:pt x="29183" y="27388"/>
                  </a:cubicBezTo>
                  <a:cubicBezTo>
                    <a:pt x="29272" y="27417"/>
                    <a:pt x="29360" y="27403"/>
                    <a:pt x="29434" y="27344"/>
                  </a:cubicBezTo>
                  <a:cubicBezTo>
                    <a:pt x="29492" y="27167"/>
                    <a:pt x="29698" y="27241"/>
                    <a:pt x="29816" y="27153"/>
                  </a:cubicBezTo>
                  <a:cubicBezTo>
                    <a:pt x="29816" y="27123"/>
                    <a:pt x="29816" y="27094"/>
                    <a:pt x="29816" y="27064"/>
                  </a:cubicBezTo>
                  <a:cubicBezTo>
                    <a:pt x="29816" y="27064"/>
                    <a:pt x="29801" y="27050"/>
                    <a:pt x="29787" y="27035"/>
                  </a:cubicBezTo>
                  <a:cubicBezTo>
                    <a:pt x="29787" y="27005"/>
                    <a:pt x="29787" y="26991"/>
                    <a:pt x="29816" y="26961"/>
                  </a:cubicBezTo>
                  <a:lnTo>
                    <a:pt x="29816" y="26961"/>
                  </a:lnTo>
                  <a:cubicBezTo>
                    <a:pt x="30022" y="26858"/>
                    <a:pt x="30169" y="26667"/>
                    <a:pt x="30243" y="26431"/>
                  </a:cubicBezTo>
                  <a:cubicBezTo>
                    <a:pt x="30243" y="26387"/>
                    <a:pt x="30258" y="26343"/>
                    <a:pt x="30287" y="26299"/>
                  </a:cubicBezTo>
                  <a:cubicBezTo>
                    <a:pt x="30287" y="26284"/>
                    <a:pt x="30287" y="26284"/>
                    <a:pt x="30302" y="26284"/>
                  </a:cubicBezTo>
                  <a:lnTo>
                    <a:pt x="30302" y="26270"/>
                  </a:lnTo>
                  <a:cubicBezTo>
                    <a:pt x="30331" y="26255"/>
                    <a:pt x="30346" y="26240"/>
                    <a:pt x="30346" y="26211"/>
                  </a:cubicBezTo>
                  <a:cubicBezTo>
                    <a:pt x="30346" y="26181"/>
                    <a:pt x="30375" y="26181"/>
                    <a:pt x="30361" y="26225"/>
                  </a:cubicBezTo>
                  <a:cubicBezTo>
                    <a:pt x="30361" y="26270"/>
                    <a:pt x="30317" y="26255"/>
                    <a:pt x="30287" y="26284"/>
                  </a:cubicBezTo>
                  <a:lnTo>
                    <a:pt x="30228" y="26431"/>
                  </a:lnTo>
                  <a:cubicBezTo>
                    <a:pt x="30228" y="26490"/>
                    <a:pt x="30243" y="26549"/>
                    <a:pt x="30287" y="26593"/>
                  </a:cubicBezTo>
                  <a:cubicBezTo>
                    <a:pt x="30434" y="26696"/>
                    <a:pt x="30552" y="26549"/>
                    <a:pt x="30655" y="26490"/>
                  </a:cubicBezTo>
                  <a:lnTo>
                    <a:pt x="30655" y="26314"/>
                  </a:lnTo>
                  <a:cubicBezTo>
                    <a:pt x="30699" y="26211"/>
                    <a:pt x="30714" y="26122"/>
                    <a:pt x="30714" y="26019"/>
                  </a:cubicBezTo>
                  <a:lnTo>
                    <a:pt x="30714" y="25961"/>
                  </a:lnTo>
                  <a:lnTo>
                    <a:pt x="30684" y="25931"/>
                  </a:lnTo>
                  <a:lnTo>
                    <a:pt x="30758" y="25931"/>
                  </a:lnTo>
                  <a:lnTo>
                    <a:pt x="30758" y="25843"/>
                  </a:lnTo>
                  <a:cubicBezTo>
                    <a:pt x="30773" y="25828"/>
                    <a:pt x="30787" y="25799"/>
                    <a:pt x="30773" y="25784"/>
                  </a:cubicBezTo>
                  <a:cubicBezTo>
                    <a:pt x="30802" y="25784"/>
                    <a:pt x="30832" y="25769"/>
                    <a:pt x="30846" y="25755"/>
                  </a:cubicBezTo>
                  <a:lnTo>
                    <a:pt x="31038" y="25740"/>
                  </a:lnTo>
                  <a:cubicBezTo>
                    <a:pt x="31082" y="25681"/>
                    <a:pt x="31170" y="25710"/>
                    <a:pt x="31214" y="25652"/>
                  </a:cubicBezTo>
                  <a:lnTo>
                    <a:pt x="31214" y="25563"/>
                  </a:lnTo>
                  <a:cubicBezTo>
                    <a:pt x="31200" y="25534"/>
                    <a:pt x="31170" y="25504"/>
                    <a:pt x="31141" y="25504"/>
                  </a:cubicBezTo>
                  <a:cubicBezTo>
                    <a:pt x="31273" y="25225"/>
                    <a:pt x="31391" y="24945"/>
                    <a:pt x="31464" y="24666"/>
                  </a:cubicBezTo>
                  <a:cubicBezTo>
                    <a:pt x="31464" y="24636"/>
                    <a:pt x="31553" y="24621"/>
                    <a:pt x="31582" y="24592"/>
                  </a:cubicBezTo>
                  <a:lnTo>
                    <a:pt x="31685" y="24592"/>
                  </a:lnTo>
                  <a:lnTo>
                    <a:pt x="31685" y="24312"/>
                  </a:lnTo>
                  <a:lnTo>
                    <a:pt x="31685" y="24136"/>
                  </a:lnTo>
                  <a:cubicBezTo>
                    <a:pt x="31700" y="24106"/>
                    <a:pt x="31700" y="24077"/>
                    <a:pt x="31685" y="24047"/>
                  </a:cubicBezTo>
                  <a:cubicBezTo>
                    <a:pt x="31670" y="24018"/>
                    <a:pt x="31656" y="24003"/>
                    <a:pt x="31626" y="23974"/>
                  </a:cubicBezTo>
                  <a:lnTo>
                    <a:pt x="31626" y="23974"/>
                  </a:lnTo>
                  <a:lnTo>
                    <a:pt x="31685" y="24047"/>
                  </a:lnTo>
                  <a:cubicBezTo>
                    <a:pt x="31685" y="24018"/>
                    <a:pt x="31670" y="23989"/>
                    <a:pt x="31641" y="23974"/>
                  </a:cubicBezTo>
                  <a:cubicBezTo>
                    <a:pt x="31729" y="23944"/>
                    <a:pt x="31818" y="23900"/>
                    <a:pt x="31877" y="23841"/>
                  </a:cubicBezTo>
                  <a:lnTo>
                    <a:pt x="31877" y="23473"/>
                  </a:lnTo>
                  <a:cubicBezTo>
                    <a:pt x="31935" y="23429"/>
                    <a:pt x="31935" y="23341"/>
                    <a:pt x="31877" y="23297"/>
                  </a:cubicBezTo>
                  <a:lnTo>
                    <a:pt x="31877" y="23297"/>
                  </a:lnTo>
                  <a:cubicBezTo>
                    <a:pt x="31729" y="23253"/>
                    <a:pt x="31773" y="23091"/>
                    <a:pt x="31700" y="23017"/>
                  </a:cubicBezTo>
                  <a:lnTo>
                    <a:pt x="31700" y="23017"/>
                  </a:lnTo>
                  <a:lnTo>
                    <a:pt x="31788" y="22914"/>
                  </a:lnTo>
                  <a:lnTo>
                    <a:pt x="31832" y="22914"/>
                  </a:lnTo>
                  <a:lnTo>
                    <a:pt x="31877" y="22914"/>
                  </a:lnTo>
                  <a:lnTo>
                    <a:pt x="31877" y="22443"/>
                  </a:lnTo>
                  <a:cubicBezTo>
                    <a:pt x="31818" y="22414"/>
                    <a:pt x="31788" y="22340"/>
                    <a:pt x="31788" y="22267"/>
                  </a:cubicBezTo>
                  <a:cubicBezTo>
                    <a:pt x="31818" y="22281"/>
                    <a:pt x="31847" y="22281"/>
                    <a:pt x="31877" y="22267"/>
                  </a:cubicBezTo>
                  <a:cubicBezTo>
                    <a:pt x="31921" y="22193"/>
                    <a:pt x="32009" y="22208"/>
                    <a:pt x="32068" y="22164"/>
                  </a:cubicBezTo>
                  <a:lnTo>
                    <a:pt x="32068" y="22164"/>
                  </a:lnTo>
                  <a:cubicBezTo>
                    <a:pt x="32127" y="22120"/>
                    <a:pt x="32112" y="22031"/>
                    <a:pt x="32156" y="21972"/>
                  </a:cubicBezTo>
                  <a:cubicBezTo>
                    <a:pt x="32156" y="21943"/>
                    <a:pt x="32156" y="21928"/>
                    <a:pt x="32156" y="21899"/>
                  </a:cubicBezTo>
                  <a:cubicBezTo>
                    <a:pt x="32156" y="21884"/>
                    <a:pt x="32141" y="21869"/>
                    <a:pt x="32127" y="21869"/>
                  </a:cubicBezTo>
                  <a:cubicBezTo>
                    <a:pt x="32141" y="21840"/>
                    <a:pt x="32156" y="21811"/>
                    <a:pt x="32171" y="21796"/>
                  </a:cubicBezTo>
                  <a:lnTo>
                    <a:pt x="32274" y="21796"/>
                  </a:lnTo>
                  <a:cubicBezTo>
                    <a:pt x="32303" y="21766"/>
                    <a:pt x="32318" y="21722"/>
                    <a:pt x="32303" y="21678"/>
                  </a:cubicBezTo>
                  <a:lnTo>
                    <a:pt x="32303" y="21619"/>
                  </a:lnTo>
                  <a:cubicBezTo>
                    <a:pt x="32362" y="21472"/>
                    <a:pt x="32377" y="21310"/>
                    <a:pt x="32362" y="21148"/>
                  </a:cubicBezTo>
                  <a:lnTo>
                    <a:pt x="32392" y="21134"/>
                  </a:lnTo>
                  <a:cubicBezTo>
                    <a:pt x="32421" y="21104"/>
                    <a:pt x="32377" y="21016"/>
                    <a:pt x="32465" y="21031"/>
                  </a:cubicBezTo>
                  <a:cubicBezTo>
                    <a:pt x="32539" y="21031"/>
                    <a:pt x="32612" y="21001"/>
                    <a:pt x="32642" y="20942"/>
                  </a:cubicBezTo>
                  <a:lnTo>
                    <a:pt x="32730" y="20839"/>
                  </a:lnTo>
                  <a:lnTo>
                    <a:pt x="32730" y="20751"/>
                  </a:lnTo>
                  <a:cubicBezTo>
                    <a:pt x="32730" y="20648"/>
                    <a:pt x="32701" y="20604"/>
                    <a:pt x="32671" y="20574"/>
                  </a:cubicBezTo>
                  <a:close/>
                  <a:moveTo>
                    <a:pt x="24474" y="29757"/>
                  </a:moveTo>
                  <a:lnTo>
                    <a:pt x="24474" y="29757"/>
                  </a:lnTo>
                  <a:cubicBezTo>
                    <a:pt x="24474" y="29743"/>
                    <a:pt x="24474" y="29728"/>
                    <a:pt x="24489" y="29713"/>
                  </a:cubicBezTo>
                  <a:cubicBezTo>
                    <a:pt x="24474" y="29728"/>
                    <a:pt x="24474" y="29743"/>
                    <a:pt x="24474" y="29757"/>
                  </a:cubicBezTo>
                  <a:close/>
                  <a:moveTo>
                    <a:pt x="13702" y="1428"/>
                  </a:moveTo>
                  <a:lnTo>
                    <a:pt x="13702" y="1428"/>
                  </a:lnTo>
                  <a:close/>
                  <a:moveTo>
                    <a:pt x="31141" y="25033"/>
                  </a:moveTo>
                  <a:cubicBezTo>
                    <a:pt x="31141" y="25033"/>
                    <a:pt x="31126" y="25033"/>
                    <a:pt x="31126" y="25019"/>
                  </a:cubicBezTo>
                  <a:lnTo>
                    <a:pt x="31141" y="25019"/>
                  </a:lnTo>
                  <a:close/>
                  <a:moveTo>
                    <a:pt x="2252" y="9552"/>
                  </a:moveTo>
                  <a:cubicBezTo>
                    <a:pt x="2252" y="9537"/>
                    <a:pt x="2267" y="9537"/>
                    <a:pt x="2282" y="9522"/>
                  </a:cubicBezTo>
                  <a:lnTo>
                    <a:pt x="2267" y="9537"/>
                  </a:lnTo>
                  <a:lnTo>
                    <a:pt x="2252" y="9537"/>
                  </a:lnTo>
                  <a:lnTo>
                    <a:pt x="2252" y="9537"/>
                  </a:lnTo>
                  <a:lnTo>
                    <a:pt x="2237" y="9552"/>
                  </a:lnTo>
                  <a:cubicBezTo>
                    <a:pt x="2237" y="9552"/>
                    <a:pt x="2237" y="9552"/>
                    <a:pt x="2252" y="9552"/>
                  </a:cubicBezTo>
                  <a:close/>
                  <a:moveTo>
                    <a:pt x="3091" y="7874"/>
                  </a:moveTo>
                  <a:lnTo>
                    <a:pt x="3091" y="7874"/>
                  </a:lnTo>
                  <a:lnTo>
                    <a:pt x="3091" y="7874"/>
                  </a:lnTo>
                  <a:close/>
                  <a:moveTo>
                    <a:pt x="31435" y="24003"/>
                  </a:moveTo>
                  <a:lnTo>
                    <a:pt x="31435" y="24003"/>
                  </a:lnTo>
                  <a:lnTo>
                    <a:pt x="31435" y="23989"/>
                  </a:lnTo>
                  <a:lnTo>
                    <a:pt x="31435" y="23989"/>
                  </a:lnTo>
                  <a:close/>
                  <a:moveTo>
                    <a:pt x="2252" y="9581"/>
                  </a:moveTo>
                  <a:lnTo>
                    <a:pt x="2237" y="9566"/>
                  </a:lnTo>
                  <a:lnTo>
                    <a:pt x="2252" y="9552"/>
                  </a:lnTo>
                  <a:cubicBezTo>
                    <a:pt x="2252" y="9566"/>
                    <a:pt x="2252" y="9566"/>
                    <a:pt x="2252" y="9581"/>
                  </a:cubicBezTo>
                  <a:close/>
                  <a:moveTo>
                    <a:pt x="31361" y="12995"/>
                  </a:moveTo>
                  <a:close/>
                  <a:moveTo>
                    <a:pt x="32053" y="19250"/>
                  </a:moveTo>
                  <a:cubicBezTo>
                    <a:pt x="32038" y="19250"/>
                    <a:pt x="32024" y="19250"/>
                    <a:pt x="32009" y="19250"/>
                  </a:cubicBezTo>
                  <a:lnTo>
                    <a:pt x="32009" y="19235"/>
                  </a:lnTo>
                  <a:close/>
                  <a:moveTo>
                    <a:pt x="11170" y="28286"/>
                  </a:moveTo>
                  <a:cubicBezTo>
                    <a:pt x="11156" y="28271"/>
                    <a:pt x="11141" y="28256"/>
                    <a:pt x="11141" y="28256"/>
                  </a:cubicBezTo>
                  <a:lnTo>
                    <a:pt x="11141" y="28256"/>
                  </a:lnTo>
                  <a:lnTo>
                    <a:pt x="11156" y="28271"/>
                  </a:lnTo>
                  <a:cubicBezTo>
                    <a:pt x="11156" y="28271"/>
                    <a:pt x="11170" y="28286"/>
                    <a:pt x="11170" y="28286"/>
                  </a:cubicBezTo>
                  <a:close/>
                  <a:moveTo>
                    <a:pt x="1090" y="16777"/>
                  </a:moveTo>
                  <a:close/>
                  <a:moveTo>
                    <a:pt x="9154" y="7403"/>
                  </a:moveTo>
                  <a:cubicBezTo>
                    <a:pt x="9154" y="7403"/>
                    <a:pt x="9154" y="7403"/>
                    <a:pt x="9154" y="7388"/>
                  </a:cubicBezTo>
                  <a:lnTo>
                    <a:pt x="9154" y="7388"/>
                  </a:lnTo>
                  <a:lnTo>
                    <a:pt x="9154" y="7403"/>
                  </a:lnTo>
                  <a:close/>
                  <a:moveTo>
                    <a:pt x="12407" y="5048"/>
                  </a:moveTo>
                  <a:lnTo>
                    <a:pt x="12421" y="5063"/>
                  </a:lnTo>
                  <a:lnTo>
                    <a:pt x="12421" y="5063"/>
                  </a:lnTo>
                  <a:lnTo>
                    <a:pt x="12436" y="5078"/>
                  </a:lnTo>
                  <a:lnTo>
                    <a:pt x="12436" y="5078"/>
                  </a:lnTo>
                  <a:cubicBezTo>
                    <a:pt x="12421" y="5063"/>
                    <a:pt x="12407" y="5063"/>
                    <a:pt x="12392" y="5048"/>
                  </a:cubicBezTo>
                  <a:cubicBezTo>
                    <a:pt x="12392" y="5034"/>
                    <a:pt x="12377" y="5019"/>
                    <a:pt x="12362" y="5019"/>
                  </a:cubicBezTo>
                  <a:lnTo>
                    <a:pt x="12362" y="5019"/>
                  </a:lnTo>
                  <a:close/>
                  <a:moveTo>
                    <a:pt x="21958" y="3871"/>
                  </a:moveTo>
                  <a:close/>
                  <a:moveTo>
                    <a:pt x="11524" y="5402"/>
                  </a:moveTo>
                  <a:close/>
                  <a:moveTo>
                    <a:pt x="28212" y="10332"/>
                  </a:moveTo>
                  <a:close/>
                  <a:moveTo>
                    <a:pt x="3739" y="16513"/>
                  </a:moveTo>
                  <a:lnTo>
                    <a:pt x="3739" y="16513"/>
                  </a:lnTo>
                  <a:cubicBezTo>
                    <a:pt x="3739" y="16513"/>
                    <a:pt x="3739" y="16498"/>
                    <a:pt x="3753" y="16498"/>
                  </a:cubicBezTo>
                  <a:cubicBezTo>
                    <a:pt x="3753" y="16498"/>
                    <a:pt x="3739" y="16513"/>
                    <a:pt x="3739" y="16513"/>
                  </a:cubicBezTo>
                  <a:close/>
                  <a:moveTo>
                    <a:pt x="11141" y="25063"/>
                  </a:moveTo>
                  <a:cubicBezTo>
                    <a:pt x="11141" y="25019"/>
                    <a:pt x="11126" y="24975"/>
                    <a:pt x="11112" y="24945"/>
                  </a:cubicBezTo>
                  <a:cubicBezTo>
                    <a:pt x="11141" y="24975"/>
                    <a:pt x="11141" y="25019"/>
                    <a:pt x="11141" y="25063"/>
                  </a:cubicBezTo>
                  <a:close/>
                  <a:moveTo>
                    <a:pt x="4062" y="21546"/>
                  </a:moveTo>
                  <a:cubicBezTo>
                    <a:pt x="4077" y="21531"/>
                    <a:pt x="4092" y="21516"/>
                    <a:pt x="4106" y="21516"/>
                  </a:cubicBezTo>
                  <a:lnTo>
                    <a:pt x="4121" y="21531"/>
                  </a:lnTo>
                  <a:close/>
                  <a:moveTo>
                    <a:pt x="15880" y="4651"/>
                  </a:moveTo>
                  <a:lnTo>
                    <a:pt x="15880" y="4651"/>
                  </a:lnTo>
                  <a:lnTo>
                    <a:pt x="15880" y="4651"/>
                  </a:lnTo>
                  <a:lnTo>
                    <a:pt x="15865" y="4651"/>
                  </a:lnTo>
                  <a:close/>
                  <a:moveTo>
                    <a:pt x="25445" y="5976"/>
                  </a:moveTo>
                  <a:lnTo>
                    <a:pt x="25445" y="5976"/>
                  </a:lnTo>
                  <a:lnTo>
                    <a:pt x="25445" y="5976"/>
                  </a:lnTo>
                  <a:lnTo>
                    <a:pt x="25431" y="5976"/>
                  </a:lnTo>
                  <a:close/>
                  <a:moveTo>
                    <a:pt x="3945" y="11288"/>
                  </a:moveTo>
                  <a:lnTo>
                    <a:pt x="3945" y="11288"/>
                  </a:lnTo>
                  <a:lnTo>
                    <a:pt x="3945" y="11303"/>
                  </a:lnTo>
                  <a:lnTo>
                    <a:pt x="3945" y="11288"/>
                  </a:lnTo>
                  <a:lnTo>
                    <a:pt x="3945" y="11288"/>
                  </a:lnTo>
                  <a:close/>
                  <a:moveTo>
                    <a:pt x="11980" y="25784"/>
                  </a:moveTo>
                  <a:cubicBezTo>
                    <a:pt x="11980" y="25784"/>
                    <a:pt x="11995" y="25784"/>
                    <a:pt x="11995" y="25784"/>
                  </a:cubicBezTo>
                  <a:lnTo>
                    <a:pt x="11995" y="25799"/>
                  </a:lnTo>
                  <a:lnTo>
                    <a:pt x="11995" y="25799"/>
                  </a:lnTo>
                  <a:cubicBezTo>
                    <a:pt x="11980" y="25799"/>
                    <a:pt x="11980" y="25784"/>
                    <a:pt x="11965" y="25784"/>
                  </a:cubicBezTo>
                  <a:close/>
                  <a:moveTo>
                    <a:pt x="10582" y="8919"/>
                  </a:moveTo>
                  <a:lnTo>
                    <a:pt x="10582" y="8919"/>
                  </a:lnTo>
                  <a:lnTo>
                    <a:pt x="10582" y="8919"/>
                  </a:lnTo>
                  <a:lnTo>
                    <a:pt x="10582" y="8919"/>
                  </a:lnTo>
                  <a:cubicBezTo>
                    <a:pt x="10582" y="8919"/>
                    <a:pt x="10582" y="8934"/>
                    <a:pt x="10582" y="8934"/>
                  </a:cubicBezTo>
                  <a:lnTo>
                    <a:pt x="10567" y="8919"/>
                  </a:lnTo>
                  <a:lnTo>
                    <a:pt x="10567" y="8919"/>
                  </a:lnTo>
                  <a:close/>
                  <a:moveTo>
                    <a:pt x="21649" y="6447"/>
                  </a:moveTo>
                  <a:cubicBezTo>
                    <a:pt x="21678" y="6432"/>
                    <a:pt x="21693" y="6432"/>
                    <a:pt x="21707" y="6417"/>
                  </a:cubicBezTo>
                  <a:cubicBezTo>
                    <a:pt x="21693" y="6432"/>
                    <a:pt x="21663" y="6432"/>
                    <a:pt x="21649" y="6432"/>
                  </a:cubicBezTo>
                  <a:close/>
                  <a:moveTo>
                    <a:pt x="23576" y="10906"/>
                  </a:moveTo>
                  <a:close/>
                  <a:moveTo>
                    <a:pt x="21413" y="7889"/>
                  </a:moveTo>
                  <a:lnTo>
                    <a:pt x="21413" y="7889"/>
                  </a:lnTo>
                  <a:lnTo>
                    <a:pt x="21384" y="7874"/>
                  </a:lnTo>
                  <a:lnTo>
                    <a:pt x="21384" y="7874"/>
                  </a:lnTo>
                  <a:close/>
                  <a:moveTo>
                    <a:pt x="26520" y="20398"/>
                  </a:moveTo>
                  <a:lnTo>
                    <a:pt x="26520" y="20398"/>
                  </a:lnTo>
                  <a:cubicBezTo>
                    <a:pt x="26520" y="20398"/>
                    <a:pt x="26534" y="20412"/>
                    <a:pt x="26534" y="20412"/>
                  </a:cubicBezTo>
                  <a:close/>
                  <a:moveTo>
                    <a:pt x="25475" y="15350"/>
                  </a:moveTo>
                  <a:cubicBezTo>
                    <a:pt x="25490" y="15350"/>
                    <a:pt x="25490" y="15365"/>
                    <a:pt x="25490" y="15365"/>
                  </a:cubicBezTo>
                  <a:lnTo>
                    <a:pt x="25475" y="15365"/>
                  </a:lnTo>
                  <a:close/>
                  <a:moveTo>
                    <a:pt x="6505" y="18882"/>
                  </a:moveTo>
                  <a:close/>
                  <a:moveTo>
                    <a:pt x="26520" y="17646"/>
                  </a:moveTo>
                  <a:close/>
                  <a:moveTo>
                    <a:pt x="25946" y="18573"/>
                  </a:moveTo>
                  <a:cubicBezTo>
                    <a:pt x="25946" y="18588"/>
                    <a:pt x="25946" y="18588"/>
                    <a:pt x="25946" y="18588"/>
                  </a:cubicBezTo>
                  <a:lnTo>
                    <a:pt x="25946" y="18588"/>
                  </a:lnTo>
                  <a:close/>
                  <a:moveTo>
                    <a:pt x="24548" y="18676"/>
                  </a:moveTo>
                  <a:cubicBezTo>
                    <a:pt x="24533" y="18676"/>
                    <a:pt x="24518" y="18676"/>
                    <a:pt x="24518" y="18661"/>
                  </a:cubicBezTo>
                  <a:cubicBezTo>
                    <a:pt x="24533" y="18661"/>
                    <a:pt x="24533" y="18661"/>
                    <a:pt x="24548" y="18661"/>
                  </a:cubicBezTo>
                  <a:close/>
                  <a:moveTo>
                    <a:pt x="24724" y="18867"/>
                  </a:moveTo>
                  <a:lnTo>
                    <a:pt x="24724" y="18867"/>
                  </a:lnTo>
                  <a:close/>
                  <a:moveTo>
                    <a:pt x="26799" y="19265"/>
                  </a:moveTo>
                  <a:cubicBezTo>
                    <a:pt x="26814" y="19279"/>
                    <a:pt x="26814" y="19279"/>
                    <a:pt x="26814" y="19294"/>
                  </a:cubicBezTo>
                  <a:lnTo>
                    <a:pt x="26799" y="19294"/>
                  </a:lnTo>
                  <a:close/>
                  <a:moveTo>
                    <a:pt x="24548" y="15188"/>
                  </a:moveTo>
                  <a:lnTo>
                    <a:pt x="24548" y="15188"/>
                  </a:lnTo>
                  <a:lnTo>
                    <a:pt x="24548" y="15188"/>
                  </a:lnTo>
                  <a:lnTo>
                    <a:pt x="24548" y="15188"/>
                  </a:lnTo>
                  <a:lnTo>
                    <a:pt x="24548" y="15173"/>
                  </a:lnTo>
                  <a:lnTo>
                    <a:pt x="24562" y="15173"/>
                  </a:lnTo>
                  <a:close/>
                  <a:moveTo>
                    <a:pt x="21722" y="9463"/>
                  </a:moveTo>
                  <a:cubicBezTo>
                    <a:pt x="21752" y="9478"/>
                    <a:pt x="21722" y="9493"/>
                    <a:pt x="21722" y="9463"/>
                  </a:cubicBezTo>
                  <a:close/>
                  <a:moveTo>
                    <a:pt x="23385" y="15144"/>
                  </a:moveTo>
                  <a:close/>
                  <a:moveTo>
                    <a:pt x="20721" y="13378"/>
                  </a:moveTo>
                  <a:close/>
                  <a:moveTo>
                    <a:pt x="19529" y="15968"/>
                  </a:moveTo>
                  <a:cubicBezTo>
                    <a:pt x="19529" y="15983"/>
                    <a:pt x="19529" y="15998"/>
                    <a:pt x="19544" y="16012"/>
                  </a:cubicBezTo>
                  <a:cubicBezTo>
                    <a:pt x="19529" y="15998"/>
                    <a:pt x="19529" y="15983"/>
                    <a:pt x="19529" y="15968"/>
                  </a:cubicBezTo>
                  <a:close/>
                  <a:moveTo>
                    <a:pt x="19735" y="15276"/>
                  </a:moveTo>
                  <a:cubicBezTo>
                    <a:pt x="19750" y="15262"/>
                    <a:pt x="19750" y="15247"/>
                    <a:pt x="19765" y="15247"/>
                  </a:cubicBezTo>
                  <a:close/>
                  <a:moveTo>
                    <a:pt x="20442" y="17454"/>
                  </a:moveTo>
                  <a:lnTo>
                    <a:pt x="20442" y="17454"/>
                  </a:lnTo>
                  <a:lnTo>
                    <a:pt x="20442" y="17454"/>
                  </a:lnTo>
                  <a:cubicBezTo>
                    <a:pt x="20442" y="17440"/>
                    <a:pt x="20442" y="17440"/>
                    <a:pt x="20457" y="17425"/>
                  </a:cubicBezTo>
                  <a:lnTo>
                    <a:pt x="20457" y="17425"/>
                  </a:lnTo>
                  <a:cubicBezTo>
                    <a:pt x="20442" y="17440"/>
                    <a:pt x="20442" y="17440"/>
                    <a:pt x="20442" y="17454"/>
                  </a:cubicBezTo>
                  <a:close/>
                  <a:moveTo>
                    <a:pt x="19765" y="18882"/>
                  </a:moveTo>
                  <a:lnTo>
                    <a:pt x="19765" y="18882"/>
                  </a:lnTo>
                  <a:close/>
                  <a:moveTo>
                    <a:pt x="21634" y="12539"/>
                  </a:moveTo>
                  <a:cubicBezTo>
                    <a:pt x="21663" y="12554"/>
                    <a:pt x="21693" y="12554"/>
                    <a:pt x="21722" y="12569"/>
                  </a:cubicBezTo>
                  <a:cubicBezTo>
                    <a:pt x="21693" y="12569"/>
                    <a:pt x="21663" y="12554"/>
                    <a:pt x="21634" y="12539"/>
                  </a:cubicBezTo>
                  <a:close/>
                  <a:moveTo>
                    <a:pt x="19735" y="10803"/>
                  </a:moveTo>
                  <a:cubicBezTo>
                    <a:pt x="19765" y="10817"/>
                    <a:pt x="19780" y="10832"/>
                    <a:pt x="19794" y="10847"/>
                  </a:cubicBezTo>
                  <a:cubicBezTo>
                    <a:pt x="19780" y="10832"/>
                    <a:pt x="19750" y="10817"/>
                    <a:pt x="19735" y="10803"/>
                  </a:cubicBezTo>
                  <a:close/>
                  <a:moveTo>
                    <a:pt x="21487" y="20957"/>
                  </a:moveTo>
                  <a:close/>
                  <a:moveTo>
                    <a:pt x="15733" y="21163"/>
                  </a:moveTo>
                  <a:lnTo>
                    <a:pt x="15733" y="21163"/>
                  </a:lnTo>
                  <a:cubicBezTo>
                    <a:pt x="15733" y="21192"/>
                    <a:pt x="15703" y="21251"/>
                    <a:pt x="15659" y="21281"/>
                  </a:cubicBezTo>
                  <a:cubicBezTo>
                    <a:pt x="15630" y="21310"/>
                    <a:pt x="15571" y="21310"/>
                    <a:pt x="15526" y="21281"/>
                  </a:cubicBezTo>
                  <a:cubicBezTo>
                    <a:pt x="15600" y="21281"/>
                    <a:pt x="15674" y="21237"/>
                    <a:pt x="15733" y="21163"/>
                  </a:cubicBezTo>
                  <a:close/>
                  <a:moveTo>
                    <a:pt x="16836" y="20103"/>
                  </a:moveTo>
                  <a:lnTo>
                    <a:pt x="16822" y="20103"/>
                  </a:lnTo>
                  <a:lnTo>
                    <a:pt x="16822" y="20089"/>
                  </a:lnTo>
                  <a:close/>
                  <a:moveTo>
                    <a:pt x="11906" y="17808"/>
                  </a:moveTo>
                  <a:cubicBezTo>
                    <a:pt x="11906" y="17808"/>
                    <a:pt x="11906" y="17808"/>
                    <a:pt x="11906" y="17793"/>
                  </a:cubicBezTo>
                  <a:lnTo>
                    <a:pt x="11921" y="17793"/>
                  </a:lnTo>
                  <a:close/>
                  <a:moveTo>
                    <a:pt x="11421" y="16763"/>
                  </a:moveTo>
                  <a:lnTo>
                    <a:pt x="11406" y="16763"/>
                  </a:lnTo>
                  <a:lnTo>
                    <a:pt x="11406" y="16763"/>
                  </a:lnTo>
                  <a:close/>
                  <a:moveTo>
                    <a:pt x="9066" y="13937"/>
                  </a:moveTo>
                  <a:lnTo>
                    <a:pt x="9066" y="13937"/>
                  </a:lnTo>
                  <a:lnTo>
                    <a:pt x="9066" y="13908"/>
                  </a:lnTo>
                  <a:cubicBezTo>
                    <a:pt x="9066" y="13908"/>
                    <a:pt x="9066" y="13937"/>
                    <a:pt x="9066" y="13937"/>
                  </a:cubicBezTo>
                  <a:close/>
                  <a:moveTo>
                    <a:pt x="8963" y="14143"/>
                  </a:moveTo>
                  <a:lnTo>
                    <a:pt x="8948" y="14143"/>
                  </a:lnTo>
                  <a:lnTo>
                    <a:pt x="8963" y="14129"/>
                  </a:lnTo>
                  <a:close/>
                  <a:moveTo>
                    <a:pt x="9154" y="13746"/>
                  </a:moveTo>
                  <a:lnTo>
                    <a:pt x="9154" y="13746"/>
                  </a:lnTo>
                  <a:lnTo>
                    <a:pt x="9154" y="13731"/>
                  </a:lnTo>
                  <a:close/>
                  <a:moveTo>
                    <a:pt x="9449" y="19426"/>
                  </a:moveTo>
                  <a:lnTo>
                    <a:pt x="9449" y="19426"/>
                  </a:lnTo>
                  <a:lnTo>
                    <a:pt x="9449" y="19426"/>
                  </a:lnTo>
                  <a:lnTo>
                    <a:pt x="9463" y="19426"/>
                  </a:lnTo>
                  <a:close/>
                  <a:moveTo>
                    <a:pt x="11715" y="16586"/>
                  </a:moveTo>
                  <a:lnTo>
                    <a:pt x="11730" y="16586"/>
                  </a:lnTo>
                  <a:cubicBezTo>
                    <a:pt x="11730" y="16586"/>
                    <a:pt x="11730" y="16601"/>
                    <a:pt x="11730" y="16601"/>
                  </a:cubicBezTo>
                  <a:close/>
                  <a:moveTo>
                    <a:pt x="8021" y="19426"/>
                  </a:moveTo>
                  <a:cubicBezTo>
                    <a:pt x="8021" y="19426"/>
                    <a:pt x="8021" y="19441"/>
                    <a:pt x="8021" y="19456"/>
                  </a:cubicBezTo>
                  <a:cubicBezTo>
                    <a:pt x="8021" y="19441"/>
                    <a:pt x="8021" y="19441"/>
                    <a:pt x="8021" y="19426"/>
                  </a:cubicBezTo>
                  <a:close/>
                  <a:moveTo>
                    <a:pt x="15320" y="19235"/>
                  </a:moveTo>
                  <a:close/>
                  <a:moveTo>
                    <a:pt x="14452" y="18661"/>
                  </a:moveTo>
                  <a:cubicBezTo>
                    <a:pt x="14467" y="18661"/>
                    <a:pt x="14482" y="18646"/>
                    <a:pt x="14511" y="18646"/>
                  </a:cubicBezTo>
                  <a:lnTo>
                    <a:pt x="14467" y="18676"/>
                  </a:lnTo>
                  <a:close/>
                  <a:moveTo>
                    <a:pt x="7786" y="16689"/>
                  </a:moveTo>
                  <a:cubicBezTo>
                    <a:pt x="7756" y="16719"/>
                    <a:pt x="7727" y="16719"/>
                    <a:pt x="7683" y="16719"/>
                  </a:cubicBezTo>
                  <a:lnTo>
                    <a:pt x="7668" y="16704"/>
                  </a:lnTo>
                  <a:cubicBezTo>
                    <a:pt x="7712" y="16704"/>
                    <a:pt x="7741" y="16704"/>
                    <a:pt x="7786" y="16704"/>
                  </a:cubicBezTo>
                  <a:close/>
                  <a:moveTo>
                    <a:pt x="16071" y="25122"/>
                  </a:moveTo>
                  <a:close/>
                  <a:moveTo>
                    <a:pt x="22782" y="20339"/>
                  </a:moveTo>
                  <a:cubicBezTo>
                    <a:pt x="22782" y="20339"/>
                    <a:pt x="22767" y="20339"/>
                    <a:pt x="22767" y="20339"/>
                  </a:cubicBezTo>
                  <a:close/>
                  <a:moveTo>
                    <a:pt x="26505" y="20368"/>
                  </a:moveTo>
                  <a:lnTo>
                    <a:pt x="26505" y="20383"/>
                  </a:lnTo>
                  <a:lnTo>
                    <a:pt x="26505" y="20383"/>
                  </a:lnTo>
                  <a:close/>
                  <a:moveTo>
                    <a:pt x="26902" y="14791"/>
                  </a:moveTo>
                  <a:cubicBezTo>
                    <a:pt x="26902" y="14776"/>
                    <a:pt x="26902" y="14747"/>
                    <a:pt x="26917" y="14732"/>
                  </a:cubicBezTo>
                  <a:cubicBezTo>
                    <a:pt x="26932" y="14761"/>
                    <a:pt x="26917" y="14791"/>
                    <a:pt x="26902" y="14805"/>
                  </a:cubicBezTo>
                  <a:close/>
                  <a:moveTo>
                    <a:pt x="6549" y="17734"/>
                  </a:moveTo>
                  <a:lnTo>
                    <a:pt x="6549" y="17734"/>
                  </a:lnTo>
                  <a:cubicBezTo>
                    <a:pt x="6505" y="17763"/>
                    <a:pt x="6461" y="17793"/>
                    <a:pt x="6417" y="17822"/>
                  </a:cubicBezTo>
                  <a:cubicBezTo>
                    <a:pt x="6432" y="17778"/>
                    <a:pt x="6491" y="17749"/>
                    <a:pt x="6549" y="17734"/>
                  </a:cubicBezTo>
                  <a:close/>
                  <a:moveTo>
                    <a:pt x="6682" y="19059"/>
                  </a:moveTo>
                  <a:lnTo>
                    <a:pt x="6682" y="19059"/>
                  </a:lnTo>
                  <a:close/>
                  <a:moveTo>
                    <a:pt x="27829" y="18396"/>
                  </a:moveTo>
                  <a:close/>
                  <a:moveTo>
                    <a:pt x="24886" y="14040"/>
                  </a:moveTo>
                  <a:close/>
                  <a:moveTo>
                    <a:pt x="20339" y="6947"/>
                  </a:moveTo>
                  <a:close/>
                  <a:moveTo>
                    <a:pt x="17278" y="12348"/>
                  </a:moveTo>
                  <a:cubicBezTo>
                    <a:pt x="17263" y="12348"/>
                    <a:pt x="17263" y="12363"/>
                    <a:pt x="17263" y="12363"/>
                  </a:cubicBezTo>
                  <a:cubicBezTo>
                    <a:pt x="17248" y="12377"/>
                    <a:pt x="17234" y="12392"/>
                    <a:pt x="17219" y="12377"/>
                  </a:cubicBezTo>
                  <a:lnTo>
                    <a:pt x="17189" y="12377"/>
                  </a:lnTo>
                  <a:cubicBezTo>
                    <a:pt x="17219" y="12363"/>
                    <a:pt x="17248" y="12348"/>
                    <a:pt x="17278" y="12348"/>
                  </a:cubicBezTo>
                  <a:close/>
                  <a:moveTo>
                    <a:pt x="15129" y="18588"/>
                  </a:moveTo>
                  <a:lnTo>
                    <a:pt x="15129" y="18588"/>
                  </a:lnTo>
                  <a:close/>
                  <a:moveTo>
                    <a:pt x="8595" y="12510"/>
                  </a:moveTo>
                  <a:lnTo>
                    <a:pt x="8595" y="12510"/>
                  </a:lnTo>
                  <a:lnTo>
                    <a:pt x="8595" y="12510"/>
                  </a:lnTo>
                  <a:cubicBezTo>
                    <a:pt x="8595" y="12510"/>
                    <a:pt x="8595" y="12510"/>
                    <a:pt x="8595" y="12510"/>
                  </a:cubicBezTo>
                  <a:close/>
                  <a:moveTo>
                    <a:pt x="6299" y="18161"/>
                  </a:moveTo>
                  <a:cubicBezTo>
                    <a:pt x="6299" y="18176"/>
                    <a:pt x="6299" y="18176"/>
                    <a:pt x="6299" y="18190"/>
                  </a:cubicBezTo>
                  <a:cubicBezTo>
                    <a:pt x="6299" y="18176"/>
                    <a:pt x="6299" y="18176"/>
                    <a:pt x="6299" y="18161"/>
                  </a:cubicBezTo>
                  <a:close/>
                  <a:moveTo>
                    <a:pt x="6461" y="21104"/>
                  </a:moveTo>
                  <a:cubicBezTo>
                    <a:pt x="6461" y="21104"/>
                    <a:pt x="6461" y="21119"/>
                    <a:pt x="6461" y="21119"/>
                  </a:cubicBezTo>
                  <a:lnTo>
                    <a:pt x="6461" y="21119"/>
                  </a:lnTo>
                  <a:cubicBezTo>
                    <a:pt x="6461" y="21119"/>
                    <a:pt x="6461" y="21104"/>
                    <a:pt x="6476" y="21104"/>
                  </a:cubicBezTo>
                  <a:close/>
                  <a:moveTo>
                    <a:pt x="10273" y="22826"/>
                  </a:moveTo>
                  <a:cubicBezTo>
                    <a:pt x="10273" y="22826"/>
                    <a:pt x="10287" y="22841"/>
                    <a:pt x="10287" y="22855"/>
                  </a:cubicBezTo>
                  <a:lnTo>
                    <a:pt x="10287" y="22855"/>
                  </a:lnTo>
                  <a:cubicBezTo>
                    <a:pt x="10287" y="22841"/>
                    <a:pt x="10287" y="22841"/>
                    <a:pt x="10287" y="22826"/>
                  </a:cubicBezTo>
                  <a:close/>
                  <a:moveTo>
                    <a:pt x="26682" y="20574"/>
                  </a:moveTo>
                  <a:close/>
                  <a:moveTo>
                    <a:pt x="21295" y="7889"/>
                  </a:moveTo>
                  <a:lnTo>
                    <a:pt x="21295" y="7874"/>
                  </a:lnTo>
                  <a:lnTo>
                    <a:pt x="21310" y="7874"/>
                  </a:lnTo>
                  <a:close/>
                  <a:moveTo>
                    <a:pt x="22693" y="7609"/>
                  </a:moveTo>
                  <a:lnTo>
                    <a:pt x="22620" y="7580"/>
                  </a:lnTo>
                  <a:lnTo>
                    <a:pt x="22649" y="7550"/>
                  </a:lnTo>
                  <a:cubicBezTo>
                    <a:pt x="22664" y="7580"/>
                    <a:pt x="22679" y="7594"/>
                    <a:pt x="22708" y="7609"/>
                  </a:cubicBezTo>
                  <a:close/>
                  <a:moveTo>
                    <a:pt x="21752" y="6358"/>
                  </a:moveTo>
                  <a:lnTo>
                    <a:pt x="21752" y="6358"/>
                  </a:lnTo>
                  <a:lnTo>
                    <a:pt x="21752" y="6329"/>
                  </a:lnTo>
                  <a:lnTo>
                    <a:pt x="21752" y="6329"/>
                  </a:lnTo>
                  <a:lnTo>
                    <a:pt x="21766" y="6358"/>
                  </a:lnTo>
                  <a:close/>
                  <a:moveTo>
                    <a:pt x="20942" y="6564"/>
                  </a:moveTo>
                  <a:cubicBezTo>
                    <a:pt x="21001" y="6564"/>
                    <a:pt x="21016" y="6579"/>
                    <a:pt x="21030" y="6623"/>
                  </a:cubicBezTo>
                  <a:close/>
                  <a:moveTo>
                    <a:pt x="13849" y="8433"/>
                  </a:moveTo>
                  <a:close/>
                  <a:moveTo>
                    <a:pt x="28536" y="17616"/>
                  </a:moveTo>
                  <a:cubicBezTo>
                    <a:pt x="28551" y="17631"/>
                    <a:pt x="28565" y="17646"/>
                    <a:pt x="28580" y="17660"/>
                  </a:cubicBezTo>
                  <a:cubicBezTo>
                    <a:pt x="28565" y="17646"/>
                    <a:pt x="28551" y="17631"/>
                    <a:pt x="28536" y="17616"/>
                  </a:cubicBezTo>
                  <a:close/>
                  <a:moveTo>
                    <a:pt x="14835" y="6241"/>
                  </a:moveTo>
                  <a:lnTo>
                    <a:pt x="14850" y="6226"/>
                  </a:lnTo>
                  <a:cubicBezTo>
                    <a:pt x="14835" y="6241"/>
                    <a:pt x="14835" y="6241"/>
                    <a:pt x="14835" y="6241"/>
                  </a:cubicBezTo>
                  <a:close/>
                  <a:moveTo>
                    <a:pt x="14158" y="7212"/>
                  </a:moveTo>
                  <a:lnTo>
                    <a:pt x="14173" y="7212"/>
                  </a:lnTo>
                  <a:lnTo>
                    <a:pt x="14173" y="7212"/>
                  </a:lnTo>
                  <a:close/>
                  <a:moveTo>
                    <a:pt x="5784" y="21693"/>
                  </a:moveTo>
                  <a:lnTo>
                    <a:pt x="5784" y="21693"/>
                  </a:lnTo>
                  <a:lnTo>
                    <a:pt x="5784" y="21649"/>
                  </a:lnTo>
                  <a:cubicBezTo>
                    <a:pt x="5784" y="21663"/>
                    <a:pt x="5784" y="21678"/>
                    <a:pt x="5784" y="21693"/>
                  </a:cubicBezTo>
                  <a:close/>
                  <a:moveTo>
                    <a:pt x="19000" y="26799"/>
                  </a:moveTo>
                  <a:lnTo>
                    <a:pt x="18970" y="26741"/>
                  </a:lnTo>
                  <a:lnTo>
                    <a:pt x="19014" y="26741"/>
                  </a:lnTo>
                  <a:close/>
                  <a:moveTo>
                    <a:pt x="28698" y="12907"/>
                  </a:moveTo>
                  <a:lnTo>
                    <a:pt x="28712" y="12907"/>
                  </a:lnTo>
                  <a:lnTo>
                    <a:pt x="28698" y="12907"/>
                  </a:lnTo>
                  <a:close/>
                  <a:moveTo>
                    <a:pt x="26122" y="9478"/>
                  </a:moveTo>
                  <a:close/>
                  <a:moveTo>
                    <a:pt x="25740" y="6255"/>
                  </a:moveTo>
                  <a:lnTo>
                    <a:pt x="25725" y="6255"/>
                  </a:lnTo>
                  <a:lnTo>
                    <a:pt x="25740" y="6241"/>
                  </a:lnTo>
                  <a:close/>
                  <a:moveTo>
                    <a:pt x="25136" y="8213"/>
                  </a:moveTo>
                  <a:cubicBezTo>
                    <a:pt x="25151" y="8242"/>
                    <a:pt x="25151" y="8286"/>
                    <a:pt x="25151" y="8330"/>
                  </a:cubicBezTo>
                  <a:cubicBezTo>
                    <a:pt x="25122" y="8286"/>
                    <a:pt x="25107" y="8257"/>
                    <a:pt x="25136" y="8213"/>
                  </a:cubicBezTo>
                  <a:close/>
                  <a:moveTo>
                    <a:pt x="23944" y="6064"/>
                  </a:moveTo>
                  <a:lnTo>
                    <a:pt x="23944" y="6064"/>
                  </a:lnTo>
                  <a:lnTo>
                    <a:pt x="23944" y="6064"/>
                  </a:lnTo>
                  <a:lnTo>
                    <a:pt x="23944" y="6079"/>
                  </a:lnTo>
                  <a:lnTo>
                    <a:pt x="23944" y="6079"/>
                  </a:lnTo>
                  <a:lnTo>
                    <a:pt x="23944" y="6079"/>
                  </a:lnTo>
                  <a:lnTo>
                    <a:pt x="23944" y="6079"/>
                  </a:lnTo>
                  <a:close/>
                  <a:moveTo>
                    <a:pt x="1943" y="12995"/>
                  </a:moveTo>
                  <a:close/>
                  <a:moveTo>
                    <a:pt x="5460" y="21869"/>
                  </a:moveTo>
                  <a:lnTo>
                    <a:pt x="5460" y="21869"/>
                  </a:lnTo>
                  <a:cubicBezTo>
                    <a:pt x="5460" y="21855"/>
                    <a:pt x="5475" y="21855"/>
                    <a:pt x="5475" y="21869"/>
                  </a:cubicBezTo>
                  <a:close/>
                  <a:moveTo>
                    <a:pt x="19323" y="27594"/>
                  </a:moveTo>
                  <a:cubicBezTo>
                    <a:pt x="19323" y="27594"/>
                    <a:pt x="19323" y="27579"/>
                    <a:pt x="19323" y="27579"/>
                  </a:cubicBezTo>
                  <a:cubicBezTo>
                    <a:pt x="19323" y="27579"/>
                    <a:pt x="19338" y="27579"/>
                    <a:pt x="19338" y="27579"/>
                  </a:cubicBezTo>
                  <a:close/>
                  <a:moveTo>
                    <a:pt x="25828" y="6255"/>
                  </a:moveTo>
                  <a:close/>
                  <a:moveTo>
                    <a:pt x="15497" y="3886"/>
                  </a:moveTo>
                  <a:close/>
                  <a:moveTo>
                    <a:pt x="8698" y="8139"/>
                  </a:moveTo>
                  <a:lnTo>
                    <a:pt x="8727" y="8139"/>
                  </a:lnTo>
                  <a:cubicBezTo>
                    <a:pt x="8713" y="8139"/>
                    <a:pt x="8698" y="8154"/>
                    <a:pt x="8698" y="8154"/>
                  </a:cubicBezTo>
                  <a:close/>
                  <a:moveTo>
                    <a:pt x="2179" y="16410"/>
                  </a:moveTo>
                  <a:lnTo>
                    <a:pt x="2164" y="16410"/>
                  </a:lnTo>
                  <a:lnTo>
                    <a:pt x="2164" y="16395"/>
                  </a:lnTo>
                  <a:cubicBezTo>
                    <a:pt x="2164" y="16395"/>
                    <a:pt x="2164" y="16395"/>
                    <a:pt x="2179" y="16410"/>
                  </a:cubicBezTo>
                  <a:close/>
                  <a:moveTo>
                    <a:pt x="19971" y="27403"/>
                  </a:moveTo>
                  <a:close/>
                  <a:moveTo>
                    <a:pt x="30743" y="17705"/>
                  </a:moveTo>
                  <a:lnTo>
                    <a:pt x="30802" y="17690"/>
                  </a:lnTo>
                  <a:cubicBezTo>
                    <a:pt x="30787" y="17705"/>
                    <a:pt x="30758" y="17719"/>
                    <a:pt x="30729" y="17705"/>
                  </a:cubicBezTo>
                  <a:close/>
                  <a:moveTo>
                    <a:pt x="30493" y="14585"/>
                  </a:moveTo>
                  <a:cubicBezTo>
                    <a:pt x="30478" y="14614"/>
                    <a:pt x="30449" y="14614"/>
                    <a:pt x="30420" y="14614"/>
                  </a:cubicBezTo>
                  <a:cubicBezTo>
                    <a:pt x="30449" y="14599"/>
                    <a:pt x="30464" y="14599"/>
                    <a:pt x="30493" y="14585"/>
                  </a:cubicBezTo>
                  <a:close/>
                  <a:moveTo>
                    <a:pt x="29919" y="15159"/>
                  </a:moveTo>
                  <a:lnTo>
                    <a:pt x="29919" y="15173"/>
                  </a:lnTo>
                  <a:lnTo>
                    <a:pt x="29890" y="15159"/>
                  </a:lnTo>
                  <a:close/>
                  <a:moveTo>
                    <a:pt x="28757" y="15070"/>
                  </a:moveTo>
                  <a:cubicBezTo>
                    <a:pt x="28801" y="15115"/>
                    <a:pt x="28845" y="15159"/>
                    <a:pt x="28889" y="15203"/>
                  </a:cubicBezTo>
                  <a:cubicBezTo>
                    <a:pt x="28815" y="15188"/>
                    <a:pt x="28771" y="15129"/>
                    <a:pt x="28742" y="15070"/>
                  </a:cubicBezTo>
                  <a:close/>
                  <a:moveTo>
                    <a:pt x="28212" y="10155"/>
                  </a:moveTo>
                  <a:lnTo>
                    <a:pt x="28212" y="10155"/>
                  </a:lnTo>
                  <a:lnTo>
                    <a:pt x="28212" y="10140"/>
                  </a:lnTo>
                  <a:lnTo>
                    <a:pt x="28212" y="10140"/>
                  </a:lnTo>
                  <a:close/>
                  <a:moveTo>
                    <a:pt x="24813" y="4931"/>
                  </a:moveTo>
                  <a:lnTo>
                    <a:pt x="24798" y="4945"/>
                  </a:lnTo>
                  <a:lnTo>
                    <a:pt x="24798" y="4945"/>
                  </a:lnTo>
                  <a:close/>
                  <a:moveTo>
                    <a:pt x="17028" y="4754"/>
                  </a:moveTo>
                  <a:close/>
                  <a:moveTo>
                    <a:pt x="1561" y="16895"/>
                  </a:moveTo>
                  <a:close/>
                  <a:moveTo>
                    <a:pt x="9140" y="26387"/>
                  </a:moveTo>
                  <a:lnTo>
                    <a:pt x="9140" y="26373"/>
                  </a:lnTo>
                  <a:lnTo>
                    <a:pt x="9140" y="26373"/>
                  </a:lnTo>
                  <a:lnTo>
                    <a:pt x="9140" y="26373"/>
                  </a:lnTo>
                  <a:close/>
                  <a:moveTo>
                    <a:pt x="20736" y="27785"/>
                  </a:moveTo>
                  <a:close/>
                  <a:moveTo>
                    <a:pt x="17042" y="4754"/>
                  </a:moveTo>
                  <a:close/>
                  <a:moveTo>
                    <a:pt x="12495" y="5137"/>
                  </a:moveTo>
                  <a:lnTo>
                    <a:pt x="12495" y="5137"/>
                  </a:lnTo>
                  <a:lnTo>
                    <a:pt x="12495" y="5137"/>
                  </a:lnTo>
                  <a:cubicBezTo>
                    <a:pt x="12480" y="5137"/>
                    <a:pt x="12480" y="5151"/>
                    <a:pt x="12480" y="5151"/>
                  </a:cubicBezTo>
                  <a:cubicBezTo>
                    <a:pt x="12480" y="5137"/>
                    <a:pt x="12480" y="5122"/>
                    <a:pt x="12480" y="5107"/>
                  </a:cubicBezTo>
                  <a:lnTo>
                    <a:pt x="12495" y="5137"/>
                  </a:lnTo>
                  <a:lnTo>
                    <a:pt x="12495" y="5137"/>
                  </a:lnTo>
                  <a:lnTo>
                    <a:pt x="12480" y="5107"/>
                  </a:lnTo>
                  <a:lnTo>
                    <a:pt x="12480" y="5107"/>
                  </a:lnTo>
                  <a:lnTo>
                    <a:pt x="12480" y="5107"/>
                  </a:lnTo>
                  <a:lnTo>
                    <a:pt x="12465" y="5107"/>
                  </a:lnTo>
                  <a:cubicBezTo>
                    <a:pt x="12465" y="5107"/>
                    <a:pt x="12480" y="5107"/>
                    <a:pt x="12480" y="5122"/>
                  </a:cubicBezTo>
                  <a:cubicBezTo>
                    <a:pt x="12465" y="5107"/>
                    <a:pt x="12480" y="5107"/>
                    <a:pt x="12480" y="5122"/>
                  </a:cubicBezTo>
                  <a:close/>
                  <a:moveTo>
                    <a:pt x="11053" y="4563"/>
                  </a:moveTo>
                  <a:close/>
                  <a:moveTo>
                    <a:pt x="2046" y="12054"/>
                  </a:moveTo>
                  <a:lnTo>
                    <a:pt x="2046" y="12054"/>
                  </a:lnTo>
                  <a:cubicBezTo>
                    <a:pt x="2046" y="12039"/>
                    <a:pt x="2046" y="12039"/>
                    <a:pt x="2046" y="12024"/>
                  </a:cubicBezTo>
                  <a:lnTo>
                    <a:pt x="2061" y="12039"/>
                  </a:lnTo>
                  <a:cubicBezTo>
                    <a:pt x="2061" y="12039"/>
                    <a:pt x="2046" y="12039"/>
                    <a:pt x="2046" y="12039"/>
                  </a:cubicBezTo>
                  <a:close/>
                  <a:moveTo>
                    <a:pt x="1472" y="17101"/>
                  </a:moveTo>
                  <a:cubicBezTo>
                    <a:pt x="1472" y="17101"/>
                    <a:pt x="1472" y="17087"/>
                    <a:pt x="1487" y="17087"/>
                  </a:cubicBezTo>
                  <a:lnTo>
                    <a:pt x="1487" y="17087"/>
                  </a:lnTo>
                  <a:cubicBezTo>
                    <a:pt x="1472" y="17087"/>
                    <a:pt x="1472" y="17087"/>
                    <a:pt x="1472" y="17087"/>
                  </a:cubicBezTo>
                  <a:close/>
                  <a:moveTo>
                    <a:pt x="6785" y="24769"/>
                  </a:moveTo>
                  <a:lnTo>
                    <a:pt x="6785" y="24769"/>
                  </a:lnTo>
                  <a:lnTo>
                    <a:pt x="6785" y="24754"/>
                  </a:lnTo>
                  <a:lnTo>
                    <a:pt x="6800" y="24769"/>
                  </a:lnTo>
                  <a:close/>
                  <a:moveTo>
                    <a:pt x="11995" y="27800"/>
                  </a:moveTo>
                  <a:close/>
                  <a:moveTo>
                    <a:pt x="22620" y="3621"/>
                  </a:moveTo>
                  <a:close/>
                  <a:moveTo>
                    <a:pt x="3856" y="8065"/>
                  </a:moveTo>
                  <a:close/>
                  <a:moveTo>
                    <a:pt x="11156" y="28271"/>
                  </a:moveTo>
                  <a:close/>
                  <a:moveTo>
                    <a:pt x="22046" y="28830"/>
                  </a:moveTo>
                  <a:lnTo>
                    <a:pt x="22046" y="28830"/>
                  </a:lnTo>
                  <a:lnTo>
                    <a:pt x="22046" y="28830"/>
                  </a:lnTo>
                  <a:cubicBezTo>
                    <a:pt x="22046" y="28830"/>
                    <a:pt x="22031" y="28816"/>
                    <a:pt x="22031" y="28816"/>
                  </a:cubicBezTo>
                  <a:close/>
                  <a:moveTo>
                    <a:pt x="29169" y="24857"/>
                  </a:moveTo>
                  <a:close/>
                  <a:moveTo>
                    <a:pt x="31185" y="23032"/>
                  </a:moveTo>
                  <a:lnTo>
                    <a:pt x="31214" y="23032"/>
                  </a:lnTo>
                  <a:close/>
                  <a:moveTo>
                    <a:pt x="31641" y="16851"/>
                  </a:moveTo>
                  <a:cubicBezTo>
                    <a:pt x="31626" y="16836"/>
                    <a:pt x="31626" y="16836"/>
                    <a:pt x="31641" y="16822"/>
                  </a:cubicBezTo>
                  <a:cubicBezTo>
                    <a:pt x="31626" y="16822"/>
                    <a:pt x="31626" y="16836"/>
                    <a:pt x="31626" y="16851"/>
                  </a:cubicBezTo>
                  <a:close/>
                  <a:moveTo>
                    <a:pt x="31038" y="14747"/>
                  </a:moveTo>
                  <a:cubicBezTo>
                    <a:pt x="31052" y="14747"/>
                    <a:pt x="31067" y="14732"/>
                    <a:pt x="31097" y="14732"/>
                  </a:cubicBezTo>
                  <a:cubicBezTo>
                    <a:pt x="31067" y="14747"/>
                    <a:pt x="31038" y="14747"/>
                    <a:pt x="31023" y="14747"/>
                  </a:cubicBezTo>
                  <a:close/>
                  <a:moveTo>
                    <a:pt x="23194" y="3533"/>
                  </a:moveTo>
                  <a:close/>
                  <a:moveTo>
                    <a:pt x="20250" y="2856"/>
                  </a:moveTo>
                  <a:close/>
                  <a:moveTo>
                    <a:pt x="14776" y="2488"/>
                  </a:moveTo>
                  <a:cubicBezTo>
                    <a:pt x="14776" y="2473"/>
                    <a:pt x="14791" y="2473"/>
                    <a:pt x="14791" y="2488"/>
                  </a:cubicBezTo>
                  <a:cubicBezTo>
                    <a:pt x="14791" y="2473"/>
                    <a:pt x="14776" y="2473"/>
                    <a:pt x="14776" y="2488"/>
                  </a:cubicBezTo>
                  <a:close/>
                  <a:moveTo>
                    <a:pt x="12848" y="4725"/>
                  </a:moveTo>
                  <a:lnTo>
                    <a:pt x="12863" y="4754"/>
                  </a:lnTo>
                  <a:lnTo>
                    <a:pt x="12951" y="4828"/>
                  </a:lnTo>
                  <a:lnTo>
                    <a:pt x="12936" y="4813"/>
                  </a:lnTo>
                  <a:lnTo>
                    <a:pt x="12863" y="4754"/>
                  </a:lnTo>
                  <a:lnTo>
                    <a:pt x="12848" y="4725"/>
                  </a:lnTo>
                  <a:lnTo>
                    <a:pt x="12848" y="4725"/>
                  </a:lnTo>
                  <a:lnTo>
                    <a:pt x="12848" y="4725"/>
                  </a:lnTo>
                  <a:lnTo>
                    <a:pt x="12789" y="4666"/>
                  </a:lnTo>
                  <a:lnTo>
                    <a:pt x="12789" y="4666"/>
                  </a:lnTo>
                  <a:close/>
                  <a:moveTo>
                    <a:pt x="6608" y="5814"/>
                  </a:moveTo>
                  <a:cubicBezTo>
                    <a:pt x="6623" y="5828"/>
                    <a:pt x="6623" y="5828"/>
                    <a:pt x="6638" y="5828"/>
                  </a:cubicBezTo>
                  <a:cubicBezTo>
                    <a:pt x="6608" y="5828"/>
                    <a:pt x="6579" y="5814"/>
                    <a:pt x="6564" y="5814"/>
                  </a:cubicBezTo>
                  <a:lnTo>
                    <a:pt x="6564" y="5814"/>
                  </a:lnTo>
                  <a:cubicBezTo>
                    <a:pt x="6564" y="5799"/>
                    <a:pt x="6579" y="5799"/>
                    <a:pt x="6594" y="5799"/>
                  </a:cubicBezTo>
                  <a:close/>
                  <a:moveTo>
                    <a:pt x="2031" y="22473"/>
                  </a:moveTo>
                  <a:lnTo>
                    <a:pt x="2017" y="22473"/>
                  </a:lnTo>
                  <a:lnTo>
                    <a:pt x="2017" y="22458"/>
                  </a:lnTo>
                  <a:close/>
                  <a:moveTo>
                    <a:pt x="3106" y="22870"/>
                  </a:moveTo>
                  <a:lnTo>
                    <a:pt x="3106" y="22870"/>
                  </a:lnTo>
                  <a:cubicBezTo>
                    <a:pt x="3106" y="22870"/>
                    <a:pt x="3091" y="22855"/>
                    <a:pt x="3076" y="22855"/>
                  </a:cubicBezTo>
                  <a:close/>
                  <a:moveTo>
                    <a:pt x="3106" y="22870"/>
                  </a:moveTo>
                  <a:close/>
                  <a:moveTo>
                    <a:pt x="31803" y="17837"/>
                  </a:moveTo>
                  <a:cubicBezTo>
                    <a:pt x="31818" y="17852"/>
                    <a:pt x="31818" y="17881"/>
                    <a:pt x="31803" y="17896"/>
                  </a:cubicBezTo>
                  <a:cubicBezTo>
                    <a:pt x="31773" y="17867"/>
                    <a:pt x="31773" y="17852"/>
                    <a:pt x="31773" y="17822"/>
                  </a:cubicBezTo>
                  <a:close/>
                  <a:moveTo>
                    <a:pt x="27579" y="6932"/>
                  </a:moveTo>
                  <a:lnTo>
                    <a:pt x="27579" y="6932"/>
                  </a:lnTo>
                  <a:lnTo>
                    <a:pt x="27579" y="6932"/>
                  </a:lnTo>
                  <a:close/>
                  <a:moveTo>
                    <a:pt x="17234" y="1340"/>
                  </a:moveTo>
                  <a:lnTo>
                    <a:pt x="17234" y="1340"/>
                  </a:lnTo>
                  <a:lnTo>
                    <a:pt x="17234" y="1340"/>
                  </a:lnTo>
                  <a:close/>
                  <a:moveTo>
                    <a:pt x="14202" y="1443"/>
                  </a:moveTo>
                  <a:close/>
                  <a:moveTo>
                    <a:pt x="2914" y="8360"/>
                  </a:moveTo>
                  <a:close/>
                  <a:moveTo>
                    <a:pt x="2311" y="9537"/>
                  </a:moveTo>
                  <a:lnTo>
                    <a:pt x="2311" y="9537"/>
                  </a:lnTo>
                  <a:lnTo>
                    <a:pt x="2296" y="9552"/>
                  </a:lnTo>
                  <a:lnTo>
                    <a:pt x="2296" y="9552"/>
                  </a:lnTo>
                  <a:lnTo>
                    <a:pt x="2311" y="9537"/>
                  </a:lnTo>
                  <a:close/>
                  <a:moveTo>
                    <a:pt x="1148" y="19338"/>
                  </a:moveTo>
                  <a:lnTo>
                    <a:pt x="1163" y="19338"/>
                  </a:lnTo>
                  <a:cubicBezTo>
                    <a:pt x="1163" y="19338"/>
                    <a:pt x="1148" y="19353"/>
                    <a:pt x="1148" y="19353"/>
                  </a:cubicBezTo>
                  <a:cubicBezTo>
                    <a:pt x="1148" y="19353"/>
                    <a:pt x="1148" y="19338"/>
                    <a:pt x="1148" y="19338"/>
                  </a:cubicBezTo>
                  <a:close/>
                  <a:moveTo>
                    <a:pt x="29257" y="25887"/>
                  </a:moveTo>
                  <a:cubicBezTo>
                    <a:pt x="29257" y="25887"/>
                    <a:pt x="29257" y="25902"/>
                    <a:pt x="29257" y="25902"/>
                  </a:cubicBezTo>
                  <a:lnTo>
                    <a:pt x="29242" y="25887"/>
                  </a:lnTo>
                  <a:close/>
                  <a:moveTo>
                    <a:pt x="31361" y="23238"/>
                  </a:moveTo>
                  <a:cubicBezTo>
                    <a:pt x="31376" y="23223"/>
                    <a:pt x="31391" y="23209"/>
                    <a:pt x="31420" y="23209"/>
                  </a:cubicBezTo>
                  <a:cubicBezTo>
                    <a:pt x="31450" y="23223"/>
                    <a:pt x="31464" y="23238"/>
                    <a:pt x="31494" y="23267"/>
                  </a:cubicBezTo>
                  <a:cubicBezTo>
                    <a:pt x="31494" y="23282"/>
                    <a:pt x="31509" y="23297"/>
                    <a:pt x="31509" y="23326"/>
                  </a:cubicBezTo>
                  <a:cubicBezTo>
                    <a:pt x="31464" y="23297"/>
                    <a:pt x="31420" y="23267"/>
                    <a:pt x="31361" y="23238"/>
                  </a:cubicBezTo>
                  <a:close/>
                  <a:moveTo>
                    <a:pt x="28977" y="8433"/>
                  </a:moveTo>
                  <a:lnTo>
                    <a:pt x="28977" y="8433"/>
                  </a:lnTo>
                  <a:close/>
                  <a:moveTo>
                    <a:pt x="23385" y="1811"/>
                  </a:moveTo>
                  <a:close/>
                  <a:moveTo>
                    <a:pt x="8212" y="4077"/>
                  </a:moveTo>
                  <a:lnTo>
                    <a:pt x="8212" y="4077"/>
                  </a:lnTo>
                  <a:close/>
                  <a:moveTo>
                    <a:pt x="4592" y="7388"/>
                  </a:moveTo>
                  <a:cubicBezTo>
                    <a:pt x="4577" y="7388"/>
                    <a:pt x="4577" y="7403"/>
                    <a:pt x="4577" y="7403"/>
                  </a:cubicBezTo>
                  <a:close/>
                  <a:moveTo>
                    <a:pt x="2797" y="8154"/>
                  </a:moveTo>
                  <a:close/>
                  <a:moveTo>
                    <a:pt x="6402" y="27211"/>
                  </a:moveTo>
                  <a:lnTo>
                    <a:pt x="6402" y="27211"/>
                  </a:lnTo>
                  <a:close/>
                  <a:moveTo>
                    <a:pt x="12568" y="28448"/>
                  </a:moveTo>
                  <a:lnTo>
                    <a:pt x="12568" y="28448"/>
                  </a:lnTo>
                  <a:lnTo>
                    <a:pt x="12554" y="28448"/>
                  </a:lnTo>
                  <a:close/>
                  <a:moveTo>
                    <a:pt x="26711" y="28448"/>
                  </a:moveTo>
                  <a:lnTo>
                    <a:pt x="26696" y="28448"/>
                  </a:lnTo>
                  <a:lnTo>
                    <a:pt x="26696" y="28448"/>
                  </a:lnTo>
                  <a:cubicBezTo>
                    <a:pt x="26696" y="28462"/>
                    <a:pt x="26682" y="28462"/>
                    <a:pt x="26682" y="28477"/>
                  </a:cubicBezTo>
                  <a:cubicBezTo>
                    <a:pt x="26682" y="28462"/>
                    <a:pt x="26682" y="28448"/>
                    <a:pt x="26682" y="28433"/>
                  </a:cubicBezTo>
                  <a:lnTo>
                    <a:pt x="26696" y="28433"/>
                  </a:lnTo>
                  <a:lnTo>
                    <a:pt x="26696" y="28418"/>
                  </a:lnTo>
                  <a:cubicBezTo>
                    <a:pt x="26711" y="28418"/>
                    <a:pt x="26711" y="28433"/>
                    <a:pt x="26696" y="28448"/>
                  </a:cubicBezTo>
                  <a:close/>
                  <a:moveTo>
                    <a:pt x="15968" y="928"/>
                  </a:moveTo>
                  <a:lnTo>
                    <a:pt x="16027" y="884"/>
                  </a:lnTo>
                  <a:cubicBezTo>
                    <a:pt x="16012" y="913"/>
                    <a:pt x="15997" y="913"/>
                    <a:pt x="15968" y="928"/>
                  </a:cubicBezTo>
                  <a:close/>
                  <a:moveTo>
                    <a:pt x="5254" y="27815"/>
                  </a:moveTo>
                  <a:lnTo>
                    <a:pt x="5196" y="27785"/>
                  </a:lnTo>
                  <a:lnTo>
                    <a:pt x="5196" y="27785"/>
                  </a:lnTo>
                  <a:cubicBezTo>
                    <a:pt x="5210" y="27800"/>
                    <a:pt x="5240" y="27800"/>
                    <a:pt x="5254" y="27815"/>
                  </a:cubicBezTo>
                  <a:close/>
                  <a:moveTo>
                    <a:pt x="32289" y="15070"/>
                  </a:moveTo>
                  <a:close/>
                  <a:moveTo>
                    <a:pt x="30155" y="9243"/>
                  </a:moveTo>
                  <a:lnTo>
                    <a:pt x="30228" y="9228"/>
                  </a:lnTo>
                  <a:cubicBezTo>
                    <a:pt x="30228" y="9243"/>
                    <a:pt x="30228" y="9257"/>
                    <a:pt x="30228" y="9257"/>
                  </a:cubicBezTo>
                  <a:close/>
                  <a:moveTo>
                    <a:pt x="26122" y="2473"/>
                  </a:moveTo>
                  <a:cubicBezTo>
                    <a:pt x="26181" y="2753"/>
                    <a:pt x="25916" y="2650"/>
                    <a:pt x="25784" y="2694"/>
                  </a:cubicBezTo>
                  <a:lnTo>
                    <a:pt x="25784" y="2694"/>
                  </a:lnTo>
                  <a:cubicBezTo>
                    <a:pt x="25931" y="2650"/>
                    <a:pt x="26093" y="2635"/>
                    <a:pt x="26122" y="2458"/>
                  </a:cubicBezTo>
                  <a:close/>
                  <a:moveTo>
                    <a:pt x="3636" y="25593"/>
                  </a:moveTo>
                  <a:lnTo>
                    <a:pt x="3650" y="25593"/>
                  </a:lnTo>
                  <a:lnTo>
                    <a:pt x="3650" y="25593"/>
                  </a:lnTo>
                  <a:lnTo>
                    <a:pt x="3680" y="25593"/>
                  </a:lnTo>
                  <a:lnTo>
                    <a:pt x="3680" y="25607"/>
                  </a:lnTo>
                  <a:lnTo>
                    <a:pt x="3665" y="25607"/>
                  </a:lnTo>
                  <a:lnTo>
                    <a:pt x="3665" y="25607"/>
                  </a:lnTo>
                  <a:cubicBezTo>
                    <a:pt x="3665" y="25607"/>
                    <a:pt x="3650" y="25622"/>
                    <a:pt x="3650" y="25622"/>
                  </a:cubicBezTo>
                  <a:cubicBezTo>
                    <a:pt x="3650" y="25622"/>
                    <a:pt x="3636" y="25607"/>
                    <a:pt x="3636" y="25593"/>
                  </a:cubicBezTo>
                  <a:close/>
                  <a:moveTo>
                    <a:pt x="30581" y="25887"/>
                  </a:moveTo>
                  <a:lnTo>
                    <a:pt x="30596" y="25872"/>
                  </a:lnTo>
                  <a:lnTo>
                    <a:pt x="30596" y="25828"/>
                  </a:lnTo>
                  <a:lnTo>
                    <a:pt x="30611" y="25813"/>
                  </a:lnTo>
                  <a:cubicBezTo>
                    <a:pt x="30640" y="25799"/>
                    <a:pt x="30640" y="25769"/>
                    <a:pt x="30640" y="25740"/>
                  </a:cubicBezTo>
                  <a:lnTo>
                    <a:pt x="30670" y="25710"/>
                  </a:lnTo>
                  <a:lnTo>
                    <a:pt x="30670" y="25710"/>
                  </a:lnTo>
                  <a:cubicBezTo>
                    <a:pt x="30640" y="25740"/>
                    <a:pt x="30626" y="25799"/>
                    <a:pt x="30655" y="25843"/>
                  </a:cubicBezTo>
                  <a:lnTo>
                    <a:pt x="30655" y="25843"/>
                  </a:lnTo>
                  <a:cubicBezTo>
                    <a:pt x="30611" y="25828"/>
                    <a:pt x="30611" y="25887"/>
                    <a:pt x="30581" y="25887"/>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86"/>
            <p:cNvSpPr/>
            <p:nvPr/>
          </p:nvSpPr>
          <p:spPr>
            <a:xfrm>
              <a:off x="14188951" y="3972528"/>
              <a:ext cx="52" cy="52"/>
            </a:xfrm>
            <a:custGeom>
              <a:rect b="b" l="l" r="r" t="t"/>
              <a:pathLst>
                <a:path extrusionOk="0" h="1" w="1">
                  <a:moveTo>
                    <a:pt x="0" y="1"/>
                  </a:moveTo>
                  <a:lnTo>
                    <a:pt x="0" y="1"/>
                  </a:ln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1" name="Google Shape;1581;p86"/>
            <p:cNvPicPr preferRelativeResize="0"/>
            <p:nvPr/>
          </p:nvPicPr>
          <p:blipFill>
            <a:blip r:embed="rId4">
              <a:alphaModFix/>
            </a:blip>
            <a:stretch>
              <a:fillRect/>
            </a:stretch>
          </p:blipFill>
          <p:spPr>
            <a:xfrm>
              <a:off x="13328746" y="3069829"/>
              <a:ext cx="1704975" cy="1676400"/>
            </a:xfrm>
            <a:prstGeom prst="rect">
              <a:avLst/>
            </a:prstGeom>
            <a:noFill/>
            <a:ln>
              <a:noFill/>
            </a:ln>
          </p:spPr>
        </p:pic>
      </p:grpSp>
      <p:pic>
        <p:nvPicPr>
          <p:cNvPr id="1582" name="Google Shape;1582;p86"/>
          <p:cNvPicPr preferRelativeResize="0"/>
          <p:nvPr/>
        </p:nvPicPr>
        <p:blipFill>
          <a:blip r:embed="rId5">
            <a:alphaModFix amt="86000"/>
          </a:blip>
          <a:stretch>
            <a:fillRect/>
          </a:stretch>
        </p:blipFill>
        <p:spPr>
          <a:xfrm>
            <a:off x="7695613" y="2175813"/>
            <a:ext cx="1352550" cy="3600450"/>
          </a:xfrm>
          <a:prstGeom prst="rect">
            <a:avLst/>
          </a:prstGeom>
          <a:noFill/>
          <a:ln>
            <a:noFill/>
          </a:ln>
        </p:spPr>
      </p:pic>
      <p:pic>
        <p:nvPicPr>
          <p:cNvPr id="1583" name="Google Shape;1583;p86"/>
          <p:cNvPicPr preferRelativeResize="0"/>
          <p:nvPr/>
        </p:nvPicPr>
        <p:blipFill>
          <a:blip r:embed="rId6">
            <a:alphaModFix amt="86000"/>
          </a:blip>
          <a:stretch>
            <a:fillRect/>
          </a:stretch>
        </p:blipFill>
        <p:spPr>
          <a:xfrm>
            <a:off x="3919538" y="3951213"/>
            <a:ext cx="1304925" cy="2809875"/>
          </a:xfrm>
          <a:prstGeom prst="rect">
            <a:avLst/>
          </a:prstGeom>
          <a:noFill/>
          <a:ln>
            <a:noFill/>
          </a:ln>
        </p:spPr>
      </p:pic>
      <p:pic>
        <p:nvPicPr>
          <p:cNvPr id="1584" name="Google Shape;1584;p86"/>
          <p:cNvPicPr preferRelativeResize="0"/>
          <p:nvPr/>
        </p:nvPicPr>
        <p:blipFill>
          <a:blip r:embed="rId7">
            <a:alphaModFix amt="86000"/>
          </a:blip>
          <a:stretch>
            <a:fillRect/>
          </a:stretch>
        </p:blipFill>
        <p:spPr>
          <a:xfrm rot="-1379977">
            <a:off x="5585300" y="3897162"/>
            <a:ext cx="942975" cy="1866900"/>
          </a:xfrm>
          <a:prstGeom prst="rect">
            <a:avLst/>
          </a:prstGeom>
          <a:noFill/>
          <a:ln>
            <a:noFill/>
          </a:ln>
        </p:spPr>
      </p:pic>
      <p:pic>
        <p:nvPicPr>
          <p:cNvPr id="1585" name="Google Shape;1585;p86"/>
          <p:cNvPicPr preferRelativeResize="0"/>
          <p:nvPr/>
        </p:nvPicPr>
        <p:blipFill>
          <a:blip r:embed="rId8">
            <a:alphaModFix/>
          </a:blip>
          <a:stretch>
            <a:fillRect/>
          </a:stretch>
        </p:blipFill>
        <p:spPr>
          <a:xfrm flipH="1">
            <a:off x="3490625" y="411850"/>
            <a:ext cx="342900" cy="371475"/>
          </a:xfrm>
          <a:prstGeom prst="rect">
            <a:avLst/>
          </a:prstGeom>
          <a:noFill/>
          <a:ln>
            <a:noFill/>
          </a:ln>
        </p:spPr>
      </p:pic>
      <p:pic>
        <p:nvPicPr>
          <p:cNvPr id="1586" name="Google Shape;1586;p86"/>
          <p:cNvPicPr preferRelativeResize="0"/>
          <p:nvPr/>
        </p:nvPicPr>
        <p:blipFill>
          <a:blip r:embed="rId9">
            <a:alphaModFix/>
          </a:blip>
          <a:stretch>
            <a:fillRect/>
          </a:stretch>
        </p:blipFill>
        <p:spPr>
          <a:xfrm flipH="1">
            <a:off x="5355500" y="1117413"/>
            <a:ext cx="342900" cy="371475"/>
          </a:xfrm>
          <a:prstGeom prst="rect">
            <a:avLst/>
          </a:prstGeom>
          <a:noFill/>
          <a:ln>
            <a:noFill/>
          </a:ln>
        </p:spPr>
      </p:pic>
      <p:pic>
        <p:nvPicPr>
          <p:cNvPr id="1587" name="Google Shape;1587;p86"/>
          <p:cNvPicPr preferRelativeResize="0"/>
          <p:nvPr/>
        </p:nvPicPr>
        <p:blipFill>
          <a:blip r:embed="rId10">
            <a:alphaModFix/>
          </a:blip>
          <a:stretch>
            <a:fillRect/>
          </a:stretch>
        </p:blipFill>
        <p:spPr>
          <a:xfrm flipH="1">
            <a:off x="2820475" y="1269763"/>
            <a:ext cx="342900" cy="371475"/>
          </a:xfrm>
          <a:prstGeom prst="rect">
            <a:avLst/>
          </a:prstGeom>
          <a:noFill/>
          <a:ln>
            <a:noFill/>
          </a:ln>
        </p:spPr>
      </p:pic>
      <p:pic>
        <p:nvPicPr>
          <p:cNvPr id="1588" name="Google Shape;1588;p86"/>
          <p:cNvPicPr preferRelativeResize="0"/>
          <p:nvPr/>
        </p:nvPicPr>
        <p:blipFill>
          <a:blip r:embed="rId11">
            <a:alphaModFix/>
          </a:blip>
          <a:stretch>
            <a:fillRect/>
          </a:stretch>
        </p:blipFill>
        <p:spPr>
          <a:xfrm flipH="1">
            <a:off x="3757325" y="3655088"/>
            <a:ext cx="342900" cy="3714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87"/>
          <p:cNvSpPr txBox="1"/>
          <p:nvPr>
            <p:ph idx="9"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Success rate</a:t>
            </a:r>
            <a:endParaRPr/>
          </a:p>
        </p:txBody>
      </p:sp>
      <p:sp>
        <p:nvSpPr>
          <p:cNvPr id="1594" name="Google Shape;1594;p87"/>
          <p:cNvSpPr txBox="1"/>
          <p:nvPr>
            <p:ph type="title"/>
          </p:nvPr>
        </p:nvSpPr>
        <p:spPr>
          <a:xfrm>
            <a:off x="6146975" y="1592838"/>
            <a:ext cx="1985400" cy="9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1k</a:t>
            </a:r>
            <a:endParaRPr/>
          </a:p>
        </p:txBody>
      </p:sp>
      <p:sp>
        <p:nvSpPr>
          <p:cNvPr id="1595" name="Google Shape;1595;p87"/>
          <p:cNvSpPr txBox="1"/>
          <p:nvPr>
            <p:ph idx="1" type="subTitle"/>
          </p:nvPr>
        </p:nvSpPr>
        <p:spPr>
          <a:xfrm>
            <a:off x="6146973" y="3196523"/>
            <a:ext cx="1985400" cy="107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a:t>
            </a:r>
            <a:r>
              <a:rPr lang="en"/>
              <a:t> is the closest planet to the Sun </a:t>
            </a:r>
            <a:r>
              <a:rPr lang="en"/>
              <a:t>and the smallest of them all</a:t>
            </a:r>
            <a:endParaRPr/>
          </a:p>
        </p:txBody>
      </p:sp>
      <p:sp>
        <p:nvSpPr>
          <p:cNvPr id="1596" name="Google Shape;1596;p87"/>
          <p:cNvSpPr txBox="1"/>
          <p:nvPr>
            <p:ph idx="2" type="subTitle"/>
          </p:nvPr>
        </p:nvSpPr>
        <p:spPr>
          <a:xfrm>
            <a:off x="6146975" y="2748327"/>
            <a:ext cx="1985400" cy="44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1597" name="Google Shape;1597;p87"/>
          <p:cNvSpPr txBox="1"/>
          <p:nvPr>
            <p:ph idx="3" type="title"/>
          </p:nvPr>
        </p:nvSpPr>
        <p:spPr>
          <a:xfrm>
            <a:off x="3579303" y="1592838"/>
            <a:ext cx="1985400" cy="9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45m</a:t>
            </a:r>
            <a:endParaRPr/>
          </a:p>
        </p:txBody>
      </p:sp>
      <p:sp>
        <p:nvSpPr>
          <p:cNvPr id="1598" name="Google Shape;1598;p87"/>
          <p:cNvSpPr txBox="1"/>
          <p:nvPr>
            <p:ph idx="4" type="subTitle"/>
          </p:nvPr>
        </p:nvSpPr>
        <p:spPr>
          <a:xfrm>
            <a:off x="3579299" y="3196523"/>
            <a:ext cx="1985400" cy="107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 has a beautiful name </a:t>
            </a:r>
            <a:r>
              <a:rPr lang="en"/>
              <a:t>and is the second planet from the Sun</a:t>
            </a:r>
            <a:endParaRPr/>
          </a:p>
        </p:txBody>
      </p:sp>
      <p:sp>
        <p:nvSpPr>
          <p:cNvPr id="1599" name="Google Shape;1599;p87"/>
          <p:cNvSpPr txBox="1"/>
          <p:nvPr>
            <p:ph idx="5" type="subTitle"/>
          </p:nvPr>
        </p:nvSpPr>
        <p:spPr>
          <a:xfrm>
            <a:off x="3579306" y="2748327"/>
            <a:ext cx="1985400" cy="44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1600" name="Google Shape;1600;p87"/>
          <p:cNvSpPr txBox="1"/>
          <p:nvPr>
            <p:ph idx="6" type="title"/>
          </p:nvPr>
        </p:nvSpPr>
        <p:spPr>
          <a:xfrm>
            <a:off x="1011625" y="1592838"/>
            <a:ext cx="1985400" cy="9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3m</a:t>
            </a:r>
            <a:endParaRPr/>
          </a:p>
        </p:txBody>
      </p:sp>
      <p:sp>
        <p:nvSpPr>
          <p:cNvPr id="1601" name="Google Shape;1601;p87"/>
          <p:cNvSpPr txBox="1"/>
          <p:nvPr>
            <p:ph idx="7" type="subTitle"/>
          </p:nvPr>
        </p:nvSpPr>
        <p:spPr>
          <a:xfrm>
            <a:off x="1011625" y="3196523"/>
            <a:ext cx="1985400" cy="107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Despite being red, Mars is </a:t>
            </a:r>
            <a:r>
              <a:rPr lang="en"/>
              <a:t>actually </a:t>
            </a:r>
            <a:r>
              <a:rPr lang="en"/>
              <a:t>a cold place</a:t>
            </a:r>
            <a:r>
              <a:rPr lang="en"/>
              <a:t>. It’s full of iron oxide dust</a:t>
            </a:r>
            <a:endParaRPr/>
          </a:p>
        </p:txBody>
      </p:sp>
      <p:sp>
        <p:nvSpPr>
          <p:cNvPr id="1602" name="Google Shape;1602;p87"/>
          <p:cNvSpPr txBox="1"/>
          <p:nvPr>
            <p:ph idx="8" type="subTitle"/>
          </p:nvPr>
        </p:nvSpPr>
        <p:spPr>
          <a:xfrm>
            <a:off x="1011631" y="2748327"/>
            <a:ext cx="1985400" cy="44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Mars</a:t>
            </a:r>
            <a:endParaRPr/>
          </a:p>
        </p:txBody>
      </p:sp>
      <p:pic>
        <p:nvPicPr>
          <p:cNvPr id="1603" name="Google Shape;1603;p87"/>
          <p:cNvPicPr preferRelativeResize="0"/>
          <p:nvPr/>
        </p:nvPicPr>
        <p:blipFill>
          <a:blip r:embed="rId3">
            <a:alphaModFix amt="86000"/>
          </a:blip>
          <a:stretch>
            <a:fillRect/>
          </a:stretch>
        </p:blipFill>
        <p:spPr>
          <a:xfrm flipH="1" rot="1379977">
            <a:off x="446499" y="4043362"/>
            <a:ext cx="942975" cy="1866900"/>
          </a:xfrm>
          <a:prstGeom prst="rect">
            <a:avLst/>
          </a:prstGeom>
          <a:noFill/>
          <a:ln>
            <a:noFill/>
          </a:ln>
        </p:spPr>
      </p:pic>
      <p:pic>
        <p:nvPicPr>
          <p:cNvPr id="1604" name="Google Shape;1604;p87"/>
          <p:cNvPicPr preferRelativeResize="0"/>
          <p:nvPr/>
        </p:nvPicPr>
        <p:blipFill>
          <a:blip r:embed="rId4">
            <a:alphaModFix/>
          </a:blip>
          <a:stretch>
            <a:fillRect/>
          </a:stretch>
        </p:blipFill>
        <p:spPr>
          <a:xfrm flipH="1">
            <a:off x="1452187" y="383763"/>
            <a:ext cx="342900" cy="3714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88"/>
          <p:cNvSpPr txBox="1"/>
          <p:nvPr>
            <p:ph type="title"/>
          </p:nvPr>
        </p:nvSpPr>
        <p:spPr>
          <a:xfrm>
            <a:off x="1057505" y="1417350"/>
            <a:ext cx="2793900" cy="1186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Computer mockup</a:t>
            </a:r>
            <a:endParaRPr/>
          </a:p>
        </p:txBody>
      </p:sp>
      <p:sp>
        <p:nvSpPr>
          <p:cNvPr id="1610" name="Google Shape;1610;p88"/>
          <p:cNvSpPr txBox="1"/>
          <p:nvPr>
            <p:ph idx="1" type="subTitle"/>
          </p:nvPr>
        </p:nvSpPr>
        <p:spPr>
          <a:xfrm>
            <a:off x="1057505" y="2680350"/>
            <a:ext cx="2793900" cy="1062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You can replace the image on the screen with your own work. Just right-click on it and select “Replace image”</a:t>
            </a:r>
            <a:endParaRPr/>
          </a:p>
        </p:txBody>
      </p:sp>
      <p:grpSp>
        <p:nvGrpSpPr>
          <p:cNvPr id="1611" name="Google Shape;1611;p88"/>
          <p:cNvGrpSpPr/>
          <p:nvPr/>
        </p:nvGrpSpPr>
        <p:grpSpPr>
          <a:xfrm>
            <a:off x="4473591" y="1200190"/>
            <a:ext cx="3612904" cy="2743120"/>
            <a:chOff x="4430943" y="1134310"/>
            <a:chExt cx="3697200" cy="2807122"/>
          </a:xfrm>
        </p:grpSpPr>
        <p:grpSp>
          <p:nvGrpSpPr>
            <p:cNvPr id="1612" name="Google Shape;1612;p88"/>
            <p:cNvGrpSpPr/>
            <p:nvPr/>
          </p:nvGrpSpPr>
          <p:grpSpPr>
            <a:xfrm>
              <a:off x="4430943" y="1134310"/>
              <a:ext cx="3697200" cy="2807122"/>
              <a:chOff x="4430943" y="1134310"/>
              <a:chExt cx="3697200" cy="2807122"/>
            </a:xfrm>
          </p:grpSpPr>
          <p:sp>
            <p:nvSpPr>
              <p:cNvPr id="1613" name="Google Shape;1613;p88"/>
              <p:cNvSpPr/>
              <p:nvPr/>
            </p:nvSpPr>
            <p:spPr>
              <a:xfrm>
                <a:off x="6226878" y="3361658"/>
                <a:ext cx="119244" cy="120494"/>
              </a:xfrm>
              <a:custGeom>
                <a:rect b="b" l="l" r="r" t="t"/>
                <a:pathLst>
                  <a:path extrusionOk="0" h="4434" w="4388">
                    <a:moveTo>
                      <a:pt x="2217" y="0"/>
                    </a:moveTo>
                    <a:cubicBezTo>
                      <a:pt x="970" y="0"/>
                      <a:pt x="0" y="1016"/>
                      <a:pt x="0" y="2217"/>
                    </a:cubicBezTo>
                    <a:cubicBezTo>
                      <a:pt x="0" y="3418"/>
                      <a:pt x="970" y="4433"/>
                      <a:pt x="2217" y="4433"/>
                    </a:cubicBezTo>
                    <a:cubicBezTo>
                      <a:pt x="3418" y="4433"/>
                      <a:pt x="4387" y="3418"/>
                      <a:pt x="4387" y="2217"/>
                    </a:cubicBezTo>
                    <a:cubicBezTo>
                      <a:pt x="4387" y="1016"/>
                      <a:pt x="3418" y="0"/>
                      <a:pt x="2217" y="0"/>
                    </a:cubicBezTo>
                    <a:close/>
                  </a:path>
                </a:pathLst>
              </a:custGeom>
              <a:solidFill>
                <a:srgbClr val="3521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88"/>
              <p:cNvSpPr/>
              <p:nvPr/>
            </p:nvSpPr>
            <p:spPr>
              <a:xfrm>
                <a:off x="4430943" y="1134310"/>
                <a:ext cx="3697200" cy="2470800"/>
              </a:xfrm>
              <a:prstGeom prst="roundRect">
                <a:avLst>
                  <a:gd fmla="val 10487" name="adj"/>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88"/>
              <p:cNvSpPr/>
              <p:nvPr/>
            </p:nvSpPr>
            <p:spPr>
              <a:xfrm>
                <a:off x="5746261" y="3500952"/>
                <a:ext cx="1080478" cy="440480"/>
              </a:xfrm>
              <a:custGeom>
                <a:rect b="b" l="l" r="r" t="t"/>
                <a:pathLst>
                  <a:path extrusionOk="0" h="16209" w="39760">
                    <a:moveTo>
                      <a:pt x="6465" y="0"/>
                    </a:moveTo>
                    <a:lnTo>
                      <a:pt x="5911" y="7573"/>
                    </a:lnTo>
                    <a:cubicBezTo>
                      <a:pt x="5911" y="7573"/>
                      <a:pt x="6188" y="9005"/>
                      <a:pt x="4064" y="10898"/>
                    </a:cubicBezTo>
                    <a:cubicBezTo>
                      <a:pt x="1940" y="12791"/>
                      <a:pt x="277" y="14546"/>
                      <a:pt x="277" y="14546"/>
                    </a:cubicBezTo>
                    <a:cubicBezTo>
                      <a:pt x="277" y="14546"/>
                      <a:pt x="0" y="14962"/>
                      <a:pt x="0" y="15562"/>
                    </a:cubicBezTo>
                    <a:cubicBezTo>
                      <a:pt x="0" y="16162"/>
                      <a:pt x="370" y="16209"/>
                      <a:pt x="1847" y="16209"/>
                    </a:cubicBezTo>
                    <a:lnTo>
                      <a:pt x="37959" y="16209"/>
                    </a:lnTo>
                    <a:cubicBezTo>
                      <a:pt x="39436" y="16209"/>
                      <a:pt x="39760" y="16162"/>
                      <a:pt x="39760" y="15562"/>
                    </a:cubicBezTo>
                    <a:cubicBezTo>
                      <a:pt x="39760" y="14962"/>
                      <a:pt x="39529" y="14546"/>
                      <a:pt x="39529" y="14546"/>
                    </a:cubicBezTo>
                    <a:cubicBezTo>
                      <a:pt x="39529" y="14546"/>
                      <a:pt x="37820" y="12791"/>
                      <a:pt x="35696" y="10898"/>
                    </a:cubicBezTo>
                    <a:cubicBezTo>
                      <a:pt x="33572" y="9005"/>
                      <a:pt x="33895" y="7573"/>
                      <a:pt x="33895" y="7573"/>
                    </a:cubicBezTo>
                    <a:lnTo>
                      <a:pt x="33295" y="0"/>
                    </a:ln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88"/>
              <p:cNvSpPr/>
              <p:nvPr/>
            </p:nvSpPr>
            <p:spPr>
              <a:xfrm>
                <a:off x="4508929" y="1193192"/>
                <a:ext cx="3555142" cy="2337865"/>
              </a:xfrm>
              <a:custGeom>
                <a:rect b="b" l="l" r="r" t="t"/>
                <a:pathLst>
                  <a:path extrusionOk="0" h="86030" w="130824">
                    <a:moveTo>
                      <a:pt x="6604" y="0"/>
                    </a:moveTo>
                    <a:cubicBezTo>
                      <a:pt x="2956" y="0"/>
                      <a:pt x="1" y="2955"/>
                      <a:pt x="1" y="6603"/>
                    </a:cubicBezTo>
                    <a:lnTo>
                      <a:pt x="1" y="79426"/>
                    </a:lnTo>
                    <a:cubicBezTo>
                      <a:pt x="1" y="83074"/>
                      <a:pt x="2956" y="86030"/>
                      <a:pt x="6604" y="86030"/>
                    </a:cubicBezTo>
                    <a:lnTo>
                      <a:pt x="124220" y="86030"/>
                    </a:lnTo>
                    <a:cubicBezTo>
                      <a:pt x="127868" y="86030"/>
                      <a:pt x="130823" y="83074"/>
                      <a:pt x="130823" y="79426"/>
                    </a:cubicBezTo>
                    <a:lnTo>
                      <a:pt x="130823" y="6603"/>
                    </a:lnTo>
                    <a:cubicBezTo>
                      <a:pt x="130823" y="2955"/>
                      <a:pt x="127868" y="0"/>
                      <a:pt x="1242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88"/>
              <p:cNvSpPr/>
              <p:nvPr/>
            </p:nvSpPr>
            <p:spPr>
              <a:xfrm>
                <a:off x="4508925" y="1193203"/>
                <a:ext cx="3555142" cy="2112110"/>
              </a:xfrm>
              <a:custGeom>
                <a:rect b="b" l="l" r="r" t="t"/>
                <a:pathLst>
                  <a:path extrusionOk="0" h="77395" w="130824">
                    <a:moveTo>
                      <a:pt x="6604" y="0"/>
                    </a:moveTo>
                    <a:cubicBezTo>
                      <a:pt x="2956" y="0"/>
                      <a:pt x="1" y="2955"/>
                      <a:pt x="1" y="6603"/>
                    </a:cubicBezTo>
                    <a:lnTo>
                      <a:pt x="1" y="77394"/>
                    </a:lnTo>
                    <a:lnTo>
                      <a:pt x="130823" y="77394"/>
                    </a:lnTo>
                    <a:lnTo>
                      <a:pt x="130823" y="6603"/>
                    </a:lnTo>
                    <a:cubicBezTo>
                      <a:pt x="130823" y="2955"/>
                      <a:pt x="127868" y="0"/>
                      <a:pt x="12422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8" name="Google Shape;1618;p88"/>
              <p:cNvGrpSpPr/>
              <p:nvPr/>
            </p:nvGrpSpPr>
            <p:grpSpPr>
              <a:xfrm>
                <a:off x="5746261" y="3500952"/>
                <a:ext cx="1080478" cy="440480"/>
                <a:chOff x="5746261" y="3500952"/>
                <a:chExt cx="1080478" cy="440480"/>
              </a:xfrm>
            </p:grpSpPr>
            <p:sp>
              <p:nvSpPr>
                <p:cNvPr id="1619" name="Google Shape;1619;p88"/>
                <p:cNvSpPr/>
                <p:nvPr/>
              </p:nvSpPr>
              <p:spPr>
                <a:xfrm>
                  <a:off x="5746261" y="3500952"/>
                  <a:ext cx="1080478" cy="440480"/>
                </a:xfrm>
                <a:custGeom>
                  <a:rect b="b" l="l" r="r" t="t"/>
                  <a:pathLst>
                    <a:path extrusionOk="0" h="16209" w="39760">
                      <a:moveTo>
                        <a:pt x="6465" y="0"/>
                      </a:moveTo>
                      <a:lnTo>
                        <a:pt x="5911" y="7573"/>
                      </a:lnTo>
                      <a:cubicBezTo>
                        <a:pt x="5911" y="7573"/>
                        <a:pt x="6188" y="9005"/>
                        <a:pt x="4064" y="10898"/>
                      </a:cubicBezTo>
                      <a:cubicBezTo>
                        <a:pt x="1940" y="12791"/>
                        <a:pt x="277" y="14546"/>
                        <a:pt x="277" y="14546"/>
                      </a:cubicBezTo>
                      <a:cubicBezTo>
                        <a:pt x="277" y="14546"/>
                        <a:pt x="0" y="14962"/>
                        <a:pt x="0" y="15562"/>
                      </a:cubicBezTo>
                      <a:cubicBezTo>
                        <a:pt x="0" y="16162"/>
                        <a:pt x="370" y="16209"/>
                        <a:pt x="1847" y="16209"/>
                      </a:cubicBezTo>
                      <a:lnTo>
                        <a:pt x="37959" y="16209"/>
                      </a:lnTo>
                      <a:cubicBezTo>
                        <a:pt x="39436" y="16209"/>
                        <a:pt x="39760" y="16162"/>
                        <a:pt x="39760" y="15562"/>
                      </a:cubicBezTo>
                      <a:cubicBezTo>
                        <a:pt x="39760" y="14962"/>
                        <a:pt x="39529" y="14546"/>
                        <a:pt x="39529" y="14546"/>
                      </a:cubicBezTo>
                      <a:cubicBezTo>
                        <a:pt x="39529" y="14546"/>
                        <a:pt x="37820" y="12791"/>
                        <a:pt x="35696" y="10898"/>
                      </a:cubicBezTo>
                      <a:cubicBezTo>
                        <a:pt x="33572" y="9005"/>
                        <a:pt x="33895" y="7573"/>
                        <a:pt x="33895" y="7573"/>
                      </a:cubicBezTo>
                      <a:lnTo>
                        <a:pt x="3329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88"/>
                <p:cNvSpPr/>
                <p:nvPr/>
              </p:nvSpPr>
              <p:spPr>
                <a:xfrm>
                  <a:off x="5831075" y="3583175"/>
                  <a:ext cx="84550" cy="121450"/>
                </a:xfrm>
                <a:custGeom>
                  <a:rect b="b" l="l" r="r" t="t"/>
                  <a:pathLst>
                    <a:path extrusionOk="0" h="4858" w="3382">
                      <a:moveTo>
                        <a:pt x="0" y="4858"/>
                      </a:moveTo>
                      <a:lnTo>
                        <a:pt x="334" y="0"/>
                      </a:lnTo>
                      <a:lnTo>
                        <a:pt x="3382" y="0"/>
                      </a:lnTo>
                      <a:lnTo>
                        <a:pt x="3144" y="3453"/>
                      </a:lnTo>
                      <a:close/>
                    </a:path>
                  </a:pathLst>
                </a:custGeom>
                <a:solidFill>
                  <a:schemeClr val="lt1"/>
                </a:solidFill>
                <a:ln>
                  <a:noFill/>
                </a:ln>
              </p:spPr>
            </p:sp>
            <p:sp>
              <p:nvSpPr>
                <p:cNvPr id="1621" name="Google Shape;1621;p88"/>
                <p:cNvSpPr/>
                <p:nvPr/>
              </p:nvSpPr>
              <p:spPr>
                <a:xfrm flipH="1">
                  <a:off x="6657375" y="3572825"/>
                  <a:ext cx="84550" cy="121450"/>
                </a:xfrm>
                <a:custGeom>
                  <a:rect b="b" l="l" r="r" t="t"/>
                  <a:pathLst>
                    <a:path extrusionOk="0" h="4858" w="3382">
                      <a:moveTo>
                        <a:pt x="0" y="4858"/>
                      </a:moveTo>
                      <a:lnTo>
                        <a:pt x="334" y="0"/>
                      </a:lnTo>
                      <a:lnTo>
                        <a:pt x="3382" y="0"/>
                      </a:lnTo>
                      <a:lnTo>
                        <a:pt x="3144" y="3453"/>
                      </a:lnTo>
                      <a:close/>
                    </a:path>
                  </a:pathLst>
                </a:custGeom>
                <a:solidFill>
                  <a:schemeClr val="lt1"/>
                </a:solidFill>
                <a:ln>
                  <a:noFill/>
                </a:ln>
              </p:spPr>
            </p:sp>
          </p:grpSp>
          <p:sp>
            <p:nvSpPr>
              <p:cNvPr id="1622" name="Google Shape;1622;p88"/>
              <p:cNvSpPr/>
              <p:nvPr/>
            </p:nvSpPr>
            <p:spPr>
              <a:xfrm>
                <a:off x="5695950" y="3531400"/>
                <a:ext cx="192875" cy="78575"/>
              </a:xfrm>
              <a:custGeom>
                <a:rect b="b" l="l" r="r" t="t"/>
                <a:pathLst>
                  <a:path extrusionOk="0" h="3143" w="7715">
                    <a:moveTo>
                      <a:pt x="3191" y="0"/>
                    </a:moveTo>
                    <a:lnTo>
                      <a:pt x="7715" y="0"/>
                    </a:lnTo>
                    <a:lnTo>
                      <a:pt x="7430" y="3143"/>
                    </a:lnTo>
                    <a:lnTo>
                      <a:pt x="5691" y="3143"/>
                    </a:lnTo>
                    <a:lnTo>
                      <a:pt x="0" y="3143"/>
                    </a:lnTo>
                    <a:close/>
                  </a:path>
                </a:pathLst>
              </a:custGeom>
              <a:solidFill>
                <a:schemeClr val="lt1"/>
              </a:solidFill>
              <a:ln>
                <a:noFill/>
              </a:ln>
            </p:spPr>
          </p:sp>
          <p:sp>
            <p:nvSpPr>
              <p:cNvPr id="1623" name="Google Shape;1623;p88"/>
              <p:cNvSpPr/>
              <p:nvPr/>
            </p:nvSpPr>
            <p:spPr>
              <a:xfrm flipH="1">
                <a:off x="6686550" y="3531400"/>
                <a:ext cx="192875" cy="78575"/>
              </a:xfrm>
              <a:custGeom>
                <a:rect b="b" l="l" r="r" t="t"/>
                <a:pathLst>
                  <a:path extrusionOk="0" h="3143" w="7715">
                    <a:moveTo>
                      <a:pt x="3191" y="0"/>
                    </a:moveTo>
                    <a:lnTo>
                      <a:pt x="7715" y="0"/>
                    </a:lnTo>
                    <a:lnTo>
                      <a:pt x="7430" y="3143"/>
                    </a:lnTo>
                    <a:lnTo>
                      <a:pt x="5691" y="3143"/>
                    </a:lnTo>
                    <a:lnTo>
                      <a:pt x="0" y="3143"/>
                    </a:lnTo>
                    <a:close/>
                  </a:path>
                </a:pathLst>
              </a:custGeom>
              <a:solidFill>
                <a:schemeClr val="lt1"/>
              </a:solidFill>
              <a:ln>
                <a:noFill/>
              </a:ln>
            </p:spPr>
          </p:sp>
        </p:grpSp>
        <p:sp>
          <p:nvSpPr>
            <p:cNvPr id="1624" name="Google Shape;1624;p88"/>
            <p:cNvSpPr/>
            <p:nvPr/>
          </p:nvSpPr>
          <p:spPr>
            <a:xfrm>
              <a:off x="6215100" y="3369926"/>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25" name="Google Shape;1625;p88"/>
          <p:cNvPicPr preferRelativeResize="0"/>
          <p:nvPr/>
        </p:nvPicPr>
        <p:blipFill rotWithShape="1">
          <a:blip r:embed="rId3">
            <a:alphaModFix/>
          </a:blip>
          <a:srcRect b="0" l="1009" r="1009" t="0"/>
          <a:stretch/>
        </p:blipFill>
        <p:spPr>
          <a:xfrm>
            <a:off x="4648489" y="1353417"/>
            <a:ext cx="3276600" cy="1881000"/>
          </a:xfrm>
          <a:prstGeom prst="round2SameRect">
            <a:avLst>
              <a:gd fmla="val 5118" name="adj1"/>
              <a:gd fmla="val 0" name="adj2"/>
            </a:avLst>
          </a:prstGeom>
          <a:noFill/>
          <a:ln>
            <a:noFill/>
          </a:ln>
        </p:spPr>
      </p:pic>
      <p:pic>
        <p:nvPicPr>
          <p:cNvPr id="1626" name="Google Shape;1626;p88"/>
          <p:cNvPicPr preferRelativeResize="0"/>
          <p:nvPr/>
        </p:nvPicPr>
        <p:blipFill>
          <a:blip r:embed="rId4">
            <a:alphaModFix/>
          </a:blip>
          <a:stretch>
            <a:fillRect/>
          </a:stretch>
        </p:blipFill>
        <p:spPr>
          <a:xfrm>
            <a:off x="6974825" y="447663"/>
            <a:ext cx="342900" cy="371475"/>
          </a:xfrm>
          <a:prstGeom prst="rect">
            <a:avLst/>
          </a:prstGeom>
          <a:noFill/>
          <a:ln>
            <a:noFill/>
          </a:ln>
        </p:spPr>
      </p:pic>
      <p:pic>
        <p:nvPicPr>
          <p:cNvPr id="1627" name="Google Shape;1627;p88"/>
          <p:cNvPicPr preferRelativeResize="0"/>
          <p:nvPr/>
        </p:nvPicPr>
        <p:blipFill>
          <a:blip r:embed="rId5">
            <a:alphaModFix/>
          </a:blip>
          <a:stretch>
            <a:fillRect/>
          </a:stretch>
        </p:blipFill>
        <p:spPr>
          <a:xfrm>
            <a:off x="1301975" y="4240900"/>
            <a:ext cx="342900" cy="371475"/>
          </a:xfrm>
          <a:prstGeom prst="rect">
            <a:avLst/>
          </a:prstGeom>
          <a:noFill/>
          <a:ln>
            <a:noFill/>
          </a:ln>
        </p:spPr>
      </p:pic>
      <p:pic>
        <p:nvPicPr>
          <p:cNvPr id="1628" name="Google Shape;1628;p88"/>
          <p:cNvPicPr preferRelativeResize="0"/>
          <p:nvPr/>
        </p:nvPicPr>
        <p:blipFill>
          <a:blip r:embed="rId6">
            <a:alphaModFix/>
          </a:blip>
          <a:stretch>
            <a:fillRect/>
          </a:stretch>
        </p:blipFill>
        <p:spPr>
          <a:xfrm>
            <a:off x="1378175" y="630913"/>
            <a:ext cx="342900" cy="371475"/>
          </a:xfrm>
          <a:prstGeom prst="rect">
            <a:avLst/>
          </a:prstGeom>
          <a:noFill/>
          <a:ln>
            <a:noFill/>
          </a:ln>
        </p:spPr>
      </p:pic>
      <p:pic>
        <p:nvPicPr>
          <p:cNvPr id="1629" name="Google Shape;1629;p88"/>
          <p:cNvPicPr preferRelativeResize="0"/>
          <p:nvPr/>
        </p:nvPicPr>
        <p:blipFill>
          <a:blip r:embed="rId4">
            <a:alphaModFix/>
          </a:blip>
          <a:stretch>
            <a:fillRect/>
          </a:stretch>
        </p:blipFill>
        <p:spPr>
          <a:xfrm>
            <a:off x="7740963" y="4025738"/>
            <a:ext cx="342900" cy="371475"/>
          </a:xfrm>
          <a:prstGeom prst="rect">
            <a:avLst/>
          </a:prstGeom>
          <a:noFill/>
          <a:ln>
            <a:noFill/>
          </a:ln>
        </p:spPr>
      </p:pic>
      <p:pic>
        <p:nvPicPr>
          <p:cNvPr id="1630" name="Google Shape;1630;p88"/>
          <p:cNvPicPr preferRelativeResize="0"/>
          <p:nvPr/>
        </p:nvPicPr>
        <p:blipFill>
          <a:blip r:embed="rId5">
            <a:alphaModFix/>
          </a:blip>
          <a:stretch>
            <a:fillRect/>
          </a:stretch>
        </p:blipFill>
        <p:spPr>
          <a:xfrm>
            <a:off x="5927325" y="4240888"/>
            <a:ext cx="342900" cy="371475"/>
          </a:xfrm>
          <a:prstGeom prst="rect">
            <a:avLst/>
          </a:prstGeom>
          <a:noFill/>
          <a:ln>
            <a:noFill/>
          </a:ln>
        </p:spPr>
      </p:pic>
      <p:pic>
        <p:nvPicPr>
          <p:cNvPr id="1631" name="Google Shape;1631;p88"/>
          <p:cNvPicPr preferRelativeResize="0"/>
          <p:nvPr/>
        </p:nvPicPr>
        <p:blipFill>
          <a:blip r:embed="rId4">
            <a:alphaModFix/>
          </a:blip>
          <a:stretch>
            <a:fillRect/>
          </a:stretch>
        </p:blipFill>
        <p:spPr>
          <a:xfrm>
            <a:off x="2646663" y="1065125"/>
            <a:ext cx="342900" cy="371475"/>
          </a:xfrm>
          <a:prstGeom prst="rect">
            <a:avLst/>
          </a:prstGeom>
          <a:noFill/>
          <a:ln>
            <a:noFill/>
          </a:ln>
        </p:spPr>
      </p:pic>
      <p:pic>
        <p:nvPicPr>
          <p:cNvPr id="1632" name="Google Shape;1632;p88"/>
          <p:cNvPicPr preferRelativeResize="0"/>
          <p:nvPr/>
        </p:nvPicPr>
        <p:blipFill>
          <a:blip r:embed="rId7">
            <a:alphaModFix amt="86000"/>
          </a:blip>
          <a:stretch>
            <a:fillRect/>
          </a:stretch>
        </p:blipFill>
        <p:spPr>
          <a:xfrm flipH="1">
            <a:off x="6912913" y="3826238"/>
            <a:ext cx="733425" cy="1857375"/>
          </a:xfrm>
          <a:prstGeom prst="rect">
            <a:avLst/>
          </a:prstGeom>
          <a:noFill/>
          <a:ln>
            <a:noFill/>
          </a:ln>
        </p:spPr>
      </p:pic>
      <p:pic>
        <p:nvPicPr>
          <p:cNvPr id="1633" name="Google Shape;1633;p88"/>
          <p:cNvPicPr preferRelativeResize="0"/>
          <p:nvPr/>
        </p:nvPicPr>
        <p:blipFill>
          <a:blip r:embed="rId8">
            <a:alphaModFix amt="86000"/>
          </a:blip>
          <a:stretch>
            <a:fillRect/>
          </a:stretch>
        </p:blipFill>
        <p:spPr>
          <a:xfrm>
            <a:off x="256025" y="4025738"/>
            <a:ext cx="914400" cy="1743075"/>
          </a:xfrm>
          <a:prstGeom prst="rect">
            <a:avLst/>
          </a:prstGeom>
          <a:noFill/>
          <a:ln>
            <a:noFill/>
          </a:ln>
        </p:spPr>
      </p:pic>
      <p:pic>
        <p:nvPicPr>
          <p:cNvPr id="1634" name="Google Shape;1634;p88"/>
          <p:cNvPicPr preferRelativeResize="0"/>
          <p:nvPr/>
        </p:nvPicPr>
        <p:blipFill>
          <a:blip r:embed="rId9">
            <a:alphaModFix amt="86000"/>
          </a:blip>
          <a:stretch>
            <a:fillRect/>
          </a:stretch>
        </p:blipFill>
        <p:spPr>
          <a:xfrm rot="-1379977">
            <a:off x="4845838" y="3853262"/>
            <a:ext cx="942975" cy="1866900"/>
          </a:xfrm>
          <a:prstGeom prst="rect">
            <a:avLst/>
          </a:prstGeom>
          <a:noFill/>
          <a:ln>
            <a:noFill/>
          </a:ln>
        </p:spPr>
      </p:pic>
      <p:pic>
        <p:nvPicPr>
          <p:cNvPr id="1635" name="Google Shape;1635;p88"/>
          <p:cNvPicPr preferRelativeResize="0"/>
          <p:nvPr/>
        </p:nvPicPr>
        <p:blipFill>
          <a:blip r:embed="rId10">
            <a:alphaModFix/>
          </a:blip>
          <a:stretch>
            <a:fillRect/>
          </a:stretch>
        </p:blipFill>
        <p:spPr>
          <a:xfrm>
            <a:off x="3722588" y="3575025"/>
            <a:ext cx="849400" cy="26445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89"/>
          <p:cNvSpPr txBox="1"/>
          <p:nvPr>
            <p:ph idx="1" type="subTitle"/>
          </p:nvPr>
        </p:nvSpPr>
        <p:spPr>
          <a:xfrm>
            <a:off x="5077475" y="1799050"/>
            <a:ext cx="3103500" cy="22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Solar System—it’s only a bit larger than the Moon.</a:t>
            </a:r>
            <a:endParaRPr/>
          </a:p>
          <a:p>
            <a:pPr indent="0" lvl="0" marL="0" rtl="0" algn="l">
              <a:spcBef>
                <a:spcPts val="1000"/>
              </a:spcBef>
              <a:spcAft>
                <a:spcPts val="0"/>
              </a:spcAft>
              <a:buNone/>
            </a:pPr>
            <a:r>
              <a:rPr lang="en"/>
              <a:t>The planet’s name has nothing to do with the liquid metal, since it was named after the Roman messenger god, Mercury</a:t>
            </a:r>
            <a:endParaRPr/>
          </a:p>
        </p:txBody>
      </p:sp>
      <p:sp>
        <p:nvSpPr>
          <p:cNvPr id="1641" name="Google Shape;1641;p89"/>
          <p:cNvSpPr txBox="1"/>
          <p:nvPr>
            <p:ph type="title"/>
          </p:nvPr>
        </p:nvSpPr>
        <p:spPr>
          <a:xfrm>
            <a:off x="5077475" y="1145650"/>
            <a:ext cx="3103500" cy="62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Conclusions</a:t>
            </a:r>
            <a:endParaRPr/>
          </a:p>
        </p:txBody>
      </p:sp>
      <p:pic>
        <p:nvPicPr>
          <p:cNvPr id="1642" name="Google Shape;1642;p89"/>
          <p:cNvPicPr preferRelativeResize="0"/>
          <p:nvPr>
            <p:ph idx="2" type="pic"/>
          </p:nvPr>
        </p:nvPicPr>
        <p:blipFill rotWithShape="1">
          <a:blip r:embed="rId3">
            <a:alphaModFix/>
          </a:blip>
          <a:srcRect b="0" l="-801" r="5400" t="4598"/>
          <a:stretch/>
        </p:blipFill>
        <p:spPr>
          <a:xfrm>
            <a:off x="991300" y="998550"/>
            <a:ext cx="3146100" cy="3146400"/>
          </a:xfrm>
          <a:prstGeom prst="ellipse">
            <a:avLst/>
          </a:prstGeom>
        </p:spPr>
      </p:pic>
      <p:pic>
        <p:nvPicPr>
          <p:cNvPr id="1643" name="Google Shape;1643;p89"/>
          <p:cNvPicPr preferRelativeResize="0"/>
          <p:nvPr/>
        </p:nvPicPr>
        <p:blipFill>
          <a:blip r:embed="rId4">
            <a:alphaModFix amt="86000"/>
          </a:blip>
          <a:stretch>
            <a:fillRect/>
          </a:stretch>
        </p:blipFill>
        <p:spPr>
          <a:xfrm flipH="1" rot="1046296">
            <a:off x="3837646" y="3431262"/>
            <a:ext cx="733425" cy="1857375"/>
          </a:xfrm>
          <a:prstGeom prst="rect">
            <a:avLst/>
          </a:prstGeom>
          <a:noFill/>
          <a:ln>
            <a:noFill/>
          </a:ln>
        </p:spPr>
      </p:pic>
      <p:pic>
        <p:nvPicPr>
          <p:cNvPr id="1644" name="Google Shape;1644;p89"/>
          <p:cNvPicPr preferRelativeResize="0"/>
          <p:nvPr/>
        </p:nvPicPr>
        <p:blipFill>
          <a:blip r:embed="rId5">
            <a:alphaModFix amt="86000"/>
          </a:blip>
          <a:stretch>
            <a:fillRect/>
          </a:stretch>
        </p:blipFill>
        <p:spPr>
          <a:xfrm flipH="1" rot="1379977">
            <a:off x="1137283" y="3678925"/>
            <a:ext cx="942975" cy="1866900"/>
          </a:xfrm>
          <a:prstGeom prst="rect">
            <a:avLst/>
          </a:prstGeom>
          <a:noFill/>
          <a:ln>
            <a:noFill/>
          </a:ln>
        </p:spPr>
      </p:pic>
      <p:pic>
        <p:nvPicPr>
          <p:cNvPr id="1645" name="Google Shape;1645;p89"/>
          <p:cNvPicPr preferRelativeResize="0"/>
          <p:nvPr/>
        </p:nvPicPr>
        <p:blipFill>
          <a:blip r:embed="rId6">
            <a:alphaModFix/>
          </a:blip>
          <a:stretch>
            <a:fillRect/>
          </a:stretch>
        </p:blipFill>
        <p:spPr>
          <a:xfrm flipH="1">
            <a:off x="7445746" y="4240900"/>
            <a:ext cx="342900" cy="371475"/>
          </a:xfrm>
          <a:prstGeom prst="rect">
            <a:avLst/>
          </a:prstGeom>
          <a:noFill/>
          <a:ln>
            <a:noFill/>
          </a:ln>
        </p:spPr>
      </p:pic>
      <p:pic>
        <p:nvPicPr>
          <p:cNvPr id="1646" name="Google Shape;1646;p89"/>
          <p:cNvPicPr preferRelativeResize="0"/>
          <p:nvPr/>
        </p:nvPicPr>
        <p:blipFill>
          <a:blip r:embed="rId7">
            <a:alphaModFix/>
          </a:blip>
          <a:stretch>
            <a:fillRect/>
          </a:stretch>
        </p:blipFill>
        <p:spPr>
          <a:xfrm flipH="1">
            <a:off x="5707546" y="630913"/>
            <a:ext cx="342900" cy="371475"/>
          </a:xfrm>
          <a:prstGeom prst="rect">
            <a:avLst/>
          </a:prstGeom>
          <a:noFill/>
          <a:ln>
            <a:noFill/>
          </a:ln>
        </p:spPr>
      </p:pic>
      <p:pic>
        <p:nvPicPr>
          <p:cNvPr id="1647" name="Google Shape;1647;p89"/>
          <p:cNvPicPr preferRelativeResize="0"/>
          <p:nvPr/>
        </p:nvPicPr>
        <p:blipFill>
          <a:blip r:embed="rId6">
            <a:alphaModFix/>
          </a:blip>
          <a:stretch>
            <a:fillRect/>
          </a:stretch>
        </p:blipFill>
        <p:spPr>
          <a:xfrm flipH="1">
            <a:off x="608046" y="1046063"/>
            <a:ext cx="342900" cy="371475"/>
          </a:xfrm>
          <a:prstGeom prst="rect">
            <a:avLst/>
          </a:prstGeom>
          <a:noFill/>
          <a:ln>
            <a:noFill/>
          </a:ln>
        </p:spPr>
      </p:pic>
      <p:pic>
        <p:nvPicPr>
          <p:cNvPr id="1648" name="Google Shape;1648;p89"/>
          <p:cNvPicPr preferRelativeResize="0"/>
          <p:nvPr/>
        </p:nvPicPr>
        <p:blipFill>
          <a:blip r:embed="rId8">
            <a:alphaModFix/>
          </a:blip>
          <a:stretch>
            <a:fillRect/>
          </a:stretch>
        </p:blipFill>
        <p:spPr>
          <a:xfrm flipH="1">
            <a:off x="3299471" y="1774450"/>
            <a:ext cx="342900" cy="371475"/>
          </a:xfrm>
          <a:prstGeom prst="rect">
            <a:avLst/>
          </a:prstGeom>
          <a:noFill/>
          <a:ln>
            <a:noFill/>
          </a:ln>
        </p:spPr>
      </p:pic>
      <p:pic>
        <p:nvPicPr>
          <p:cNvPr id="1649" name="Google Shape;1649;p89"/>
          <p:cNvPicPr preferRelativeResize="0"/>
          <p:nvPr/>
        </p:nvPicPr>
        <p:blipFill>
          <a:blip r:embed="rId9">
            <a:alphaModFix/>
          </a:blip>
          <a:stretch>
            <a:fillRect/>
          </a:stretch>
        </p:blipFill>
        <p:spPr>
          <a:xfrm flipH="1">
            <a:off x="4032909" y="630925"/>
            <a:ext cx="342900" cy="3714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90"/>
          <p:cNvSpPr txBox="1"/>
          <p:nvPr>
            <p:ph type="ctrTitle"/>
          </p:nvPr>
        </p:nvSpPr>
        <p:spPr>
          <a:xfrm>
            <a:off x="966188" y="606175"/>
            <a:ext cx="3858900" cy="100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1655" name="Google Shape;1655;p90"/>
          <p:cNvSpPr txBox="1"/>
          <p:nvPr>
            <p:ph idx="1" type="subTitle"/>
          </p:nvPr>
        </p:nvSpPr>
        <p:spPr>
          <a:xfrm>
            <a:off x="966125" y="1709250"/>
            <a:ext cx="3858900" cy="143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Do you have any questions?</a:t>
            </a:r>
            <a:endParaRPr/>
          </a:p>
          <a:p>
            <a:pPr indent="0" lvl="0" marL="0" rtl="0" algn="l">
              <a:spcBef>
                <a:spcPts val="1000"/>
              </a:spcBef>
              <a:spcAft>
                <a:spcPts val="0"/>
              </a:spcAft>
              <a:buClr>
                <a:schemeClr val="lt1"/>
              </a:buClr>
              <a:buSzPts val="1100"/>
              <a:buFont typeface="Arial"/>
              <a:buNone/>
            </a:pPr>
            <a:r>
              <a:rPr lang="en"/>
              <a:t>youremail@freepik.com </a:t>
            </a:r>
            <a:endParaRPr/>
          </a:p>
          <a:p>
            <a:pPr indent="0" lvl="0" marL="0" rtl="0" algn="l">
              <a:spcBef>
                <a:spcPts val="0"/>
              </a:spcBef>
              <a:spcAft>
                <a:spcPts val="0"/>
              </a:spcAft>
              <a:buClr>
                <a:schemeClr val="lt1"/>
              </a:buClr>
              <a:buSzPts val="1100"/>
              <a:buFont typeface="Arial"/>
              <a:buNone/>
            </a:pPr>
            <a:r>
              <a:rPr lang="en"/>
              <a:t>+91  620 421 838 </a:t>
            </a:r>
            <a:endParaRPr/>
          </a:p>
          <a:p>
            <a:pPr indent="0" lvl="0" marL="0" rtl="0" algn="l">
              <a:spcBef>
                <a:spcPts val="0"/>
              </a:spcBef>
              <a:spcAft>
                <a:spcPts val="0"/>
              </a:spcAft>
              <a:buNone/>
            </a:pPr>
            <a:r>
              <a:rPr lang="en"/>
              <a:t>yourwebsite.com</a:t>
            </a:r>
            <a:endParaRPr/>
          </a:p>
        </p:txBody>
      </p:sp>
      <p:pic>
        <p:nvPicPr>
          <p:cNvPr id="1656" name="Google Shape;1656;p90"/>
          <p:cNvPicPr preferRelativeResize="0"/>
          <p:nvPr/>
        </p:nvPicPr>
        <p:blipFill>
          <a:blip r:embed="rId3">
            <a:alphaModFix amt="86000"/>
          </a:blip>
          <a:stretch>
            <a:fillRect/>
          </a:stretch>
        </p:blipFill>
        <p:spPr>
          <a:xfrm>
            <a:off x="8064175" y="3911438"/>
            <a:ext cx="733425" cy="1857375"/>
          </a:xfrm>
          <a:prstGeom prst="rect">
            <a:avLst/>
          </a:prstGeom>
          <a:noFill/>
          <a:ln>
            <a:noFill/>
          </a:ln>
        </p:spPr>
      </p:pic>
      <p:pic>
        <p:nvPicPr>
          <p:cNvPr id="1657" name="Google Shape;1657;p90"/>
          <p:cNvPicPr preferRelativeResize="0"/>
          <p:nvPr/>
        </p:nvPicPr>
        <p:blipFill>
          <a:blip r:embed="rId4">
            <a:alphaModFix amt="86000"/>
          </a:blip>
          <a:stretch>
            <a:fillRect/>
          </a:stretch>
        </p:blipFill>
        <p:spPr>
          <a:xfrm>
            <a:off x="4888038" y="2854563"/>
            <a:ext cx="1304925" cy="2809875"/>
          </a:xfrm>
          <a:prstGeom prst="rect">
            <a:avLst/>
          </a:prstGeom>
          <a:noFill/>
          <a:ln>
            <a:noFill/>
          </a:ln>
        </p:spPr>
      </p:pic>
      <p:pic>
        <p:nvPicPr>
          <p:cNvPr id="1658" name="Google Shape;1658;p90"/>
          <p:cNvPicPr preferRelativeResize="0"/>
          <p:nvPr/>
        </p:nvPicPr>
        <p:blipFill>
          <a:blip r:embed="rId5">
            <a:alphaModFix amt="86000"/>
          </a:blip>
          <a:stretch>
            <a:fillRect/>
          </a:stretch>
        </p:blipFill>
        <p:spPr>
          <a:xfrm rot="-1379977">
            <a:off x="6583238" y="3906687"/>
            <a:ext cx="942975" cy="1866900"/>
          </a:xfrm>
          <a:prstGeom prst="rect">
            <a:avLst/>
          </a:prstGeom>
          <a:noFill/>
          <a:ln>
            <a:noFill/>
          </a:ln>
        </p:spPr>
      </p:pic>
      <p:grpSp>
        <p:nvGrpSpPr>
          <p:cNvPr id="1659" name="Google Shape;1659;p90"/>
          <p:cNvGrpSpPr/>
          <p:nvPr/>
        </p:nvGrpSpPr>
        <p:grpSpPr>
          <a:xfrm>
            <a:off x="5812958" y="2411724"/>
            <a:ext cx="1125095" cy="1125089"/>
            <a:chOff x="11769258" y="2900662"/>
            <a:chExt cx="1125095" cy="1125089"/>
          </a:xfrm>
        </p:grpSpPr>
        <p:sp>
          <p:nvSpPr>
            <p:cNvPr id="1660" name="Google Shape;1660;p90"/>
            <p:cNvSpPr/>
            <p:nvPr/>
          </p:nvSpPr>
          <p:spPr>
            <a:xfrm>
              <a:off x="11770352" y="2905062"/>
              <a:ext cx="1122904" cy="1116281"/>
            </a:xfrm>
            <a:custGeom>
              <a:rect b="b" l="l" r="r" t="t"/>
              <a:pathLst>
                <a:path extrusionOk="0" h="32195" w="32386">
                  <a:moveTo>
                    <a:pt x="13573" y="1044"/>
                  </a:moveTo>
                  <a:lnTo>
                    <a:pt x="13559" y="1058"/>
                  </a:lnTo>
                  <a:cubicBezTo>
                    <a:pt x="13559" y="1044"/>
                    <a:pt x="13559" y="1044"/>
                    <a:pt x="13573" y="1044"/>
                  </a:cubicBezTo>
                  <a:close/>
                  <a:moveTo>
                    <a:pt x="13573" y="1044"/>
                  </a:moveTo>
                  <a:cubicBezTo>
                    <a:pt x="13574" y="1044"/>
                    <a:pt x="13588" y="1044"/>
                    <a:pt x="13602" y="1058"/>
                  </a:cubicBezTo>
                  <a:lnTo>
                    <a:pt x="13588" y="1058"/>
                  </a:lnTo>
                  <a:lnTo>
                    <a:pt x="13573" y="1044"/>
                  </a:lnTo>
                  <a:close/>
                  <a:moveTo>
                    <a:pt x="13488" y="2038"/>
                  </a:moveTo>
                  <a:cubicBezTo>
                    <a:pt x="13531" y="2038"/>
                    <a:pt x="13559" y="2094"/>
                    <a:pt x="13531" y="2123"/>
                  </a:cubicBezTo>
                  <a:cubicBezTo>
                    <a:pt x="13517" y="2094"/>
                    <a:pt x="13502" y="2066"/>
                    <a:pt x="13488" y="2038"/>
                  </a:cubicBezTo>
                  <a:close/>
                  <a:moveTo>
                    <a:pt x="15774" y="2137"/>
                  </a:moveTo>
                  <a:lnTo>
                    <a:pt x="15746" y="2151"/>
                  </a:lnTo>
                  <a:lnTo>
                    <a:pt x="15760" y="2137"/>
                  </a:lnTo>
                  <a:close/>
                  <a:moveTo>
                    <a:pt x="24719" y="2847"/>
                  </a:moveTo>
                  <a:cubicBezTo>
                    <a:pt x="24719" y="2847"/>
                    <a:pt x="24719" y="2847"/>
                    <a:pt x="24719" y="2861"/>
                  </a:cubicBezTo>
                  <a:lnTo>
                    <a:pt x="24705" y="2861"/>
                  </a:lnTo>
                  <a:cubicBezTo>
                    <a:pt x="24705" y="2861"/>
                    <a:pt x="24719" y="2847"/>
                    <a:pt x="24719" y="2847"/>
                  </a:cubicBezTo>
                  <a:close/>
                  <a:moveTo>
                    <a:pt x="15377" y="3202"/>
                  </a:moveTo>
                  <a:lnTo>
                    <a:pt x="15391" y="3216"/>
                  </a:lnTo>
                  <a:lnTo>
                    <a:pt x="15405" y="3230"/>
                  </a:lnTo>
                  <a:cubicBezTo>
                    <a:pt x="15391" y="3230"/>
                    <a:pt x="15391" y="3216"/>
                    <a:pt x="15377" y="3202"/>
                  </a:cubicBezTo>
                  <a:close/>
                  <a:moveTo>
                    <a:pt x="26252" y="3642"/>
                  </a:moveTo>
                  <a:lnTo>
                    <a:pt x="26252" y="3642"/>
                  </a:lnTo>
                  <a:cubicBezTo>
                    <a:pt x="26267" y="3656"/>
                    <a:pt x="26281" y="3685"/>
                    <a:pt x="26295" y="3699"/>
                  </a:cubicBezTo>
                  <a:cubicBezTo>
                    <a:pt x="26281" y="3685"/>
                    <a:pt x="26267" y="3670"/>
                    <a:pt x="26252" y="3642"/>
                  </a:cubicBezTo>
                  <a:close/>
                  <a:moveTo>
                    <a:pt x="19593" y="6609"/>
                  </a:moveTo>
                  <a:lnTo>
                    <a:pt x="19593" y="6723"/>
                  </a:lnTo>
                  <a:lnTo>
                    <a:pt x="19508" y="6652"/>
                  </a:lnTo>
                  <a:lnTo>
                    <a:pt x="19593" y="6609"/>
                  </a:lnTo>
                  <a:close/>
                  <a:moveTo>
                    <a:pt x="7994" y="6865"/>
                  </a:moveTo>
                  <a:lnTo>
                    <a:pt x="7994" y="6879"/>
                  </a:lnTo>
                  <a:lnTo>
                    <a:pt x="7937" y="6865"/>
                  </a:lnTo>
                  <a:close/>
                  <a:moveTo>
                    <a:pt x="11557" y="7050"/>
                  </a:moveTo>
                  <a:lnTo>
                    <a:pt x="11557" y="7064"/>
                  </a:lnTo>
                  <a:lnTo>
                    <a:pt x="11543" y="7064"/>
                  </a:lnTo>
                  <a:cubicBezTo>
                    <a:pt x="11543" y="7050"/>
                    <a:pt x="11557" y="7050"/>
                    <a:pt x="11557" y="7050"/>
                  </a:cubicBezTo>
                  <a:close/>
                  <a:moveTo>
                    <a:pt x="14780" y="7163"/>
                  </a:moveTo>
                  <a:cubicBezTo>
                    <a:pt x="14795" y="7177"/>
                    <a:pt x="14809" y="7177"/>
                    <a:pt x="14823" y="7192"/>
                  </a:cubicBezTo>
                  <a:lnTo>
                    <a:pt x="14780" y="7192"/>
                  </a:lnTo>
                  <a:lnTo>
                    <a:pt x="14780" y="7163"/>
                  </a:lnTo>
                  <a:close/>
                  <a:moveTo>
                    <a:pt x="10436" y="7944"/>
                  </a:moveTo>
                  <a:lnTo>
                    <a:pt x="10422" y="8015"/>
                  </a:lnTo>
                  <a:cubicBezTo>
                    <a:pt x="10422" y="7987"/>
                    <a:pt x="10422" y="7972"/>
                    <a:pt x="10436" y="7944"/>
                  </a:cubicBezTo>
                  <a:close/>
                  <a:moveTo>
                    <a:pt x="21070" y="8185"/>
                  </a:moveTo>
                  <a:lnTo>
                    <a:pt x="21070" y="8214"/>
                  </a:lnTo>
                  <a:lnTo>
                    <a:pt x="21056" y="8214"/>
                  </a:lnTo>
                  <a:cubicBezTo>
                    <a:pt x="21056" y="8214"/>
                    <a:pt x="21056" y="8200"/>
                    <a:pt x="21070" y="8185"/>
                  </a:cubicBezTo>
                  <a:close/>
                  <a:moveTo>
                    <a:pt x="16300" y="8228"/>
                  </a:moveTo>
                  <a:lnTo>
                    <a:pt x="16300" y="8242"/>
                  </a:lnTo>
                  <a:lnTo>
                    <a:pt x="16285" y="8242"/>
                  </a:lnTo>
                  <a:cubicBezTo>
                    <a:pt x="16285" y="8242"/>
                    <a:pt x="16285" y="8228"/>
                    <a:pt x="16271" y="8228"/>
                  </a:cubicBezTo>
                  <a:close/>
                  <a:moveTo>
                    <a:pt x="17208" y="9279"/>
                  </a:moveTo>
                  <a:cubicBezTo>
                    <a:pt x="17208" y="9279"/>
                    <a:pt x="17208" y="9293"/>
                    <a:pt x="17208" y="9293"/>
                  </a:cubicBezTo>
                  <a:lnTo>
                    <a:pt x="17180" y="9279"/>
                  </a:lnTo>
                  <a:close/>
                  <a:moveTo>
                    <a:pt x="22163" y="9563"/>
                  </a:moveTo>
                  <a:lnTo>
                    <a:pt x="22163" y="9577"/>
                  </a:lnTo>
                  <a:lnTo>
                    <a:pt x="22036" y="9577"/>
                  </a:lnTo>
                  <a:cubicBezTo>
                    <a:pt x="22078" y="9563"/>
                    <a:pt x="22121" y="9563"/>
                    <a:pt x="22163" y="9563"/>
                  </a:cubicBezTo>
                  <a:close/>
                  <a:moveTo>
                    <a:pt x="15994" y="9914"/>
                  </a:moveTo>
                  <a:cubicBezTo>
                    <a:pt x="16020" y="9914"/>
                    <a:pt x="16038" y="9932"/>
                    <a:pt x="16043" y="9960"/>
                  </a:cubicBezTo>
                  <a:lnTo>
                    <a:pt x="16043" y="9960"/>
                  </a:lnTo>
                  <a:cubicBezTo>
                    <a:pt x="16015" y="9946"/>
                    <a:pt x="16001" y="9932"/>
                    <a:pt x="15973" y="9918"/>
                  </a:cubicBezTo>
                  <a:cubicBezTo>
                    <a:pt x="15980" y="9915"/>
                    <a:pt x="15988" y="9914"/>
                    <a:pt x="15994" y="9914"/>
                  </a:cubicBezTo>
                  <a:close/>
                  <a:moveTo>
                    <a:pt x="11756" y="10060"/>
                  </a:moveTo>
                  <a:cubicBezTo>
                    <a:pt x="11785" y="10074"/>
                    <a:pt x="11827" y="10088"/>
                    <a:pt x="11856" y="10116"/>
                  </a:cubicBezTo>
                  <a:cubicBezTo>
                    <a:pt x="11898" y="10130"/>
                    <a:pt x="11898" y="10187"/>
                    <a:pt x="11856" y="10216"/>
                  </a:cubicBezTo>
                  <a:lnTo>
                    <a:pt x="11870" y="10201"/>
                  </a:lnTo>
                  <a:cubicBezTo>
                    <a:pt x="11841" y="10145"/>
                    <a:pt x="11799" y="10102"/>
                    <a:pt x="11756" y="10060"/>
                  </a:cubicBezTo>
                  <a:close/>
                  <a:moveTo>
                    <a:pt x="26465" y="10443"/>
                  </a:moveTo>
                  <a:lnTo>
                    <a:pt x="26451" y="10457"/>
                  </a:lnTo>
                  <a:lnTo>
                    <a:pt x="26451" y="10443"/>
                  </a:lnTo>
                  <a:close/>
                  <a:moveTo>
                    <a:pt x="2385" y="10684"/>
                  </a:moveTo>
                  <a:cubicBezTo>
                    <a:pt x="2393" y="10684"/>
                    <a:pt x="2401" y="10689"/>
                    <a:pt x="2406" y="10695"/>
                  </a:cubicBezTo>
                  <a:lnTo>
                    <a:pt x="2406" y="10695"/>
                  </a:lnTo>
                  <a:lnTo>
                    <a:pt x="2385" y="10684"/>
                  </a:lnTo>
                  <a:close/>
                  <a:moveTo>
                    <a:pt x="2428" y="10713"/>
                  </a:moveTo>
                  <a:lnTo>
                    <a:pt x="2430" y="10715"/>
                  </a:lnTo>
                  <a:lnTo>
                    <a:pt x="2430" y="10715"/>
                  </a:lnTo>
                  <a:cubicBezTo>
                    <a:pt x="2430" y="10715"/>
                    <a:pt x="2429" y="10714"/>
                    <a:pt x="2428" y="10714"/>
                  </a:cubicBezTo>
                  <a:lnTo>
                    <a:pt x="2428" y="10714"/>
                  </a:lnTo>
                  <a:lnTo>
                    <a:pt x="2428" y="10727"/>
                  </a:lnTo>
                  <a:lnTo>
                    <a:pt x="2442" y="10727"/>
                  </a:lnTo>
                  <a:lnTo>
                    <a:pt x="2430" y="10715"/>
                  </a:lnTo>
                  <a:lnTo>
                    <a:pt x="2430" y="10715"/>
                  </a:lnTo>
                  <a:cubicBezTo>
                    <a:pt x="2442" y="10719"/>
                    <a:pt x="2442" y="10727"/>
                    <a:pt x="2442" y="10727"/>
                  </a:cubicBezTo>
                  <a:lnTo>
                    <a:pt x="2442" y="10741"/>
                  </a:lnTo>
                  <a:cubicBezTo>
                    <a:pt x="2442" y="10741"/>
                    <a:pt x="2428" y="10755"/>
                    <a:pt x="2428" y="10755"/>
                  </a:cubicBezTo>
                  <a:lnTo>
                    <a:pt x="2428" y="10727"/>
                  </a:lnTo>
                  <a:lnTo>
                    <a:pt x="2421" y="10713"/>
                  </a:lnTo>
                  <a:lnTo>
                    <a:pt x="2421" y="10713"/>
                  </a:lnTo>
                  <a:cubicBezTo>
                    <a:pt x="2424" y="10713"/>
                    <a:pt x="2426" y="10714"/>
                    <a:pt x="2428" y="10714"/>
                  </a:cubicBezTo>
                  <a:lnTo>
                    <a:pt x="2428" y="10714"/>
                  </a:lnTo>
                  <a:lnTo>
                    <a:pt x="2428" y="10713"/>
                  </a:lnTo>
                  <a:close/>
                  <a:moveTo>
                    <a:pt x="1737" y="11099"/>
                  </a:moveTo>
                  <a:cubicBezTo>
                    <a:pt x="1781" y="11099"/>
                    <a:pt x="1825" y="11125"/>
                    <a:pt x="1846" y="11167"/>
                  </a:cubicBezTo>
                  <a:lnTo>
                    <a:pt x="1832" y="11153"/>
                  </a:lnTo>
                  <a:cubicBezTo>
                    <a:pt x="1803" y="11139"/>
                    <a:pt x="1747" y="11124"/>
                    <a:pt x="1690" y="11110"/>
                  </a:cubicBezTo>
                  <a:cubicBezTo>
                    <a:pt x="1705" y="11103"/>
                    <a:pt x="1721" y="11099"/>
                    <a:pt x="1737" y="11099"/>
                  </a:cubicBezTo>
                  <a:close/>
                  <a:moveTo>
                    <a:pt x="23938" y="11465"/>
                  </a:moveTo>
                  <a:cubicBezTo>
                    <a:pt x="23938" y="11465"/>
                    <a:pt x="23938" y="11479"/>
                    <a:pt x="23938" y="11479"/>
                  </a:cubicBezTo>
                  <a:lnTo>
                    <a:pt x="23924" y="11479"/>
                  </a:lnTo>
                  <a:lnTo>
                    <a:pt x="23924" y="11465"/>
                  </a:lnTo>
                  <a:close/>
                  <a:moveTo>
                    <a:pt x="2925" y="11593"/>
                  </a:moveTo>
                  <a:lnTo>
                    <a:pt x="2911" y="11607"/>
                  </a:lnTo>
                  <a:lnTo>
                    <a:pt x="2911" y="11593"/>
                  </a:lnTo>
                  <a:close/>
                  <a:moveTo>
                    <a:pt x="27417" y="12317"/>
                  </a:moveTo>
                  <a:cubicBezTo>
                    <a:pt x="27417" y="12331"/>
                    <a:pt x="27402" y="12331"/>
                    <a:pt x="27388" y="12331"/>
                  </a:cubicBezTo>
                  <a:lnTo>
                    <a:pt x="27417" y="12317"/>
                  </a:lnTo>
                  <a:close/>
                  <a:moveTo>
                    <a:pt x="4316" y="12487"/>
                  </a:moveTo>
                  <a:lnTo>
                    <a:pt x="4345" y="12502"/>
                  </a:lnTo>
                  <a:lnTo>
                    <a:pt x="4316" y="12502"/>
                  </a:lnTo>
                  <a:lnTo>
                    <a:pt x="4316" y="12487"/>
                  </a:lnTo>
                  <a:close/>
                  <a:moveTo>
                    <a:pt x="10989" y="12729"/>
                  </a:moveTo>
                  <a:cubicBezTo>
                    <a:pt x="11032" y="12743"/>
                    <a:pt x="11089" y="12757"/>
                    <a:pt x="11131" y="12771"/>
                  </a:cubicBezTo>
                  <a:lnTo>
                    <a:pt x="11103" y="12786"/>
                  </a:lnTo>
                  <a:cubicBezTo>
                    <a:pt x="11060" y="12786"/>
                    <a:pt x="11018" y="12771"/>
                    <a:pt x="10989" y="12729"/>
                  </a:cubicBezTo>
                  <a:close/>
                  <a:moveTo>
                    <a:pt x="8121" y="13524"/>
                  </a:moveTo>
                  <a:cubicBezTo>
                    <a:pt x="8122" y="13538"/>
                    <a:pt x="8136" y="13538"/>
                    <a:pt x="8136" y="13552"/>
                  </a:cubicBezTo>
                  <a:cubicBezTo>
                    <a:pt x="8136" y="13552"/>
                    <a:pt x="8122" y="13538"/>
                    <a:pt x="8121" y="13524"/>
                  </a:cubicBezTo>
                  <a:close/>
                  <a:moveTo>
                    <a:pt x="4474" y="13958"/>
                  </a:moveTo>
                  <a:cubicBezTo>
                    <a:pt x="4477" y="13958"/>
                    <a:pt x="4468" y="13964"/>
                    <a:pt x="4458" y="13964"/>
                  </a:cubicBezTo>
                  <a:cubicBezTo>
                    <a:pt x="4468" y="13959"/>
                    <a:pt x="4473" y="13958"/>
                    <a:pt x="4474" y="13958"/>
                  </a:cubicBezTo>
                  <a:close/>
                  <a:moveTo>
                    <a:pt x="27956" y="14674"/>
                  </a:moveTo>
                  <a:cubicBezTo>
                    <a:pt x="27947" y="14702"/>
                    <a:pt x="27931" y="14730"/>
                    <a:pt x="27917" y="14759"/>
                  </a:cubicBezTo>
                  <a:lnTo>
                    <a:pt x="27917" y="14759"/>
                  </a:lnTo>
                  <a:cubicBezTo>
                    <a:pt x="27926" y="14726"/>
                    <a:pt x="27945" y="14696"/>
                    <a:pt x="27956" y="14674"/>
                  </a:cubicBezTo>
                  <a:close/>
                  <a:moveTo>
                    <a:pt x="19082" y="14802"/>
                  </a:moveTo>
                  <a:lnTo>
                    <a:pt x="19168" y="14816"/>
                  </a:lnTo>
                  <a:lnTo>
                    <a:pt x="19168" y="14844"/>
                  </a:lnTo>
                  <a:cubicBezTo>
                    <a:pt x="19125" y="14844"/>
                    <a:pt x="19097" y="14830"/>
                    <a:pt x="19082" y="14802"/>
                  </a:cubicBezTo>
                  <a:close/>
                  <a:moveTo>
                    <a:pt x="11117" y="15029"/>
                  </a:moveTo>
                  <a:lnTo>
                    <a:pt x="11146" y="15043"/>
                  </a:lnTo>
                  <a:lnTo>
                    <a:pt x="11117" y="15043"/>
                  </a:lnTo>
                  <a:lnTo>
                    <a:pt x="11117" y="15029"/>
                  </a:lnTo>
                  <a:close/>
                  <a:moveTo>
                    <a:pt x="29802" y="15398"/>
                  </a:moveTo>
                  <a:cubicBezTo>
                    <a:pt x="29802" y="15398"/>
                    <a:pt x="29816" y="15398"/>
                    <a:pt x="29830" y="15412"/>
                  </a:cubicBezTo>
                  <a:lnTo>
                    <a:pt x="29802" y="15412"/>
                  </a:lnTo>
                  <a:lnTo>
                    <a:pt x="29802" y="15398"/>
                  </a:lnTo>
                  <a:close/>
                  <a:moveTo>
                    <a:pt x="10706" y="15923"/>
                  </a:moveTo>
                  <a:cubicBezTo>
                    <a:pt x="10696" y="15934"/>
                    <a:pt x="10687" y="15947"/>
                    <a:pt x="10677" y="15966"/>
                  </a:cubicBezTo>
                  <a:lnTo>
                    <a:pt x="10677" y="15952"/>
                  </a:lnTo>
                  <a:lnTo>
                    <a:pt x="10691" y="15923"/>
                  </a:lnTo>
                  <a:lnTo>
                    <a:pt x="10705" y="15923"/>
                  </a:lnTo>
                  <a:cubicBezTo>
                    <a:pt x="10705" y="15923"/>
                    <a:pt x="10706" y="15923"/>
                    <a:pt x="10706" y="15923"/>
                  </a:cubicBezTo>
                  <a:close/>
                  <a:moveTo>
                    <a:pt x="13701" y="15867"/>
                  </a:moveTo>
                  <a:lnTo>
                    <a:pt x="13701" y="15867"/>
                  </a:lnTo>
                  <a:cubicBezTo>
                    <a:pt x="13687" y="15909"/>
                    <a:pt x="13687" y="15952"/>
                    <a:pt x="13687" y="15994"/>
                  </a:cubicBezTo>
                  <a:cubicBezTo>
                    <a:pt x="13659" y="15980"/>
                    <a:pt x="13644" y="15952"/>
                    <a:pt x="13644" y="15923"/>
                  </a:cubicBezTo>
                  <a:cubicBezTo>
                    <a:pt x="13644" y="15895"/>
                    <a:pt x="13673" y="15881"/>
                    <a:pt x="13701" y="15867"/>
                  </a:cubicBezTo>
                  <a:close/>
                  <a:moveTo>
                    <a:pt x="27488" y="16094"/>
                  </a:moveTo>
                  <a:lnTo>
                    <a:pt x="27488" y="16122"/>
                  </a:lnTo>
                  <a:cubicBezTo>
                    <a:pt x="27473" y="16108"/>
                    <a:pt x="27473" y="16108"/>
                    <a:pt x="27473" y="16094"/>
                  </a:cubicBezTo>
                  <a:close/>
                  <a:moveTo>
                    <a:pt x="6659" y="16860"/>
                  </a:moveTo>
                  <a:cubicBezTo>
                    <a:pt x="6673" y="16860"/>
                    <a:pt x="6673" y="16860"/>
                    <a:pt x="6673" y="16875"/>
                  </a:cubicBezTo>
                  <a:lnTo>
                    <a:pt x="6659" y="16875"/>
                  </a:lnTo>
                  <a:lnTo>
                    <a:pt x="6659" y="16860"/>
                  </a:lnTo>
                  <a:close/>
                  <a:moveTo>
                    <a:pt x="18884" y="17301"/>
                  </a:moveTo>
                  <a:cubicBezTo>
                    <a:pt x="18898" y="17315"/>
                    <a:pt x="18898" y="17329"/>
                    <a:pt x="18898" y="17357"/>
                  </a:cubicBezTo>
                  <a:lnTo>
                    <a:pt x="18869" y="17357"/>
                  </a:lnTo>
                  <a:cubicBezTo>
                    <a:pt x="18869" y="17329"/>
                    <a:pt x="18884" y="17315"/>
                    <a:pt x="18884" y="17301"/>
                  </a:cubicBezTo>
                  <a:close/>
                  <a:moveTo>
                    <a:pt x="1136" y="17641"/>
                  </a:moveTo>
                  <a:lnTo>
                    <a:pt x="1207" y="17741"/>
                  </a:lnTo>
                  <a:cubicBezTo>
                    <a:pt x="1192" y="17744"/>
                    <a:pt x="1181" y="17745"/>
                    <a:pt x="1171" y="17745"/>
                  </a:cubicBezTo>
                  <a:cubicBezTo>
                    <a:pt x="1136" y="17745"/>
                    <a:pt x="1136" y="17720"/>
                    <a:pt x="1136" y="17641"/>
                  </a:cubicBezTo>
                  <a:close/>
                  <a:moveTo>
                    <a:pt x="13176" y="18138"/>
                  </a:moveTo>
                  <a:cubicBezTo>
                    <a:pt x="13190" y="18138"/>
                    <a:pt x="13219" y="18138"/>
                    <a:pt x="13233" y="18152"/>
                  </a:cubicBezTo>
                  <a:lnTo>
                    <a:pt x="13176" y="18138"/>
                  </a:lnTo>
                  <a:close/>
                  <a:moveTo>
                    <a:pt x="25187" y="19402"/>
                  </a:moveTo>
                  <a:cubicBezTo>
                    <a:pt x="25187" y="19402"/>
                    <a:pt x="25202" y="19416"/>
                    <a:pt x="25202" y="19430"/>
                  </a:cubicBezTo>
                  <a:lnTo>
                    <a:pt x="25159" y="19430"/>
                  </a:lnTo>
                  <a:cubicBezTo>
                    <a:pt x="25173" y="19416"/>
                    <a:pt x="25187" y="19402"/>
                    <a:pt x="25187" y="19402"/>
                  </a:cubicBezTo>
                  <a:close/>
                  <a:moveTo>
                    <a:pt x="4444" y="19913"/>
                  </a:moveTo>
                  <a:lnTo>
                    <a:pt x="4444" y="19927"/>
                  </a:lnTo>
                  <a:lnTo>
                    <a:pt x="4430" y="19913"/>
                  </a:lnTo>
                  <a:close/>
                  <a:moveTo>
                    <a:pt x="27672" y="20225"/>
                  </a:moveTo>
                  <a:cubicBezTo>
                    <a:pt x="27694" y="20247"/>
                    <a:pt x="27699" y="20260"/>
                    <a:pt x="27700" y="20278"/>
                  </a:cubicBezTo>
                  <a:lnTo>
                    <a:pt x="27700" y="20278"/>
                  </a:lnTo>
                  <a:cubicBezTo>
                    <a:pt x="27698" y="20265"/>
                    <a:pt x="27685" y="20251"/>
                    <a:pt x="27672" y="20225"/>
                  </a:cubicBezTo>
                  <a:close/>
                  <a:moveTo>
                    <a:pt x="13687" y="20481"/>
                  </a:moveTo>
                  <a:lnTo>
                    <a:pt x="13673" y="20495"/>
                  </a:lnTo>
                  <a:cubicBezTo>
                    <a:pt x="13659" y="20495"/>
                    <a:pt x="13659" y="20495"/>
                    <a:pt x="13659" y="20481"/>
                  </a:cubicBezTo>
                  <a:close/>
                  <a:moveTo>
                    <a:pt x="31108" y="20485"/>
                  </a:moveTo>
                  <a:lnTo>
                    <a:pt x="31108" y="20485"/>
                  </a:lnTo>
                  <a:cubicBezTo>
                    <a:pt x="31109" y="20513"/>
                    <a:pt x="31123" y="20554"/>
                    <a:pt x="31136" y="20594"/>
                  </a:cubicBezTo>
                  <a:cubicBezTo>
                    <a:pt x="31112" y="20558"/>
                    <a:pt x="31109" y="20521"/>
                    <a:pt x="31108" y="20485"/>
                  </a:cubicBezTo>
                  <a:close/>
                  <a:moveTo>
                    <a:pt x="27473" y="20864"/>
                  </a:moveTo>
                  <a:cubicBezTo>
                    <a:pt x="27459" y="20878"/>
                    <a:pt x="27459" y="20878"/>
                    <a:pt x="27459" y="20878"/>
                  </a:cubicBezTo>
                  <a:lnTo>
                    <a:pt x="27445" y="20864"/>
                  </a:lnTo>
                  <a:close/>
                  <a:moveTo>
                    <a:pt x="25770" y="20836"/>
                  </a:moveTo>
                  <a:lnTo>
                    <a:pt x="25770" y="20836"/>
                  </a:lnTo>
                  <a:cubicBezTo>
                    <a:pt x="25746" y="20860"/>
                    <a:pt x="25702" y="20873"/>
                    <a:pt x="25664" y="20886"/>
                  </a:cubicBezTo>
                  <a:lnTo>
                    <a:pt x="25664" y="20886"/>
                  </a:lnTo>
                  <a:cubicBezTo>
                    <a:pt x="25692" y="20862"/>
                    <a:pt x="25731" y="20849"/>
                    <a:pt x="25770" y="20836"/>
                  </a:cubicBezTo>
                  <a:close/>
                  <a:moveTo>
                    <a:pt x="23015" y="20992"/>
                  </a:moveTo>
                  <a:lnTo>
                    <a:pt x="23015" y="21035"/>
                  </a:lnTo>
                  <a:lnTo>
                    <a:pt x="22973" y="21020"/>
                  </a:lnTo>
                  <a:lnTo>
                    <a:pt x="23015" y="20992"/>
                  </a:lnTo>
                  <a:close/>
                  <a:moveTo>
                    <a:pt x="18245" y="21276"/>
                  </a:moveTo>
                  <a:lnTo>
                    <a:pt x="18245" y="21290"/>
                  </a:lnTo>
                  <a:lnTo>
                    <a:pt x="18230" y="21290"/>
                  </a:lnTo>
                  <a:lnTo>
                    <a:pt x="18245" y="21276"/>
                  </a:lnTo>
                  <a:close/>
                  <a:moveTo>
                    <a:pt x="15149" y="21603"/>
                  </a:moveTo>
                  <a:lnTo>
                    <a:pt x="15149" y="21603"/>
                  </a:lnTo>
                  <a:cubicBezTo>
                    <a:pt x="15135" y="21631"/>
                    <a:pt x="15121" y="21659"/>
                    <a:pt x="15107" y="21688"/>
                  </a:cubicBezTo>
                  <a:lnTo>
                    <a:pt x="15093" y="21688"/>
                  </a:lnTo>
                  <a:cubicBezTo>
                    <a:pt x="15107" y="21659"/>
                    <a:pt x="15121" y="21631"/>
                    <a:pt x="15149" y="21603"/>
                  </a:cubicBezTo>
                  <a:close/>
                  <a:moveTo>
                    <a:pt x="23224" y="21706"/>
                  </a:moveTo>
                  <a:cubicBezTo>
                    <a:pt x="23241" y="21706"/>
                    <a:pt x="23253" y="21729"/>
                    <a:pt x="23271" y="21773"/>
                  </a:cubicBezTo>
                  <a:cubicBezTo>
                    <a:pt x="23242" y="21759"/>
                    <a:pt x="23214" y="21745"/>
                    <a:pt x="23186" y="21730"/>
                  </a:cubicBezTo>
                  <a:cubicBezTo>
                    <a:pt x="23202" y="21714"/>
                    <a:pt x="23214" y="21706"/>
                    <a:pt x="23224" y="21706"/>
                  </a:cubicBezTo>
                  <a:close/>
                  <a:moveTo>
                    <a:pt x="3479" y="23037"/>
                  </a:moveTo>
                  <a:lnTo>
                    <a:pt x="3521" y="23065"/>
                  </a:lnTo>
                  <a:lnTo>
                    <a:pt x="3493" y="23065"/>
                  </a:lnTo>
                  <a:lnTo>
                    <a:pt x="3479" y="23037"/>
                  </a:lnTo>
                  <a:close/>
                  <a:moveTo>
                    <a:pt x="10535" y="23108"/>
                  </a:moveTo>
                  <a:lnTo>
                    <a:pt x="10549" y="23122"/>
                  </a:lnTo>
                  <a:lnTo>
                    <a:pt x="10535" y="23122"/>
                  </a:lnTo>
                  <a:lnTo>
                    <a:pt x="10535" y="23108"/>
                  </a:lnTo>
                  <a:close/>
                  <a:moveTo>
                    <a:pt x="24463" y="23150"/>
                  </a:moveTo>
                  <a:lnTo>
                    <a:pt x="24492" y="23164"/>
                  </a:lnTo>
                  <a:lnTo>
                    <a:pt x="24520" y="23193"/>
                  </a:lnTo>
                  <a:lnTo>
                    <a:pt x="24478" y="23164"/>
                  </a:lnTo>
                  <a:lnTo>
                    <a:pt x="24463" y="23150"/>
                  </a:lnTo>
                  <a:close/>
                  <a:moveTo>
                    <a:pt x="5587" y="23679"/>
                  </a:moveTo>
                  <a:cubicBezTo>
                    <a:pt x="5594" y="23679"/>
                    <a:pt x="5601" y="23683"/>
                    <a:pt x="5608" y="23690"/>
                  </a:cubicBezTo>
                  <a:cubicBezTo>
                    <a:pt x="5594" y="23690"/>
                    <a:pt x="5566" y="23704"/>
                    <a:pt x="5537" y="23704"/>
                  </a:cubicBezTo>
                  <a:lnTo>
                    <a:pt x="5566" y="23690"/>
                  </a:lnTo>
                  <a:cubicBezTo>
                    <a:pt x="5573" y="23683"/>
                    <a:pt x="5580" y="23679"/>
                    <a:pt x="5587" y="23679"/>
                  </a:cubicBezTo>
                  <a:close/>
                  <a:moveTo>
                    <a:pt x="3919" y="23718"/>
                  </a:moveTo>
                  <a:cubicBezTo>
                    <a:pt x="3919" y="23732"/>
                    <a:pt x="3919" y="23761"/>
                    <a:pt x="3905" y="23761"/>
                  </a:cubicBezTo>
                  <a:cubicBezTo>
                    <a:pt x="3890" y="23789"/>
                    <a:pt x="3862" y="23803"/>
                    <a:pt x="3848" y="23803"/>
                  </a:cubicBezTo>
                  <a:cubicBezTo>
                    <a:pt x="3862" y="23775"/>
                    <a:pt x="3890" y="23746"/>
                    <a:pt x="3919" y="23718"/>
                  </a:cubicBezTo>
                  <a:close/>
                  <a:moveTo>
                    <a:pt x="29029" y="23874"/>
                  </a:moveTo>
                  <a:cubicBezTo>
                    <a:pt x="29040" y="23874"/>
                    <a:pt x="29051" y="23876"/>
                    <a:pt x="29061" y="23880"/>
                  </a:cubicBezTo>
                  <a:lnTo>
                    <a:pt x="29061" y="23880"/>
                  </a:lnTo>
                  <a:lnTo>
                    <a:pt x="28950" y="23917"/>
                  </a:lnTo>
                  <a:cubicBezTo>
                    <a:pt x="28968" y="23889"/>
                    <a:pt x="28998" y="23874"/>
                    <a:pt x="29029" y="23874"/>
                  </a:cubicBezTo>
                  <a:close/>
                  <a:moveTo>
                    <a:pt x="21382" y="24030"/>
                  </a:moveTo>
                  <a:lnTo>
                    <a:pt x="21397" y="24045"/>
                  </a:lnTo>
                  <a:lnTo>
                    <a:pt x="21382" y="24045"/>
                  </a:lnTo>
                  <a:lnTo>
                    <a:pt x="21382" y="24030"/>
                  </a:lnTo>
                  <a:close/>
                  <a:moveTo>
                    <a:pt x="18784" y="24201"/>
                  </a:moveTo>
                  <a:cubicBezTo>
                    <a:pt x="18763" y="24222"/>
                    <a:pt x="18735" y="24235"/>
                    <a:pt x="18710" y="24235"/>
                  </a:cubicBezTo>
                  <a:cubicBezTo>
                    <a:pt x="18701" y="24235"/>
                    <a:pt x="18692" y="24233"/>
                    <a:pt x="18685" y="24229"/>
                  </a:cubicBezTo>
                  <a:lnTo>
                    <a:pt x="18784" y="24201"/>
                  </a:lnTo>
                  <a:close/>
                  <a:moveTo>
                    <a:pt x="21865" y="24343"/>
                  </a:moveTo>
                  <a:lnTo>
                    <a:pt x="21865" y="24343"/>
                  </a:lnTo>
                  <a:cubicBezTo>
                    <a:pt x="21876" y="24353"/>
                    <a:pt x="21894" y="24364"/>
                    <a:pt x="21903" y="24375"/>
                  </a:cubicBezTo>
                  <a:cubicBezTo>
                    <a:pt x="21886" y="24364"/>
                    <a:pt x="21876" y="24353"/>
                    <a:pt x="21865" y="24343"/>
                  </a:cubicBezTo>
                  <a:close/>
                  <a:moveTo>
                    <a:pt x="14638" y="24357"/>
                  </a:moveTo>
                  <a:cubicBezTo>
                    <a:pt x="14624" y="24371"/>
                    <a:pt x="14624" y="24385"/>
                    <a:pt x="14624" y="24400"/>
                  </a:cubicBezTo>
                  <a:cubicBezTo>
                    <a:pt x="14610" y="24385"/>
                    <a:pt x="14596" y="24371"/>
                    <a:pt x="14582" y="24357"/>
                  </a:cubicBezTo>
                  <a:close/>
                  <a:moveTo>
                    <a:pt x="6957" y="25081"/>
                  </a:moveTo>
                  <a:cubicBezTo>
                    <a:pt x="6957" y="25095"/>
                    <a:pt x="6971" y="25095"/>
                    <a:pt x="6986" y="25109"/>
                  </a:cubicBezTo>
                  <a:cubicBezTo>
                    <a:pt x="6971" y="25095"/>
                    <a:pt x="6957" y="25095"/>
                    <a:pt x="6943" y="25081"/>
                  </a:cubicBezTo>
                  <a:close/>
                  <a:moveTo>
                    <a:pt x="6986" y="25109"/>
                  </a:moveTo>
                  <a:cubicBezTo>
                    <a:pt x="6986" y="25109"/>
                    <a:pt x="7000" y="25109"/>
                    <a:pt x="7000" y="25124"/>
                  </a:cubicBezTo>
                  <a:lnTo>
                    <a:pt x="6986" y="25109"/>
                  </a:lnTo>
                  <a:close/>
                  <a:moveTo>
                    <a:pt x="22816" y="25777"/>
                  </a:moveTo>
                  <a:lnTo>
                    <a:pt x="22802" y="25791"/>
                  </a:lnTo>
                  <a:lnTo>
                    <a:pt x="22802" y="25777"/>
                  </a:lnTo>
                  <a:close/>
                  <a:moveTo>
                    <a:pt x="29617" y="26231"/>
                  </a:moveTo>
                  <a:cubicBezTo>
                    <a:pt x="29660" y="26231"/>
                    <a:pt x="29688" y="26245"/>
                    <a:pt x="29731" y="26245"/>
                  </a:cubicBezTo>
                  <a:cubicBezTo>
                    <a:pt x="29901" y="26274"/>
                    <a:pt x="29859" y="26416"/>
                    <a:pt x="29915" y="26515"/>
                  </a:cubicBezTo>
                  <a:cubicBezTo>
                    <a:pt x="29901" y="26515"/>
                    <a:pt x="29901" y="26529"/>
                    <a:pt x="29887" y="26543"/>
                  </a:cubicBezTo>
                  <a:cubicBezTo>
                    <a:pt x="29844" y="26558"/>
                    <a:pt x="29816" y="26600"/>
                    <a:pt x="29816" y="26657"/>
                  </a:cubicBezTo>
                  <a:cubicBezTo>
                    <a:pt x="29802" y="26685"/>
                    <a:pt x="29788" y="26714"/>
                    <a:pt x="29788" y="26742"/>
                  </a:cubicBezTo>
                  <a:lnTo>
                    <a:pt x="29603" y="26657"/>
                  </a:lnTo>
                  <a:cubicBezTo>
                    <a:pt x="29603" y="26657"/>
                    <a:pt x="29617" y="26643"/>
                    <a:pt x="29631" y="26629"/>
                  </a:cubicBezTo>
                  <a:cubicBezTo>
                    <a:pt x="29702" y="26501"/>
                    <a:pt x="29702" y="26345"/>
                    <a:pt x="29617" y="26231"/>
                  </a:cubicBezTo>
                  <a:close/>
                  <a:moveTo>
                    <a:pt x="23981" y="27158"/>
                  </a:moveTo>
                  <a:cubicBezTo>
                    <a:pt x="23995" y="27158"/>
                    <a:pt x="24009" y="27161"/>
                    <a:pt x="24023" y="27168"/>
                  </a:cubicBezTo>
                  <a:lnTo>
                    <a:pt x="23938" y="27168"/>
                  </a:lnTo>
                  <a:cubicBezTo>
                    <a:pt x="23952" y="27161"/>
                    <a:pt x="23966" y="27158"/>
                    <a:pt x="23981" y="27158"/>
                  </a:cubicBezTo>
                  <a:close/>
                  <a:moveTo>
                    <a:pt x="9754" y="28631"/>
                  </a:moveTo>
                  <a:cubicBezTo>
                    <a:pt x="9754" y="28659"/>
                    <a:pt x="9768" y="28673"/>
                    <a:pt x="9783" y="28702"/>
                  </a:cubicBezTo>
                  <a:cubicBezTo>
                    <a:pt x="9797" y="28758"/>
                    <a:pt x="9783" y="28773"/>
                    <a:pt x="9740" y="28787"/>
                  </a:cubicBezTo>
                  <a:cubicBezTo>
                    <a:pt x="9754" y="28744"/>
                    <a:pt x="9768" y="28687"/>
                    <a:pt x="9754" y="28645"/>
                  </a:cubicBezTo>
                  <a:lnTo>
                    <a:pt x="9754" y="28631"/>
                  </a:lnTo>
                  <a:close/>
                  <a:moveTo>
                    <a:pt x="10663" y="29014"/>
                  </a:moveTo>
                  <a:lnTo>
                    <a:pt x="10663" y="29014"/>
                  </a:lnTo>
                  <a:cubicBezTo>
                    <a:pt x="10634" y="29042"/>
                    <a:pt x="10606" y="29042"/>
                    <a:pt x="10578" y="29042"/>
                  </a:cubicBezTo>
                  <a:cubicBezTo>
                    <a:pt x="10606" y="29042"/>
                    <a:pt x="10634" y="29028"/>
                    <a:pt x="10663" y="29014"/>
                  </a:cubicBezTo>
                  <a:close/>
                  <a:moveTo>
                    <a:pt x="20488" y="29142"/>
                  </a:moveTo>
                  <a:cubicBezTo>
                    <a:pt x="20488" y="29156"/>
                    <a:pt x="20488" y="29156"/>
                    <a:pt x="20488" y="29170"/>
                  </a:cubicBezTo>
                  <a:lnTo>
                    <a:pt x="20460" y="29142"/>
                  </a:lnTo>
                  <a:close/>
                  <a:moveTo>
                    <a:pt x="14326" y="29781"/>
                  </a:moveTo>
                  <a:lnTo>
                    <a:pt x="14283" y="29809"/>
                  </a:lnTo>
                  <a:cubicBezTo>
                    <a:pt x="14298" y="29795"/>
                    <a:pt x="14312" y="29781"/>
                    <a:pt x="14326" y="29781"/>
                  </a:cubicBezTo>
                  <a:close/>
                  <a:moveTo>
                    <a:pt x="21993" y="30391"/>
                  </a:moveTo>
                  <a:lnTo>
                    <a:pt x="21979" y="30405"/>
                  </a:lnTo>
                  <a:lnTo>
                    <a:pt x="21965" y="30405"/>
                  </a:lnTo>
                  <a:lnTo>
                    <a:pt x="21993" y="30391"/>
                  </a:lnTo>
                  <a:close/>
                  <a:moveTo>
                    <a:pt x="12864" y="30576"/>
                  </a:moveTo>
                  <a:lnTo>
                    <a:pt x="12864" y="30604"/>
                  </a:lnTo>
                  <a:lnTo>
                    <a:pt x="12849" y="30590"/>
                  </a:lnTo>
                  <a:cubicBezTo>
                    <a:pt x="12849" y="30590"/>
                    <a:pt x="12849" y="30576"/>
                    <a:pt x="12864" y="30576"/>
                  </a:cubicBezTo>
                  <a:close/>
                  <a:moveTo>
                    <a:pt x="18642" y="31357"/>
                  </a:moveTo>
                  <a:lnTo>
                    <a:pt x="18642" y="31371"/>
                  </a:lnTo>
                  <a:lnTo>
                    <a:pt x="18628" y="31371"/>
                  </a:lnTo>
                  <a:lnTo>
                    <a:pt x="18642" y="31357"/>
                  </a:lnTo>
                  <a:close/>
                  <a:moveTo>
                    <a:pt x="12807" y="31896"/>
                  </a:moveTo>
                  <a:cubicBezTo>
                    <a:pt x="12793" y="31896"/>
                    <a:pt x="12793" y="31910"/>
                    <a:pt x="12793" y="31910"/>
                  </a:cubicBezTo>
                  <a:lnTo>
                    <a:pt x="12778" y="31910"/>
                  </a:lnTo>
                  <a:cubicBezTo>
                    <a:pt x="12793" y="31896"/>
                    <a:pt x="12793" y="31896"/>
                    <a:pt x="12807" y="31896"/>
                  </a:cubicBezTo>
                  <a:close/>
                  <a:moveTo>
                    <a:pt x="16832" y="0"/>
                  </a:moveTo>
                  <a:cubicBezTo>
                    <a:pt x="16814" y="0"/>
                    <a:pt x="16796" y="7"/>
                    <a:pt x="16782" y="21"/>
                  </a:cubicBezTo>
                  <a:cubicBezTo>
                    <a:pt x="16654" y="107"/>
                    <a:pt x="16527" y="178"/>
                    <a:pt x="16385" y="220"/>
                  </a:cubicBezTo>
                  <a:cubicBezTo>
                    <a:pt x="16342" y="249"/>
                    <a:pt x="16314" y="291"/>
                    <a:pt x="16285" y="320"/>
                  </a:cubicBezTo>
                  <a:lnTo>
                    <a:pt x="16172" y="320"/>
                  </a:lnTo>
                  <a:cubicBezTo>
                    <a:pt x="16143" y="291"/>
                    <a:pt x="16115" y="263"/>
                    <a:pt x="16087" y="220"/>
                  </a:cubicBezTo>
                  <a:cubicBezTo>
                    <a:pt x="16001" y="149"/>
                    <a:pt x="15859" y="220"/>
                    <a:pt x="15774" y="135"/>
                  </a:cubicBezTo>
                  <a:lnTo>
                    <a:pt x="15689" y="135"/>
                  </a:lnTo>
                  <a:cubicBezTo>
                    <a:pt x="15590" y="220"/>
                    <a:pt x="15561" y="348"/>
                    <a:pt x="15618" y="476"/>
                  </a:cubicBezTo>
                  <a:cubicBezTo>
                    <a:pt x="15618" y="490"/>
                    <a:pt x="15632" y="490"/>
                    <a:pt x="15646" y="504"/>
                  </a:cubicBezTo>
                  <a:cubicBezTo>
                    <a:pt x="15601" y="514"/>
                    <a:pt x="15556" y="519"/>
                    <a:pt x="15511" y="519"/>
                  </a:cubicBezTo>
                  <a:cubicBezTo>
                    <a:pt x="15430" y="519"/>
                    <a:pt x="15351" y="503"/>
                    <a:pt x="15277" y="476"/>
                  </a:cubicBezTo>
                  <a:cubicBezTo>
                    <a:pt x="15235" y="457"/>
                    <a:pt x="15198" y="448"/>
                    <a:pt x="15164" y="448"/>
                  </a:cubicBezTo>
                  <a:cubicBezTo>
                    <a:pt x="15071" y="448"/>
                    <a:pt x="15006" y="514"/>
                    <a:pt x="14965" y="618"/>
                  </a:cubicBezTo>
                  <a:cubicBezTo>
                    <a:pt x="14947" y="620"/>
                    <a:pt x="14928" y="621"/>
                    <a:pt x="14911" y="621"/>
                  </a:cubicBezTo>
                  <a:cubicBezTo>
                    <a:pt x="14790" y="621"/>
                    <a:pt x="14680" y="580"/>
                    <a:pt x="14582" y="518"/>
                  </a:cubicBezTo>
                  <a:cubicBezTo>
                    <a:pt x="14525" y="462"/>
                    <a:pt x="14440" y="433"/>
                    <a:pt x="14369" y="433"/>
                  </a:cubicBezTo>
                  <a:cubicBezTo>
                    <a:pt x="14283" y="433"/>
                    <a:pt x="14198" y="405"/>
                    <a:pt x="14156" y="334"/>
                  </a:cubicBezTo>
                  <a:cubicBezTo>
                    <a:pt x="14113" y="291"/>
                    <a:pt x="14085" y="263"/>
                    <a:pt x="14042" y="234"/>
                  </a:cubicBezTo>
                  <a:lnTo>
                    <a:pt x="13957" y="234"/>
                  </a:lnTo>
                  <a:cubicBezTo>
                    <a:pt x="13900" y="305"/>
                    <a:pt x="13829" y="362"/>
                    <a:pt x="13744" y="405"/>
                  </a:cubicBezTo>
                  <a:cubicBezTo>
                    <a:pt x="13616" y="504"/>
                    <a:pt x="13375" y="405"/>
                    <a:pt x="13318" y="618"/>
                  </a:cubicBezTo>
                  <a:lnTo>
                    <a:pt x="13091" y="618"/>
                  </a:lnTo>
                  <a:cubicBezTo>
                    <a:pt x="13219" y="561"/>
                    <a:pt x="13361" y="504"/>
                    <a:pt x="13247" y="320"/>
                  </a:cubicBezTo>
                  <a:lnTo>
                    <a:pt x="13148" y="220"/>
                  </a:lnTo>
                  <a:cubicBezTo>
                    <a:pt x="13119" y="192"/>
                    <a:pt x="13080" y="178"/>
                    <a:pt x="13041" y="178"/>
                  </a:cubicBezTo>
                  <a:cubicBezTo>
                    <a:pt x="13002" y="178"/>
                    <a:pt x="12963" y="192"/>
                    <a:pt x="12935" y="220"/>
                  </a:cubicBezTo>
                  <a:cubicBezTo>
                    <a:pt x="12891" y="264"/>
                    <a:pt x="12864" y="342"/>
                    <a:pt x="12801" y="342"/>
                  </a:cubicBezTo>
                  <a:cubicBezTo>
                    <a:pt x="12783" y="342"/>
                    <a:pt x="12761" y="336"/>
                    <a:pt x="12736" y="320"/>
                  </a:cubicBezTo>
                  <a:lnTo>
                    <a:pt x="12651" y="320"/>
                  </a:lnTo>
                  <a:cubicBezTo>
                    <a:pt x="12665" y="490"/>
                    <a:pt x="12551" y="589"/>
                    <a:pt x="12423" y="675"/>
                  </a:cubicBezTo>
                  <a:lnTo>
                    <a:pt x="12452" y="717"/>
                  </a:lnTo>
                  <a:lnTo>
                    <a:pt x="12438" y="717"/>
                  </a:lnTo>
                  <a:lnTo>
                    <a:pt x="12423" y="675"/>
                  </a:lnTo>
                  <a:lnTo>
                    <a:pt x="12281" y="703"/>
                  </a:lnTo>
                  <a:cubicBezTo>
                    <a:pt x="12270" y="705"/>
                    <a:pt x="12258" y="705"/>
                    <a:pt x="12247" y="705"/>
                  </a:cubicBezTo>
                  <a:cubicBezTo>
                    <a:pt x="12080" y="705"/>
                    <a:pt x="11972" y="530"/>
                    <a:pt x="11817" y="530"/>
                  </a:cubicBezTo>
                  <a:cubicBezTo>
                    <a:pt x="11806" y="530"/>
                    <a:pt x="11795" y="531"/>
                    <a:pt x="11785" y="533"/>
                  </a:cubicBezTo>
                  <a:cubicBezTo>
                    <a:pt x="11618" y="545"/>
                    <a:pt x="11486" y="709"/>
                    <a:pt x="11294" y="709"/>
                  </a:cubicBezTo>
                  <a:cubicBezTo>
                    <a:pt x="11274" y="709"/>
                    <a:pt x="11253" y="707"/>
                    <a:pt x="11231" y="703"/>
                  </a:cubicBezTo>
                  <a:lnTo>
                    <a:pt x="11188" y="703"/>
                  </a:lnTo>
                  <a:cubicBezTo>
                    <a:pt x="11103" y="703"/>
                    <a:pt x="11032" y="760"/>
                    <a:pt x="11004" y="845"/>
                  </a:cubicBezTo>
                  <a:cubicBezTo>
                    <a:pt x="10995" y="889"/>
                    <a:pt x="10964" y="912"/>
                    <a:pt x="10928" y="912"/>
                  </a:cubicBezTo>
                  <a:cubicBezTo>
                    <a:pt x="10906" y="912"/>
                    <a:pt x="10883" y="904"/>
                    <a:pt x="10862" y="888"/>
                  </a:cubicBezTo>
                  <a:cubicBezTo>
                    <a:pt x="10793" y="834"/>
                    <a:pt x="10713" y="806"/>
                    <a:pt x="10635" y="806"/>
                  </a:cubicBezTo>
                  <a:cubicBezTo>
                    <a:pt x="10568" y="806"/>
                    <a:pt x="10503" y="827"/>
                    <a:pt x="10450" y="873"/>
                  </a:cubicBezTo>
                  <a:cubicBezTo>
                    <a:pt x="10265" y="987"/>
                    <a:pt x="9996" y="987"/>
                    <a:pt x="9910" y="1228"/>
                  </a:cubicBezTo>
                  <a:cubicBezTo>
                    <a:pt x="9910" y="1243"/>
                    <a:pt x="9825" y="1243"/>
                    <a:pt x="9783" y="1243"/>
                  </a:cubicBezTo>
                  <a:cubicBezTo>
                    <a:pt x="9752" y="1243"/>
                    <a:pt x="9712" y="1230"/>
                    <a:pt x="9676" y="1230"/>
                  </a:cubicBezTo>
                  <a:cubicBezTo>
                    <a:pt x="9646" y="1230"/>
                    <a:pt x="9617" y="1239"/>
                    <a:pt x="9598" y="1271"/>
                  </a:cubicBezTo>
                  <a:cubicBezTo>
                    <a:pt x="9499" y="1271"/>
                    <a:pt x="9413" y="1299"/>
                    <a:pt x="9342" y="1356"/>
                  </a:cubicBezTo>
                  <a:cubicBezTo>
                    <a:pt x="9294" y="1395"/>
                    <a:pt x="9256" y="1410"/>
                    <a:pt x="9224" y="1410"/>
                  </a:cubicBezTo>
                  <a:cubicBezTo>
                    <a:pt x="9162" y="1410"/>
                    <a:pt x="9124" y="1351"/>
                    <a:pt x="9087" y="1285"/>
                  </a:cubicBezTo>
                  <a:cubicBezTo>
                    <a:pt x="9074" y="1283"/>
                    <a:pt x="9062" y="1282"/>
                    <a:pt x="9051" y="1282"/>
                  </a:cubicBezTo>
                  <a:cubicBezTo>
                    <a:pt x="8925" y="1282"/>
                    <a:pt x="8893" y="1415"/>
                    <a:pt x="8789" y="1441"/>
                  </a:cubicBezTo>
                  <a:cubicBezTo>
                    <a:pt x="8774" y="1443"/>
                    <a:pt x="8758" y="1444"/>
                    <a:pt x="8742" y="1444"/>
                  </a:cubicBezTo>
                  <a:cubicBezTo>
                    <a:pt x="8679" y="1444"/>
                    <a:pt x="8610" y="1431"/>
                    <a:pt x="8545" y="1431"/>
                  </a:cubicBezTo>
                  <a:cubicBezTo>
                    <a:pt x="8516" y="1431"/>
                    <a:pt x="8488" y="1434"/>
                    <a:pt x="8462" y="1441"/>
                  </a:cubicBezTo>
                  <a:cubicBezTo>
                    <a:pt x="8363" y="1455"/>
                    <a:pt x="8263" y="1484"/>
                    <a:pt x="8178" y="1526"/>
                  </a:cubicBezTo>
                  <a:cubicBezTo>
                    <a:pt x="8082" y="1558"/>
                    <a:pt x="7979" y="1574"/>
                    <a:pt x="7879" y="1574"/>
                  </a:cubicBezTo>
                  <a:cubicBezTo>
                    <a:pt x="7845" y="1574"/>
                    <a:pt x="7813" y="1573"/>
                    <a:pt x="7781" y="1569"/>
                  </a:cubicBezTo>
                  <a:cubicBezTo>
                    <a:pt x="7710" y="1683"/>
                    <a:pt x="7568" y="1697"/>
                    <a:pt x="7468" y="1754"/>
                  </a:cubicBezTo>
                  <a:cubicBezTo>
                    <a:pt x="7383" y="1896"/>
                    <a:pt x="7184" y="1839"/>
                    <a:pt x="7071" y="1952"/>
                  </a:cubicBezTo>
                  <a:cubicBezTo>
                    <a:pt x="7000" y="2066"/>
                    <a:pt x="6858" y="2066"/>
                    <a:pt x="6773" y="2151"/>
                  </a:cubicBezTo>
                  <a:lnTo>
                    <a:pt x="6744" y="2322"/>
                  </a:lnTo>
                  <a:cubicBezTo>
                    <a:pt x="6418" y="2407"/>
                    <a:pt x="6190" y="2648"/>
                    <a:pt x="5921" y="2819"/>
                  </a:cubicBezTo>
                  <a:cubicBezTo>
                    <a:pt x="5864" y="2847"/>
                    <a:pt x="5864" y="2932"/>
                    <a:pt x="5836" y="2989"/>
                  </a:cubicBezTo>
                  <a:cubicBezTo>
                    <a:pt x="5637" y="3003"/>
                    <a:pt x="5566" y="3173"/>
                    <a:pt x="5466" y="3301"/>
                  </a:cubicBezTo>
                  <a:cubicBezTo>
                    <a:pt x="5353" y="3443"/>
                    <a:pt x="5197" y="3571"/>
                    <a:pt x="5026" y="3656"/>
                  </a:cubicBezTo>
                  <a:cubicBezTo>
                    <a:pt x="4927" y="3713"/>
                    <a:pt x="4898" y="3869"/>
                    <a:pt x="4742" y="3869"/>
                  </a:cubicBezTo>
                  <a:cubicBezTo>
                    <a:pt x="4742" y="3997"/>
                    <a:pt x="4657" y="4111"/>
                    <a:pt x="4544" y="4153"/>
                  </a:cubicBezTo>
                  <a:cubicBezTo>
                    <a:pt x="4515" y="4253"/>
                    <a:pt x="4544" y="4366"/>
                    <a:pt x="4430" y="4437"/>
                  </a:cubicBezTo>
                  <a:lnTo>
                    <a:pt x="4316" y="4607"/>
                  </a:lnTo>
                  <a:cubicBezTo>
                    <a:pt x="4203" y="4778"/>
                    <a:pt x="4032" y="4906"/>
                    <a:pt x="3848" y="4991"/>
                  </a:cubicBezTo>
                  <a:cubicBezTo>
                    <a:pt x="3862" y="5033"/>
                    <a:pt x="3905" y="5104"/>
                    <a:pt x="3890" y="5119"/>
                  </a:cubicBezTo>
                  <a:cubicBezTo>
                    <a:pt x="3777" y="5261"/>
                    <a:pt x="3734" y="5474"/>
                    <a:pt x="3550" y="5559"/>
                  </a:cubicBezTo>
                  <a:cubicBezTo>
                    <a:pt x="3365" y="5644"/>
                    <a:pt x="3223" y="5814"/>
                    <a:pt x="3181" y="6013"/>
                  </a:cubicBezTo>
                  <a:cubicBezTo>
                    <a:pt x="3138" y="6141"/>
                    <a:pt x="3067" y="6240"/>
                    <a:pt x="2996" y="6340"/>
                  </a:cubicBezTo>
                  <a:cubicBezTo>
                    <a:pt x="2982" y="6382"/>
                    <a:pt x="2925" y="6425"/>
                    <a:pt x="2939" y="6467"/>
                  </a:cubicBezTo>
                  <a:cubicBezTo>
                    <a:pt x="3010" y="6595"/>
                    <a:pt x="2982" y="6751"/>
                    <a:pt x="2868" y="6837"/>
                  </a:cubicBezTo>
                  <a:cubicBezTo>
                    <a:pt x="2826" y="6879"/>
                    <a:pt x="2811" y="6950"/>
                    <a:pt x="2797" y="7021"/>
                  </a:cubicBezTo>
                  <a:cubicBezTo>
                    <a:pt x="2698" y="7319"/>
                    <a:pt x="2485" y="7561"/>
                    <a:pt x="2215" y="7703"/>
                  </a:cubicBezTo>
                  <a:lnTo>
                    <a:pt x="1988" y="7703"/>
                  </a:lnTo>
                  <a:cubicBezTo>
                    <a:pt x="1945" y="7788"/>
                    <a:pt x="1874" y="7859"/>
                    <a:pt x="1789" y="7901"/>
                  </a:cubicBezTo>
                  <a:lnTo>
                    <a:pt x="1789" y="8285"/>
                  </a:lnTo>
                  <a:cubicBezTo>
                    <a:pt x="1846" y="8327"/>
                    <a:pt x="1846" y="8427"/>
                    <a:pt x="1789" y="8469"/>
                  </a:cubicBezTo>
                  <a:cubicBezTo>
                    <a:pt x="1704" y="8555"/>
                    <a:pt x="1789" y="8682"/>
                    <a:pt x="1690" y="8767"/>
                  </a:cubicBezTo>
                  <a:lnTo>
                    <a:pt x="1590" y="8853"/>
                  </a:lnTo>
                  <a:cubicBezTo>
                    <a:pt x="1534" y="8924"/>
                    <a:pt x="1448" y="8895"/>
                    <a:pt x="1392" y="8952"/>
                  </a:cubicBezTo>
                  <a:lnTo>
                    <a:pt x="1392" y="9051"/>
                  </a:lnTo>
                  <a:cubicBezTo>
                    <a:pt x="1349" y="9080"/>
                    <a:pt x="1321" y="9122"/>
                    <a:pt x="1292" y="9151"/>
                  </a:cubicBezTo>
                  <a:cubicBezTo>
                    <a:pt x="1292" y="9179"/>
                    <a:pt x="1292" y="9208"/>
                    <a:pt x="1292" y="9250"/>
                  </a:cubicBezTo>
                  <a:cubicBezTo>
                    <a:pt x="1221" y="9321"/>
                    <a:pt x="1221" y="9449"/>
                    <a:pt x="1292" y="9534"/>
                  </a:cubicBezTo>
                  <a:cubicBezTo>
                    <a:pt x="1363" y="9577"/>
                    <a:pt x="1363" y="9676"/>
                    <a:pt x="1292" y="9719"/>
                  </a:cubicBezTo>
                  <a:cubicBezTo>
                    <a:pt x="1250" y="9761"/>
                    <a:pt x="1250" y="9818"/>
                    <a:pt x="1306" y="9847"/>
                  </a:cubicBezTo>
                  <a:cubicBezTo>
                    <a:pt x="1207" y="10060"/>
                    <a:pt x="1179" y="10315"/>
                    <a:pt x="994" y="10500"/>
                  </a:cubicBezTo>
                  <a:lnTo>
                    <a:pt x="994" y="10670"/>
                  </a:lnTo>
                  <a:cubicBezTo>
                    <a:pt x="994" y="10798"/>
                    <a:pt x="980" y="10926"/>
                    <a:pt x="980" y="11053"/>
                  </a:cubicBezTo>
                  <a:cubicBezTo>
                    <a:pt x="969" y="11052"/>
                    <a:pt x="958" y="11051"/>
                    <a:pt x="948" y="11051"/>
                  </a:cubicBezTo>
                  <a:cubicBezTo>
                    <a:pt x="877" y="11051"/>
                    <a:pt x="818" y="11091"/>
                    <a:pt x="781" y="11153"/>
                  </a:cubicBezTo>
                  <a:cubicBezTo>
                    <a:pt x="738" y="11238"/>
                    <a:pt x="667" y="11309"/>
                    <a:pt x="582" y="11352"/>
                  </a:cubicBezTo>
                  <a:lnTo>
                    <a:pt x="582" y="11522"/>
                  </a:lnTo>
                  <a:cubicBezTo>
                    <a:pt x="696" y="11550"/>
                    <a:pt x="838" y="11550"/>
                    <a:pt x="895" y="11607"/>
                  </a:cubicBezTo>
                  <a:cubicBezTo>
                    <a:pt x="994" y="11721"/>
                    <a:pt x="738" y="11777"/>
                    <a:pt x="781" y="11905"/>
                  </a:cubicBezTo>
                  <a:cubicBezTo>
                    <a:pt x="781" y="11905"/>
                    <a:pt x="767" y="11919"/>
                    <a:pt x="767" y="11934"/>
                  </a:cubicBezTo>
                  <a:cubicBezTo>
                    <a:pt x="767" y="11948"/>
                    <a:pt x="724" y="11990"/>
                    <a:pt x="696" y="12019"/>
                  </a:cubicBezTo>
                  <a:lnTo>
                    <a:pt x="582" y="12005"/>
                  </a:lnTo>
                  <a:lnTo>
                    <a:pt x="582" y="12005"/>
                  </a:lnTo>
                  <a:cubicBezTo>
                    <a:pt x="582" y="12090"/>
                    <a:pt x="611" y="12161"/>
                    <a:pt x="667" y="12218"/>
                  </a:cubicBezTo>
                  <a:cubicBezTo>
                    <a:pt x="568" y="12303"/>
                    <a:pt x="383" y="12317"/>
                    <a:pt x="398" y="12502"/>
                  </a:cubicBezTo>
                  <a:cubicBezTo>
                    <a:pt x="398" y="12530"/>
                    <a:pt x="312" y="12558"/>
                    <a:pt x="270" y="12587"/>
                  </a:cubicBezTo>
                  <a:cubicBezTo>
                    <a:pt x="213" y="12672"/>
                    <a:pt x="213" y="12786"/>
                    <a:pt x="270" y="12871"/>
                  </a:cubicBezTo>
                  <a:cubicBezTo>
                    <a:pt x="270" y="12871"/>
                    <a:pt x="298" y="12885"/>
                    <a:pt x="298" y="12899"/>
                  </a:cubicBezTo>
                  <a:cubicBezTo>
                    <a:pt x="312" y="12928"/>
                    <a:pt x="298" y="12942"/>
                    <a:pt x="270" y="12970"/>
                  </a:cubicBezTo>
                  <a:cubicBezTo>
                    <a:pt x="213" y="13084"/>
                    <a:pt x="213" y="13226"/>
                    <a:pt x="270" y="13353"/>
                  </a:cubicBezTo>
                  <a:lnTo>
                    <a:pt x="270" y="13538"/>
                  </a:lnTo>
                  <a:lnTo>
                    <a:pt x="185" y="13538"/>
                  </a:lnTo>
                  <a:cubicBezTo>
                    <a:pt x="128" y="13623"/>
                    <a:pt x="142" y="13737"/>
                    <a:pt x="199" y="13822"/>
                  </a:cubicBezTo>
                  <a:cubicBezTo>
                    <a:pt x="256" y="13879"/>
                    <a:pt x="369" y="13907"/>
                    <a:pt x="298" y="14021"/>
                  </a:cubicBezTo>
                  <a:cubicBezTo>
                    <a:pt x="270" y="14049"/>
                    <a:pt x="242" y="14092"/>
                    <a:pt x="199" y="14120"/>
                  </a:cubicBezTo>
                  <a:cubicBezTo>
                    <a:pt x="199" y="14149"/>
                    <a:pt x="199" y="14177"/>
                    <a:pt x="199" y="14205"/>
                  </a:cubicBezTo>
                  <a:cubicBezTo>
                    <a:pt x="256" y="14262"/>
                    <a:pt x="355" y="14248"/>
                    <a:pt x="398" y="14305"/>
                  </a:cubicBezTo>
                  <a:cubicBezTo>
                    <a:pt x="426" y="14347"/>
                    <a:pt x="469" y="14376"/>
                    <a:pt x="511" y="14390"/>
                  </a:cubicBezTo>
                  <a:lnTo>
                    <a:pt x="525" y="14390"/>
                  </a:lnTo>
                  <a:lnTo>
                    <a:pt x="398" y="14589"/>
                  </a:lnTo>
                  <a:cubicBezTo>
                    <a:pt x="298" y="14858"/>
                    <a:pt x="383" y="15100"/>
                    <a:pt x="497" y="15355"/>
                  </a:cubicBezTo>
                  <a:cubicBezTo>
                    <a:pt x="312" y="15583"/>
                    <a:pt x="185" y="15838"/>
                    <a:pt x="100" y="16122"/>
                  </a:cubicBezTo>
                  <a:lnTo>
                    <a:pt x="270" y="16079"/>
                  </a:lnTo>
                  <a:cubicBezTo>
                    <a:pt x="309" y="16070"/>
                    <a:pt x="348" y="16053"/>
                    <a:pt x="378" y="16053"/>
                  </a:cubicBezTo>
                  <a:cubicBezTo>
                    <a:pt x="392" y="16053"/>
                    <a:pt x="403" y="16056"/>
                    <a:pt x="412" y="16065"/>
                  </a:cubicBezTo>
                  <a:cubicBezTo>
                    <a:pt x="469" y="16108"/>
                    <a:pt x="426" y="16150"/>
                    <a:pt x="412" y="16193"/>
                  </a:cubicBezTo>
                  <a:cubicBezTo>
                    <a:pt x="374" y="16178"/>
                    <a:pt x="340" y="16172"/>
                    <a:pt x="308" y="16172"/>
                  </a:cubicBezTo>
                  <a:cubicBezTo>
                    <a:pt x="185" y="16172"/>
                    <a:pt x="102" y="16264"/>
                    <a:pt x="0" y="16321"/>
                  </a:cubicBezTo>
                  <a:lnTo>
                    <a:pt x="0" y="16505"/>
                  </a:lnTo>
                  <a:cubicBezTo>
                    <a:pt x="43" y="16534"/>
                    <a:pt x="71" y="16576"/>
                    <a:pt x="100" y="16605"/>
                  </a:cubicBezTo>
                  <a:lnTo>
                    <a:pt x="100" y="16704"/>
                  </a:lnTo>
                  <a:lnTo>
                    <a:pt x="114" y="16704"/>
                  </a:lnTo>
                  <a:lnTo>
                    <a:pt x="114" y="16789"/>
                  </a:lnTo>
                  <a:lnTo>
                    <a:pt x="114" y="16946"/>
                  </a:lnTo>
                  <a:lnTo>
                    <a:pt x="85" y="16974"/>
                  </a:lnTo>
                  <a:cubicBezTo>
                    <a:pt x="171" y="17159"/>
                    <a:pt x="185" y="17357"/>
                    <a:pt x="114" y="17556"/>
                  </a:cubicBezTo>
                  <a:cubicBezTo>
                    <a:pt x="142" y="17584"/>
                    <a:pt x="171" y="17627"/>
                    <a:pt x="199" y="17655"/>
                  </a:cubicBezTo>
                  <a:cubicBezTo>
                    <a:pt x="284" y="17698"/>
                    <a:pt x="355" y="17755"/>
                    <a:pt x="412" y="17840"/>
                  </a:cubicBezTo>
                  <a:cubicBezTo>
                    <a:pt x="440" y="17868"/>
                    <a:pt x="469" y="17868"/>
                    <a:pt x="511" y="17868"/>
                  </a:cubicBezTo>
                  <a:cubicBezTo>
                    <a:pt x="525" y="17883"/>
                    <a:pt x="525" y="17911"/>
                    <a:pt x="525" y="17925"/>
                  </a:cubicBezTo>
                  <a:cubicBezTo>
                    <a:pt x="596" y="17968"/>
                    <a:pt x="596" y="18010"/>
                    <a:pt x="525" y="18053"/>
                  </a:cubicBezTo>
                  <a:lnTo>
                    <a:pt x="525" y="18309"/>
                  </a:lnTo>
                  <a:cubicBezTo>
                    <a:pt x="682" y="18465"/>
                    <a:pt x="596" y="18635"/>
                    <a:pt x="554" y="18791"/>
                  </a:cubicBezTo>
                  <a:cubicBezTo>
                    <a:pt x="497" y="19018"/>
                    <a:pt x="454" y="19246"/>
                    <a:pt x="469" y="19487"/>
                  </a:cubicBezTo>
                  <a:cubicBezTo>
                    <a:pt x="469" y="19828"/>
                    <a:pt x="540" y="20169"/>
                    <a:pt x="440" y="20509"/>
                  </a:cubicBezTo>
                  <a:cubicBezTo>
                    <a:pt x="540" y="20793"/>
                    <a:pt x="454" y="21106"/>
                    <a:pt x="625" y="21375"/>
                  </a:cubicBezTo>
                  <a:cubicBezTo>
                    <a:pt x="653" y="21375"/>
                    <a:pt x="682" y="21390"/>
                    <a:pt x="696" y="21390"/>
                  </a:cubicBezTo>
                  <a:lnTo>
                    <a:pt x="724" y="21759"/>
                  </a:lnTo>
                  <a:lnTo>
                    <a:pt x="795" y="21787"/>
                  </a:lnTo>
                  <a:cubicBezTo>
                    <a:pt x="781" y="21858"/>
                    <a:pt x="824" y="21943"/>
                    <a:pt x="895" y="21972"/>
                  </a:cubicBezTo>
                  <a:cubicBezTo>
                    <a:pt x="895" y="22071"/>
                    <a:pt x="909" y="22156"/>
                    <a:pt x="923" y="22241"/>
                  </a:cubicBezTo>
                  <a:cubicBezTo>
                    <a:pt x="966" y="22256"/>
                    <a:pt x="1008" y="22298"/>
                    <a:pt x="1008" y="22355"/>
                  </a:cubicBezTo>
                  <a:cubicBezTo>
                    <a:pt x="1136" y="22412"/>
                    <a:pt x="1108" y="22525"/>
                    <a:pt x="1122" y="22639"/>
                  </a:cubicBezTo>
                  <a:cubicBezTo>
                    <a:pt x="1179" y="22653"/>
                    <a:pt x="1264" y="22696"/>
                    <a:pt x="1250" y="22753"/>
                  </a:cubicBezTo>
                  <a:cubicBezTo>
                    <a:pt x="1235" y="22895"/>
                    <a:pt x="1377" y="22937"/>
                    <a:pt x="1420" y="23022"/>
                  </a:cubicBezTo>
                  <a:lnTo>
                    <a:pt x="1420" y="23306"/>
                  </a:lnTo>
                  <a:lnTo>
                    <a:pt x="1718" y="23505"/>
                  </a:lnTo>
                  <a:cubicBezTo>
                    <a:pt x="1974" y="23619"/>
                    <a:pt x="2073" y="23803"/>
                    <a:pt x="1945" y="24059"/>
                  </a:cubicBezTo>
                  <a:cubicBezTo>
                    <a:pt x="1945" y="24087"/>
                    <a:pt x="1945" y="24116"/>
                    <a:pt x="1945" y="24144"/>
                  </a:cubicBezTo>
                  <a:lnTo>
                    <a:pt x="1931" y="24272"/>
                  </a:lnTo>
                  <a:cubicBezTo>
                    <a:pt x="1942" y="24270"/>
                    <a:pt x="1953" y="24269"/>
                    <a:pt x="1964" y="24269"/>
                  </a:cubicBezTo>
                  <a:cubicBezTo>
                    <a:pt x="2034" y="24269"/>
                    <a:pt x="2093" y="24308"/>
                    <a:pt x="2130" y="24357"/>
                  </a:cubicBezTo>
                  <a:cubicBezTo>
                    <a:pt x="2187" y="24428"/>
                    <a:pt x="2286" y="24400"/>
                    <a:pt x="2329" y="24471"/>
                  </a:cubicBezTo>
                  <a:cubicBezTo>
                    <a:pt x="2343" y="24485"/>
                    <a:pt x="2343" y="24527"/>
                    <a:pt x="2329" y="24556"/>
                  </a:cubicBezTo>
                  <a:cubicBezTo>
                    <a:pt x="2414" y="24598"/>
                    <a:pt x="2485" y="24669"/>
                    <a:pt x="2542" y="24754"/>
                  </a:cubicBezTo>
                  <a:cubicBezTo>
                    <a:pt x="2613" y="24797"/>
                    <a:pt x="2684" y="24868"/>
                    <a:pt x="2740" y="24939"/>
                  </a:cubicBezTo>
                  <a:lnTo>
                    <a:pt x="2854" y="24925"/>
                  </a:lnTo>
                  <a:cubicBezTo>
                    <a:pt x="2882" y="24939"/>
                    <a:pt x="2911" y="24939"/>
                    <a:pt x="2939" y="24939"/>
                  </a:cubicBezTo>
                  <a:cubicBezTo>
                    <a:pt x="2953" y="25067"/>
                    <a:pt x="2982" y="25195"/>
                    <a:pt x="3039" y="25294"/>
                  </a:cubicBezTo>
                  <a:cubicBezTo>
                    <a:pt x="3081" y="25379"/>
                    <a:pt x="3152" y="25422"/>
                    <a:pt x="3237" y="25422"/>
                  </a:cubicBezTo>
                  <a:lnTo>
                    <a:pt x="3635" y="25706"/>
                  </a:lnTo>
                  <a:cubicBezTo>
                    <a:pt x="3464" y="25862"/>
                    <a:pt x="3464" y="25862"/>
                    <a:pt x="3550" y="26075"/>
                  </a:cubicBezTo>
                  <a:cubicBezTo>
                    <a:pt x="3564" y="26118"/>
                    <a:pt x="3564" y="26174"/>
                    <a:pt x="3578" y="26217"/>
                  </a:cubicBezTo>
                  <a:cubicBezTo>
                    <a:pt x="3720" y="26543"/>
                    <a:pt x="3805" y="26600"/>
                    <a:pt x="4231" y="26600"/>
                  </a:cubicBezTo>
                  <a:cubicBezTo>
                    <a:pt x="4274" y="26870"/>
                    <a:pt x="4274" y="26870"/>
                    <a:pt x="4487" y="27126"/>
                  </a:cubicBezTo>
                  <a:cubicBezTo>
                    <a:pt x="4558" y="27211"/>
                    <a:pt x="4643" y="27253"/>
                    <a:pt x="4657" y="27367"/>
                  </a:cubicBezTo>
                  <a:cubicBezTo>
                    <a:pt x="4700" y="27622"/>
                    <a:pt x="4913" y="27750"/>
                    <a:pt x="5154" y="27835"/>
                  </a:cubicBezTo>
                  <a:cubicBezTo>
                    <a:pt x="5296" y="27963"/>
                    <a:pt x="5253" y="28134"/>
                    <a:pt x="5282" y="28276"/>
                  </a:cubicBezTo>
                  <a:lnTo>
                    <a:pt x="5367" y="28290"/>
                  </a:lnTo>
                  <a:lnTo>
                    <a:pt x="5395" y="28474"/>
                  </a:lnTo>
                  <a:cubicBezTo>
                    <a:pt x="5429" y="28486"/>
                    <a:pt x="5465" y="28488"/>
                    <a:pt x="5502" y="28488"/>
                  </a:cubicBezTo>
                  <a:cubicBezTo>
                    <a:pt x="5530" y="28488"/>
                    <a:pt x="5558" y="28487"/>
                    <a:pt x="5585" y="28487"/>
                  </a:cubicBezTo>
                  <a:cubicBezTo>
                    <a:pt x="5661" y="28487"/>
                    <a:pt x="5733" y="28497"/>
                    <a:pt x="5779" y="28574"/>
                  </a:cubicBezTo>
                  <a:cubicBezTo>
                    <a:pt x="5807" y="28574"/>
                    <a:pt x="5836" y="28588"/>
                    <a:pt x="5864" y="28602"/>
                  </a:cubicBezTo>
                  <a:cubicBezTo>
                    <a:pt x="5864" y="28730"/>
                    <a:pt x="6006" y="28829"/>
                    <a:pt x="5978" y="28971"/>
                  </a:cubicBezTo>
                  <a:lnTo>
                    <a:pt x="6034" y="28971"/>
                  </a:lnTo>
                  <a:cubicBezTo>
                    <a:pt x="6158" y="28916"/>
                    <a:pt x="6225" y="28890"/>
                    <a:pt x="6279" y="28890"/>
                  </a:cubicBezTo>
                  <a:cubicBezTo>
                    <a:pt x="6349" y="28890"/>
                    <a:pt x="6397" y="28934"/>
                    <a:pt x="6517" y="29014"/>
                  </a:cubicBezTo>
                  <a:cubicBezTo>
                    <a:pt x="6730" y="29170"/>
                    <a:pt x="6588" y="29298"/>
                    <a:pt x="6602" y="29440"/>
                  </a:cubicBezTo>
                  <a:cubicBezTo>
                    <a:pt x="6615" y="29442"/>
                    <a:pt x="6627" y="29443"/>
                    <a:pt x="6639" y="29443"/>
                  </a:cubicBezTo>
                  <a:cubicBezTo>
                    <a:pt x="6775" y="29443"/>
                    <a:pt x="6795" y="29295"/>
                    <a:pt x="6900" y="29255"/>
                  </a:cubicBezTo>
                  <a:lnTo>
                    <a:pt x="7113" y="29738"/>
                  </a:lnTo>
                  <a:cubicBezTo>
                    <a:pt x="7227" y="29894"/>
                    <a:pt x="7426" y="29823"/>
                    <a:pt x="7582" y="29866"/>
                  </a:cubicBezTo>
                  <a:cubicBezTo>
                    <a:pt x="7568" y="29894"/>
                    <a:pt x="7582" y="29923"/>
                    <a:pt x="7610" y="29937"/>
                  </a:cubicBezTo>
                  <a:cubicBezTo>
                    <a:pt x="7681" y="30050"/>
                    <a:pt x="7781" y="30150"/>
                    <a:pt x="7894" y="30235"/>
                  </a:cubicBezTo>
                  <a:cubicBezTo>
                    <a:pt x="8036" y="30320"/>
                    <a:pt x="8207" y="30320"/>
                    <a:pt x="8334" y="30448"/>
                  </a:cubicBezTo>
                  <a:cubicBezTo>
                    <a:pt x="8341" y="30455"/>
                    <a:pt x="8363" y="30459"/>
                    <a:pt x="8388" y="30459"/>
                  </a:cubicBezTo>
                  <a:cubicBezTo>
                    <a:pt x="8412" y="30459"/>
                    <a:pt x="8441" y="30455"/>
                    <a:pt x="8462" y="30448"/>
                  </a:cubicBezTo>
                  <a:cubicBezTo>
                    <a:pt x="8482" y="30444"/>
                    <a:pt x="8499" y="30442"/>
                    <a:pt x="8515" y="30442"/>
                  </a:cubicBezTo>
                  <a:cubicBezTo>
                    <a:pt x="8601" y="30442"/>
                    <a:pt x="8626" y="30504"/>
                    <a:pt x="8590" y="30576"/>
                  </a:cubicBezTo>
                  <a:cubicBezTo>
                    <a:pt x="8562" y="30661"/>
                    <a:pt x="8547" y="30803"/>
                    <a:pt x="8647" y="30817"/>
                  </a:cubicBezTo>
                  <a:cubicBezTo>
                    <a:pt x="8873" y="30867"/>
                    <a:pt x="9054" y="31040"/>
                    <a:pt x="9290" y="31040"/>
                  </a:cubicBezTo>
                  <a:cubicBezTo>
                    <a:pt x="9320" y="31040"/>
                    <a:pt x="9352" y="31037"/>
                    <a:pt x="9385" y="31030"/>
                  </a:cubicBezTo>
                  <a:cubicBezTo>
                    <a:pt x="9598" y="30987"/>
                    <a:pt x="9811" y="30959"/>
                    <a:pt x="10024" y="30916"/>
                  </a:cubicBezTo>
                  <a:lnTo>
                    <a:pt x="10024" y="30916"/>
                  </a:lnTo>
                  <a:cubicBezTo>
                    <a:pt x="10010" y="30945"/>
                    <a:pt x="10010" y="30973"/>
                    <a:pt x="10024" y="30987"/>
                  </a:cubicBezTo>
                  <a:cubicBezTo>
                    <a:pt x="10024" y="31158"/>
                    <a:pt x="9868" y="31286"/>
                    <a:pt x="9939" y="31456"/>
                  </a:cubicBezTo>
                  <a:cubicBezTo>
                    <a:pt x="10001" y="31498"/>
                    <a:pt x="10041" y="31608"/>
                    <a:pt x="10119" y="31608"/>
                  </a:cubicBezTo>
                  <a:cubicBezTo>
                    <a:pt x="10147" y="31608"/>
                    <a:pt x="10181" y="31593"/>
                    <a:pt x="10223" y="31555"/>
                  </a:cubicBezTo>
                  <a:lnTo>
                    <a:pt x="10422" y="31570"/>
                  </a:lnTo>
                  <a:lnTo>
                    <a:pt x="10422" y="31669"/>
                  </a:lnTo>
                  <a:cubicBezTo>
                    <a:pt x="10436" y="31697"/>
                    <a:pt x="10436" y="31726"/>
                    <a:pt x="10422" y="31754"/>
                  </a:cubicBezTo>
                  <a:cubicBezTo>
                    <a:pt x="10450" y="31783"/>
                    <a:pt x="10489" y="31797"/>
                    <a:pt x="10528" y="31797"/>
                  </a:cubicBezTo>
                  <a:cubicBezTo>
                    <a:pt x="10567" y="31797"/>
                    <a:pt x="10606" y="31783"/>
                    <a:pt x="10634" y="31754"/>
                  </a:cubicBezTo>
                  <a:cubicBezTo>
                    <a:pt x="10663" y="31726"/>
                    <a:pt x="10691" y="31712"/>
                    <a:pt x="10720" y="31683"/>
                  </a:cubicBezTo>
                  <a:cubicBezTo>
                    <a:pt x="10734" y="31697"/>
                    <a:pt x="10734" y="31726"/>
                    <a:pt x="10748" y="31740"/>
                  </a:cubicBezTo>
                  <a:cubicBezTo>
                    <a:pt x="10813" y="31759"/>
                    <a:pt x="10872" y="31826"/>
                    <a:pt x="10938" y="31826"/>
                  </a:cubicBezTo>
                  <a:cubicBezTo>
                    <a:pt x="10972" y="31826"/>
                    <a:pt x="11007" y="31808"/>
                    <a:pt x="11046" y="31754"/>
                  </a:cubicBezTo>
                  <a:lnTo>
                    <a:pt x="11131" y="31754"/>
                  </a:lnTo>
                  <a:lnTo>
                    <a:pt x="11231" y="31854"/>
                  </a:lnTo>
                  <a:cubicBezTo>
                    <a:pt x="11245" y="31882"/>
                    <a:pt x="11245" y="31910"/>
                    <a:pt x="11231" y="31939"/>
                  </a:cubicBezTo>
                  <a:cubicBezTo>
                    <a:pt x="11277" y="31957"/>
                    <a:pt x="11323" y="32000"/>
                    <a:pt x="11369" y="32000"/>
                  </a:cubicBezTo>
                  <a:cubicBezTo>
                    <a:pt x="11394" y="32000"/>
                    <a:pt x="11419" y="31988"/>
                    <a:pt x="11444" y="31953"/>
                  </a:cubicBezTo>
                  <a:cubicBezTo>
                    <a:pt x="11572" y="31953"/>
                    <a:pt x="11714" y="31925"/>
                    <a:pt x="11827" y="31854"/>
                  </a:cubicBezTo>
                  <a:cubicBezTo>
                    <a:pt x="12068" y="32024"/>
                    <a:pt x="12352" y="32137"/>
                    <a:pt x="12651" y="32137"/>
                  </a:cubicBezTo>
                  <a:lnTo>
                    <a:pt x="12949" y="32123"/>
                  </a:lnTo>
                  <a:cubicBezTo>
                    <a:pt x="12986" y="32076"/>
                    <a:pt x="13023" y="32060"/>
                    <a:pt x="13060" y="32060"/>
                  </a:cubicBezTo>
                  <a:cubicBezTo>
                    <a:pt x="13122" y="32060"/>
                    <a:pt x="13185" y="32105"/>
                    <a:pt x="13247" y="32123"/>
                  </a:cubicBezTo>
                  <a:cubicBezTo>
                    <a:pt x="13304" y="32052"/>
                    <a:pt x="13389" y="32052"/>
                    <a:pt x="13460" y="32052"/>
                  </a:cubicBezTo>
                  <a:cubicBezTo>
                    <a:pt x="13488" y="32066"/>
                    <a:pt x="13517" y="32066"/>
                    <a:pt x="13545" y="32066"/>
                  </a:cubicBezTo>
                  <a:cubicBezTo>
                    <a:pt x="13580" y="32112"/>
                    <a:pt x="13615" y="32127"/>
                    <a:pt x="13651" y="32127"/>
                  </a:cubicBezTo>
                  <a:cubicBezTo>
                    <a:pt x="13716" y="32127"/>
                    <a:pt x="13784" y="32076"/>
                    <a:pt x="13857" y="32066"/>
                  </a:cubicBezTo>
                  <a:cubicBezTo>
                    <a:pt x="13888" y="32127"/>
                    <a:pt x="13939" y="32145"/>
                    <a:pt x="13992" y="32145"/>
                  </a:cubicBezTo>
                  <a:cubicBezTo>
                    <a:pt x="14014" y="32145"/>
                    <a:pt x="14036" y="32142"/>
                    <a:pt x="14056" y="32137"/>
                  </a:cubicBezTo>
                  <a:cubicBezTo>
                    <a:pt x="14122" y="32060"/>
                    <a:pt x="14214" y="32052"/>
                    <a:pt x="14306" y="32052"/>
                  </a:cubicBezTo>
                  <a:cubicBezTo>
                    <a:pt x="14332" y="32052"/>
                    <a:pt x="14358" y="32052"/>
                    <a:pt x="14383" y="32052"/>
                  </a:cubicBezTo>
                  <a:lnTo>
                    <a:pt x="14880" y="32052"/>
                  </a:lnTo>
                  <a:cubicBezTo>
                    <a:pt x="14974" y="32132"/>
                    <a:pt x="15024" y="32171"/>
                    <a:pt x="15079" y="32171"/>
                  </a:cubicBezTo>
                  <a:cubicBezTo>
                    <a:pt x="15131" y="32171"/>
                    <a:pt x="15187" y="32136"/>
                    <a:pt x="15291" y="32066"/>
                  </a:cubicBezTo>
                  <a:lnTo>
                    <a:pt x="15476" y="32066"/>
                  </a:lnTo>
                  <a:cubicBezTo>
                    <a:pt x="15476" y="32130"/>
                    <a:pt x="15499" y="32182"/>
                    <a:pt x="15565" y="32182"/>
                  </a:cubicBezTo>
                  <a:cubicBezTo>
                    <a:pt x="15572" y="32182"/>
                    <a:pt x="15581" y="32182"/>
                    <a:pt x="15590" y="32180"/>
                  </a:cubicBezTo>
                  <a:cubicBezTo>
                    <a:pt x="15675" y="32166"/>
                    <a:pt x="15774" y="32137"/>
                    <a:pt x="15845" y="32081"/>
                  </a:cubicBezTo>
                  <a:cubicBezTo>
                    <a:pt x="15890" y="32036"/>
                    <a:pt x="15929" y="32020"/>
                    <a:pt x="15967" y="32020"/>
                  </a:cubicBezTo>
                  <a:cubicBezTo>
                    <a:pt x="16012" y="32020"/>
                    <a:pt x="16054" y="32043"/>
                    <a:pt x="16101" y="32066"/>
                  </a:cubicBezTo>
                  <a:lnTo>
                    <a:pt x="16285" y="32137"/>
                  </a:lnTo>
                  <a:cubicBezTo>
                    <a:pt x="16328" y="32081"/>
                    <a:pt x="16370" y="32010"/>
                    <a:pt x="16356" y="31925"/>
                  </a:cubicBezTo>
                  <a:cubicBezTo>
                    <a:pt x="16328" y="31868"/>
                    <a:pt x="16285" y="31797"/>
                    <a:pt x="16328" y="31740"/>
                  </a:cubicBezTo>
                  <a:cubicBezTo>
                    <a:pt x="16385" y="31683"/>
                    <a:pt x="16484" y="31683"/>
                    <a:pt x="16569" y="31683"/>
                  </a:cubicBezTo>
                  <a:cubicBezTo>
                    <a:pt x="16711" y="31683"/>
                    <a:pt x="16853" y="31740"/>
                    <a:pt x="16953" y="31868"/>
                  </a:cubicBezTo>
                  <a:cubicBezTo>
                    <a:pt x="17003" y="31918"/>
                    <a:pt x="17074" y="31968"/>
                    <a:pt x="17142" y="31968"/>
                  </a:cubicBezTo>
                  <a:cubicBezTo>
                    <a:pt x="17170" y="31968"/>
                    <a:pt x="17197" y="31959"/>
                    <a:pt x="17222" y="31939"/>
                  </a:cubicBezTo>
                  <a:cubicBezTo>
                    <a:pt x="17301" y="31883"/>
                    <a:pt x="17396" y="31845"/>
                    <a:pt x="17496" y="31845"/>
                  </a:cubicBezTo>
                  <a:cubicBezTo>
                    <a:pt x="17523" y="31845"/>
                    <a:pt x="17550" y="31847"/>
                    <a:pt x="17577" y="31854"/>
                  </a:cubicBezTo>
                  <a:cubicBezTo>
                    <a:pt x="17606" y="31854"/>
                    <a:pt x="17677" y="31811"/>
                    <a:pt x="17691" y="31768"/>
                  </a:cubicBezTo>
                  <a:cubicBezTo>
                    <a:pt x="17710" y="31662"/>
                    <a:pt x="17729" y="31569"/>
                    <a:pt x="17806" y="31569"/>
                  </a:cubicBezTo>
                  <a:cubicBezTo>
                    <a:pt x="17843" y="31569"/>
                    <a:pt x="17892" y="31590"/>
                    <a:pt x="17961" y="31641"/>
                  </a:cubicBezTo>
                  <a:cubicBezTo>
                    <a:pt x="17987" y="31663"/>
                    <a:pt x="18017" y="31671"/>
                    <a:pt x="18048" y="31671"/>
                  </a:cubicBezTo>
                  <a:cubicBezTo>
                    <a:pt x="18114" y="31671"/>
                    <a:pt x="18186" y="31632"/>
                    <a:pt x="18245" y="31612"/>
                  </a:cubicBezTo>
                  <a:cubicBezTo>
                    <a:pt x="18276" y="31598"/>
                    <a:pt x="18310" y="31592"/>
                    <a:pt x="18343" y="31592"/>
                  </a:cubicBezTo>
                  <a:cubicBezTo>
                    <a:pt x="18412" y="31592"/>
                    <a:pt x="18480" y="31621"/>
                    <a:pt x="18529" y="31669"/>
                  </a:cubicBezTo>
                  <a:lnTo>
                    <a:pt x="18529" y="32152"/>
                  </a:lnTo>
                  <a:lnTo>
                    <a:pt x="18798" y="32152"/>
                  </a:lnTo>
                  <a:cubicBezTo>
                    <a:pt x="18813" y="31995"/>
                    <a:pt x="18827" y="31854"/>
                    <a:pt x="18827" y="31697"/>
                  </a:cubicBezTo>
                  <a:lnTo>
                    <a:pt x="18898" y="31669"/>
                  </a:lnTo>
                  <a:cubicBezTo>
                    <a:pt x="18912" y="31683"/>
                    <a:pt x="18912" y="31683"/>
                    <a:pt x="18926" y="31697"/>
                  </a:cubicBezTo>
                  <a:cubicBezTo>
                    <a:pt x="18969" y="31697"/>
                    <a:pt x="19011" y="31683"/>
                    <a:pt x="19040" y="31641"/>
                  </a:cubicBezTo>
                  <a:lnTo>
                    <a:pt x="19040" y="31641"/>
                  </a:lnTo>
                  <a:cubicBezTo>
                    <a:pt x="19068" y="31683"/>
                    <a:pt x="19026" y="31712"/>
                    <a:pt x="19011" y="31754"/>
                  </a:cubicBezTo>
                  <a:cubicBezTo>
                    <a:pt x="18969" y="31811"/>
                    <a:pt x="18969" y="31896"/>
                    <a:pt x="19011" y="31967"/>
                  </a:cubicBezTo>
                  <a:cubicBezTo>
                    <a:pt x="19068" y="32010"/>
                    <a:pt x="19054" y="32109"/>
                    <a:pt x="19111" y="32152"/>
                  </a:cubicBezTo>
                  <a:cubicBezTo>
                    <a:pt x="19139" y="32180"/>
                    <a:pt x="19175" y="32194"/>
                    <a:pt x="19210" y="32194"/>
                  </a:cubicBezTo>
                  <a:cubicBezTo>
                    <a:pt x="19246" y="32194"/>
                    <a:pt x="19281" y="32180"/>
                    <a:pt x="19309" y="32152"/>
                  </a:cubicBezTo>
                  <a:cubicBezTo>
                    <a:pt x="19366" y="32095"/>
                    <a:pt x="19366" y="32010"/>
                    <a:pt x="19309" y="31967"/>
                  </a:cubicBezTo>
                  <a:lnTo>
                    <a:pt x="19309" y="31768"/>
                  </a:lnTo>
                  <a:cubicBezTo>
                    <a:pt x="19366" y="31712"/>
                    <a:pt x="19451" y="31726"/>
                    <a:pt x="19508" y="31669"/>
                  </a:cubicBezTo>
                  <a:cubicBezTo>
                    <a:pt x="19537" y="31641"/>
                    <a:pt x="19579" y="31612"/>
                    <a:pt x="19608" y="31584"/>
                  </a:cubicBezTo>
                  <a:cubicBezTo>
                    <a:pt x="19664" y="31527"/>
                    <a:pt x="19764" y="31541"/>
                    <a:pt x="19821" y="31484"/>
                  </a:cubicBezTo>
                  <a:cubicBezTo>
                    <a:pt x="19846" y="31468"/>
                    <a:pt x="19868" y="31462"/>
                    <a:pt x="19886" y="31462"/>
                  </a:cubicBezTo>
                  <a:cubicBezTo>
                    <a:pt x="19948" y="31462"/>
                    <a:pt x="19975" y="31540"/>
                    <a:pt x="20019" y="31584"/>
                  </a:cubicBezTo>
                  <a:cubicBezTo>
                    <a:pt x="20048" y="31612"/>
                    <a:pt x="20076" y="31641"/>
                    <a:pt x="20119" y="31683"/>
                  </a:cubicBezTo>
                  <a:lnTo>
                    <a:pt x="20218" y="31683"/>
                  </a:lnTo>
                  <a:cubicBezTo>
                    <a:pt x="20346" y="31626"/>
                    <a:pt x="20389" y="31541"/>
                    <a:pt x="20360" y="31399"/>
                  </a:cubicBezTo>
                  <a:lnTo>
                    <a:pt x="20318" y="31371"/>
                  </a:lnTo>
                  <a:cubicBezTo>
                    <a:pt x="20318" y="31328"/>
                    <a:pt x="20332" y="31271"/>
                    <a:pt x="20332" y="31229"/>
                  </a:cubicBezTo>
                  <a:cubicBezTo>
                    <a:pt x="20334" y="31229"/>
                    <a:pt x="20336" y="31230"/>
                    <a:pt x="20338" y="31230"/>
                  </a:cubicBezTo>
                  <a:cubicBezTo>
                    <a:pt x="20374" y="31230"/>
                    <a:pt x="20415" y="31160"/>
                    <a:pt x="20447" y="31160"/>
                  </a:cubicBezTo>
                  <a:cubicBezTo>
                    <a:pt x="20464" y="31160"/>
                    <a:pt x="20478" y="31181"/>
                    <a:pt x="20488" y="31243"/>
                  </a:cubicBezTo>
                  <a:cubicBezTo>
                    <a:pt x="20488" y="31300"/>
                    <a:pt x="20445" y="31357"/>
                    <a:pt x="20516" y="31399"/>
                  </a:cubicBezTo>
                  <a:cubicBezTo>
                    <a:pt x="20530" y="31407"/>
                    <a:pt x="20542" y="31411"/>
                    <a:pt x="20553" y="31411"/>
                  </a:cubicBezTo>
                  <a:cubicBezTo>
                    <a:pt x="20598" y="31411"/>
                    <a:pt x="20621" y="31351"/>
                    <a:pt x="20644" y="31328"/>
                  </a:cubicBezTo>
                  <a:cubicBezTo>
                    <a:pt x="20673" y="31299"/>
                    <a:pt x="20709" y="31243"/>
                    <a:pt x="20761" y="31243"/>
                  </a:cubicBezTo>
                  <a:cubicBezTo>
                    <a:pt x="20785" y="31243"/>
                    <a:pt x="20812" y="31254"/>
                    <a:pt x="20843" y="31286"/>
                  </a:cubicBezTo>
                  <a:cubicBezTo>
                    <a:pt x="20772" y="31442"/>
                    <a:pt x="20772" y="31612"/>
                    <a:pt x="20843" y="31768"/>
                  </a:cubicBezTo>
                  <a:lnTo>
                    <a:pt x="21013" y="31768"/>
                  </a:lnTo>
                  <a:cubicBezTo>
                    <a:pt x="21070" y="31726"/>
                    <a:pt x="21084" y="31626"/>
                    <a:pt x="21027" y="31584"/>
                  </a:cubicBezTo>
                  <a:lnTo>
                    <a:pt x="21027" y="31484"/>
                  </a:lnTo>
                  <a:cubicBezTo>
                    <a:pt x="21027" y="31484"/>
                    <a:pt x="21013" y="31470"/>
                    <a:pt x="20999" y="31456"/>
                  </a:cubicBezTo>
                  <a:cubicBezTo>
                    <a:pt x="20999" y="31428"/>
                    <a:pt x="20999" y="31413"/>
                    <a:pt x="21027" y="31385"/>
                  </a:cubicBezTo>
                  <a:cubicBezTo>
                    <a:pt x="21070" y="31357"/>
                    <a:pt x="21070" y="31300"/>
                    <a:pt x="21027" y="31271"/>
                  </a:cubicBezTo>
                  <a:lnTo>
                    <a:pt x="21013" y="31271"/>
                  </a:lnTo>
                  <a:cubicBezTo>
                    <a:pt x="21013" y="31243"/>
                    <a:pt x="21027" y="31229"/>
                    <a:pt x="21027" y="31200"/>
                  </a:cubicBezTo>
                  <a:lnTo>
                    <a:pt x="21226" y="31200"/>
                  </a:lnTo>
                  <a:cubicBezTo>
                    <a:pt x="21340" y="31271"/>
                    <a:pt x="21326" y="31385"/>
                    <a:pt x="21340" y="31470"/>
                  </a:cubicBezTo>
                  <a:lnTo>
                    <a:pt x="21524" y="31470"/>
                  </a:lnTo>
                  <a:cubicBezTo>
                    <a:pt x="21553" y="31385"/>
                    <a:pt x="21425" y="31300"/>
                    <a:pt x="21539" y="31200"/>
                  </a:cubicBezTo>
                  <a:lnTo>
                    <a:pt x="21737" y="31200"/>
                  </a:lnTo>
                  <a:cubicBezTo>
                    <a:pt x="21737" y="31129"/>
                    <a:pt x="21709" y="31044"/>
                    <a:pt x="21638" y="31002"/>
                  </a:cubicBezTo>
                  <a:lnTo>
                    <a:pt x="21638" y="30916"/>
                  </a:lnTo>
                  <a:cubicBezTo>
                    <a:pt x="21737" y="30874"/>
                    <a:pt x="21823" y="30817"/>
                    <a:pt x="21823" y="30703"/>
                  </a:cubicBezTo>
                  <a:cubicBezTo>
                    <a:pt x="21823" y="30675"/>
                    <a:pt x="21837" y="30647"/>
                    <a:pt x="21851" y="30632"/>
                  </a:cubicBezTo>
                  <a:lnTo>
                    <a:pt x="21936" y="30632"/>
                  </a:lnTo>
                  <a:cubicBezTo>
                    <a:pt x="21950" y="30661"/>
                    <a:pt x="21950" y="30675"/>
                    <a:pt x="21950" y="30703"/>
                  </a:cubicBezTo>
                  <a:lnTo>
                    <a:pt x="21950" y="31200"/>
                  </a:lnTo>
                  <a:lnTo>
                    <a:pt x="22149" y="31200"/>
                  </a:lnTo>
                  <a:cubicBezTo>
                    <a:pt x="22178" y="30945"/>
                    <a:pt x="22178" y="30945"/>
                    <a:pt x="22461" y="30902"/>
                  </a:cubicBezTo>
                  <a:lnTo>
                    <a:pt x="22518" y="30902"/>
                  </a:lnTo>
                  <a:cubicBezTo>
                    <a:pt x="22603" y="30987"/>
                    <a:pt x="22589" y="31115"/>
                    <a:pt x="22660" y="31200"/>
                  </a:cubicBezTo>
                  <a:cubicBezTo>
                    <a:pt x="22689" y="31229"/>
                    <a:pt x="22731" y="31257"/>
                    <a:pt x="22760" y="31300"/>
                  </a:cubicBezTo>
                  <a:cubicBezTo>
                    <a:pt x="22788" y="31328"/>
                    <a:pt x="22827" y="31342"/>
                    <a:pt x="22866" y="31342"/>
                  </a:cubicBezTo>
                  <a:cubicBezTo>
                    <a:pt x="22905" y="31342"/>
                    <a:pt x="22944" y="31328"/>
                    <a:pt x="22973" y="31300"/>
                  </a:cubicBezTo>
                  <a:lnTo>
                    <a:pt x="23044" y="31300"/>
                  </a:lnTo>
                  <a:cubicBezTo>
                    <a:pt x="23129" y="31243"/>
                    <a:pt x="23129" y="31172"/>
                    <a:pt x="23072" y="31115"/>
                  </a:cubicBezTo>
                  <a:cubicBezTo>
                    <a:pt x="23072" y="31087"/>
                    <a:pt x="23072" y="31058"/>
                    <a:pt x="23072" y="31030"/>
                  </a:cubicBezTo>
                  <a:cubicBezTo>
                    <a:pt x="23072" y="31030"/>
                    <a:pt x="23058" y="31016"/>
                    <a:pt x="23044" y="30987"/>
                  </a:cubicBezTo>
                  <a:cubicBezTo>
                    <a:pt x="23044" y="30959"/>
                    <a:pt x="23058" y="30945"/>
                    <a:pt x="23072" y="30931"/>
                  </a:cubicBezTo>
                  <a:cubicBezTo>
                    <a:pt x="23171" y="30860"/>
                    <a:pt x="23257" y="30789"/>
                    <a:pt x="23200" y="30647"/>
                  </a:cubicBezTo>
                  <a:lnTo>
                    <a:pt x="23143" y="30647"/>
                  </a:lnTo>
                  <a:lnTo>
                    <a:pt x="23171" y="30632"/>
                  </a:lnTo>
                  <a:cubicBezTo>
                    <a:pt x="23200" y="30576"/>
                    <a:pt x="23200" y="30491"/>
                    <a:pt x="23285" y="30462"/>
                  </a:cubicBezTo>
                  <a:cubicBezTo>
                    <a:pt x="23313" y="30561"/>
                    <a:pt x="23370" y="30647"/>
                    <a:pt x="23455" y="30661"/>
                  </a:cubicBezTo>
                  <a:cubicBezTo>
                    <a:pt x="23682" y="30689"/>
                    <a:pt x="23697" y="30845"/>
                    <a:pt x="23697" y="31002"/>
                  </a:cubicBezTo>
                  <a:cubicBezTo>
                    <a:pt x="23753" y="30973"/>
                    <a:pt x="23782" y="30902"/>
                    <a:pt x="23768" y="30845"/>
                  </a:cubicBezTo>
                  <a:cubicBezTo>
                    <a:pt x="23768" y="30732"/>
                    <a:pt x="23796" y="30632"/>
                    <a:pt x="23881" y="30547"/>
                  </a:cubicBezTo>
                  <a:lnTo>
                    <a:pt x="23924" y="30547"/>
                  </a:lnTo>
                  <a:cubicBezTo>
                    <a:pt x="23938" y="30561"/>
                    <a:pt x="23938" y="30576"/>
                    <a:pt x="23938" y="30604"/>
                  </a:cubicBezTo>
                  <a:cubicBezTo>
                    <a:pt x="23964" y="30656"/>
                    <a:pt x="24022" y="30687"/>
                    <a:pt x="24079" y="30687"/>
                  </a:cubicBezTo>
                  <a:cubicBezTo>
                    <a:pt x="24115" y="30687"/>
                    <a:pt x="24152" y="30674"/>
                    <a:pt x="24179" y="30647"/>
                  </a:cubicBezTo>
                  <a:cubicBezTo>
                    <a:pt x="24236" y="30604"/>
                    <a:pt x="24236" y="30533"/>
                    <a:pt x="24236" y="30476"/>
                  </a:cubicBezTo>
                  <a:cubicBezTo>
                    <a:pt x="24236" y="30533"/>
                    <a:pt x="24236" y="30604"/>
                    <a:pt x="24279" y="30647"/>
                  </a:cubicBezTo>
                  <a:cubicBezTo>
                    <a:pt x="24307" y="30675"/>
                    <a:pt x="24346" y="30689"/>
                    <a:pt x="24385" y="30689"/>
                  </a:cubicBezTo>
                  <a:cubicBezTo>
                    <a:pt x="24424" y="30689"/>
                    <a:pt x="24463" y="30675"/>
                    <a:pt x="24492" y="30647"/>
                  </a:cubicBezTo>
                  <a:cubicBezTo>
                    <a:pt x="24520" y="30618"/>
                    <a:pt x="24520" y="30576"/>
                    <a:pt x="24492" y="30547"/>
                  </a:cubicBezTo>
                  <a:lnTo>
                    <a:pt x="24492" y="30462"/>
                  </a:lnTo>
                  <a:cubicBezTo>
                    <a:pt x="24449" y="30235"/>
                    <a:pt x="24719" y="30079"/>
                    <a:pt x="24605" y="29852"/>
                  </a:cubicBezTo>
                  <a:lnTo>
                    <a:pt x="24591" y="29852"/>
                  </a:lnTo>
                  <a:cubicBezTo>
                    <a:pt x="24591" y="29837"/>
                    <a:pt x="24591" y="29837"/>
                    <a:pt x="24591" y="29823"/>
                  </a:cubicBezTo>
                  <a:lnTo>
                    <a:pt x="24776" y="29823"/>
                  </a:lnTo>
                  <a:cubicBezTo>
                    <a:pt x="24691" y="29994"/>
                    <a:pt x="24662" y="30178"/>
                    <a:pt x="24705" y="30363"/>
                  </a:cubicBezTo>
                  <a:cubicBezTo>
                    <a:pt x="24756" y="30382"/>
                    <a:pt x="24808" y="30391"/>
                    <a:pt x="24861" y="30391"/>
                  </a:cubicBezTo>
                  <a:cubicBezTo>
                    <a:pt x="25040" y="30391"/>
                    <a:pt x="25213" y="30283"/>
                    <a:pt x="25301" y="30107"/>
                  </a:cubicBezTo>
                  <a:cubicBezTo>
                    <a:pt x="25301" y="30093"/>
                    <a:pt x="25358" y="30079"/>
                    <a:pt x="25386" y="30065"/>
                  </a:cubicBezTo>
                  <a:cubicBezTo>
                    <a:pt x="25415" y="30065"/>
                    <a:pt x="25386" y="30022"/>
                    <a:pt x="25400" y="29994"/>
                  </a:cubicBezTo>
                  <a:lnTo>
                    <a:pt x="25514" y="29908"/>
                  </a:lnTo>
                  <a:lnTo>
                    <a:pt x="25585" y="29908"/>
                  </a:lnTo>
                  <a:cubicBezTo>
                    <a:pt x="25585" y="29965"/>
                    <a:pt x="25599" y="30022"/>
                    <a:pt x="25613" y="30079"/>
                  </a:cubicBezTo>
                  <a:cubicBezTo>
                    <a:pt x="25680" y="30081"/>
                    <a:pt x="25734" y="30083"/>
                    <a:pt x="25779" y="30083"/>
                  </a:cubicBezTo>
                  <a:cubicBezTo>
                    <a:pt x="25983" y="30083"/>
                    <a:pt x="25988" y="30040"/>
                    <a:pt x="26011" y="29795"/>
                  </a:cubicBezTo>
                  <a:cubicBezTo>
                    <a:pt x="26039" y="29766"/>
                    <a:pt x="26082" y="29724"/>
                    <a:pt x="26125" y="29695"/>
                  </a:cubicBezTo>
                  <a:cubicBezTo>
                    <a:pt x="26267" y="29610"/>
                    <a:pt x="26267" y="29610"/>
                    <a:pt x="26181" y="29497"/>
                  </a:cubicBezTo>
                  <a:cubicBezTo>
                    <a:pt x="26068" y="29340"/>
                    <a:pt x="26068" y="29312"/>
                    <a:pt x="26252" y="29298"/>
                  </a:cubicBezTo>
                  <a:cubicBezTo>
                    <a:pt x="26465" y="29269"/>
                    <a:pt x="26522" y="29113"/>
                    <a:pt x="26593" y="28971"/>
                  </a:cubicBezTo>
                  <a:cubicBezTo>
                    <a:pt x="26636" y="28872"/>
                    <a:pt x="26536" y="28801"/>
                    <a:pt x="26480" y="28730"/>
                  </a:cubicBezTo>
                  <a:cubicBezTo>
                    <a:pt x="26451" y="28702"/>
                    <a:pt x="26437" y="28673"/>
                    <a:pt x="26423" y="28645"/>
                  </a:cubicBezTo>
                  <a:cubicBezTo>
                    <a:pt x="26451" y="28645"/>
                    <a:pt x="26480" y="28645"/>
                    <a:pt x="26508" y="28631"/>
                  </a:cubicBezTo>
                  <a:cubicBezTo>
                    <a:pt x="26692" y="28673"/>
                    <a:pt x="26707" y="28844"/>
                    <a:pt x="26792" y="28957"/>
                  </a:cubicBezTo>
                  <a:cubicBezTo>
                    <a:pt x="26792" y="28971"/>
                    <a:pt x="26806" y="29000"/>
                    <a:pt x="26806" y="29014"/>
                  </a:cubicBezTo>
                  <a:cubicBezTo>
                    <a:pt x="26778" y="29071"/>
                    <a:pt x="26735" y="29113"/>
                    <a:pt x="26707" y="29156"/>
                  </a:cubicBezTo>
                  <a:cubicBezTo>
                    <a:pt x="26636" y="29269"/>
                    <a:pt x="26692" y="29312"/>
                    <a:pt x="26806" y="29326"/>
                  </a:cubicBezTo>
                  <a:cubicBezTo>
                    <a:pt x="27076" y="29312"/>
                    <a:pt x="27331" y="29198"/>
                    <a:pt x="27516" y="29028"/>
                  </a:cubicBezTo>
                  <a:lnTo>
                    <a:pt x="27828" y="29028"/>
                  </a:lnTo>
                  <a:cubicBezTo>
                    <a:pt x="27885" y="28943"/>
                    <a:pt x="27985" y="28943"/>
                    <a:pt x="28070" y="28929"/>
                  </a:cubicBezTo>
                  <a:cubicBezTo>
                    <a:pt x="28169" y="28915"/>
                    <a:pt x="28226" y="28844"/>
                    <a:pt x="28226" y="28744"/>
                  </a:cubicBezTo>
                  <a:lnTo>
                    <a:pt x="28226" y="28560"/>
                  </a:lnTo>
                  <a:cubicBezTo>
                    <a:pt x="28212" y="28545"/>
                    <a:pt x="28197" y="28531"/>
                    <a:pt x="28183" y="28517"/>
                  </a:cubicBezTo>
                  <a:lnTo>
                    <a:pt x="28183" y="28517"/>
                  </a:lnTo>
                  <a:lnTo>
                    <a:pt x="28254" y="28560"/>
                  </a:lnTo>
                  <a:cubicBezTo>
                    <a:pt x="28280" y="28420"/>
                    <a:pt x="28282" y="28269"/>
                    <a:pt x="28465" y="28269"/>
                  </a:cubicBezTo>
                  <a:cubicBezTo>
                    <a:pt x="28487" y="28269"/>
                    <a:pt x="28511" y="28271"/>
                    <a:pt x="28538" y="28276"/>
                  </a:cubicBezTo>
                  <a:cubicBezTo>
                    <a:pt x="28567" y="28261"/>
                    <a:pt x="28567" y="28219"/>
                    <a:pt x="28552" y="28205"/>
                  </a:cubicBezTo>
                  <a:lnTo>
                    <a:pt x="28581" y="28077"/>
                  </a:lnTo>
                  <a:lnTo>
                    <a:pt x="28609" y="28105"/>
                  </a:lnTo>
                  <a:lnTo>
                    <a:pt x="28652" y="28105"/>
                  </a:lnTo>
                  <a:lnTo>
                    <a:pt x="28680" y="28077"/>
                  </a:lnTo>
                  <a:lnTo>
                    <a:pt x="28680" y="27693"/>
                  </a:lnTo>
                  <a:cubicBezTo>
                    <a:pt x="28680" y="27651"/>
                    <a:pt x="28652" y="27608"/>
                    <a:pt x="28623" y="27580"/>
                  </a:cubicBezTo>
                  <a:cubicBezTo>
                    <a:pt x="28638" y="27566"/>
                    <a:pt x="28652" y="27552"/>
                    <a:pt x="28666" y="27537"/>
                  </a:cubicBezTo>
                  <a:lnTo>
                    <a:pt x="28680" y="27537"/>
                  </a:lnTo>
                  <a:cubicBezTo>
                    <a:pt x="28723" y="27537"/>
                    <a:pt x="28751" y="27523"/>
                    <a:pt x="28794" y="27509"/>
                  </a:cubicBezTo>
                  <a:cubicBezTo>
                    <a:pt x="28836" y="27452"/>
                    <a:pt x="28922" y="27466"/>
                    <a:pt x="28978" y="27452"/>
                  </a:cubicBezTo>
                  <a:cubicBezTo>
                    <a:pt x="28978" y="27466"/>
                    <a:pt x="28978" y="27466"/>
                    <a:pt x="28978" y="27481"/>
                  </a:cubicBezTo>
                  <a:cubicBezTo>
                    <a:pt x="28950" y="27481"/>
                    <a:pt x="28922" y="27481"/>
                    <a:pt x="28893" y="27509"/>
                  </a:cubicBezTo>
                  <a:lnTo>
                    <a:pt x="28893" y="27693"/>
                  </a:lnTo>
                  <a:lnTo>
                    <a:pt x="28993" y="27693"/>
                  </a:lnTo>
                  <a:cubicBezTo>
                    <a:pt x="29035" y="27722"/>
                    <a:pt x="29049" y="27779"/>
                    <a:pt x="29007" y="27807"/>
                  </a:cubicBezTo>
                  <a:cubicBezTo>
                    <a:pt x="28936" y="27878"/>
                    <a:pt x="28907" y="27963"/>
                    <a:pt x="28907" y="28063"/>
                  </a:cubicBezTo>
                  <a:cubicBezTo>
                    <a:pt x="29064" y="28006"/>
                    <a:pt x="29191" y="27892"/>
                    <a:pt x="29234" y="27736"/>
                  </a:cubicBezTo>
                  <a:cubicBezTo>
                    <a:pt x="29291" y="27594"/>
                    <a:pt x="29262" y="27410"/>
                    <a:pt x="29404" y="27296"/>
                  </a:cubicBezTo>
                  <a:cubicBezTo>
                    <a:pt x="29717" y="27296"/>
                    <a:pt x="29986" y="27239"/>
                    <a:pt x="30114" y="26927"/>
                  </a:cubicBezTo>
                  <a:lnTo>
                    <a:pt x="30114" y="26955"/>
                  </a:lnTo>
                  <a:cubicBezTo>
                    <a:pt x="30139" y="26965"/>
                    <a:pt x="30165" y="26970"/>
                    <a:pt x="30189" y="26970"/>
                  </a:cubicBezTo>
                  <a:cubicBezTo>
                    <a:pt x="30234" y="26970"/>
                    <a:pt x="30276" y="26954"/>
                    <a:pt x="30313" y="26927"/>
                  </a:cubicBezTo>
                  <a:cubicBezTo>
                    <a:pt x="30285" y="26756"/>
                    <a:pt x="30327" y="26586"/>
                    <a:pt x="30427" y="26444"/>
                  </a:cubicBezTo>
                  <a:lnTo>
                    <a:pt x="30398" y="26416"/>
                  </a:lnTo>
                  <a:cubicBezTo>
                    <a:pt x="30412" y="26401"/>
                    <a:pt x="30412" y="26387"/>
                    <a:pt x="30412" y="26373"/>
                  </a:cubicBezTo>
                  <a:cubicBezTo>
                    <a:pt x="30424" y="26377"/>
                    <a:pt x="30434" y="26379"/>
                    <a:pt x="30444" y="26379"/>
                  </a:cubicBezTo>
                  <a:cubicBezTo>
                    <a:pt x="30470" y="26379"/>
                    <a:pt x="30491" y="26365"/>
                    <a:pt x="30512" y="26345"/>
                  </a:cubicBezTo>
                  <a:cubicBezTo>
                    <a:pt x="30583" y="26231"/>
                    <a:pt x="30725" y="26132"/>
                    <a:pt x="30625" y="25961"/>
                  </a:cubicBezTo>
                  <a:cubicBezTo>
                    <a:pt x="30597" y="25947"/>
                    <a:pt x="30554" y="25933"/>
                    <a:pt x="30526" y="25933"/>
                  </a:cubicBezTo>
                  <a:cubicBezTo>
                    <a:pt x="30512" y="25919"/>
                    <a:pt x="30512" y="25905"/>
                    <a:pt x="30512" y="25890"/>
                  </a:cubicBezTo>
                  <a:lnTo>
                    <a:pt x="30483" y="25848"/>
                  </a:lnTo>
                  <a:lnTo>
                    <a:pt x="30483" y="25848"/>
                  </a:lnTo>
                  <a:cubicBezTo>
                    <a:pt x="30498" y="25862"/>
                    <a:pt x="30512" y="25876"/>
                    <a:pt x="30540" y="25890"/>
                  </a:cubicBezTo>
                  <a:cubicBezTo>
                    <a:pt x="30569" y="25777"/>
                    <a:pt x="30583" y="25649"/>
                    <a:pt x="30725" y="25592"/>
                  </a:cubicBezTo>
                  <a:lnTo>
                    <a:pt x="30725" y="25493"/>
                  </a:lnTo>
                  <a:cubicBezTo>
                    <a:pt x="30753" y="25464"/>
                    <a:pt x="30753" y="25422"/>
                    <a:pt x="30725" y="25393"/>
                  </a:cubicBezTo>
                  <a:lnTo>
                    <a:pt x="30711" y="25393"/>
                  </a:lnTo>
                  <a:lnTo>
                    <a:pt x="30711" y="25322"/>
                  </a:lnTo>
                  <a:lnTo>
                    <a:pt x="30895" y="25109"/>
                  </a:lnTo>
                  <a:cubicBezTo>
                    <a:pt x="30895" y="24996"/>
                    <a:pt x="30895" y="24896"/>
                    <a:pt x="31009" y="24825"/>
                  </a:cubicBezTo>
                  <a:cubicBezTo>
                    <a:pt x="30966" y="24655"/>
                    <a:pt x="31023" y="24471"/>
                    <a:pt x="31151" y="24357"/>
                  </a:cubicBezTo>
                  <a:cubicBezTo>
                    <a:pt x="31207" y="24314"/>
                    <a:pt x="31207" y="24243"/>
                    <a:pt x="31151" y="24201"/>
                  </a:cubicBezTo>
                  <a:cubicBezTo>
                    <a:pt x="31278" y="24130"/>
                    <a:pt x="31406" y="24059"/>
                    <a:pt x="31506" y="23959"/>
                  </a:cubicBezTo>
                  <a:lnTo>
                    <a:pt x="31506" y="23604"/>
                  </a:lnTo>
                  <a:cubicBezTo>
                    <a:pt x="31497" y="23577"/>
                    <a:pt x="31476" y="23568"/>
                    <a:pt x="31452" y="23568"/>
                  </a:cubicBezTo>
                  <a:cubicBezTo>
                    <a:pt x="31437" y="23568"/>
                    <a:pt x="31422" y="23571"/>
                    <a:pt x="31406" y="23576"/>
                  </a:cubicBezTo>
                  <a:cubicBezTo>
                    <a:pt x="31420" y="23505"/>
                    <a:pt x="31406" y="23434"/>
                    <a:pt x="31491" y="23377"/>
                  </a:cubicBezTo>
                  <a:cubicBezTo>
                    <a:pt x="31515" y="23294"/>
                    <a:pt x="31509" y="23180"/>
                    <a:pt x="31625" y="23180"/>
                  </a:cubicBezTo>
                  <a:cubicBezTo>
                    <a:pt x="31647" y="23180"/>
                    <a:pt x="31673" y="23184"/>
                    <a:pt x="31704" y="23193"/>
                  </a:cubicBezTo>
                  <a:cubicBezTo>
                    <a:pt x="31733" y="23193"/>
                    <a:pt x="31775" y="23136"/>
                    <a:pt x="31818" y="23108"/>
                  </a:cubicBezTo>
                  <a:cubicBezTo>
                    <a:pt x="31704" y="23037"/>
                    <a:pt x="31747" y="22866"/>
                    <a:pt x="31619" y="22824"/>
                  </a:cubicBezTo>
                  <a:lnTo>
                    <a:pt x="31719" y="22724"/>
                  </a:lnTo>
                  <a:lnTo>
                    <a:pt x="31719" y="22611"/>
                  </a:lnTo>
                  <a:cubicBezTo>
                    <a:pt x="31719" y="22582"/>
                    <a:pt x="31719" y="22568"/>
                    <a:pt x="31719" y="22540"/>
                  </a:cubicBezTo>
                  <a:cubicBezTo>
                    <a:pt x="31633" y="22469"/>
                    <a:pt x="31520" y="22426"/>
                    <a:pt x="31420" y="22426"/>
                  </a:cubicBezTo>
                  <a:lnTo>
                    <a:pt x="31406" y="22426"/>
                  </a:lnTo>
                  <a:lnTo>
                    <a:pt x="31420" y="22412"/>
                  </a:lnTo>
                  <a:cubicBezTo>
                    <a:pt x="31463" y="22256"/>
                    <a:pt x="31577" y="22114"/>
                    <a:pt x="31704" y="22028"/>
                  </a:cubicBezTo>
                  <a:cubicBezTo>
                    <a:pt x="31704" y="22000"/>
                    <a:pt x="31704" y="21972"/>
                    <a:pt x="31704" y="21957"/>
                  </a:cubicBezTo>
                  <a:cubicBezTo>
                    <a:pt x="31591" y="21886"/>
                    <a:pt x="31662" y="21716"/>
                    <a:pt x="31520" y="21659"/>
                  </a:cubicBezTo>
                  <a:cubicBezTo>
                    <a:pt x="31520" y="21631"/>
                    <a:pt x="31520" y="21603"/>
                    <a:pt x="31520" y="21574"/>
                  </a:cubicBezTo>
                  <a:lnTo>
                    <a:pt x="31605" y="21560"/>
                  </a:lnTo>
                  <a:cubicBezTo>
                    <a:pt x="31605" y="21532"/>
                    <a:pt x="31619" y="21503"/>
                    <a:pt x="31633" y="21475"/>
                  </a:cubicBezTo>
                  <a:cubicBezTo>
                    <a:pt x="31626" y="21468"/>
                    <a:pt x="31619" y="21464"/>
                    <a:pt x="31610" y="21464"/>
                  </a:cubicBezTo>
                  <a:cubicBezTo>
                    <a:pt x="31601" y="21464"/>
                    <a:pt x="31591" y="21468"/>
                    <a:pt x="31577" y="21475"/>
                  </a:cubicBezTo>
                  <a:cubicBezTo>
                    <a:pt x="31577" y="21375"/>
                    <a:pt x="31605" y="21276"/>
                    <a:pt x="31605" y="21191"/>
                  </a:cubicBezTo>
                  <a:cubicBezTo>
                    <a:pt x="31629" y="21158"/>
                    <a:pt x="31652" y="21147"/>
                    <a:pt x="31676" y="21147"/>
                  </a:cubicBezTo>
                  <a:cubicBezTo>
                    <a:pt x="31723" y="21147"/>
                    <a:pt x="31771" y="21191"/>
                    <a:pt x="31818" y="21191"/>
                  </a:cubicBezTo>
                  <a:cubicBezTo>
                    <a:pt x="31818" y="21134"/>
                    <a:pt x="31832" y="21063"/>
                    <a:pt x="31832" y="21006"/>
                  </a:cubicBezTo>
                  <a:cubicBezTo>
                    <a:pt x="31861" y="20992"/>
                    <a:pt x="31875" y="20992"/>
                    <a:pt x="31903" y="20992"/>
                  </a:cubicBezTo>
                  <a:lnTo>
                    <a:pt x="32017" y="20893"/>
                  </a:lnTo>
                  <a:cubicBezTo>
                    <a:pt x="32017" y="20864"/>
                    <a:pt x="32017" y="20850"/>
                    <a:pt x="32031" y="20822"/>
                  </a:cubicBezTo>
                  <a:cubicBezTo>
                    <a:pt x="32039" y="20826"/>
                    <a:pt x="32049" y="20828"/>
                    <a:pt x="32058" y="20828"/>
                  </a:cubicBezTo>
                  <a:cubicBezTo>
                    <a:pt x="32082" y="20828"/>
                    <a:pt x="32106" y="20817"/>
                    <a:pt x="32116" y="20807"/>
                  </a:cubicBezTo>
                  <a:lnTo>
                    <a:pt x="32116" y="20708"/>
                  </a:lnTo>
                  <a:cubicBezTo>
                    <a:pt x="32244" y="20495"/>
                    <a:pt x="32045" y="20240"/>
                    <a:pt x="32216" y="20041"/>
                  </a:cubicBezTo>
                  <a:cubicBezTo>
                    <a:pt x="32244" y="19998"/>
                    <a:pt x="32272" y="19970"/>
                    <a:pt x="32301" y="19941"/>
                  </a:cubicBezTo>
                  <a:cubicBezTo>
                    <a:pt x="32301" y="19899"/>
                    <a:pt x="32301" y="19870"/>
                    <a:pt x="32301" y="19842"/>
                  </a:cubicBezTo>
                  <a:cubicBezTo>
                    <a:pt x="32372" y="19757"/>
                    <a:pt x="32386" y="19643"/>
                    <a:pt x="32329" y="19558"/>
                  </a:cubicBezTo>
                  <a:cubicBezTo>
                    <a:pt x="32272" y="19430"/>
                    <a:pt x="32343" y="19288"/>
                    <a:pt x="32230" y="19175"/>
                  </a:cubicBezTo>
                  <a:cubicBezTo>
                    <a:pt x="32088" y="19061"/>
                    <a:pt x="32017" y="18876"/>
                    <a:pt x="32031" y="18706"/>
                  </a:cubicBezTo>
                  <a:cubicBezTo>
                    <a:pt x="32230" y="18365"/>
                    <a:pt x="32230" y="17939"/>
                    <a:pt x="32031" y="17613"/>
                  </a:cubicBezTo>
                  <a:cubicBezTo>
                    <a:pt x="31917" y="17428"/>
                    <a:pt x="31903" y="17201"/>
                    <a:pt x="31960" y="17002"/>
                  </a:cubicBezTo>
                  <a:cubicBezTo>
                    <a:pt x="32003" y="16832"/>
                    <a:pt x="32031" y="16662"/>
                    <a:pt x="32059" y="16491"/>
                  </a:cubicBezTo>
                  <a:cubicBezTo>
                    <a:pt x="32074" y="16349"/>
                    <a:pt x="32031" y="16207"/>
                    <a:pt x="31960" y="16094"/>
                  </a:cubicBezTo>
                  <a:cubicBezTo>
                    <a:pt x="31903" y="16008"/>
                    <a:pt x="31804" y="16008"/>
                    <a:pt x="31733" y="15994"/>
                  </a:cubicBezTo>
                  <a:cubicBezTo>
                    <a:pt x="31719" y="15952"/>
                    <a:pt x="31704" y="15909"/>
                    <a:pt x="31719" y="15867"/>
                  </a:cubicBezTo>
                  <a:cubicBezTo>
                    <a:pt x="31818" y="15540"/>
                    <a:pt x="31747" y="15199"/>
                    <a:pt x="31719" y="14887"/>
                  </a:cubicBezTo>
                  <a:cubicBezTo>
                    <a:pt x="31676" y="14631"/>
                    <a:pt x="31605" y="14390"/>
                    <a:pt x="31506" y="14149"/>
                  </a:cubicBezTo>
                  <a:cubicBezTo>
                    <a:pt x="31420" y="13907"/>
                    <a:pt x="31534" y="13652"/>
                    <a:pt x="31463" y="13410"/>
                  </a:cubicBezTo>
                  <a:cubicBezTo>
                    <a:pt x="31420" y="13197"/>
                    <a:pt x="31392" y="12999"/>
                    <a:pt x="31392" y="12800"/>
                  </a:cubicBezTo>
                  <a:cubicBezTo>
                    <a:pt x="31392" y="12601"/>
                    <a:pt x="31321" y="12416"/>
                    <a:pt x="31222" y="12260"/>
                  </a:cubicBezTo>
                  <a:cubicBezTo>
                    <a:pt x="31250" y="11692"/>
                    <a:pt x="31037" y="11181"/>
                    <a:pt x="30909" y="10642"/>
                  </a:cubicBezTo>
                  <a:cubicBezTo>
                    <a:pt x="30909" y="10287"/>
                    <a:pt x="30739" y="9989"/>
                    <a:pt x="30611" y="9676"/>
                  </a:cubicBezTo>
                  <a:cubicBezTo>
                    <a:pt x="30611" y="9648"/>
                    <a:pt x="30611" y="9605"/>
                    <a:pt x="30611" y="9591"/>
                  </a:cubicBezTo>
                  <a:cubicBezTo>
                    <a:pt x="30483" y="9492"/>
                    <a:pt x="30412" y="9335"/>
                    <a:pt x="30412" y="9179"/>
                  </a:cubicBezTo>
                  <a:cubicBezTo>
                    <a:pt x="30412" y="9151"/>
                    <a:pt x="30356" y="9122"/>
                    <a:pt x="30313" y="9080"/>
                  </a:cubicBezTo>
                  <a:cubicBezTo>
                    <a:pt x="30356" y="9009"/>
                    <a:pt x="30384" y="8924"/>
                    <a:pt x="30327" y="8853"/>
                  </a:cubicBezTo>
                  <a:cubicBezTo>
                    <a:pt x="30228" y="8696"/>
                    <a:pt x="30157" y="8526"/>
                    <a:pt x="30100" y="8342"/>
                  </a:cubicBezTo>
                  <a:cubicBezTo>
                    <a:pt x="30128" y="8114"/>
                    <a:pt x="30100" y="7873"/>
                    <a:pt x="30015" y="7674"/>
                  </a:cubicBezTo>
                  <a:lnTo>
                    <a:pt x="30100" y="7674"/>
                  </a:lnTo>
                  <a:cubicBezTo>
                    <a:pt x="30114" y="7603"/>
                    <a:pt x="30086" y="7532"/>
                    <a:pt x="30029" y="7490"/>
                  </a:cubicBezTo>
                  <a:cubicBezTo>
                    <a:pt x="30043" y="7404"/>
                    <a:pt x="29986" y="7333"/>
                    <a:pt x="29915" y="7277"/>
                  </a:cubicBezTo>
                  <a:lnTo>
                    <a:pt x="29901" y="7106"/>
                  </a:lnTo>
                  <a:cubicBezTo>
                    <a:pt x="29887" y="7107"/>
                    <a:pt x="29873" y="7108"/>
                    <a:pt x="29861" y="7108"/>
                  </a:cubicBezTo>
                  <a:cubicBezTo>
                    <a:pt x="29690" y="7108"/>
                    <a:pt x="29804" y="7016"/>
                    <a:pt x="29830" y="6936"/>
                  </a:cubicBezTo>
                  <a:cubicBezTo>
                    <a:pt x="29859" y="6865"/>
                    <a:pt x="29844" y="6780"/>
                    <a:pt x="29802" y="6709"/>
                  </a:cubicBezTo>
                  <a:cubicBezTo>
                    <a:pt x="29643" y="6762"/>
                    <a:pt x="29500" y="6839"/>
                    <a:pt x="29343" y="6839"/>
                  </a:cubicBezTo>
                  <a:cubicBezTo>
                    <a:pt x="29289" y="6839"/>
                    <a:pt x="29235" y="6830"/>
                    <a:pt x="29177" y="6808"/>
                  </a:cubicBezTo>
                  <a:lnTo>
                    <a:pt x="29092" y="6709"/>
                  </a:lnTo>
                  <a:cubicBezTo>
                    <a:pt x="29035" y="6553"/>
                    <a:pt x="28964" y="6396"/>
                    <a:pt x="29049" y="6212"/>
                  </a:cubicBezTo>
                  <a:cubicBezTo>
                    <a:pt x="29082" y="6168"/>
                    <a:pt x="29031" y="6108"/>
                    <a:pt x="28961" y="6108"/>
                  </a:cubicBezTo>
                  <a:cubicBezTo>
                    <a:pt x="28939" y="6108"/>
                    <a:pt x="28916" y="6113"/>
                    <a:pt x="28893" y="6127"/>
                  </a:cubicBezTo>
                  <a:cubicBezTo>
                    <a:pt x="28850" y="6152"/>
                    <a:pt x="28822" y="6163"/>
                    <a:pt x="28801" y="6163"/>
                  </a:cubicBezTo>
                  <a:cubicBezTo>
                    <a:pt x="28773" y="6163"/>
                    <a:pt x="28755" y="6144"/>
                    <a:pt x="28723" y="6112"/>
                  </a:cubicBezTo>
                  <a:cubicBezTo>
                    <a:pt x="28680" y="6056"/>
                    <a:pt x="28666" y="5956"/>
                    <a:pt x="28694" y="5885"/>
                  </a:cubicBezTo>
                  <a:cubicBezTo>
                    <a:pt x="28751" y="5800"/>
                    <a:pt x="28851" y="5772"/>
                    <a:pt x="28922" y="5715"/>
                  </a:cubicBezTo>
                  <a:cubicBezTo>
                    <a:pt x="28993" y="5672"/>
                    <a:pt x="28978" y="5587"/>
                    <a:pt x="28907" y="5559"/>
                  </a:cubicBezTo>
                  <a:cubicBezTo>
                    <a:pt x="28732" y="5518"/>
                    <a:pt x="28583" y="5401"/>
                    <a:pt x="28399" y="5401"/>
                  </a:cubicBezTo>
                  <a:cubicBezTo>
                    <a:pt x="28388" y="5401"/>
                    <a:pt x="28378" y="5402"/>
                    <a:pt x="28368" y="5403"/>
                  </a:cubicBezTo>
                  <a:cubicBezTo>
                    <a:pt x="28268" y="5403"/>
                    <a:pt x="28283" y="5332"/>
                    <a:pt x="28268" y="5275"/>
                  </a:cubicBezTo>
                  <a:lnTo>
                    <a:pt x="28070" y="5275"/>
                  </a:lnTo>
                  <a:cubicBezTo>
                    <a:pt x="27956" y="5190"/>
                    <a:pt x="28013" y="5090"/>
                    <a:pt x="28055" y="5005"/>
                  </a:cubicBezTo>
                  <a:cubicBezTo>
                    <a:pt x="28055" y="4934"/>
                    <a:pt x="28070" y="4863"/>
                    <a:pt x="28084" y="4792"/>
                  </a:cubicBezTo>
                  <a:lnTo>
                    <a:pt x="28084" y="4508"/>
                  </a:lnTo>
                  <a:cubicBezTo>
                    <a:pt x="28055" y="4480"/>
                    <a:pt x="28027" y="4480"/>
                    <a:pt x="27999" y="4480"/>
                  </a:cubicBezTo>
                  <a:cubicBezTo>
                    <a:pt x="28013" y="4465"/>
                    <a:pt x="27999" y="4423"/>
                    <a:pt x="27985" y="4409"/>
                  </a:cubicBezTo>
                  <a:cubicBezTo>
                    <a:pt x="27887" y="4268"/>
                    <a:pt x="27724" y="4185"/>
                    <a:pt x="27551" y="4185"/>
                  </a:cubicBezTo>
                  <a:cubicBezTo>
                    <a:pt x="27497" y="4185"/>
                    <a:pt x="27442" y="4193"/>
                    <a:pt x="27388" y="4210"/>
                  </a:cubicBezTo>
                  <a:cubicBezTo>
                    <a:pt x="27374" y="4096"/>
                    <a:pt x="27388" y="3997"/>
                    <a:pt x="27275" y="3926"/>
                  </a:cubicBezTo>
                  <a:cubicBezTo>
                    <a:pt x="27256" y="3932"/>
                    <a:pt x="27238" y="3935"/>
                    <a:pt x="27220" y="3935"/>
                  </a:cubicBezTo>
                  <a:cubicBezTo>
                    <a:pt x="27155" y="3935"/>
                    <a:pt x="27095" y="3897"/>
                    <a:pt x="27062" y="3841"/>
                  </a:cubicBezTo>
                  <a:cubicBezTo>
                    <a:pt x="27051" y="3820"/>
                    <a:pt x="27033" y="3807"/>
                    <a:pt x="27008" y="3807"/>
                  </a:cubicBezTo>
                  <a:cubicBezTo>
                    <a:pt x="26998" y="3807"/>
                    <a:pt x="26988" y="3809"/>
                    <a:pt x="26976" y="3812"/>
                  </a:cubicBezTo>
                  <a:lnTo>
                    <a:pt x="26976" y="3798"/>
                  </a:lnTo>
                  <a:cubicBezTo>
                    <a:pt x="27019" y="3784"/>
                    <a:pt x="27047" y="3770"/>
                    <a:pt x="27076" y="3756"/>
                  </a:cubicBezTo>
                  <a:cubicBezTo>
                    <a:pt x="27118" y="3685"/>
                    <a:pt x="27218" y="3713"/>
                    <a:pt x="27275" y="3656"/>
                  </a:cubicBezTo>
                  <a:cubicBezTo>
                    <a:pt x="27346" y="3571"/>
                    <a:pt x="27346" y="3443"/>
                    <a:pt x="27275" y="3358"/>
                  </a:cubicBezTo>
                  <a:cubicBezTo>
                    <a:pt x="27260" y="3351"/>
                    <a:pt x="27243" y="3347"/>
                    <a:pt x="27225" y="3347"/>
                  </a:cubicBezTo>
                  <a:cubicBezTo>
                    <a:pt x="27207" y="3347"/>
                    <a:pt x="27189" y="3351"/>
                    <a:pt x="27175" y="3358"/>
                  </a:cubicBezTo>
                  <a:cubicBezTo>
                    <a:pt x="27133" y="3401"/>
                    <a:pt x="27104" y="3429"/>
                    <a:pt x="27076" y="3457"/>
                  </a:cubicBezTo>
                  <a:cubicBezTo>
                    <a:pt x="26976" y="3429"/>
                    <a:pt x="26962" y="3358"/>
                    <a:pt x="26962" y="3273"/>
                  </a:cubicBezTo>
                  <a:cubicBezTo>
                    <a:pt x="26941" y="3244"/>
                    <a:pt x="26905" y="3230"/>
                    <a:pt x="26868" y="3230"/>
                  </a:cubicBezTo>
                  <a:cubicBezTo>
                    <a:pt x="26831" y="3230"/>
                    <a:pt x="26792" y="3244"/>
                    <a:pt x="26763" y="3273"/>
                  </a:cubicBezTo>
                  <a:cubicBezTo>
                    <a:pt x="26721" y="3301"/>
                    <a:pt x="26678" y="3315"/>
                    <a:pt x="26636" y="3358"/>
                  </a:cubicBezTo>
                  <a:cubicBezTo>
                    <a:pt x="26607" y="3330"/>
                    <a:pt x="26579" y="3301"/>
                    <a:pt x="26551" y="3287"/>
                  </a:cubicBezTo>
                  <a:cubicBezTo>
                    <a:pt x="26489" y="3259"/>
                    <a:pt x="26452" y="3242"/>
                    <a:pt x="26430" y="3242"/>
                  </a:cubicBezTo>
                  <a:cubicBezTo>
                    <a:pt x="26397" y="3242"/>
                    <a:pt x="26400" y="3283"/>
                    <a:pt x="26409" y="3386"/>
                  </a:cubicBezTo>
                  <a:cubicBezTo>
                    <a:pt x="26409" y="3415"/>
                    <a:pt x="26380" y="3443"/>
                    <a:pt x="26366" y="3457"/>
                  </a:cubicBezTo>
                  <a:cubicBezTo>
                    <a:pt x="26267" y="3401"/>
                    <a:pt x="26281" y="3301"/>
                    <a:pt x="26252" y="3216"/>
                  </a:cubicBezTo>
                  <a:cubicBezTo>
                    <a:pt x="26281" y="3188"/>
                    <a:pt x="26295" y="3159"/>
                    <a:pt x="26309" y="3131"/>
                  </a:cubicBezTo>
                  <a:cubicBezTo>
                    <a:pt x="26338" y="3046"/>
                    <a:pt x="26309" y="2960"/>
                    <a:pt x="26267" y="2889"/>
                  </a:cubicBezTo>
                  <a:cubicBezTo>
                    <a:pt x="26252" y="2861"/>
                    <a:pt x="26252" y="2833"/>
                    <a:pt x="26267" y="2804"/>
                  </a:cubicBezTo>
                  <a:cubicBezTo>
                    <a:pt x="26224" y="2751"/>
                    <a:pt x="26198" y="2675"/>
                    <a:pt x="26140" y="2675"/>
                  </a:cubicBezTo>
                  <a:cubicBezTo>
                    <a:pt x="26120" y="2675"/>
                    <a:pt x="26097" y="2683"/>
                    <a:pt x="26068" y="2705"/>
                  </a:cubicBezTo>
                  <a:cubicBezTo>
                    <a:pt x="26041" y="2717"/>
                    <a:pt x="26019" y="2722"/>
                    <a:pt x="25999" y="2722"/>
                  </a:cubicBezTo>
                  <a:cubicBezTo>
                    <a:pt x="25927" y="2722"/>
                    <a:pt x="25900" y="2650"/>
                    <a:pt x="25855" y="2606"/>
                  </a:cubicBezTo>
                  <a:cubicBezTo>
                    <a:pt x="25826" y="2577"/>
                    <a:pt x="25791" y="2563"/>
                    <a:pt x="25755" y="2563"/>
                  </a:cubicBezTo>
                  <a:cubicBezTo>
                    <a:pt x="25720" y="2563"/>
                    <a:pt x="25684" y="2577"/>
                    <a:pt x="25656" y="2606"/>
                  </a:cubicBezTo>
                  <a:cubicBezTo>
                    <a:pt x="25642" y="2620"/>
                    <a:pt x="25624" y="2627"/>
                    <a:pt x="25606" y="2627"/>
                  </a:cubicBezTo>
                  <a:cubicBezTo>
                    <a:pt x="25589" y="2627"/>
                    <a:pt x="25571" y="2620"/>
                    <a:pt x="25557" y="2606"/>
                  </a:cubicBezTo>
                  <a:cubicBezTo>
                    <a:pt x="25557" y="2577"/>
                    <a:pt x="25557" y="2549"/>
                    <a:pt x="25557" y="2520"/>
                  </a:cubicBezTo>
                  <a:cubicBezTo>
                    <a:pt x="25535" y="2488"/>
                    <a:pt x="25506" y="2472"/>
                    <a:pt x="25475" y="2472"/>
                  </a:cubicBezTo>
                  <a:cubicBezTo>
                    <a:pt x="25464" y="2472"/>
                    <a:pt x="25454" y="2474"/>
                    <a:pt x="25443" y="2478"/>
                  </a:cubicBezTo>
                  <a:lnTo>
                    <a:pt x="25429" y="2506"/>
                  </a:lnTo>
                  <a:lnTo>
                    <a:pt x="25372" y="2449"/>
                  </a:lnTo>
                  <a:cubicBezTo>
                    <a:pt x="25372" y="2435"/>
                    <a:pt x="25386" y="2421"/>
                    <a:pt x="25386" y="2421"/>
                  </a:cubicBezTo>
                  <a:cubicBezTo>
                    <a:pt x="25400" y="2378"/>
                    <a:pt x="25386" y="2336"/>
                    <a:pt x="25344" y="2322"/>
                  </a:cubicBezTo>
                  <a:cubicBezTo>
                    <a:pt x="25315" y="2322"/>
                    <a:pt x="25287" y="2307"/>
                    <a:pt x="25258" y="2307"/>
                  </a:cubicBezTo>
                  <a:cubicBezTo>
                    <a:pt x="25216" y="2279"/>
                    <a:pt x="25187" y="2251"/>
                    <a:pt x="25159" y="2222"/>
                  </a:cubicBezTo>
                  <a:cubicBezTo>
                    <a:pt x="25102" y="2165"/>
                    <a:pt x="25003" y="2180"/>
                    <a:pt x="24960" y="2123"/>
                  </a:cubicBezTo>
                  <a:cubicBezTo>
                    <a:pt x="24918" y="2094"/>
                    <a:pt x="24889" y="2052"/>
                    <a:pt x="24861" y="2023"/>
                  </a:cubicBezTo>
                  <a:cubicBezTo>
                    <a:pt x="24815" y="1989"/>
                    <a:pt x="24779" y="1908"/>
                    <a:pt x="24706" y="1908"/>
                  </a:cubicBezTo>
                  <a:cubicBezTo>
                    <a:pt x="24689" y="1908"/>
                    <a:pt x="24670" y="1913"/>
                    <a:pt x="24648" y="1924"/>
                  </a:cubicBezTo>
                  <a:cubicBezTo>
                    <a:pt x="24622" y="1940"/>
                    <a:pt x="24601" y="1947"/>
                    <a:pt x="24582" y="1947"/>
                  </a:cubicBezTo>
                  <a:cubicBezTo>
                    <a:pt x="24520" y="1947"/>
                    <a:pt x="24493" y="1872"/>
                    <a:pt x="24449" y="1839"/>
                  </a:cubicBezTo>
                  <a:cubicBezTo>
                    <a:pt x="24421" y="1810"/>
                    <a:pt x="24392" y="1796"/>
                    <a:pt x="24350" y="1782"/>
                  </a:cubicBezTo>
                  <a:cubicBezTo>
                    <a:pt x="24350" y="1739"/>
                    <a:pt x="24336" y="1697"/>
                    <a:pt x="24336" y="1668"/>
                  </a:cubicBezTo>
                  <a:lnTo>
                    <a:pt x="24265" y="1668"/>
                  </a:lnTo>
                  <a:lnTo>
                    <a:pt x="24151" y="1754"/>
                  </a:lnTo>
                  <a:lnTo>
                    <a:pt x="23938" y="1754"/>
                  </a:lnTo>
                  <a:cubicBezTo>
                    <a:pt x="23938" y="1725"/>
                    <a:pt x="23938" y="1697"/>
                    <a:pt x="23938" y="1668"/>
                  </a:cubicBezTo>
                  <a:cubicBezTo>
                    <a:pt x="23839" y="1583"/>
                    <a:pt x="23753" y="1526"/>
                    <a:pt x="23654" y="1470"/>
                  </a:cubicBezTo>
                  <a:cubicBezTo>
                    <a:pt x="23555" y="1427"/>
                    <a:pt x="23484" y="1356"/>
                    <a:pt x="23427" y="1285"/>
                  </a:cubicBezTo>
                  <a:cubicBezTo>
                    <a:pt x="23399" y="1285"/>
                    <a:pt x="23370" y="1271"/>
                    <a:pt x="23342" y="1271"/>
                  </a:cubicBezTo>
                  <a:lnTo>
                    <a:pt x="23342" y="1172"/>
                  </a:lnTo>
                  <a:cubicBezTo>
                    <a:pt x="23331" y="1173"/>
                    <a:pt x="23320" y="1174"/>
                    <a:pt x="23309" y="1174"/>
                  </a:cubicBezTo>
                  <a:cubicBezTo>
                    <a:pt x="23239" y="1174"/>
                    <a:pt x="23180" y="1134"/>
                    <a:pt x="23143" y="1072"/>
                  </a:cubicBezTo>
                  <a:cubicBezTo>
                    <a:pt x="23125" y="1074"/>
                    <a:pt x="23106" y="1075"/>
                    <a:pt x="23088" y="1075"/>
                  </a:cubicBezTo>
                  <a:cubicBezTo>
                    <a:pt x="22965" y="1075"/>
                    <a:pt x="22843" y="1035"/>
                    <a:pt x="22731" y="973"/>
                  </a:cubicBezTo>
                  <a:lnTo>
                    <a:pt x="22731" y="1172"/>
                  </a:lnTo>
                  <a:cubicBezTo>
                    <a:pt x="22703" y="1172"/>
                    <a:pt x="22674" y="1157"/>
                    <a:pt x="22646" y="1157"/>
                  </a:cubicBezTo>
                  <a:lnTo>
                    <a:pt x="22547" y="973"/>
                  </a:lnTo>
                  <a:lnTo>
                    <a:pt x="22532" y="788"/>
                  </a:lnTo>
                  <a:cubicBezTo>
                    <a:pt x="22504" y="760"/>
                    <a:pt x="22461" y="717"/>
                    <a:pt x="22433" y="689"/>
                  </a:cubicBezTo>
                  <a:cubicBezTo>
                    <a:pt x="22419" y="675"/>
                    <a:pt x="22398" y="667"/>
                    <a:pt x="22378" y="667"/>
                  </a:cubicBezTo>
                  <a:cubicBezTo>
                    <a:pt x="22359" y="667"/>
                    <a:pt x="22341" y="675"/>
                    <a:pt x="22334" y="689"/>
                  </a:cubicBezTo>
                  <a:lnTo>
                    <a:pt x="22234" y="689"/>
                  </a:lnTo>
                  <a:cubicBezTo>
                    <a:pt x="22220" y="703"/>
                    <a:pt x="22199" y="710"/>
                    <a:pt x="22178" y="710"/>
                  </a:cubicBezTo>
                  <a:cubicBezTo>
                    <a:pt x="22156" y="710"/>
                    <a:pt x="22135" y="703"/>
                    <a:pt x="22121" y="689"/>
                  </a:cubicBezTo>
                  <a:cubicBezTo>
                    <a:pt x="22100" y="668"/>
                    <a:pt x="22072" y="655"/>
                    <a:pt x="22041" y="655"/>
                  </a:cubicBezTo>
                  <a:cubicBezTo>
                    <a:pt x="22030" y="655"/>
                    <a:pt x="22019" y="657"/>
                    <a:pt x="22007" y="660"/>
                  </a:cubicBezTo>
                  <a:cubicBezTo>
                    <a:pt x="21993" y="675"/>
                    <a:pt x="21993" y="675"/>
                    <a:pt x="21979" y="675"/>
                  </a:cubicBezTo>
                  <a:cubicBezTo>
                    <a:pt x="21908" y="675"/>
                    <a:pt x="21851" y="646"/>
                    <a:pt x="21808" y="604"/>
                  </a:cubicBezTo>
                  <a:lnTo>
                    <a:pt x="21638" y="604"/>
                  </a:lnTo>
                  <a:cubicBezTo>
                    <a:pt x="21624" y="618"/>
                    <a:pt x="21624" y="632"/>
                    <a:pt x="21624" y="646"/>
                  </a:cubicBezTo>
                  <a:cubicBezTo>
                    <a:pt x="21581" y="646"/>
                    <a:pt x="21553" y="660"/>
                    <a:pt x="21524" y="675"/>
                  </a:cubicBezTo>
                  <a:lnTo>
                    <a:pt x="21411" y="788"/>
                  </a:lnTo>
                  <a:cubicBezTo>
                    <a:pt x="21357" y="808"/>
                    <a:pt x="21304" y="835"/>
                    <a:pt x="21265" y="835"/>
                  </a:cubicBezTo>
                  <a:cubicBezTo>
                    <a:pt x="21222" y="835"/>
                    <a:pt x="21197" y="801"/>
                    <a:pt x="21212" y="689"/>
                  </a:cubicBezTo>
                  <a:cubicBezTo>
                    <a:pt x="21269" y="632"/>
                    <a:pt x="21269" y="547"/>
                    <a:pt x="21212" y="490"/>
                  </a:cubicBezTo>
                  <a:cubicBezTo>
                    <a:pt x="21182" y="467"/>
                    <a:pt x="21143" y="453"/>
                    <a:pt x="21105" y="453"/>
                  </a:cubicBezTo>
                  <a:cubicBezTo>
                    <a:pt x="21072" y="453"/>
                    <a:pt x="21040" y="464"/>
                    <a:pt x="21013" y="490"/>
                  </a:cubicBezTo>
                  <a:lnTo>
                    <a:pt x="20999" y="490"/>
                  </a:lnTo>
                  <a:cubicBezTo>
                    <a:pt x="20992" y="504"/>
                    <a:pt x="20974" y="511"/>
                    <a:pt x="20956" y="511"/>
                  </a:cubicBezTo>
                  <a:cubicBezTo>
                    <a:pt x="20939" y="511"/>
                    <a:pt x="20921" y="504"/>
                    <a:pt x="20914" y="490"/>
                  </a:cubicBezTo>
                  <a:cubicBezTo>
                    <a:pt x="20891" y="490"/>
                    <a:pt x="20868" y="491"/>
                    <a:pt x="20845" y="491"/>
                  </a:cubicBezTo>
                  <a:cubicBezTo>
                    <a:pt x="20751" y="491"/>
                    <a:pt x="20658" y="482"/>
                    <a:pt x="20602" y="391"/>
                  </a:cubicBezTo>
                  <a:cubicBezTo>
                    <a:pt x="20587" y="362"/>
                    <a:pt x="20545" y="348"/>
                    <a:pt x="20516" y="348"/>
                  </a:cubicBezTo>
                  <a:cubicBezTo>
                    <a:pt x="20516" y="334"/>
                    <a:pt x="20516" y="320"/>
                    <a:pt x="20502" y="291"/>
                  </a:cubicBezTo>
                  <a:cubicBezTo>
                    <a:pt x="20389" y="305"/>
                    <a:pt x="20289" y="334"/>
                    <a:pt x="20204" y="391"/>
                  </a:cubicBezTo>
                  <a:lnTo>
                    <a:pt x="20204" y="476"/>
                  </a:lnTo>
                  <a:cubicBezTo>
                    <a:pt x="20190" y="476"/>
                    <a:pt x="20190" y="462"/>
                    <a:pt x="20176" y="447"/>
                  </a:cubicBezTo>
                  <a:lnTo>
                    <a:pt x="20105" y="447"/>
                  </a:lnTo>
                  <a:lnTo>
                    <a:pt x="20105" y="405"/>
                  </a:lnTo>
                  <a:cubicBezTo>
                    <a:pt x="20005" y="405"/>
                    <a:pt x="19906" y="419"/>
                    <a:pt x="19806" y="447"/>
                  </a:cubicBezTo>
                  <a:cubicBezTo>
                    <a:pt x="19784" y="453"/>
                    <a:pt x="19760" y="456"/>
                    <a:pt x="19736" y="456"/>
                  </a:cubicBezTo>
                  <a:cubicBezTo>
                    <a:pt x="19639" y="456"/>
                    <a:pt x="19540" y="411"/>
                    <a:pt x="19494" y="320"/>
                  </a:cubicBezTo>
                  <a:cubicBezTo>
                    <a:pt x="19409" y="376"/>
                    <a:pt x="19338" y="433"/>
                    <a:pt x="19253" y="490"/>
                  </a:cubicBezTo>
                  <a:cubicBezTo>
                    <a:pt x="19182" y="561"/>
                    <a:pt x="19097" y="632"/>
                    <a:pt x="19011" y="646"/>
                  </a:cubicBezTo>
                  <a:cubicBezTo>
                    <a:pt x="19006" y="647"/>
                    <a:pt x="19001" y="647"/>
                    <a:pt x="18996" y="647"/>
                  </a:cubicBezTo>
                  <a:cubicBezTo>
                    <a:pt x="18886" y="647"/>
                    <a:pt x="18909" y="502"/>
                    <a:pt x="18841" y="447"/>
                  </a:cubicBezTo>
                  <a:cubicBezTo>
                    <a:pt x="18784" y="433"/>
                    <a:pt x="18742" y="419"/>
                    <a:pt x="18699" y="405"/>
                  </a:cubicBezTo>
                  <a:cubicBezTo>
                    <a:pt x="18699" y="490"/>
                    <a:pt x="18656" y="561"/>
                    <a:pt x="18585" y="604"/>
                  </a:cubicBezTo>
                  <a:cubicBezTo>
                    <a:pt x="18557" y="589"/>
                    <a:pt x="18529" y="589"/>
                    <a:pt x="18500" y="575"/>
                  </a:cubicBezTo>
                  <a:cubicBezTo>
                    <a:pt x="18543" y="518"/>
                    <a:pt x="18543" y="447"/>
                    <a:pt x="18585" y="405"/>
                  </a:cubicBezTo>
                  <a:cubicBezTo>
                    <a:pt x="18571" y="362"/>
                    <a:pt x="18571" y="334"/>
                    <a:pt x="18585" y="305"/>
                  </a:cubicBezTo>
                  <a:cubicBezTo>
                    <a:pt x="18543" y="277"/>
                    <a:pt x="18514" y="234"/>
                    <a:pt x="18486" y="206"/>
                  </a:cubicBezTo>
                  <a:cubicBezTo>
                    <a:pt x="18472" y="199"/>
                    <a:pt x="18454" y="195"/>
                    <a:pt x="18436" y="195"/>
                  </a:cubicBezTo>
                  <a:cubicBezTo>
                    <a:pt x="18419" y="195"/>
                    <a:pt x="18401" y="199"/>
                    <a:pt x="18387" y="206"/>
                  </a:cubicBezTo>
                  <a:cubicBezTo>
                    <a:pt x="18344" y="234"/>
                    <a:pt x="18316" y="277"/>
                    <a:pt x="18287" y="305"/>
                  </a:cubicBezTo>
                  <a:cubicBezTo>
                    <a:pt x="18230" y="347"/>
                    <a:pt x="18168" y="356"/>
                    <a:pt x="18104" y="356"/>
                  </a:cubicBezTo>
                  <a:cubicBezTo>
                    <a:pt x="18051" y="356"/>
                    <a:pt x="17996" y="350"/>
                    <a:pt x="17943" y="350"/>
                  </a:cubicBezTo>
                  <a:cubicBezTo>
                    <a:pt x="17885" y="350"/>
                    <a:pt x="17828" y="358"/>
                    <a:pt x="17776" y="391"/>
                  </a:cubicBezTo>
                  <a:cubicBezTo>
                    <a:pt x="17748" y="401"/>
                    <a:pt x="17726" y="405"/>
                    <a:pt x="17708" y="405"/>
                  </a:cubicBezTo>
                  <a:cubicBezTo>
                    <a:pt x="17598" y="405"/>
                    <a:pt x="17653" y="243"/>
                    <a:pt x="17592" y="206"/>
                  </a:cubicBezTo>
                  <a:cubicBezTo>
                    <a:pt x="17549" y="178"/>
                    <a:pt x="17521" y="149"/>
                    <a:pt x="17478" y="121"/>
                  </a:cubicBezTo>
                  <a:cubicBezTo>
                    <a:pt x="17464" y="107"/>
                    <a:pt x="17446" y="100"/>
                    <a:pt x="17428" y="100"/>
                  </a:cubicBezTo>
                  <a:cubicBezTo>
                    <a:pt x="17411" y="100"/>
                    <a:pt x="17393" y="107"/>
                    <a:pt x="17379" y="121"/>
                  </a:cubicBezTo>
                  <a:cubicBezTo>
                    <a:pt x="17357" y="149"/>
                    <a:pt x="17322" y="163"/>
                    <a:pt x="17286" y="163"/>
                  </a:cubicBezTo>
                  <a:cubicBezTo>
                    <a:pt x="17251" y="163"/>
                    <a:pt x="17215" y="149"/>
                    <a:pt x="17194" y="121"/>
                  </a:cubicBezTo>
                  <a:cubicBezTo>
                    <a:pt x="17123" y="64"/>
                    <a:pt x="17038" y="78"/>
                    <a:pt x="16981" y="21"/>
                  </a:cubicBezTo>
                  <a:cubicBezTo>
                    <a:pt x="16967" y="29"/>
                    <a:pt x="16949" y="32"/>
                    <a:pt x="16931" y="32"/>
                  </a:cubicBezTo>
                  <a:cubicBezTo>
                    <a:pt x="16914" y="32"/>
                    <a:pt x="16896" y="29"/>
                    <a:pt x="16882" y="21"/>
                  </a:cubicBezTo>
                  <a:cubicBezTo>
                    <a:pt x="16867" y="7"/>
                    <a:pt x="16850" y="0"/>
                    <a:pt x="16832" y="0"/>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61" name="Google Shape;1661;p90"/>
            <p:cNvPicPr preferRelativeResize="0"/>
            <p:nvPr/>
          </p:nvPicPr>
          <p:blipFill>
            <a:blip r:embed="rId6">
              <a:alphaModFix amt="82000"/>
            </a:blip>
            <a:stretch>
              <a:fillRect/>
            </a:stretch>
          </p:blipFill>
          <p:spPr>
            <a:xfrm>
              <a:off x="11769258" y="2900662"/>
              <a:ext cx="1125095" cy="1125089"/>
            </a:xfrm>
            <a:prstGeom prst="rect">
              <a:avLst/>
            </a:prstGeom>
            <a:noFill/>
            <a:ln>
              <a:noFill/>
            </a:ln>
          </p:spPr>
        </p:pic>
      </p:grpSp>
      <p:grpSp>
        <p:nvGrpSpPr>
          <p:cNvPr id="1662" name="Google Shape;1662;p90"/>
          <p:cNvGrpSpPr/>
          <p:nvPr/>
        </p:nvGrpSpPr>
        <p:grpSpPr>
          <a:xfrm>
            <a:off x="5383470" y="1384983"/>
            <a:ext cx="516228" cy="517543"/>
            <a:chOff x="7311466" y="2353058"/>
            <a:chExt cx="613461" cy="615025"/>
          </a:xfrm>
        </p:grpSpPr>
        <p:sp>
          <p:nvSpPr>
            <p:cNvPr id="1663" name="Google Shape;1663;p90"/>
            <p:cNvSpPr/>
            <p:nvPr/>
          </p:nvSpPr>
          <p:spPr>
            <a:xfrm>
              <a:off x="7322671" y="2359471"/>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lt1"/>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4" name="Google Shape;1664;p90"/>
            <p:cNvGrpSpPr/>
            <p:nvPr/>
          </p:nvGrpSpPr>
          <p:grpSpPr>
            <a:xfrm>
              <a:off x="7311466" y="2353058"/>
              <a:ext cx="613461" cy="615025"/>
              <a:chOff x="1190200" y="238125"/>
              <a:chExt cx="5212075" cy="5212075"/>
            </a:xfrm>
          </p:grpSpPr>
          <p:sp>
            <p:nvSpPr>
              <p:cNvPr id="1665" name="Google Shape;1665;p90"/>
              <p:cNvSpPr/>
              <p:nvPr/>
            </p:nvSpPr>
            <p:spPr>
              <a:xfrm>
                <a:off x="1190200" y="238125"/>
                <a:ext cx="5212075" cy="5212075"/>
              </a:xfrm>
              <a:custGeom>
                <a:rect b="b" l="l" r="r" t="t"/>
                <a:pathLst>
                  <a:path extrusionOk="0" h="208483" w="208483">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90"/>
              <p:cNvSpPr/>
              <p:nvPr/>
            </p:nvSpPr>
            <p:spPr>
              <a:xfrm>
                <a:off x="2368338" y="1220419"/>
                <a:ext cx="2856522" cy="3247339"/>
              </a:xfrm>
              <a:custGeom>
                <a:rect b="b" l="l" r="r" t="t"/>
                <a:pathLst>
                  <a:path extrusionOk="0" h="148841" w="130928">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67" name="Google Shape;1667;p90"/>
          <p:cNvGrpSpPr/>
          <p:nvPr/>
        </p:nvGrpSpPr>
        <p:grpSpPr>
          <a:xfrm>
            <a:off x="4888043" y="2318316"/>
            <a:ext cx="511332" cy="506855"/>
            <a:chOff x="7317225" y="1543784"/>
            <a:chExt cx="607644" cy="602323"/>
          </a:xfrm>
        </p:grpSpPr>
        <p:sp>
          <p:nvSpPr>
            <p:cNvPr id="1668" name="Google Shape;1668;p90"/>
            <p:cNvSpPr/>
            <p:nvPr/>
          </p:nvSpPr>
          <p:spPr>
            <a:xfrm>
              <a:off x="7322671" y="15439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rgbClr val="FFFFFF"/>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9" name="Google Shape;1669;p90"/>
            <p:cNvGrpSpPr/>
            <p:nvPr/>
          </p:nvGrpSpPr>
          <p:grpSpPr>
            <a:xfrm>
              <a:off x="7317225" y="1543784"/>
              <a:ext cx="602196" cy="602196"/>
              <a:chOff x="4211985" y="3817357"/>
              <a:chExt cx="356498" cy="356498"/>
            </a:xfrm>
          </p:grpSpPr>
          <p:sp>
            <p:nvSpPr>
              <p:cNvPr id="1670" name="Google Shape;1670;p90"/>
              <p:cNvSpPr/>
              <p:nvPr/>
            </p:nvSpPr>
            <p:spPr>
              <a:xfrm>
                <a:off x="4211985" y="3817357"/>
                <a:ext cx="356498" cy="3564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90"/>
              <p:cNvSpPr/>
              <p:nvPr/>
            </p:nvSpPr>
            <p:spPr>
              <a:xfrm>
                <a:off x="4288061" y="3909555"/>
                <a:ext cx="227756" cy="187463"/>
              </a:xfrm>
              <a:custGeom>
                <a:rect b="b" l="l" r="r" t="t"/>
                <a:pathLst>
                  <a:path extrusionOk="0" h="7151" w="8688">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72" name="Google Shape;1672;p90"/>
          <p:cNvGrpSpPr/>
          <p:nvPr/>
        </p:nvGrpSpPr>
        <p:grpSpPr>
          <a:xfrm>
            <a:off x="6334757" y="1105412"/>
            <a:ext cx="508932" cy="507270"/>
            <a:chOff x="7243877" y="3175030"/>
            <a:chExt cx="604792" cy="602816"/>
          </a:xfrm>
        </p:grpSpPr>
        <p:sp>
          <p:nvSpPr>
            <p:cNvPr id="1673" name="Google Shape;1673;p90"/>
            <p:cNvSpPr/>
            <p:nvPr/>
          </p:nvSpPr>
          <p:spPr>
            <a:xfrm>
              <a:off x="7246471" y="317533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lt1"/>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4" name="Google Shape;1674;p90"/>
            <p:cNvGrpSpPr/>
            <p:nvPr/>
          </p:nvGrpSpPr>
          <p:grpSpPr>
            <a:xfrm>
              <a:off x="7243877" y="3175030"/>
              <a:ext cx="602816" cy="602816"/>
              <a:chOff x="2867992" y="3817357"/>
              <a:chExt cx="356865" cy="356865"/>
            </a:xfrm>
          </p:grpSpPr>
          <p:sp>
            <p:nvSpPr>
              <p:cNvPr id="1675" name="Google Shape;1675;p90"/>
              <p:cNvSpPr/>
              <p:nvPr/>
            </p:nvSpPr>
            <p:spPr>
              <a:xfrm>
                <a:off x="2867992" y="3817357"/>
                <a:ext cx="356865" cy="356498"/>
              </a:xfrm>
              <a:custGeom>
                <a:rect b="b" l="l" r="r" t="t"/>
                <a:pathLst>
                  <a:path extrusionOk="0" h="13599" w="13613">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90"/>
              <p:cNvSpPr/>
              <p:nvPr/>
            </p:nvSpPr>
            <p:spPr>
              <a:xfrm>
                <a:off x="2930043" y="3894561"/>
                <a:ext cx="194175" cy="279662"/>
              </a:xfrm>
              <a:custGeom>
                <a:rect b="b" l="l" r="r" t="t"/>
                <a:pathLst>
                  <a:path extrusionOk="0" h="10668" w="7407">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77" name="Google Shape;1677;p90"/>
          <p:cNvGrpSpPr/>
          <p:nvPr/>
        </p:nvGrpSpPr>
        <p:grpSpPr>
          <a:xfrm>
            <a:off x="7342143" y="1706622"/>
            <a:ext cx="511313" cy="506764"/>
            <a:chOff x="7317247" y="3984791"/>
            <a:chExt cx="607621" cy="602215"/>
          </a:xfrm>
        </p:grpSpPr>
        <p:sp>
          <p:nvSpPr>
            <p:cNvPr id="1678" name="Google Shape;1678;p90"/>
            <p:cNvSpPr/>
            <p:nvPr/>
          </p:nvSpPr>
          <p:spPr>
            <a:xfrm>
              <a:off x="7322671" y="3984809"/>
              <a:ext cx="602198" cy="602198"/>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lt1"/>
            </a:solidFill>
            <a:ln cap="flat" cmpd="sng" w="1143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9" name="Google Shape;1679;p90"/>
            <p:cNvGrpSpPr/>
            <p:nvPr/>
          </p:nvGrpSpPr>
          <p:grpSpPr>
            <a:xfrm>
              <a:off x="7317247" y="3984791"/>
              <a:ext cx="602816" cy="602196"/>
              <a:chOff x="3314750" y="3817357"/>
              <a:chExt cx="356865" cy="356498"/>
            </a:xfrm>
          </p:grpSpPr>
          <p:sp>
            <p:nvSpPr>
              <p:cNvPr id="1680" name="Google Shape;1680;p90"/>
              <p:cNvSpPr/>
              <p:nvPr/>
            </p:nvSpPr>
            <p:spPr>
              <a:xfrm>
                <a:off x="3314750" y="3817357"/>
                <a:ext cx="356865" cy="356498"/>
              </a:xfrm>
              <a:custGeom>
                <a:rect b="b" l="l" r="r" t="t"/>
                <a:pathLst>
                  <a:path extrusionOk="0" h="13599" w="13613">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1" name="Google Shape;1681;p90"/>
              <p:cNvGrpSpPr/>
              <p:nvPr/>
            </p:nvGrpSpPr>
            <p:grpSpPr>
              <a:xfrm>
                <a:off x="3394986" y="3894612"/>
                <a:ext cx="202339" cy="202323"/>
                <a:chOff x="935197" y="1793977"/>
                <a:chExt cx="256451" cy="256430"/>
              </a:xfrm>
            </p:grpSpPr>
            <p:sp>
              <p:nvSpPr>
                <p:cNvPr id="1682" name="Google Shape;1682;p90"/>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90"/>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pic>
        <p:nvPicPr>
          <p:cNvPr id="1684" name="Google Shape;1684;p90"/>
          <p:cNvPicPr preferRelativeResize="0"/>
          <p:nvPr/>
        </p:nvPicPr>
        <p:blipFill>
          <a:blip r:embed="rId7">
            <a:alphaModFix/>
          </a:blip>
          <a:stretch>
            <a:fillRect/>
          </a:stretch>
        </p:blipFill>
        <p:spPr>
          <a:xfrm>
            <a:off x="7108175" y="945738"/>
            <a:ext cx="342900" cy="371475"/>
          </a:xfrm>
          <a:prstGeom prst="rect">
            <a:avLst/>
          </a:prstGeom>
          <a:noFill/>
          <a:ln>
            <a:noFill/>
          </a:ln>
        </p:spPr>
      </p:pic>
      <p:pic>
        <p:nvPicPr>
          <p:cNvPr id="1685" name="Google Shape;1685;p90"/>
          <p:cNvPicPr preferRelativeResize="0"/>
          <p:nvPr/>
        </p:nvPicPr>
        <p:blipFill>
          <a:blip r:embed="rId8">
            <a:alphaModFix/>
          </a:blip>
          <a:stretch>
            <a:fillRect/>
          </a:stretch>
        </p:blipFill>
        <p:spPr>
          <a:xfrm>
            <a:off x="8088000" y="2788513"/>
            <a:ext cx="342900" cy="371475"/>
          </a:xfrm>
          <a:prstGeom prst="rect">
            <a:avLst/>
          </a:prstGeom>
          <a:noFill/>
          <a:ln>
            <a:noFill/>
          </a:ln>
        </p:spPr>
      </p:pic>
      <p:pic>
        <p:nvPicPr>
          <p:cNvPr id="1686" name="Google Shape;1686;p90"/>
          <p:cNvPicPr preferRelativeResize="0"/>
          <p:nvPr/>
        </p:nvPicPr>
        <p:blipFill>
          <a:blip r:embed="rId9">
            <a:alphaModFix/>
          </a:blip>
          <a:stretch>
            <a:fillRect/>
          </a:stretch>
        </p:blipFill>
        <p:spPr>
          <a:xfrm>
            <a:off x="6115150" y="2171775"/>
            <a:ext cx="342900" cy="371475"/>
          </a:xfrm>
          <a:prstGeom prst="rect">
            <a:avLst/>
          </a:prstGeom>
          <a:noFill/>
          <a:ln>
            <a:noFill/>
          </a:ln>
        </p:spPr>
      </p:pic>
      <p:pic>
        <p:nvPicPr>
          <p:cNvPr id="1687" name="Google Shape;1687;p90"/>
          <p:cNvPicPr preferRelativeResize="0"/>
          <p:nvPr/>
        </p:nvPicPr>
        <p:blipFill>
          <a:blip r:embed="rId7">
            <a:alphaModFix/>
          </a:blip>
          <a:stretch>
            <a:fillRect/>
          </a:stretch>
        </p:blipFill>
        <p:spPr>
          <a:xfrm>
            <a:off x="4400550" y="4042138"/>
            <a:ext cx="342900" cy="371475"/>
          </a:xfrm>
          <a:prstGeom prst="rect">
            <a:avLst/>
          </a:prstGeom>
          <a:noFill/>
          <a:ln>
            <a:noFill/>
          </a:ln>
        </p:spPr>
      </p:pic>
      <p:pic>
        <p:nvPicPr>
          <p:cNvPr id="1688" name="Google Shape;1688;p90"/>
          <p:cNvPicPr preferRelativeResize="0"/>
          <p:nvPr/>
        </p:nvPicPr>
        <p:blipFill>
          <a:blip r:embed="rId7">
            <a:alphaModFix/>
          </a:blip>
          <a:stretch>
            <a:fillRect/>
          </a:stretch>
        </p:blipFill>
        <p:spPr>
          <a:xfrm>
            <a:off x="4714813" y="630925"/>
            <a:ext cx="342900" cy="3714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id="1693" name="Google Shape;1693;p91"/>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Icon pack</a:t>
            </a:r>
            <a:endParaRPr/>
          </a:p>
        </p:txBody>
      </p:sp>
      <p:sp>
        <p:nvSpPr>
          <p:cNvPr id="1694" name="Google Shape;1694;p91"/>
          <p:cNvSpPr/>
          <p:nvPr/>
        </p:nvSpPr>
        <p:spPr>
          <a:xfrm>
            <a:off x="1012907" y="1257300"/>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91"/>
          <p:cNvSpPr/>
          <p:nvPr/>
        </p:nvSpPr>
        <p:spPr>
          <a:xfrm>
            <a:off x="1012907" y="2616712"/>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91"/>
          <p:cNvSpPr/>
          <p:nvPr/>
        </p:nvSpPr>
        <p:spPr>
          <a:xfrm>
            <a:off x="1012907" y="1937006"/>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91"/>
          <p:cNvSpPr/>
          <p:nvPr/>
        </p:nvSpPr>
        <p:spPr>
          <a:xfrm>
            <a:off x="1012907" y="3296418"/>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91"/>
          <p:cNvSpPr/>
          <p:nvPr/>
        </p:nvSpPr>
        <p:spPr>
          <a:xfrm>
            <a:off x="1012907" y="3976124"/>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91"/>
          <p:cNvSpPr/>
          <p:nvPr/>
        </p:nvSpPr>
        <p:spPr>
          <a:xfrm>
            <a:off x="1742917" y="1257300"/>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91"/>
          <p:cNvSpPr/>
          <p:nvPr/>
        </p:nvSpPr>
        <p:spPr>
          <a:xfrm>
            <a:off x="1742917" y="2616712"/>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91"/>
          <p:cNvSpPr/>
          <p:nvPr/>
        </p:nvSpPr>
        <p:spPr>
          <a:xfrm>
            <a:off x="1742917" y="1937006"/>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91"/>
          <p:cNvSpPr/>
          <p:nvPr/>
        </p:nvSpPr>
        <p:spPr>
          <a:xfrm>
            <a:off x="1742917" y="3296418"/>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91"/>
          <p:cNvSpPr/>
          <p:nvPr/>
        </p:nvSpPr>
        <p:spPr>
          <a:xfrm>
            <a:off x="1742917" y="3976124"/>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91"/>
          <p:cNvSpPr/>
          <p:nvPr/>
        </p:nvSpPr>
        <p:spPr>
          <a:xfrm>
            <a:off x="2472926" y="1257300"/>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91"/>
          <p:cNvSpPr/>
          <p:nvPr/>
        </p:nvSpPr>
        <p:spPr>
          <a:xfrm>
            <a:off x="2472926" y="2616712"/>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91"/>
          <p:cNvSpPr/>
          <p:nvPr/>
        </p:nvSpPr>
        <p:spPr>
          <a:xfrm>
            <a:off x="2472926" y="1937006"/>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91"/>
          <p:cNvSpPr/>
          <p:nvPr/>
        </p:nvSpPr>
        <p:spPr>
          <a:xfrm>
            <a:off x="2472926" y="3296418"/>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91"/>
          <p:cNvSpPr/>
          <p:nvPr/>
        </p:nvSpPr>
        <p:spPr>
          <a:xfrm>
            <a:off x="2472926" y="3976124"/>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91"/>
          <p:cNvSpPr/>
          <p:nvPr/>
        </p:nvSpPr>
        <p:spPr>
          <a:xfrm>
            <a:off x="3202936" y="1257300"/>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91"/>
          <p:cNvSpPr/>
          <p:nvPr/>
        </p:nvSpPr>
        <p:spPr>
          <a:xfrm>
            <a:off x="3202936" y="2616712"/>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91"/>
          <p:cNvSpPr/>
          <p:nvPr/>
        </p:nvSpPr>
        <p:spPr>
          <a:xfrm>
            <a:off x="3202936" y="1937006"/>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91"/>
          <p:cNvSpPr/>
          <p:nvPr/>
        </p:nvSpPr>
        <p:spPr>
          <a:xfrm>
            <a:off x="3202936" y="3296418"/>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91"/>
          <p:cNvSpPr/>
          <p:nvPr/>
        </p:nvSpPr>
        <p:spPr>
          <a:xfrm>
            <a:off x="3202936" y="3976124"/>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91"/>
          <p:cNvSpPr/>
          <p:nvPr/>
        </p:nvSpPr>
        <p:spPr>
          <a:xfrm>
            <a:off x="3932945" y="1257300"/>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91"/>
          <p:cNvSpPr/>
          <p:nvPr/>
        </p:nvSpPr>
        <p:spPr>
          <a:xfrm>
            <a:off x="3932945" y="2616712"/>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91"/>
          <p:cNvSpPr/>
          <p:nvPr/>
        </p:nvSpPr>
        <p:spPr>
          <a:xfrm>
            <a:off x="3932945" y="1937006"/>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91"/>
          <p:cNvSpPr/>
          <p:nvPr/>
        </p:nvSpPr>
        <p:spPr>
          <a:xfrm>
            <a:off x="3932945" y="3296418"/>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91"/>
          <p:cNvSpPr/>
          <p:nvPr/>
        </p:nvSpPr>
        <p:spPr>
          <a:xfrm>
            <a:off x="3932945" y="3976124"/>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91"/>
          <p:cNvSpPr/>
          <p:nvPr/>
        </p:nvSpPr>
        <p:spPr>
          <a:xfrm>
            <a:off x="4662955" y="1257300"/>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91"/>
          <p:cNvSpPr/>
          <p:nvPr/>
        </p:nvSpPr>
        <p:spPr>
          <a:xfrm>
            <a:off x="4662955" y="2616712"/>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91"/>
          <p:cNvSpPr/>
          <p:nvPr/>
        </p:nvSpPr>
        <p:spPr>
          <a:xfrm>
            <a:off x="4662955" y="1937006"/>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91"/>
          <p:cNvSpPr/>
          <p:nvPr/>
        </p:nvSpPr>
        <p:spPr>
          <a:xfrm>
            <a:off x="4662955" y="3296418"/>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91"/>
          <p:cNvSpPr/>
          <p:nvPr/>
        </p:nvSpPr>
        <p:spPr>
          <a:xfrm>
            <a:off x="4662955" y="3976124"/>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91"/>
          <p:cNvSpPr/>
          <p:nvPr/>
        </p:nvSpPr>
        <p:spPr>
          <a:xfrm>
            <a:off x="5392964" y="1257300"/>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91"/>
          <p:cNvSpPr/>
          <p:nvPr/>
        </p:nvSpPr>
        <p:spPr>
          <a:xfrm>
            <a:off x="5392964" y="2616712"/>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91"/>
          <p:cNvSpPr/>
          <p:nvPr/>
        </p:nvSpPr>
        <p:spPr>
          <a:xfrm>
            <a:off x="5392964" y="1937006"/>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91"/>
          <p:cNvSpPr/>
          <p:nvPr/>
        </p:nvSpPr>
        <p:spPr>
          <a:xfrm>
            <a:off x="5392964" y="3296418"/>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91"/>
          <p:cNvSpPr/>
          <p:nvPr/>
        </p:nvSpPr>
        <p:spPr>
          <a:xfrm>
            <a:off x="5392964" y="3976124"/>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91"/>
          <p:cNvSpPr/>
          <p:nvPr/>
        </p:nvSpPr>
        <p:spPr>
          <a:xfrm>
            <a:off x="6122974" y="1257300"/>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91"/>
          <p:cNvSpPr/>
          <p:nvPr/>
        </p:nvSpPr>
        <p:spPr>
          <a:xfrm>
            <a:off x="6122974" y="2616712"/>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91"/>
          <p:cNvSpPr/>
          <p:nvPr/>
        </p:nvSpPr>
        <p:spPr>
          <a:xfrm>
            <a:off x="6122974" y="1937006"/>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91"/>
          <p:cNvSpPr/>
          <p:nvPr/>
        </p:nvSpPr>
        <p:spPr>
          <a:xfrm>
            <a:off x="6122974" y="3296418"/>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91"/>
          <p:cNvSpPr/>
          <p:nvPr/>
        </p:nvSpPr>
        <p:spPr>
          <a:xfrm>
            <a:off x="6122974" y="3976124"/>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91"/>
          <p:cNvSpPr/>
          <p:nvPr/>
        </p:nvSpPr>
        <p:spPr>
          <a:xfrm>
            <a:off x="6852983" y="1257300"/>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91"/>
          <p:cNvSpPr/>
          <p:nvPr/>
        </p:nvSpPr>
        <p:spPr>
          <a:xfrm>
            <a:off x="6852983" y="2616712"/>
            <a:ext cx="548100" cy="548100"/>
          </a:xfrm>
          <a:prstGeom prst="ellipse">
            <a:avLst/>
          </a:prstGeom>
          <a:solidFill>
            <a:schemeClr val="accent5"/>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91"/>
          <p:cNvSpPr/>
          <p:nvPr/>
        </p:nvSpPr>
        <p:spPr>
          <a:xfrm>
            <a:off x="6852983" y="1937006"/>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91"/>
          <p:cNvSpPr/>
          <p:nvPr/>
        </p:nvSpPr>
        <p:spPr>
          <a:xfrm>
            <a:off x="6852983" y="3296418"/>
            <a:ext cx="548100" cy="5481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91"/>
          <p:cNvSpPr/>
          <p:nvPr/>
        </p:nvSpPr>
        <p:spPr>
          <a:xfrm>
            <a:off x="6852983" y="3976124"/>
            <a:ext cx="548100" cy="548100"/>
          </a:xfrm>
          <a:prstGeom prst="ellipse">
            <a:avLst/>
          </a:prstGeom>
          <a:solidFill>
            <a:schemeClr val="accent1"/>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91"/>
          <p:cNvSpPr/>
          <p:nvPr/>
        </p:nvSpPr>
        <p:spPr>
          <a:xfrm>
            <a:off x="7582993" y="1257300"/>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91"/>
          <p:cNvSpPr/>
          <p:nvPr/>
        </p:nvSpPr>
        <p:spPr>
          <a:xfrm>
            <a:off x="7582993" y="2616712"/>
            <a:ext cx="548100" cy="548100"/>
          </a:xfrm>
          <a:prstGeom prst="ellipse">
            <a:avLst/>
          </a:prstGeom>
          <a:solidFill>
            <a:schemeClr val="accent6"/>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91"/>
          <p:cNvSpPr/>
          <p:nvPr/>
        </p:nvSpPr>
        <p:spPr>
          <a:xfrm>
            <a:off x="7582993" y="1937006"/>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91"/>
          <p:cNvSpPr/>
          <p:nvPr/>
        </p:nvSpPr>
        <p:spPr>
          <a:xfrm>
            <a:off x="7582993" y="3296418"/>
            <a:ext cx="548100" cy="5481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91"/>
          <p:cNvSpPr/>
          <p:nvPr/>
        </p:nvSpPr>
        <p:spPr>
          <a:xfrm>
            <a:off x="7582993" y="3976124"/>
            <a:ext cx="548100" cy="548100"/>
          </a:xfrm>
          <a:prstGeom prst="ellipse">
            <a:avLst/>
          </a:prstGeom>
          <a:solidFill>
            <a:schemeClr val="accent2"/>
          </a:solidFill>
          <a:ln cap="flat" cmpd="sng" w="381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4" name="Google Shape;1744;p91"/>
          <p:cNvGrpSpPr/>
          <p:nvPr/>
        </p:nvGrpSpPr>
        <p:grpSpPr>
          <a:xfrm>
            <a:off x="7723743" y="4123149"/>
            <a:ext cx="266600" cy="254050"/>
            <a:chOff x="7849800" y="4346650"/>
            <a:chExt cx="266600" cy="254050"/>
          </a:xfrm>
        </p:grpSpPr>
        <p:sp>
          <p:nvSpPr>
            <p:cNvPr id="1745" name="Google Shape;1745;p91"/>
            <p:cNvSpPr/>
            <p:nvPr/>
          </p:nvSpPr>
          <p:spPr>
            <a:xfrm>
              <a:off x="7938850" y="4346650"/>
              <a:ext cx="76550" cy="65700"/>
            </a:xfrm>
            <a:custGeom>
              <a:rect b="b" l="l" r="r" t="t"/>
              <a:pathLst>
                <a:path extrusionOk="0" h="2628" w="3062">
                  <a:moveTo>
                    <a:pt x="1746" y="0"/>
                  </a:moveTo>
                  <a:cubicBezTo>
                    <a:pt x="575" y="0"/>
                    <a:pt x="1" y="1411"/>
                    <a:pt x="814" y="2248"/>
                  </a:cubicBezTo>
                  <a:cubicBezTo>
                    <a:pt x="1084" y="2510"/>
                    <a:pt x="1414" y="2628"/>
                    <a:pt x="1737" y="2628"/>
                  </a:cubicBezTo>
                  <a:cubicBezTo>
                    <a:pt x="2414" y="2628"/>
                    <a:pt x="3061" y="2109"/>
                    <a:pt x="3061" y="1315"/>
                  </a:cubicBezTo>
                  <a:cubicBezTo>
                    <a:pt x="3061" y="574"/>
                    <a:pt x="2463" y="0"/>
                    <a:pt x="174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91"/>
            <p:cNvSpPr/>
            <p:nvPr/>
          </p:nvSpPr>
          <p:spPr>
            <a:xfrm>
              <a:off x="8035100" y="4362450"/>
              <a:ext cx="74725" cy="64600"/>
            </a:xfrm>
            <a:custGeom>
              <a:rect b="b" l="l" r="r" t="t"/>
              <a:pathLst>
                <a:path extrusionOk="0" h="2584" w="2989">
                  <a:moveTo>
                    <a:pt x="2031" y="0"/>
                  </a:moveTo>
                  <a:cubicBezTo>
                    <a:pt x="1844" y="0"/>
                    <a:pt x="1653" y="56"/>
                    <a:pt x="1482" y="181"/>
                  </a:cubicBezTo>
                  <a:cubicBezTo>
                    <a:pt x="1339" y="62"/>
                    <a:pt x="1148" y="14"/>
                    <a:pt x="933" y="14"/>
                  </a:cubicBezTo>
                  <a:cubicBezTo>
                    <a:pt x="919" y="13"/>
                    <a:pt x="906" y="13"/>
                    <a:pt x="893" y="13"/>
                  </a:cubicBezTo>
                  <a:cubicBezTo>
                    <a:pt x="408" y="13"/>
                    <a:pt x="0" y="434"/>
                    <a:pt x="0" y="946"/>
                  </a:cubicBezTo>
                  <a:cubicBezTo>
                    <a:pt x="0" y="1305"/>
                    <a:pt x="239" y="1687"/>
                    <a:pt x="693" y="2094"/>
                  </a:cubicBezTo>
                  <a:lnTo>
                    <a:pt x="717" y="2094"/>
                  </a:lnTo>
                  <a:cubicBezTo>
                    <a:pt x="909" y="2261"/>
                    <a:pt x="1124" y="2405"/>
                    <a:pt x="1339" y="2548"/>
                  </a:cubicBezTo>
                  <a:cubicBezTo>
                    <a:pt x="1387" y="2572"/>
                    <a:pt x="1441" y="2584"/>
                    <a:pt x="1494" y="2584"/>
                  </a:cubicBezTo>
                  <a:cubicBezTo>
                    <a:pt x="1548" y="2584"/>
                    <a:pt x="1602" y="2572"/>
                    <a:pt x="1650" y="2548"/>
                  </a:cubicBezTo>
                  <a:cubicBezTo>
                    <a:pt x="1865" y="2405"/>
                    <a:pt x="2080" y="2261"/>
                    <a:pt x="2295" y="2094"/>
                  </a:cubicBezTo>
                  <a:cubicBezTo>
                    <a:pt x="2750" y="1687"/>
                    <a:pt x="2989" y="1305"/>
                    <a:pt x="2989" y="946"/>
                  </a:cubicBezTo>
                  <a:cubicBezTo>
                    <a:pt x="2989" y="391"/>
                    <a:pt x="2523" y="0"/>
                    <a:pt x="20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91"/>
            <p:cNvSpPr/>
            <p:nvPr/>
          </p:nvSpPr>
          <p:spPr>
            <a:xfrm>
              <a:off x="7850975" y="4362325"/>
              <a:ext cx="74800" cy="74600"/>
            </a:xfrm>
            <a:custGeom>
              <a:rect b="b" l="l" r="r" t="t"/>
              <a:pathLst>
                <a:path extrusionOk="0" h="2984" w="2992">
                  <a:moveTo>
                    <a:pt x="1508" y="1190"/>
                  </a:moveTo>
                  <a:cubicBezTo>
                    <a:pt x="1771" y="1190"/>
                    <a:pt x="1914" y="1525"/>
                    <a:pt x="1723" y="1716"/>
                  </a:cubicBezTo>
                  <a:cubicBezTo>
                    <a:pt x="1662" y="1777"/>
                    <a:pt x="1589" y="1804"/>
                    <a:pt x="1518" y="1804"/>
                  </a:cubicBezTo>
                  <a:cubicBezTo>
                    <a:pt x="1365" y="1804"/>
                    <a:pt x="1221" y="1680"/>
                    <a:pt x="1221" y="1501"/>
                  </a:cubicBezTo>
                  <a:cubicBezTo>
                    <a:pt x="1221" y="1334"/>
                    <a:pt x="1340" y="1190"/>
                    <a:pt x="1508" y="1190"/>
                  </a:cubicBezTo>
                  <a:close/>
                  <a:moveTo>
                    <a:pt x="1520" y="1"/>
                  </a:moveTo>
                  <a:cubicBezTo>
                    <a:pt x="1370" y="1"/>
                    <a:pt x="1221" y="102"/>
                    <a:pt x="1221" y="306"/>
                  </a:cubicBezTo>
                  <a:lnTo>
                    <a:pt x="1221" y="664"/>
                  </a:lnTo>
                  <a:cubicBezTo>
                    <a:pt x="1125" y="688"/>
                    <a:pt x="1029" y="736"/>
                    <a:pt x="934" y="808"/>
                  </a:cubicBezTo>
                  <a:lnTo>
                    <a:pt x="623" y="640"/>
                  </a:lnTo>
                  <a:cubicBezTo>
                    <a:pt x="560" y="594"/>
                    <a:pt x="498" y="575"/>
                    <a:pt x="440" y="575"/>
                  </a:cubicBezTo>
                  <a:cubicBezTo>
                    <a:pt x="170" y="575"/>
                    <a:pt x="1" y="1009"/>
                    <a:pt x="336" y="1166"/>
                  </a:cubicBezTo>
                  <a:lnTo>
                    <a:pt x="623" y="1334"/>
                  </a:lnTo>
                  <a:cubicBezTo>
                    <a:pt x="623" y="1382"/>
                    <a:pt x="623" y="1453"/>
                    <a:pt x="623" y="1501"/>
                  </a:cubicBezTo>
                  <a:cubicBezTo>
                    <a:pt x="623" y="1549"/>
                    <a:pt x="623" y="1597"/>
                    <a:pt x="623" y="1668"/>
                  </a:cubicBezTo>
                  <a:lnTo>
                    <a:pt x="336" y="1836"/>
                  </a:lnTo>
                  <a:cubicBezTo>
                    <a:pt x="193" y="1908"/>
                    <a:pt x="145" y="2099"/>
                    <a:pt x="217" y="2242"/>
                  </a:cubicBezTo>
                  <a:cubicBezTo>
                    <a:pt x="283" y="2341"/>
                    <a:pt x="383" y="2395"/>
                    <a:pt x="486" y="2395"/>
                  </a:cubicBezTo>
                  <a:cubicBezTo>
                    <a:pt x="532" y="2395"/>
                    <a:pt x="579" y="2384"/>
                    <a:pt x="623" y="2362"/>
                  </a:cubicBezTo>
                  <a:lnTo>
                    <a:pt x="934" y="2171"/>
                  </a:lnTo>
                  <a:cubicBezTo>
                    <a:pt x="1029" y="2242"/>
                    <a:pt x="1125" y="2314"/>
                    <a:pt x="1221" y="2338"/>
                  </a:cubicBezTo>
                  <a:lnTo>
                    <a:pt x="1221" y="2696"/>
                  </a:lnTo>
                  <a:cubicBezTo>
                    <a:pt x="1221" y="2888"/>
                    <a:pt x="1370" y="2983"/>
                    <a:pt x="1520" y="2983"/>
                  </a:cubicBezTo>
                  <a:cubicBezTo>
                    <a:pt x="1669" y="2983"/>
                    <a:pt x="1818" y="2888"/>
                    <a:pt x="1818" y="2696"/>
                  </a:cubicBezTo>
                  <a:lnTo>
                    <a:pt x="1818" y="2338"/>
                  </a:lnTo>
                  <a:cubicBezTo>
                    <a:pt x="1938" y="2314"/>
                    <a:pt x="2034" y="2242"/>
                    <a:pt x="2105" y="2171"/>
                  </a:cubicBezTo>
                  <a:lnTo>
                    <a:pt x="2416" y="2362"/>
                  </a:lnTo>
                  <a:cubicBezTo>
                    <a:pt x="2463" y="2385"/>
                    <a:pt x="2508" y="2395"/>
                    <a:pt x="2552" y="2395"/>
                  </a:cubicBezTo>
                  <a:cubicBezTo>
                    <a:pt x="2819" y="2395"/>
                    <a:pt x="2991" y="2000"/>
                    <a:pt x="2703" y="1836"/>
                  </a:cubicBezTo>
                  <a:lnTo>
                    <a:pt x="2416" y="1668"/>
                  </a:lnTo>
                  <a:cubicBezTo>
                    <a:pt x="2416" y="1597"/>
                    <a:pt x="2416" y="1549"/>
                    <a:pt x="2416" y="1501"/>
                  </a:cubicBezTo>
                  <a:cubicBezTo>
                    <a:pt x="2416" y="1453"/>
                    <a:pt x="2416" y="1382"/>
                    <a:pt x="2416" y="1334"/>
                  </a:cubicBezTo>
                  <a:lnTo>
                    <a:pt x="2703" y="1166"/>
                  </a:lnTo>
                  <a:cubicBezTo>
                    <a:pt x="2952" y="980"/>
                    <a:pt x="2787" y="613"/>
                    <a:pt x="2536" y="613"/>
                  </a:cubicBezTo>
                  <a:cubicBezTo>
                    <a:pt x="2497" y="613"/>
                    <a:pt x="2457" y="621"/>
                    <a:pt x="2416" y="640"/>
                  </a:cubicBezTo>
                  <a:lnTo>
                    <a:pt x="2105" y="808"/>
                  </a:lnTo>
                  <a:cubicBezTo>
                    <a:pt x="2034" y="736"/>
                    <a:pt x="1938" y="688"/>
                    <a:pt x="1818" y="664"/>
                  </a:cubicBezTo>
                  <a:lnTo>
                    <a:pt x="1818" y="306"/>
                  </a:lnTo>
                  <a:cubicBezTo>
                    <a:pt x="1818" y="102"/>
                    <a:pt x="1669" y="1"/>
                    <a:pt x="15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91"/>
            <p:cNvSpPr/>
            <p:nvPr/>
          </p:nvSpPr>
          <p:spPr>
            <a:xfrm>
              <a:off x="7936675" y="4536725"/>
              <a:ext cx="154025" cy="63975"/>
            </a:xfrm>
            <a:custGeom>
              <a:rect b="b" l="l" r="r" t="t"/>
              <a:pathLst>
                <a:path extrusionOk="0" h="2559" w="6161">
                  <a:moveTo>
                    <a:pt x="4828" y="0"/>
                  </a:moveTo>
                  <a:cubicBezTo>
                    <a:pt x="4747" y="0"/>
                    <a:pt x="4665" y="8"/>
                    <a:pt x="4583" y="24"/>
                  </a:cubicBezTo>
                  <a:lnTo>
                    <a:pt x="1140" y="669"/>
                  </a:lnTo>
                  <a:cubicBezTo>
                    <a:pt x="0" y="883"/>
                    <a:pt x="134" y="2558"/>
                    <a:pt x="1283" y="2558"/>
                  </a:cubicBezTo>
                  <a:cubicBezTo>
                    <a:pt x="1291" y="2558"/>
                    <a:pt x="1299" y="2558"/>
                    <a:pt x="1307" y="2558"/>
                  </a:cubicBezTo>
                  <a:lnTo>
                    <a:pt x="4822" y="2558"/>
                  </a:lnTo>
                  <a:cubicBezTo>
                    <a:pt x="5587" y="2558"/>
                    <a:pt x="6161" y="1913"/>
                    <a:pt x="6089" y="1148"/>
                  </a:cubicBezTo>
                  <a:cubicBezTo>
                    <a:pt x="6025" y="489"/>
                    <a:pt x="5470" y="0"/>
                    <a:pt x="48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91"/>
            <p:cNvSpPr/>
            <p:nvPr/>
          </p:nvSpPr>
          <p:spPr>
            <a:xfrm>
              <a:off x="7849800" y="4413000"/>
              <a:ext cx="266600" cy="122550"/>
            </a:xfrm>
            <a:custGeom>
              <a:rect b="b" l="l" r="r" t="t"/>
              <a:pathLst>
                <a:path extrusionOk="0" h="4902" w="10664">
                  <a:moveTo>
                    <a:pt x="3993" y="0"/>
                  </a:moveTo>
                  <a:cubicBezTo>
                    <a:pt x="3491" y="120"/>
                    <a:pt x="3061" y="454"/>
                    <a:pt x="2798" y="909"/>
                  </a:cubicBezTo>
                  <a:lnTo>
                    <a:pt x="2200" y="1961"/>
                  </a:lnTo>
                  <a:lnTo>
                    <a:pt x="1005" y="1961"/>
                  </a:lnTo>
                  <a:cubicBezTo>
                    <a:pt x="1" y="1961"/>
                    <a:pt x="1" y="3443"/>
                    <a:pt x="1005" y="3443"/>
                  </a:cubicBezTo>
                  <a:lnTo>
                    <a:pt x="2630" y="3443"/>
                  </a:lnTo>
                  <a:cubicBezTo>
                    <a:pt x="2822" y="3443"/>
                    <a:pt x="3013" y="3347"/>
                    <a:pt x="3133" y="3156"/>
                  </a:cubicBezTo>
                  <a:lnTo>
                    <a:pt x="3491" y="2606"/>
                  </a:lnTo>
                  <a:lnTo>
                    <a:pt x="3611" y="4566"/>
                  </a:lnTo>
                  <a:lnTo>
                    <a:pt x="5332" y="4901"/>
                  </a:lnTo>
                  <a:lnTo>
                    <a:pt x="7077" y="4566"/>
                  </a:lnTo>
                  <a:lnTo>
                    <a:pt x="7197" y="2606"/>
                  </a:lnTo>
                  <a:lnTo>
                    <a:pt x="7532" y="3156"/>
                  </a:lnTo>
                  <a:cubicBezTo>
                    <a:pt x="7651" y="3347"/>
                    <a:pt x="7842" y="3443"/>
                    <a:pt x="8058" y="3443"/>
                  </a:cubicBezTo>
                  <a:lnTo>
                    <a:pt x="9659" y="3443"/>
                  </a:lnTo>
                  <a:cubicBezTo>
                    <a:pt x="10664" y="3443"/>
                    <a:pt x="10664" y="1961"/>
                    <a:pt x="9659" y="1961"/>
                  </a:cubicBezTo>
                  <a:lnTo>
                    <a:pt x="8464" y="1961"/>
                  </a:lnTo>
                  <a:lnTo>
                    <a:pt x="7866" y="909"/>
                  </a:lnTo>
                  <a:cubicBezTo>
                    <a:pt x="7603" y="454"/>
                    <a:pt x="7173" y="120"/>
                    <a:pt x="6671" y="0"/>
                  </a:cubicBezTo>
                  <a:cubicBezTo>
                    <a:pt x="6300" y="371"/>
                    <a:pt x="5816" y="556"/>
                    <a:pt x="5332" y="556"/>
                  </a:cubicBezTo>
                  <a:cubicBezTo>
                    <a:pt x="4848" y="556"/>
                    <a:pt x="4364" y="371"/>
                    <a:pt x="39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91"/>
            <p:cNvSpPr/>
            <p:nvPr/>
          </p:nvSpPr>
          <p:spPr>
            <a:xfrm>
              <a:off x="7874900" y="4536725"/>
              <a:ext cx="74750" cy="63975"/>
            </a:xfrm>
            <a:custGeom>
              <a:rect b="b" l="l" r="r" t="t"/>
              <a:pathLst>
                <a:path extrusionOk="0" h="2559" w="2990">
                  <a:moveTo>
                    <a:pt x="1333" y="0"/>
                  </a:moveTo>
                  <a:cubicBezTo>
                    <a:pt x="686" y="0"/>
                    <a:pt x="112" y="489"/>
                    <a:pt x="49" y="1148"/>
                  </a:cubicBezTo>
                  <a:cubicBezTo>
                    <a:pt x="1" y="1913"/>
                    <a:pt x="575" y="2558"/>
                    <a:pt x="1316" y="2558"/>
                  </a:cubicBezTo>
                  <a:lnTo>
                    <a:pt x="2559" y="2558"/>
                  </a:lnTo>
                  <a:cubicBezTo>
                    <a:pt x="2344" y="2295"/>
                    <a:pt x="2224" y="1960"/>
                    <a:pt x="2224" y="1602"/>
                  </a:cubicBezTo>
                  <a:cubicBezTo>
                    <a:pt x="2224" y="1076"/>
                    <a:pt x="2511" y="574"/>
                    <a:pt x="2989" y="287"/>
                  </a:cubicBezTo>
                  <a:lnTo>
                    <a:pt x="1579" y="24"/>
                  </a:lnTo>
                  <a:cubicBezTo>
                    <a:pt x="1496" y="8"/>
                    <a:pt x="1414" y="0"/>
                    <a:pt x="1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1" name="Google Shape;1751;p91"/>
          <p:cNvGrpSpPr/>
          <p:nvPr/>
        </p:nvGrpSpPr>
        <p:grpSpPr>
          <a:xfrm>
            <a:off x="7726418" y="3443143"/>
            <a:ext cx="261250" cy="254650"/>
            <a:chOff x="7861400" y="3588750"/>
            <a:chExt cx="261250" cy="254650"/>
          </a:xfrm>
        </p:grpSpPr>
        <p:sp>
          <p:nvSpPr>
            <p:cNvPr id="1752" name="Google Shape;1752;p91"/>
            <p:cNvSpPr/>
            <p:nvPr/>
          </p:nvSpPr>
          <p:spPr>
            <a:xfrm>
              <a:off x="8079775" y="3608525"/>
              <a:ext cx="42875" cy="25150"/>
            </a:xfrm>
            <a:custGeom>
              <a:rect b="b" l="l" r="r" t="t"/>
              <a:pathLst>
                <a:path extrusionOk="0" h="1006" w="1715">
                  <a:moveTo>
                    <a:pt x="1269" y="1"/>
                  </a:moveTo>
                  <a:cubicBezTo>
                    <a:pt x="1218" y="1"/>
                    <a:pt x="1163" y="15"/>
                    <a:pt x="1106" y="47"/>
                  </a:cubicBezTo>
                  <a:lnTo>
                    <a:pt x="293" y="453"/>
                  </a:lnTo>
                  <a:cubicBezTo>
                    <a:pt x="1" y="620"/>
                    <a:pt x="146" y="1006"/>
                    <a:pt x="426" y="1006"/>
                  </a:cubicBezTo>
                  <a:cubicBezTo>
                    <a:pt x="467" y="1006"/>
                    <a:pt x="510" y="997"/>
                    <a:pt x="556" y="979"/>
                  </a:cubicBezTo>
                  <a:lnTo>
                    <a:pt x="1369" y="597"/>
                  </a:lnTo>
                  <a:cubicBezTo>
                    <a:pt x="1715" y="454"/>
                    <a:pt x="1559" y="1"/>
                    <a:pt x="1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91"/>
            <p:cNvSpPr/>
            <p:nvPr/>
          </p:nvSpPr>
          <p:spPr>
            <a:xfrm>
              <a:off x="8079775" y="3728550"/>
              <a:ext cx="41150" cy="24475"/>
            </a:xfrm>
            <a:custGeom>
              <a:rect b="b" l="l" r="r" t="t"/>
              <a:pathLst>
                <a:path extrusionOk="0" h="979" w="1646">
                  <a:moveTo>
                    <a:pt x="426" y="1"/>
                  </a:moveTo>
                  <a:cubicBezTo>
                    <a:pt x="146" y="1"/>
                    <a:pt x="1" y="386"/>
                    <a:pt x="293" y="553"/>
                  </a:cubicBezTo>
                  <a:lnTo>
                    <a:pt x="1106" y="960"/>
                  </a:lnTo>
                  <a:cubicBezTo>
                    <a:pt x="1142" y="973"/>
                    <a:pt x="1178" y="979"/>
                    <a:pt x="1211" y="979"/>
                  </a:cubicBezTo>
                  <a:cubicBezTo>
                    <a:pt x="1486" y="979"/>
                    <a:pt x="1646" y="580"/>
                    <a:pt x="1369" y="410"/>
                  </a:cubicBezTo>
                  <a:lnTo>
                    <a:pt x="556" y="27"/>
                  </a:lnTo>
                  <a:cubicBezTo>
                    <a:pt x="510" y="9"/>
                    <a:pt x="467" y="1"/>
                    <a:pt x="42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91"/>
            <p:cNvSpPr/>
            <p:nvPr/>
          </p:nvSpPr>
          <p:spPr>
            <a:xfrm>
              <a:off x="7861400" y="3609200"/>
              <a:ext cx="40625" cy="24475"/>
            </a:xfrm>
            <a:custGeom>
              <a:rect b="b" l="l" r="r" t="t"/>
              <a:pathLst>
                <a:path extrusionOk="0" h="979" w="1625">
                  <a:moveTo>
                    <a:pt x="429" y="1"/>
                  </a:moveTo>
                  <a:cubicBezTo>
                    <a:pt x="142" y="1"/>
                    <a:pt x="1" y="399"/>
                    <a:pt x="278" y="570"/>
                  </a:cubicBezTo>
                  <a:lnTo>
                    <a:pt x="1091" y="952"/>
                  </a:lnTo>
                  <a:cubicBezTo>
                    <a:pt x="1133" y="970"/>
                    <a:pt x="1174" y="979"/>
                    <a:pt x="1213" y="979"/>
                  </a:cubicBezTo>
                  <a:cubicBezTo>
                    <a:pt x="1477" y="979"/>
                    <a:pt x="1625" y="593"/>
                    <a:pt x="1354" y="426"/>
                  </a:cubicBezTo>
                  <a:lnTo>
                    <a:pt x="541" y="20"/>
                  </a:lnTo>
                  <a:cubicBezTo>
                    <a:pt x="502" y="7"/>
                    <a:pt x="464" y="1"/>
                    <a:pt x="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91"/>
            <p:cNvSpPr/>
            <p:nvPr/>
          </p:nvSpPr>
          <p:spPr>
            <a:xfrm>
              <a:off x="7862950" y="3728150"/>
              <a:ext cx="39225" cy="24625"/>
            </a:xfrm>
            <a:custGeom>
              <a:rect b="b" l="l" r="r" t="t"/>
              <a:pathLst>
                <a:path extrusionOk="0" h="985" w="1569">
                  <a:moveTo>
                    <a:pt x="1134" y="0"/>
                  </a:moveTo>
                  <a:cubicBezTo>
                    <a:pt x="1100" y="0"/>
                    <a:pt x="1065" y="6"/>
                    <a:pt x="1029" y="19"/>
                  </a:cubicBezTo>
                  <a:lnTo>
                    <a:pt x="216" y="426"/>
                  </a:lnTo>
                  <a:cubicBezTo>
                    <a:pt x="72" y="498"/>
                    <a:pt x="1" y="689"/>
                    <a:pt x="72" y="832"/>
                  </a:cubicBezTo>
                  <a:cubicBezTo>
                    <a:pt x="122" y="931"/>
                    <a:pt x="217" y="985"/>
                    <a:pt x="326" y="985"/>
                  </a:cubicBezTo>
                  <a:cubicBezTo>
                    <a:pt x="375" y="985"/>
                    <a:pt x="427" y="974"/>
                    <a:pt x="479" y="952"/>
                  </a:cubicBezTo>
                  <a:lnTo>
                    <a:pt x="1292" y="569"/>
                  </a:lnTo>
                  <a:cubicBezTo>
                    <a:pt x="1569" y="399"/>
                    <a:pt x="1409" y="0"/>
                    <a:pt x="11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91"/>
            <p:cNvSpPr/>
            <p:nvPr/>
          </p:nvSpPr>
          <p:spPr>
            <a:xfrm>
              <a:off x="7885675" y="3588750"/>
              <a:ext cx="98025" cy="193700"/>
            </a:xfrm>
            <a:custGeom>
              <a:rect b="b" l="l" r="r" t="t"/>
              <a:pathLst>
                <a:path extrusionOk="0" h="7748" w="3921">
                  <a:moveTo>
                    <a:pt x="3419" y="1"/>
                  </a:moveTo>
                  <a:cubicBezTo>
                    <a:pt x="2821" y="1"/>
                    <a:pt x="2295" y="431"/>
                    <a:pt x="2152" y="1029"/>
                  </a:cubicBezTo>
                  <a:cubicBezTo>
                    <a:pt x="1554" y="1149"/>
                    <a:pt x="1148" y="1674"/>
                    <a:pt x="1148" y="2296"/>
                  </a:cubicBezTo>
                  <a:cubicBezTo>
                    <a:pt x="1124" y="2344"/>
                    <a:pt x="1124" y="2416"/>
                    <a:pt x="1148" y="2463"/>
                  </a:cubicBezTo>
                  <a:cubicBezTo>
                    <a:pt x="909" y="2559"/>
                    <a:pt x="693" y="2679"/>
                    <a:pt x="526" y="2870"/>
                  </a:cubicBezTo>
                  <a:cubicBezTo>
                    <a:pt x="0" y="3444"/>
                    <a:pt x="0" y="4304"/>
                    <a:pt x="526" y="4878"/>
                  </a:cubicBezTo>
                  <a:cubicBezTo>
                    <a:pt x="693" y="5069"/>
                    <a:pt x="909" y="5213"/>
                    <a:pt x="1148" y="5285"/>
                  </a:cubicBezTo>
                  <a:cubicBezTo>
                    <a:pt x="1124" y="5332"/>
                    <a:pt x="1124" y="5404"/>
                    <a:pt x="1148" y="5476"/>
                  </a:cubicBezTo>
                  <a:cubicBezTo>
                    <a:pt x="1148" y="6074"/>
                    <a:pt x="1554" y="6600"/>
                    <a:pt x="2152" y="6719"/>
                  </a:cubicBezTo>
                  <a:cubicBezTo>
                    <a:pt x="2295" y="7317"/>
                    <a:pt x="2821" y="7747"/>
                    <a:pt x="3419" y="7747"/>
                  </a:cubicBezTo>
                  <a:cubicBezTo>
                    <a:pt x="3586" y="7747"/>
                    <a:pt x="3754" y="7723"/>
                    <a:pt x="3921" y="7651"/>
                  </a:cubicBezTo>
                  <a:lnTo>
                    <a:pt x="3921" y="120"/>
                  </a:lnTo>
                  <a:cubicBezTo>
                    <a:pt x="3754" y="49"/>
                    <a:pt x="3586" y="1"/>
                    <a:pt x="341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91"/>
            <p:cNvSpPr/>
            <p:nvPr/>
          </p:nvSpPr>
          <p:spPr>
            <a:xfrm>
              <a:off x="7998025" y="3588750"/>
              <a:ext cx="102825" cy="193700"/>
            </a:xfrm>
            <a:custGeom>
              <a:rect b="b" l="l" r="r" t="t"/>
              <a:pathLst>
                <a:path extrusionOk="0" h="7748" w="4113">
                  <a:moveTo>
                    <a:pt x="503" y="1"/>
                  </a:moveTo>
                  <a:cubicBezTo>
                    <a:pt x="336" y="1"/>
                    <a:pt x="168" y="49"/>
                    <a:pt x="1" y="120"/>
                  </a:cubicBezTo>
                  <a:lnTo>
                    <a:pt x="1" y="7651"/>
                  </a:lnTo>
                  <a:cubicBezTo>
                    <a:pt x="168" y="7723"/>
                    <a:pt x="336" y="7747"/>
                    <a:pt x="503" y="7747"/>
                  </a:cubicBezTo>
                  <a:cubicBezTo>
                    <a:pt x="1101" y="7747"/>
                    <a:pt x="1627" y="7317"/>
                    <a:pt x="1770" y="6743"/>
                  </a:cubicBezTo>
                  <a:cubicBezTo>
                    <a:pt x="2368" y="6600"/>
                    <a:pt x="2774" y="6074"/>
                    <a:pt x="2774" y="5476"/>
                  </a:cubicBezTo>
                  <a:cubicBezTo>
                    <a:pt x="2798" y="5404"/>
                    <a:pt x="2798" y="5356"/>
                    <a:pt x="2774" y="5285"/>
                  </a:cubicBezTo>
                  <a:cubicBezTo>
                    <a:pt x="3013" y="5213"/>
                    <a:pt x="3228" y="5069"/>
                    <a:pt x="3396" y="4902"/>
                  </a:cubicBezTo>
                  <a:cubicBezTo>
                    <a:pt x="4113" y="4089"/>
                    <a:pt x="3802" y="2822"/>
                    <a:pt x="2774" y="2487"/>
                  </a:cubicBezTo>
                  <a:cubicBezTo>
                    <a:pt x="2798" y="2416"/>
                    <a:pt x="2798" y="2344"/>
                    <a:pt x="2774" y="2296"/>
                  </a:cubicBezTo>
                  <a:cubicBezTo>
                    <a:pt x="2774" y="1698"/>
                    <a:pt x="2368" y="1172"/>
                    <a:pt x="1770" y="1029"/>
                  </a:cubicBezTo>
                  <a:cubicBezTo>
                    <a:pt x="1627" y="431"/>
                    <a:pt x="1101" y="25"/>
                    <a:pt x="5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91"/>
            <p:cNvSpPr/>
            <p:nvPr/>
          </p:nvSpPr>
          <p:spPr>
            <a:xfrm>
              <a:off x="7966350" y="3828450"/>
              <a:ext cx="49650" cy="14950"/>
            </a:xfrm>
            <a:custGeom>
              <a:rect b="b" l="l" r="r" t="t"/>
              <a:pathLst>
                <a:path extrusionOk="0" h="598" w="1986">
                  <a:moveTo>
                    <a:pt x="1" y="0"/>
                  </a:moveTo>
                  <a:lnTo>
                    <a:pt x="1" y="191"/>
                  </a:lnTo>
                  <a:cubicBezTo>
                    <a:pt x="1" y="406"/>
                    <a:pt x="168" y="598"/>
                    <a:pt x="383" y="598"/>
                  </a:cubicBezTo>
                  <a:lnTo>
                    <a:pt x="1579" y="598"/>
                  </a:lnTo>
                  <a:cubicBezTo>
                    <a:pt x="1818" y="598"/>
                    <a:pt x="1985" y="406"/>
                    <a:pt x="1985" y="191"/>
                  </a:cubicBezTo>
                  <a:lnTo>
                    <a:pt x="19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91"/>
            <p:cNvSpPr/>
            <p:nvPr/>
          </p:nvSpPr>
          <p:spPr>
            <a:xfrm>
              <a:off x="7953800" y="3793175"/>
              <a:ext cx="74150" cy="20350"/>
            </a:xfrm>
            <a:custGeom>
              <a:rect b="b" l="l" r="r" t="t"/>
              <a:pathLst>
                <a:path extrusionOk="0" h="814" w="2966">
                  <a:moveTo>
                    <a:pt x="1483" y="0"/>
                  </a:moveTo>
                  <a:cubicBezTo>
                    <a:pt x="1236" y="118"/>
                    <a:pt x="960" y="178"/>
                    <a:pt x="684" y="178"/>
                  </a:cubicBezTo>
                  <a:cubicBezTo>
                    <a:pt x="452" y="178"/>
                    <a:pt x="219" y="135"/>
                    <a:pt x="1" y="48"/>
                  </a:cubicBezTo>
                  <a:lnTo>
                    <a:pt x="1" y="407"/>
                  </a:lnTo>
                  <a:cubicBezTo>
                    <a:pt x="1" y="622"/>
                    <a:pt x="168" y="813"/>
                    <a:pt x="383" y="813"/>
                  </a:cubicBezTo>
                  <a:lnTo>
                    <a:pt x="2583" y="813"/>
                  </a:lnTo>
                  <a:cubicBezTo>
                    <a:pt x="2798" y="813"/>
                    <a:pt x="2965" y="622"/>
                    <a:pt x="2965" y="407"/>
                  </a:cubicBezTo>
                  <a:lnTo>
                    <a:pt x="2965" y="48"/>
                  </a:lnTo>
                  <a:cubicBezTo>
                    <a:pt x="2747" y="135"/>
                    <a:pt x="2514" y="178"/>
                    <a:pt x="2282" y="178"/>
                  </a:cubicBezTo>
                  <a:cubicBezTo>
                    <a:pt x="2005" y="178"/>
                    <a:pt x="1730" y="118"/>
                    <a:pt x="14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0" name="Google Shape;1760;p91"/>
          <p:cNvGrpSpPr/>
          <p:nvPr/>
        </p:nvGrpSpPr>
        <p:grpSpPr>
          <a:xfrm>
            <a:off x="7730318" y="2763537"/>
            <a:ext cx="253450" cy="254450"/>
            <a:chOff x="7880875" y="2838625"/>
            <a:chExt cx="253450" cy="254450"/>
          </a:xfrm>
        </p:grpSpPr>
        <p:sp>
          <p:nvSpPr>
            <p:cNvPr id="1761" name="Google Shape;1761;p91"/>
            <p:cNvSpPr/>
            <p:nvPr/>
          </p:nvSpPr>
          <p:spPr>
            <a:xfrm>
              <a:off x="7930500" y="2838625"/>
              <a:ext cx="114775" cy="71775"/>
            </a:xfrm>
            <a:custGeom>
              <a:rect b="b" l="l" r="r" t="t"/>
              <a:pathLst>
                <a:path extrusionOk="0" h="2871" w="4591">
                  <a:moveTo>
                    <a:pt x="555" y="1"/>
                  </a:moveTo>
                  <a:cubicBezTo>
                    <a:pt x="538" y="1"/>
                    <a:pt x="520" y="1"/>
                    <a:pt x="502" y="1"/>
                  </a:cubicBezTo>
                  <a:lnTo>
                    <a:pt x="311" y="1"/>
                  </a:lnTo>
                  <a:cubicBezTo>
                    <a:pt x="144" y="1"/>
                    <a:pt x="0" y="121"/>
                    <a:pt x="0" y="288"/>
                  </a:cubicBezTo>
                  <a:lnTo>
                    <a:pt x="0" y="480"/>
                  </a:lnTo>
                  <a:cubicBezTo>
                    <a:pt x="0" y="1531"/>
                    <a:pt x="837" y="2368"/>
                    <a:pt x="1889" y="2368"/>
                  </a:cubicBezTo>
                  <a:lnTo>
                    <a:pt x="2008" y="2368"/>
                  </a:lnTo>
                  <a:lnTo>
                    <a:pt x="2008" y="2870"/>
                  </a:lnTo>
                  <a:lnTo>
                    <a:pt x="2606" y="2870"/>
                  </a:lnTo>
                  <a:lnTo>
                    <a:pt x="2606" y="2368"/>
                  </a:lnTo>
                  <a:lnTo>
                    <a:pt x="2702" y="2368"/>
                  </a:lnTo>
                  <a:cubicBezTo>
                    <a:pt x="3730" y="2368"/>
                    <a:pt x="4591" y="1531"/>
                    <a:pt x="4591" y="480"/>
                  </a:cubicBezTo>
                  <a:lnTo>
                    <a:pt x="4591" y="288"/>
                  </a:lnTo>
                  <a:cubicBezTo>
                    <a:pt x="4591" y="121"/>
                    <a:pt x="4447" y="1"/>
                    <a:pt x="4280" y="1"/>
                  </a:cubicBezTo>
                  <a:lnTo>
                    <a:pt x="4088" y="1"/>
                  </a:lnTo>
                  <a:cubicBezTo>
                    <a:pt x="4071" y="1"/>
                    <a:pt x="4053" y="1"/>
                    <a:pt x="4035" y="1"/>
                  </a:cubicBezTo>
                  <a:cubicBezTo>
                    <a:pt x="3244" y="1"/>
                    <a:pt x="2553" y="520"/>
                    <a:pt x="2295" y="1268"/>
                  </a:cubicBezTo>
                  <a:cubicBezTo>
                    <a:pt x="2038" y="520"/>
                    <a:pt x="1346" y="1"/>
                    <a:pt x="5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91"/>
            <p:cNvSpPr/>
            <p:nvPr/>
          </p:nvSpPr>
          <p:spPr>
            <a:xfrm>
              <a:off x="7880875" y="2925325"/>
              <a:ext cx="212825" cy="167750"/>
            </a:xfrm>
            <a:custGeom>
              <a:rect b="b" l="l" r="r" t="t"/>
              <a:pathLst>
                <a:path extrusionOk="0" h="6710" w="8513">
                  <a:moveTo>
                    <a:pt x="3563" y="0"/>
                  </a:moveTo>
                  <a:cubicBezTo>
                    <a:pt x="3396" y="0"/>
                    <a:pt x="3276" y="143"/>
                    <a:pt x="3276" y="311"/>
                  </a:cubicBezTo>
                  <a:lnTo>
                    <a:pt x="3276" y="909"/>
                  </a:lnTo>
                  <a:lnTo>
                    <a:pt x="2702" y="909"/>
                  </a:lnTo>
                  <a:cubicBezTo>
                    <a:pt x="1196" y="909"/>
                    <a:pt x="1" y="2104"/>
                    <a:pt x="1" y="3586"/>
                  </a:cubicBezTo>
                  <a:lnTo>
                    <a:pt x="1" y="4877"/>
                  </a:lnTo>
                  <a:cubicBezTo>
                    <a:pt x="1" y="5971"/>
                    <a:pt x="901" y="6709"/>
                    <a:pt x="1850" y="6709"/>
                  </a:cubicBezTo>
                  <a:cubicBezTo>
                    <a:pt x="2250" y="6709"/>
                    <a:pt x="2659" y="6578"/>
                    <a:pt x="3013" y="6288"/>
                  </a:cubicBezTo>
                  <a:lnTo>
                    <a:pt x="3802" y="5618"/>
                  </a:lnTo>
                  <a:lnTo>
                    <a:pt x="2918" y="4853"/>
                  </a:lnTo>
                  <a:cubicBezTo>
                    <a:pt x="2798" y="4758"/>
                    <a:pt x="2702" y="4662"/>
                    <a:pt x="2607" y="4519"/>
                  </a:cubicBezTo>
                  <a:lnTo>
                    <a:pt x="2153" y="4901"/>
                  </a:lnTo>
                  <a:cubicBezTo>
                    <a:pt x="2089" y="4976"/>
                    <a:pt x="2016" y="5006"/>
                    <a:pt x="1947" y="5006"/>
                  </a:cubicBezTo>
                  <a:cubicBezTo>
                    <a:pt x="1704" y="5006"/>
                    <a:pt x="1491" y="4633"/>
                    <a:pt x="1770" y="4447"/>
                  </a:cubicBezTo>
                  <a:lnTo>
                    <a:pt x="2416" y="3921"/>
                  </a:lnTo>
                  <a:cubicBezTo>
                    <a:pt x="2330" y="3033"/>
                    <a:pt x="3037" y="2390"/>
                    <a:pt x="3796" y="2390"/>
                  </a:cubicBezTo>
                  <a:cubicBezTo>
                    <a:pt x="4100" y="2390"/>
                    <a:pt x="4413" y="2493"/>
                    <a:pt x="4687" y="2726"/>
                  </a:cubicBezTo>
                  <a:lnTo>
                    <a:pt x="6743" y="4447"/>
                  </a:lnTo>
                  <a:cubicBezTo>
                    <a:pt x="6937" y="4660"/>
                    <a:pt x="6753" y="4953"/>
                    <a:pt x="6523" y="4953"/>
                  </a:cubicBezTo>
                  <a:cubicBezTo>
                    <a:pt x="6470" y="4953"/>
                    <a:pt x="6414" y="4937"/>
                    <a:pt x="6360" y="4901"/>
                  </a:cubicBezTo>
                  <a:lnTo>
                    <a:pt x="4304" y="3180"/>
                  </a:lnTo>
                  <a:cubicBezTo>
                    <a:pt x="4136" y="3042"/>
                    <a:pt x="3959" y="2983"/>
                    <a:pt x="3791" y="2983"/>
                  </a:cubicBezTo>
                  <a:cubicBezTo>
                    <a:pt x="3145" y="2983"/>
                    <a:pt x="2631" y="3849"/>
                    <a:pt x="3276" y="4399"/>
                  </a:cubicBezTo>
                  <a:lnTo>
                    <a:pt x="5524" y="6264"/>
                  </a:lnTo>
                  <a:cubicBezTo>
                    <a:pt x="5875" y="6565"/>
                    <a:pt x="6285" y="6701"/>
                    <a:pt x="6687" y="6701"/>
                  </a:cubicBezTo>
                  <a:cubicBezTo>
                    <a:pt x="7622" y="6701"/>
                    <a:pt x="8512" y="5965"/>
                    <a:pt x="8512" y="4877"/>
                  </a:cubicBezTo>
                  <a:lnTo>
                    <a:pt x="8512" y="4662"/>
                  </a:lnTo>
                  <a:cubicBezTo>
                    <a:pt x="8464" y="4686"/>
                    <a:pt x="8416" y="4686"/>
                    <a:pt x="8369" y="4686"/>
                  </a:cubicBezTo>
                  <a:cubicBezTo>
                    <a:pt x="8225" y="4686"/>
                    <a:pt x="8082" y="4638"/>
                    <a:pt x="7938" y="4566"/>
                  </a:cubicBezTo>
                  <a:lnTo>
                    <a:pt x="7962" y="4543"/>
                  </a:lnTo>
                  <a:cubicBezTo>
                    <a:pt x="7675" y="4375"/>
                    <a:pt x="7388" y="4184"/>
                    <a:pt x="7102" y="3945"/>
                  </a:cubicBezTo>
                  <a:cubicBezTo>
                    <a:pt x="6432" y="3347"/>
                    <a:pt x="6073" y="2749"/>
                    <a:pt x="6073" y="2152"/>
                  </a:cubicBezTo>
                  <a:cubicBezTo>
                    <a:pt x="6073" y="1721"/>
                    <a:pt x="6241" y="1291"/>
                    <a:pt x="6552" y="980"/>
                  </a:cubicBezTo>
                  <a:cubicBezTo>
                    <a:pt x="6336" y="932"/>
                    <a:pt x="6097" y="909"/>
                    <a:pt x="5882" y="909"/>
                  </a:cubicBezTo>
                  <a:lnTo>
                    <a:pt x="5308" y="909"/>
                  </a:lnTo>
                  <a:lnTo>
                    <a:pt x="5308" y="311"/>
                  </a:lnTo>
                  <a:cubicBezTo>
                    <a:pt x="5308" y="143"/>
                    <a:pt x="5165" y="0"/>
                    <a:pt x="49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91"/>
            <p:cNvSpPr/>
            <p:nvPr/>
          </p:nvSpPr>
          <p:spPr>
            <a:xfrm>
              <a:off x="8047650" y="2952725"/>
              <a:ext cx="86675" cy="74525"/>
            </a:xfrm>
            <a:custGeom>
              <a:rect b="b" l="l" r="r" t="t"/>
              <a:pathLst>
                <a:path extrusionOk="0" h="2981" w="3467">
                  <a:moveTo>
                    <a:pt x="1125" y="0"/>
                  </a:moveTo>
                  <a:cubicBezTo>
                    <a:pt x="1101" y="0"/>
                    <a:pt x="1077" y="1"/>
                    <a:pt x="1052" y="4"/>
                  </a:cubicBezTo>
                  <a:cubicBezTo>
                    <a:pt x="478" y="4"/>
                    <a:pt x="0" y="458"/>
                    <a:pt x="0" y="1056"/>
                  </a:cubicBezTo>
                  <a:cubicBezTo>
                    <a:pt x="0" y="1462"/>
                    <a:pt x="263" y="1916"/>
                    <a:pt x="813" y="2395"/>
                  </a:cubicBezTo>
                  <a:cubicBezTo>
                    <a:pt x="1052" y="2586"/>
                    <a:pt x="1315" y="2777"/>
                    <a:pt x="1602" y="2944"/>
                  </a:cubicBezTo>
                  <a:cubicBezTo>
                    <a:pt x="1638" y="2968"/>
                    <a:pt x="1686" y="2980"/>
                    <a:pt x="1734" y="2980"/>
                  </a:cubicBezTo>
                  <a:cubicBezTo>
                    <a:pt x="1781" y="2980"/>
                    <a:pt x="1829" y="2968"/>
                    <a:pt x="1865" y="2944"/>
                  </a:cubicBezTo>
                  <a:cubicBezTo>
                    <a:pt x="2152" y="2777"/>
                    <a:pt x="2391" y="2586"/>
                    <a:pt x="2630" y="2395"/>
                  </a:cubicBezTo>
                  <a:cubicBezTo>
                    <a:pt x="3180" y="1916"/>
                    <a:pt x="3467" y="1462"/>
                    <a:pt x="3467" y="1056"/>
                  </a:cubicBezTo>
                  <a:cubicBezTo>
                    <a:pt x="3467" y="472"/>
                    <a:pt x="3011" y="3"/>
                    <a:pt x="2456" y="3"/>
                  </a:cubicBezTo>
                  <a:cubicBezTo>
                    <a:pt x="2442" y="3"/>
                    <a:pt x="2429" y="3"/>
                    <a:pt x="2415" y="4"/>
                  </a:cubicBezTo>
                  <a:cubicBezTo>
                    <a:pt x="2388" y="1"/>
                    <a:pt x="2361" y="0"/>
                    <a:pt x="2335" y="0"/>
                  </a:cubicBezTo>
                  <a:cubicBezTo>
                    <a:pt x="2104" y="0"/>
                    <a:pt x="1893" y="93"/>
                    <a:pt x="1722" y="243"/>
                  </a:cubicBezTo>
                  <a:cubicBezTo>
                    <a:pt x="1550" y="93"/>
                    <a:pt x="1340" y="0"/>
                    <a:pt x="11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4" name="Google Shape;1764;p91"/>
          <p:cNvGrpSpPr/>
          <p:nvPr/>
        </p:nvGrpSpPr>
        <p:grpSpPr>
          <a:xfrm>
            <a:off x="7750343" y="2084031"/>
            <a:ext cx="213400" cy="254050"/>
            <a:chOff x="7908375" y="2148300"/>
            <a:chExt cx="213400" cy="254050"/>
          </a:xfrm>
        </p:grpSpPr>
        <p:sp>
          <p:nvSpPr>
            <p:cNvPr id="1765" name="Google Shape;1765;p91"/>
            <p:cNvSpPr/>
            <p:nvPr/>
          </p:nvSpPr>
          <p:spPr>
            <a:xfrm>
              <a:off x="7908375" y="2282175"/>
              <a:ext cx="213400" cy="120175"/>
            </a:xfrm>
            <a:custGeom>
              <a:rect b="b" l="l" r="r" t="t"/>
              <a:pathLst>
                <a:path extrusionOk="0" h="4807" w="8536">
                  <a:moveTo>
                    <a:pt x="7053" y="1579"/>
                  </a:moveTo>
                  <a:cubicBezTo>
                    <a:pt x="7436" y="1579"/>
                    <a:pt x="7436" y="2177"/>
                    <a:pt x="7053" y="2177"/>
                  </a:cubicBezTo>
                  <a:lnTo>
                    <a:pt x="6934" y="2177"/>
                  </a:lnTo>
                  <a:lnTo>
                    <a:pt x="6934" y="2272"/>
                  </a:lnTo>
                  <a:cubicBezTo>
                    <a:pt x="6934" y="2870"/>
                    <a:pt x="6528" y="3396"/>
                    <a:pt x="5954" y="3539"/>
                  </a:cubicBezTo>
                  <a:lnTo>
                    <a:pt x="5954" y="3874"/>
                  </a:lnTo>
                  <a:cubicBezTo>
                    <a:pt x="5954" y="4077"/>
                    <a:pt x="5804" y="4179"/>
                    <a:pt x="5655" y="4179"/>
                  </a:cubicBezTo>
                  <a:cubicBezTo>
                    <a:pt x="5505" y="4179"/>
                    <a:pt x="5356" y="4077"/>
                    <a:pt x="5356" y="3874"/>
                  </a:cubicBezTo>
                  <a:lnTo>
                    <a:pt x="5356" y="3539"/>
                  </a:lnTo>
                  <a:cubicBezTo>
                    <a:pt x="4758" y="3396"/>
                    <a:pt x="4352" y="2870"/>
                    <a:pt x="4352" y="2272"/>
                  </a:cubicBezTo>
                  <a:lnTo>
                    <a:pt x="4352" y="2177"/>
                  </a:lnTo>
                  <a:lnTo>
                    <a:pt x="4256" y="2177"/>
                  </a:lnTo>
                  <a:cubicBezTo>
                    <a:pt x="3850" y="2177"/>
                    <a:pt x="3850" y="1579"/>
                    <a:pt x="4256" y="1579"/>
                  </a:cubicBezTo>
                  <a:lnTo>
                    <a:pt x="4663" y="1579"/>
                  </a:lnTo>
                  <a:cubicBezTo>
                    <a:pt x="4806" y="1579"/>
                    <a:pt x="4950" y="1722"/>
                    <a:pt x="4950" y="1890"/>
                  </a:cubicBezTo>
                  <a:lnTo>
                    <a:pt x="4950" y="2272"/>
                  </a:lnTo>
                  <a:cubicBezTo>
                    <a:pt x="4950" y="2535"/>
                    <a:pt x="5093" y="2798"/>
                    <a:pt x="5356" y="2894"/>
                  </a:cubicBezTo>
                  <a:lnTo>
                    <a:pt x="5356" y="1890"/>
                  </a:lnTo>
                  <a:cubicBezTo>
                    <a:pt x="5356" y="1687"/>
                    <a:pt x="5505" y="1585"/>
                    <a:pt x="5655" y="1585"/>
                  </a:cubicBezTo>
                  <a:cubicBezTo>
                    <a:pt x="5804" y="1585"/>
                    <a:pt x="5954" y="1687"/>
                    <a:pt x="5954" y="1890"/>
                  </a:cubicBezTo>
                  <a:lnTo>
                    <a:pt x="5954" y="2894"/>
                  </a:lnTo>
                  <a:cubicBezTo>
                    <a:pt x="6193" y="2798"/>
                    <a:pt x="6336" y="2535"/>
                    <a:pt x="6336" y="2272"/>
                  </a:cubicBezTo>
                  <a:lnTo>
                    <a:pt x="6336" y="1890"/>
                  </a:lnTo>
                  <a:cubicBezTo>
                    <a:pt x="6336" y="1722"/>
                    <a:pt x="6480" y="1579"/>
                    <a:pt x="6647" y="1579"/>
                  </a:cubicBezTo>
                  <a:close/>
                  <a:moveTo>
                    <a:pt x="2439" y="1"/>
                  </a:moveTo>
                  <a:cubicBezTo>
                    <a:pt x="1053" y="121"/>
                    <a:pt x="1" y="1292"/>
                    <a:pt x="1" y="2679"/>
                  </a:cubicBezTo>
                  <a:lnTo>
                    <a:pt x="1" y="4496"/>
                  </a:lnTo>
                  <a:cubicBezTo>
                    <a:pt x="1" y="4663"/>
                    <a:pt x="120" y="4807"/>
                    <a:pt x="287" y="4807"/>
                  </a:cubicBezTo>
                  <a:lnTo>
                    <a:pt x="8249" y="4807"/>
                  </a:lnTo>
                  <a:cubicBezTo>
                    <a:pt x="8392" y="4807"/>
                    <a:pt x="8536" y="4663"/>
                    <a:pt x="8536" y="4496"/>
                  </a:cubicBezTo>
                  <a:lnTo>
                    <a:pt x="8536" y="2679"/>
                  </a:lnTo>
                  <a:cubicBezTo>
                    <a:pt x="8536" y="1292"/>
                    <a:pt x="7460" y="121"/>
                    <a:pt x="6073" y="1"/>
                  </a:cubicBezTo>
                  <a:cubicBezTo>
                    <a:pt x="5583" y="527"/>
                    <a:pt x="4920" y="790"/>
                    <a:pt x="4256" y="790"/>
                  </a:cubicBezTo>
                  <a:cubicBezTo>
                    <a:pt x="3593" y="790"/>
                    <a:pt x="2929" y="527"/>
                    <a:pt x="24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91"/>
            <p:cNvSpPr/>
            <p:nvPr/>
          </p:nvSpPr>
          <p:spPr>
            <a:xfrm>
              <a:off x="7968150" y="2148300"/>
              <a:ext cx="93275" cy="49625"/>
            </a:xfrm>
            <a:custGeom>
              <a:rect b="b" l="l" r="r" t="t"/>
              <a:pathLst>
                <a:path extrusionOk="0" h="1985" w="3731">
                  <a:moveTo>
                    <a:pt x="1865" y="1"/>
                  </a:moveTo>
                  <a:cubicBezTo>
                    <a:pt x="999" y="1"/>
                    <a:pt x="132" y="550"/>
                    <a:pt x="0" y="1650"/>
                  </a:cubicBezTo>
                  <a:cubicBezTo>
                    <a:pt x="192" y="1865"/>
                    <a:pt x="455" y="1985"/>
                    <a:pt x="742" y="1985"/>
                  </a:cubicBezTo>
                  <a:cubicBezTo>
                    <a:pt x="1100" y="1985"/>
                    <a:pt x="1435" y="1794"/>
                    <a:pt x="1602" y="1483"/>
                  </a:cubicBezTo>
                  <a:cubicBezTo>
                    <a:pt x="1662" y="1387"/>
                    <a:pt x="1764" y="1339"/>
                    <a:pt x="1865" y="1339"/>
                  </a:cubicBezTo>
                  <a:cubicBezTo>
                    <a:pt x="1967" y="1339"/>
                    <a:pt x="2068" y="1387"/>
                    <a:pt x="2128" y="1483"/>
                  </a:cubicBezTo>
                  <a:cubicBezTo>
                    <a:pt x="2316" y="1805"/>
                    <a:pt x="2654" y="1976"/>
                    <a:pt x="2995" y="1976"/>
                  </a:cubicBezTo>
                  <a:cubicBezTo>
                    <a:pt x="3262" y="1976"/>
                    <a:pt x="3531" y="1871"/>
                    <a:pt x="3730" y="1650"/>
                  </a:cubicBezTo>
                  <a:cubicBezTo>
                    <a:pt x="3599" y="550"/>
                    <a:pt x="2732" y="1"/>
                    <a:pt x="18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91"/>
            <p:cNvSpPr/>
            <p:nvPr/>
          </p:nvSpPr>
          <p:spPr>
            <a:xfrm>
              <a:off x="7967550" y="2199775"/>
              <a:ext cx="94450" cy="87225"/>
            </a:xfrm>
            <a:custGeom>
              <a:rect b="b" l="l" r="r" t="t"/>
              <a:pathLst>
                <a:path extrusionOk="0" h="3489" w="3778">
                  <a:moveTo>
                    <a:pt x="2429" y="1"/>
                  </a:moveTo>
                  <a:cubicBezTo>
                    <a:pt x="1843" y="1"/>
                    <a:pt x="1260" y="177"/>
                    <a:pt x="766" y="524"/>
                  </a:cubicBezTo>
                  <a:cubicBezTo>
                    <a:pt x="503" y="524"/>
                    <a:pt x="240" y="452"/>
                    <a:pt x="0" y="332"/>
                  </a:cubicBezTo>
                  <a:lnTo>
                    <a:pt x="0" y="1600"/>
                  </a:lnTo>
                  <a:cubicBezTo>
                    <a:pt x="0" y="2651"/>
                    <a:pt x="837" y="3488"/>
                    <a:pt x="1889" y="3488"/>
                  </a:cubicBezTo>
                  <a:cubicBezTo>
                    <a:pt x="2941" y="3488"/>
                    <a:pt x="3778" y="2651"/>
                    <a:pt x="3778" y="1600"/>
                  </a:cubicBezTo>
                  <a:lnTo>
                    <a:pt x="3778" y="332"/>
                  </a:lnTo>
                  <a:cubicBezTo>
                    <a:pt x="3356" y="111"/>
                    <a:pt x="2891" y="1"/>
                    <a:pt x="2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91"/>
            <p:cNvSpPr/>
            <p:nvPr/>
          </p:nvSpPr>
          <p:spPr>
            <a:xfrm>
              <a:off x="8076925" y="2200300"/>
              <a:ext cx="14975" cy="29900"/>
            </a:xfrm>
            <a:custGeom>
              <a:rect b="b" l="l" r="r" t="t"/>
              <a:pathLst>
                <a:path extrusionOk="0" h="1196" w="599">
                  <a:moveTo>
                    <a:pt x="1" y="1"/>
                  </a:moveTo>
                  <a:lnTo>
                    <a:pt x="1" y="1196"/>
                  </a:lnTo>
                  <a:cubicBezTo>
                    <a:pt x="335" y="1196"/>
                    <a:pt x="598" y="933"/>
                    <a:pt x="598" y="598"/>
                  </a:cubicBezTo>
                  <a:cubicBezTo>
                    <a:pt x="598" y="264"/>
                    <a:pt x="335" y="1"/>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91"/>
            <p:cNvSpPr/>
            <p:nvPr/>
          </p:nvSpPr>
          <p:spPr>
            <a:xfrm>
              <a:off x="7932875" y="2200300"/>
              <a:ext cx="19750" cy="29900"/>
            </a:xfrm>
            <a:custGeom>
              <a:rect b="b" l="l" r="r" t="t"/>
              <a:pathLst>
                <a:path extrusionOk="0" h="1196" w="790">
                  <a:moveTo>
                    <a:pt x="790" y="1"/>
                  </a:moveTo>
                  <a:cubicBezTo>
                    <a:pt x="1" y="1"/>
                    <a:pt x="1" y="1196"/>
                    <a:pt x="790" y="1196"/>
                  </a:cubicBezTo>
                  <a:lnTo>
                    <a:pt x="79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0" name="Google Shape;1770;p91"/>
          <p:cNvGrpSpPr/>
          <p:nvPr/>
        </p:nvGrpSpPr>
        <p:grpSpPr>
          <a:xfrm>
            <a:off x="7749743" y="1404025"/>
            <a:ext cx="214600" cy="254650"/>
            <a:chOff x="7900600" y="1388625"/>
            <a:chExt cx="214600" cy="254650"/>
          </a:xfrm>
        </p:grpSpPr>
        <p:sp>
          <p:nvSpPr>
            <p:cNvPr id="1771" name="Google Shape;1771;p91"/>
            <p:cNvSpPr/>
            <p:nvPr/>
          </p:nvSpPr>
          <p:spPr>
            <a:xfrm>
              <a:off x="7900600" y="1523100"/>
              <a:ext cx="214600" cy="120175"/>
            </a:xfrm>
            <a:custGeom>
              <a:rect b="b" l="l" r="r" t="t"/>
              <a:pathLst>
                <a:path extrusionOk="0" h="4807" w="8584">
                  <a:moveTo>
                    <a:pt x="7078" y="1579"/>
                  </a:moveTo>
                  <a:cubicBezTo>
                    <a:pt x="7484" y="1579"/>
                    <a:pt x="7484" y="2176"/>
                    <a:pt x="7078" y="2176"/>
                  </a:cubicBezTo>
                  <a:lnTo>
                    <a:pt x="6982" y="2176"/>
                  </a:lnTo>
                  <a:lnTo>
                    <a:pt x="6982" y="2272"/>
                  </a:lnTo>
                  <a:cubicBezTo>
                    <a:pt x="6982" y="2870"/>
                    <a:pt x="6576" y="3396"/>
                    <a:pt x="5978" y="3539"/>
                  </a:cubicBezTo>
                  <a:lnTo>
                    <a:pt x="5978" y="3874"/>
                  </a:lnTo>
                  <a:cubicBezTo>
                    <a:pt x="5978" y="4065"/>
                    <a:pt x="5828" y="4161"/>
                    <a:pt x="5679" y="4161"/>
                  </a:cubicBezTo>
                  <a:cubicBezTo>
                    <a:pt x="5530" y="4161"/>
                    <a:pt x="5380" y="4065"/>
                    <a:pt x="5380" y="3874"/>
                  </a:cubicBezTo>
                  <a:lnTo>
                    <a:pt x="5380" y="3539"/>
                  </a:lnTo>
                  <a:cubicBezTo>
                    <a:pt x="4806" y="3396"/>
                    <a:pt x="4400" y="2894"/>
                    <a:pt x="4400" y="2296"/>
                  </a:cubicBezTo>
                  <a:lnTo>
                    <a:pt x="4400" y="2176"/>
                  </a:lnTo>
                  <a:lnTo>
                    <a:pt x="4280" y="2176"/>
                  </a:lnTo>
                  <a:cubicBezTo>
                    <a:pt x="3898" y="2176"/>
                    <a:pt x="3898" y="1579"/>
                    <a:pt x="4280" y="1579"/>
                  </a:cubicBezTo>
                  <a:lnTo>
                    <a:pt x="4687" y="1579"/>
                  </a:lnTo>
                  <a:cubicBezTo>
                    <a:pt x="4854" y="1579"/>
                    <a:pt x="4998" y="1722"/>
                    <a:pt x="4998" y="1890"/>
                  </a:cubicBezTo>
                  <a:lnTo>
                    <a:pt x="4998" y="2296"/>
                  </a:lnTo>
                  <a:cubicBezTo>
                    <a:pt x="4998" y="2559"/>
                    <a:pt x="5141" y="2798"/>
                    <a:pt x="5380" y="2918"/>
                  </a:cubicBezTo>
                  <a:lnTo>
                    <a:pt x="5380" y="1890"/>
                  </a:lnTo>
                  <a:cubicBezTo>
                    <a:pt x="5380" y="1686"/>
                    <a:pt x="5530" y="1585"/>
                    <a:pt x="5679" y="1585"/>
                  </a:cubicBezTo>
                  <a:cubicBezTo>
                    <a:pt x="5828" y="1585"/>
                    <a:pt x="5978" y="1686"/>
                    <a:pt x="5978" y="1890"/>
                  </a:cubicBezTo>
                  <a:lnTo>
                    <a:pt x="5978" y="2894"/>
                  </a:lnTo>
                  <a:cubicBezTo>
                    <a:pt x="6217" y="2798"/>
                    <a:pt x="6384" y="2535"/>
                    <a:pt x="6384" y="2272"/>
                  </a:cubicBezTo>
                  <a:lnTo>
                    <a:pt x="6384" y="1890"/>
                  </a:lnTo>
                  <a:cubicBezTo>
                    <a:pt x="6384" y="1722"/>
                    <a:pt x="6528" y="1579"/>
                    <a:pt x="6695" y="1579"/>
                  </a:cubicBezTo>
                  <a:close/>
                  <a:moveTo>
                    <a:pt x="2463" y="1"/>
                  </a:moveTo>
                  <a:cubicBezTo>
                    <a:pt x="1077" y="120"/>
                    <a:pt x="1" y="1268"/>
                    <a:pt x="1" y="2679"/>
                  </a:cubicBezTo>
                  <a:lnTo>
                    <a:pt x="1" y="4496"/>
                  </a:lnTo>
                  <a:cubicBezTo>
                    <a:pt x="1" y="4663"/>
                    <a:pt x="120" y="4806"/>
                    <a:pt x="288" y="4806"/>
                  </a:cubicBezTo>
                  <a:lnTo>
                    <a:pt x="8273" y="4806"/>
                  </a:lnTo>
                  <a:cubicBezTo>
                    <a:pt x="8440" y="4806"/>
                    <a:pt x="8584" y="4663"/>
                    <a:pt x="8584" y="4496"/>
                  </a:cubicBezTo>
                  <a:lnTo>
                    <a:pt x="8584" y="2679"/>
                  </a:lnTo>
                  <a:cubicBezTo>
                    <a:pt x="8560" y="1268"/>
                    <a:pt x="7484" y="120"/>
                    <a:pt x="6097" y="1"/>
                  </a:cubicBezTo>
                  <a:cubicBezTo>
                    <a:pt x="5607" y="527"/>
                    <a:pt x="4950" y="790"/>
                    <a:pt x="4289" y="790"/>
                  </a:cubicBezTo>
                  <a:cubicBezTo>
                    <a:pt x="3629" y="790"/>
                    <a:pt x="2965" y="527"/>
                    <a:pt x="24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91"/>
            <p:cNvSpPr/>
            <p:nvPr/>
          </p:nvSpPr>
          <p:spPr>
            <a:xfrm>
              <a:off x="7960975" y="1388775"/>
              <a:ext cx="93875" cy="50075"/>
            </a:xfrm>
            <a:custGeom>
              <a:rect b="b" l="l" r="r" t="t"/>
              <a:pathLst>
                <a:path extrusionOk="0" h="2003" w="3755">
                  <a:moveTo>
                    <a:pt x="1868" y="0"/>
                  </a:moveTo>
                  <a:cubicBezTo>
                    <a:pt x="999" y="0"/>
                    <a:pt x="132" y="556"/>
                    <a:pt x="1" y="1668"/>
                  </a:cubicBezTo>
                  <a:cubicBezTo>
                    <a:pt x="192" y="1883"/>
                    <a:pt x="455" y="2003"/>
                    <a:pt x="742" y="2003"/>
                  </a:cubicBezTo>
                  <a:cubicBezTo>
                    <a:pt x="1100" y="2003"/>
                    <a:pt x="1435" y="1812"/>
                    <a:pt x="1626" y="1501"/>
                  </a:cubicBezTo>
                  <a:cubicBezTo>
                    <a:pt x="1674" y="1393"/>
                    <a:pt x="1770" y="1339"/>
                    <a:pt x="1868" y="1339"/>
                  </a:cubicBezTo>
                  <a:cubicBezTo>
                    <a:pt x="1967" y="1339"/>
                    <a:pt x="2069" y="1393"/>
                    <a:pt x="2128" y="1501"/>
                  </a:cubicBezTo>
                  <a:cubicBezTo>
                    <a:pt x="2320" y="1812"/>
                    <a:pt x="2654" y="2003"/>
                    <a:pt x="3013" y="2003"/>
                  </a:cubicBezTo>
                  <a:cubicBezTo>
                    <a:pt x="3300" y="2003"/>
                    <a:pt x="3563" y="1883"/>
                    <a:pt x="3754" y="1668"/>
                  </a:cubicBezTo>
                  <a:cubicBezTo>
                    <a:pt x="3611" y="556"/>
                    <a:pt x="2738" y="0"/>
                    <a:pt x="18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91"/>
            <p:cNvSpPr/>
            <p:nvPr/>
          </p:nvSpPr>
          <p:spPr>
            <a:xfrm>
              <a:off x="7960375" y="1441825"/>
              <a:ext cx="95050" cy="86100"/>
            </a:xfrm>
            <a:custGeom>
              <a:rect b="b" l="l" r="r" t="t"/>
              <a:pathLst>
                <a:path extrusionOk="0" h="3444" w="3802">
                  <a:moveTo>
                    <a:pt x="1889" y="0"/>
                  </a:moveTo>
                  <a:cubicBezTo>
                    <a:pt x="1602" y="287"/>
                    <a:pt x="1196" y="455"/>
                    <a:pt x="766" y="478"/>
                  </a:cubicBezTo>
                  <a:cubicBezTo>
                    <a:pt x="503" y="478"/>
                    <a:pt x="240" y="407"/>
                    <a:pt x="1" y="287"/>
                  </a:cubicBezTo>
                  <a:lnTo>
                    <a:pt x="1" y="1554"/>
                  </a:lnTo>
                  <a:cubicBezTo>
                    <a:pt x="1" y="2606"/>
                    <a:pt x="861" y="3443"/>
                    <a:pt x="1889" y="3443"/>
                  </a:cubicBezTo>
                  <a:cubicBezTo>
                    <a:pt x="2941" y="3443"/>
                    <a:pt x="3802" y="2606"/>
                    <a:pt x="3802" y="1554"/>
                  </a:cubicBezTo>
                  <a:lnTo>
                    <a:pt x="3802" y="287"/>
                  </a:lnTo>
                  <a:cubicBezTo>
                    <a:pt x="3563" y="407"/>
                    <a:pt x="3300" y="478"/>
                    <a:pt x="3037" y="478"/>
                  </a:cubicBezTo>
                  <a:cubicBezTo>
                    <a:pt x="2607" y="455"/>
                    <a:pt x="2200" y="287"/>
                    <a:pt x="18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91"/>
            <p:cNvSpPr/>
            <p:nvPr/>
          </p:nvSpPr>
          <p:spPr>
            <a:xfrm>
              <a:off x="8051225" y="1389200"/>
              <a:ext cx="51925" cy="102250"/>
            </a:xfrm>
            <a:custGeom>
              <a:rect b="b" l="l" r="r" t="t"/>
              <a:pathLst>
                <a:path extrusionOk="0" h="4090" w="2077">
                  <a:moveTo>
                    <a:pt x="586" y="1"/>
                  </a:moveTo>
                  <a:cubicBezTo>
                    <a:pt x="574" y="1"/>
                    <a:pt x="562" y="1"/>
                    <a:pt x="551" y="1"/>
                  </a:cubicBezTo>
                  <a:cubicBezTo>
                    <a:pt x="359" y="1"/>
                    <a:pt x="168" y="25"/>
                    <a:pt x="1" y="121"/>
                  </a:cubicBezTo>
                  <a:cubicBezTo>
                    <a:pt x="455" y="575"/>
                    <a:pt x="718" y="1221"/>
                    <a:pt x="742" y="1866"/>
                  </a:cubicBezTo>
                  <a:lnTo>
                    <a:pt x="742" y="3659"/>
                  </a:lnTo>
                  <a:cubicBezTo>
                    <a:pt x="742" y="3803"/>
                    <a:pt x="718" y="3922"/>
                    <a:pt x="694" y="4042"/>
                  </a:cubicBezTo>
                  <a:cubicBezTo>
                    <a:pt x="790" y="4066"/>
                    <a:pt x="909" y="4066"/>
                    <a:pt x="1005" y="4090"/>
                  </a:cubicBezTo>
                  <a:cubicBezTo>
                    <a:pt x="1292" y="4090"/>
                    <a:pt x="1579" y="4018"/>
                    <a:pt x="1818" y="3875"/>
                  </a:cubicBezTo>
                  <a:cubicBezTo>
                    <a:pt x="1937" y="3803"/>
                    <a:pt x="1961" y="3659"/>
                    <a:pt x="1889" y="3564"/>
                  </a:cubicBezTo>
                  <a:cubicBezTo>
                    <a:pt x="1555" y="3133"/>
                    <a:pt x="1459" y="2536"/>
                    <a:pt x="1674" y="2034"/>
                  </a:cubicBezTo>
                  <a:lnTo>
                    <a:pt x="1770" y="1723"/>
                  </a:lnTo>
                  <a:cubicBezTo>
                    <a:pt x="2077" y="897"/>
                    <a:pt x="1475" y="1"/>
                    <a:pt x="5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91"/>
            <p:cNvSpPr/>
            <p:nvPr/>
          </p:nvSpPr>
          <p:spPr>
            <a:xfrm>
              <a:off x="7912550" y="1388625"/>
              <a:ext cx="52625" cy="102825"/>
            </a:xfrm>
            <a:custGeom>
              <a:rect b="b" l="l" r="r" t="t"/>
              <a:pathLst>
                <a:path extrusionOk="0" h="4113" w="2105">
                  <a:moveTo>
                    <a:pt x="1531" y="1"/>
                  </a:moveTo>
                  <a:cubicBezTo>
                    <a:pt x="623" y="1"/>
                    <a:pt x="1" y="909"/>
                    <a:pt x="312" y="1746"/>
                  </a:cubicBezTo>
                  <a:lnTo>
                    <a:pt x="407" y="2057"/>
                  </a:lnTo>
                  <a:cubicBezTo>
                    <a:pt x="623" y="2559"/>
                    <a:pt x="527" y="3156"/>
                    <a:pt x="216" y="3587"/>
                  </a:cubicBezTo>
                  <a:cubicBezTo>
                    <a:pt x="120" y="3682"/>
                    <a:pt x="144" y="3826"/>
                    <a:pt x="264" y="3898"/>
                  </a:cubicBezTo>
                  <a:cubicBezTo>
                    <a:pt x="503" y="4041"/>
                    <a:pt x="790" y="4113"/>
                    <a:pt x="1077" y="4113"/>
                  </a:cubicBezTo>
                  <a:cubicBezTo>
                    <a:pt x="1196" y="4089"/>
                    <a:pt x="1292" y="4089"/>
                    <a:pt x="1388" y="4065"/>
                  </a:cubicBezTo>
                  <a:cubicBezTo>
                    <a:pt x="1364" y="3945"/>
                    <a:pt x="1364" y="3826"/>
                    <a:pt x="1364" y="3682"/>
                  </a:cubicBezTo>
                  <a:lnTo>
                    <a:pt x="1364" y="1889"/>
                  </a:lnTo>
                  <a:cubicBezTo>
                    <a:pt x="1364" y="1244"/>
                    <a:pt x="1627" y="598"/>
                    <a:pt x="2105" y="144"/>
                  </a:cubicBezTo>
                  <a:cubicBezTo>
                    <a:pt x="1914" y="48"/>
                    <a:pt x="1722" y="24"/>
                    <a:pt x="15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6" name="Google Shape;1776;p91"/>
          <p:cNvGrpSpPr/>
          <p:nvPr/>
        </p:nvGrpSpPr>
        <p:grpSpPr>
          <a:xfrm>
            <a:off x="6999708" y="4123149"/>
            <a:ext cx="254650" cy="254050"/>
            <a:chOff x="7089525" y="4384900"/>
            <a:chExt cx="254650" cy="254050"/>
          </a:xfrm>
        </p:grpSpPr>
        <p:sp>
          <p:nvSpPr>
            <p:cNvPr id="1777" name="Google Shape;1777;p91"/>
            <p:cNvSpPr/>
            <p:nvPr/>
          </p:nvSpPr>
          <p:spPr>
            <a:xfrm>
              <a:off x="7224000" y="4558825"/>
              <a:ext cx="14975" cy="80125"/>
            </a:xfrm>
            <a:custGeom>
              <a:rect b="b" l="l" r="r" t="t"/>
              <a:pathLst>
                <a:path extrusionOk="0" h="3205" w="599">
                  <a:moveTo>
                    <a:pt x="1" y="1"/>
                  </a:moveTo>
                  <a:lnTo>
                    <a:pt x="1" y="3204"/>
                  </a:lnTo>
                  <a:lnTo>
                    <a:pt x="598" y="3204"/>
                  </a:lnTo>
                  <a:lnTo>
                    <a:pt x="59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91"/>
            <p:cNvSpPr/>
            <p:nvPr/>
          </p:nvSpPr>
          <p:spPr>
            <a:xfrm>
              <a:off x="7194725" y="4558825"/>
              <a:ext cx="14950" cy="80125"/>
            </a:xfrm>
            <a:custGeom>
              <a:rect b="b" l="l" r="r" t="t"/>
              <a:pathLst>
                <a:path extrusionOk="0" h="3205" w="598">
                  <a:moveTo>
                    <a:pt x="0" y="1"/>
                  </a:moveTo>
                  <a:lnTo>
                    <a:pt x="0" y="3204"/>
                  </a:lnTo>
                  <a:lnTo>
                    <a:pt x="598" y="3204"/>
                  </a:lnTo>
                  <a:lnTo>
                    <a:pt x="59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91"/>
            <p:cNvSpPr/>
            <p:nvPr/>
          </p:nvSpPr>
          <p:spPr>
            <a:xfrm>
              <a:off x="7157075" y="4499050"/>
              <a:ext cx="119550" cy="139900"/>
            </a:xfrm>
            <a:custGeom>
              <a:rect b="b" l="l" r="r" t="t"/>
              <a:pathLst>
                <a:path extrusionOk="0" h="5596" w="4782">
                  <a:moveTo>
                    <a:pt x="2797" y="599"/>
                  </a:moveTo>
                  <a:cubicBezTo>
                    <a:pt x="3180" y="599"/>
                    <a:pt x="3180" y="1196"/>
                    <a:pt x="2797" y="1196"/>
                  </a:cubicBezTo>
                  <a:lnTo>
                    <a:pt x="1984" y="1196"/>
                  </a:lnTo>
                  <a:cubicBezTo>
                    <a:pt x="1602" y="1196"/>
                    <a:pt x="1602" y="599"/>
                    <a:pt x="1984" y="599"/>
                  </a:cubicBezTo>
                  <a:close/>
                  <a:moveTo>
                    <a:pt x="0" y="1"/>
                  </a:moveTo>
                  <a:lnTo>
                    <a:pt x="0" y="5595"/>
                  </a:lnTo>
                  <a:lnTo>
                    <a:pt x="909" y="5595"/>
                  </a:lnTo>
                  <a:lnTo>
                    <a:pt x="909" y="2081"/>
                  </a:lnTo>
                  <a:cubicBezTo>
                    <a:pt x="909" y="1913"/>
                    <a:pt x="1028" y="1794"/>
                    <a:pt x="1195" y="1794"/>
                  </a:cubicBezTo>
                  <a:lnTo>
                    <a:pt x="3586" y="1794"/>
                  </a:lnTo>
                  <a:cubicBezTo>
                    <a:pt x="3754" y="1794"/>
                    <a:pt x="3897" y="1913"/>
                    <a:pt x="3897" y="2081"/>
                  </a:cubicBezTo>
                  <a:lnTo>
                    <a:pt x="3897" y="5595"/>
                  </a:lnTo>
                  <a:lnTo>
                    <a:pt x="4782" y="5595"/>
                  </a:lnTo>
                  <a:lnTo>
                    <a:pt x="478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91"/>
            <p:cNvSpPr/>
            <p:nvPr/>
          </p:nvSpPr>
          <p:spPr>
            <a:xfrm>
              <a:off x="7144500" y="4384900"/>
              <a:ext cx="144075" cy="99250"/>
            </a:xfrm>
            <a:custGeom>
              <a:rect b="b" l="l" r="r" t="t"/>
              <a:pathLst>
                <a:path extrusionOk="0" h="3970" w="5763">
                  <a:moveTo>
                    <a:pt x="2882" y="891"/>
                  </a:moveTo>
                  <a:cubicBezTo>
                    <a:pt x="3031" y="891"/>
                    <a:pt x="3181" y="993"/>
                    <a:pt x="3181" y="1196"/>
                  </a:cubicBezTo>
                  <a:lnTo>
                    <a:pt x="3181" y="1698"/>
                  </a:lnTo>
                  <a:lnTo>
                    <a:pt x="3683" y="1698"/>
                  </a:lnTo>
                  <a:cubicBezTo>
                    <a:pt x="4089" y="1698"/>
                    <a:pt x="4089" y="2296"/>
                    <a:pt x="3683" y="2296"/>
                  </a:cubicBezTo>
                  <a:lnTo>
                    <a:pt x="3181" y="2296"/>
                  </a:lnTo>
                  <a:lnTo>
                    <a:pt x="3181" y="2774"/>
                  </a:lnTo>
                  <a:cubicBezTo>
                    <a:pt x="3181" y="2977"/>
                    <a:pt x="3031" y="3079"/>
                    <a:pt x="2882" y="3079"/>
                  </a:cubicBezTo>
                  <a:cubicBezTo>
                    <a:pt x="2732" y="3079"/>
                    <a:pt x="2583" y="2977"/>
                    <a:pt x="2583" y="2774"/>
                  </a:cubicBezTo>
                  <a:lnTo>
                    <a:pt x="2583" y="2296"/>
                  </a:lnTo>
                  <a:lnTo>
                    <a:pt x="2105" y="2296"/>
                  </a:lnTo>
                  <a:cubicBezTo>
                    <a:pt x="1698" y="2296"/>
                    <a:pt x="1698" y="1698"/>
                    <a:pt x="2105" y="1698"/>
                  </a:cubicBezTo>
                  <a:lnTo>
                    <a:pt x="2583" y="1698"/>
                  </a:lnTo>
                  <a:lnTo>
                    <a:pt x="2583" y="1196"/>
                  </a:lnTo>
                  <a:cubicBezTo>
                    <a:pt x="2583" y="993"/>
                    <a:pt x="2732" y="891"/>
                    <a:pt x="2882" y="891"/>
                  </a:cubicBezTo>
                  <a:close/>
                  <a:moveTo>
                    <a:pt x="407" y="0"/>
                  </a:moveTo>
                  <a:cubicBezTo>
                    <a:pt x="1" y="0"/>
                    <a:pt x="1" y="598"/>
                    <a:pt x="407" y="598"/>
                  </a:cubicBezTo>
                  <a:lnTo>
                    <a:pt x="503" y="598"/>
                  </a:lnTo>
                  <a:lnTo>
                    <a:pt x="503" y="3969"/>
                  </a:lnTo>
                  <a:lnTo>
                    <a:pt x="5285" y="3969"/>
                  </a:lnTo>
                  <a:lnTo>
                    <a:pt x="5285" y="598"/>
                  </a:lnTo>
                  <a:lnTo>
                    <a:pt x="5380" y="598"/>
                  </a:lnTo>
                  <a:cubicBezTo>
                    <a:pt x="5763" y="598"/>
                    <a:pt x="5763" y="0"/>
                    <a:pt x="53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91"/>
            <p:cNvSpPr/>
            <p:nvPr/>
          </p:nvSpPr>
          <p:spPr>
            <a:xfrm>
              <a:off x="7291550" y="4598275"/>
              <a:ext cx="52025" cy="40675"/>
            </a:xfrm>
            <a:custGeom>
              <a:rect b="b" l="l" r="r" t="t"/>
              <a:pathLst>
                <a:path extrusionOk="0" h="1627" w="2081">
                  <a:moveTo>
                    <a:pt x="0" y="1"/>
                  </a:moveTo>
                  <a:lnTo>
                    <a:pt x="0" y="1626"/>
                  </a:lnTo>
                  <a:lnTo>
                    <a:pt x="1794" y="1626"/>
                  </a:lnTo>
                  <a:cubicBezTo>
                    <a:pt x="1937" y="1626"/>
                    <a:pt x="2080" y="1483"/>
                    <a:pt x="2080" y="1339"/>
                  </a:cubicBezTo>
                  <a:lnTo>
                    <a:pt x="208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91"/>
            <p:cNvSpPr/>
            <p:nvPr/>
          </p:nvSpPr>
          <p:spPr>
            <a:xfrm>
              <a:off x="7291550" y="4464400"/>
              <a:ext cx="52625" cy="118950"/>
            </a:xfrm>
            <a:custGeom>
              <a:rect b="b" l="l" r="r" t="t"/>
              <a:pathLst>
                <a:path extrusionOk="0" h="4758" w="2105">
                  <a:moveTo>
                    <a:pt x="1040" y="885"/>
                  </a:moveTo>
                  <a:cubicBezTo>
                    <a:pt x="1190" y="885"/>
                    <a:pt x="1339" y="980"/>
                    <a:pt x="1339" y="1172"/>
                  </a:cubicBezTo>
                  <a:lnTo>
                    <a:pt x="1339" y="1769"/>
                  </a:lnTo>
                  <a:cubicBezTo>
                    <a:pt x="1339" y="1973"/>
                    <a:pt x="1190" y="2074"/>
                    <a:pt x="1040" y="2074"/>
                  </a:cubicBezTo>
                  <a:cubicBezTo>
                    <a:pt x="891" y="2074"/>
                    <a:pt x="742" y="1973"/>
                    <a:pt x="742" y="1769"/>
                  </a:cubicBezTo>
                  <a:lnTo>
                    <a:pt x="742" y="1172"/>
                  </a:lnTo>
                  <a:cubicBezTo>
                    <a:pt x="742" y="980"/>
                    <a:pt x="891" y="885"/>
                    <a:pt x="1040" y="885"/>
                  </a:cubicBezTo>
                  <a:close/>
                  <a:moveTo>
                    <a:pt x="1040" y="2678"/>
                  </a:moveTo>
                  <a:cubicBezTo>
                    <a:pt x="1190" y="2678"/>
                    <a:pt x="1339" y="2773"/>
                    <a:pt x="1339" y="2965"/>
                  </a:cubicBezTo>
                  <a:lnTo>
                    <a:pt x="1339" y="3562"/>
                  </a:lnTo>
                  <a:cubicBezTo>
                    <a:pt x="1339" y="3766"/>
                    <a:pt x="1190" y="3867"/>
                    <a:pt x="1040" y="3867"/>
                  </a:cubicBezTo>
                  <a:cubicBezTo>
                    <a:pt x="891" y="3867"/>
                    <a:pt x="742" y="3766"/>
                    <a:pt x="742" y="3562"/>
                  </a:cubicBezTo>
                  <a:lnTo>
                    <a:pt x="742" y="2965"/>
                  </a:lnTo>
                  <a:cubicBezTo>
                    <a:pt x="742" y="2773"/>
                    <a:pt x="891" y="2678"/>
                    <a:pt x="1040" y="2678"/>
                  </a:cubicBezTo>
                  <a:close/>
                  <a:moveTo>
                    <a:pt x="0" y="0"/>
                  </a:moveTo>
                  <a:lnTo>
                    <a:pt x="0" y="4758"/>
                  </a:lnTo>
                  <a:lnTo>
                    <a:pt x="2104" y="4758"/>
                  </a:lnTo>
                  <a:lnTo>
                    <a:pt x="2104" y="287"/>
                  </a:lnTo>
                  <a:cubicBezTo>
                    <a:pt x="2104" y="120"/>
                    <a:pt x="1961" y="0"/>
                    <a:pt x="1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91"/>
            <p:cNvSpPr/>
            <p:nvPr/>
          </p:nvSpPr>
          <p:spPr>
            <a:xfrm>
              <a:off x="7089525" y="4598275"/>
              <a:ext cx="52625" cy="40675"/>
            </a:xfrm>
            <a:custGeom>
              <a:rect b="b" l="l" r="r" t="t"/>
              <a:pathLst>
                <a:path extrusionOk="0" h="1627" w="2105">
                  <a:moveTo>
                    <a:pt x="0" y="1"/>
                  </a:moveTo>
                  <a:lnTo>
                    <a:pt x="0" y="1339"/>
                  </a:lnTo>
                  <a:cubicBezTo>
                    <a:pt x="0" y="1507"/>
                    <a:pt x="144" y="1626"/>
                    <a:pt x="311" y="1626"/>
                  </a:cubicBezTo>
                  <a:lnTo>
                    <a:pt x="2104" y="1626"/>
                  </a:lnTo>
                  <a:lnTo>
                    <a:pt x="21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91"/>
            <p:cNvSpPr/>
            <p:nvPr/>
          </p:nvSpPr>
          <p:spPr>
            <a:xfrm>
              <a:off x="7089525" y="4464400"/>
              <a:ext cx="52625" cy="118950"/>
            </a:xfrm>
            <a:custGeom>
              <a:rect b="b" l="l" r="r" t="t"/>
              <a:pathLst>
                <a:path extrusionOk="0" h="4758" w="2105">
                  <a:moveTo>
                    <a:pt x="1064" y="891"/>
                  </a:moveTo>
                  <a:cubicBezTo>
                    <a:pt x="1214" y="891"/>
                    <a:pt x="1363" y="992"/>
                    <a:pt x="1363" y="1196"/>
                  </a:cubicBezTo>
                  <a:lnTo>
                    <a:pt x="1363" y="1793"/>
                  </a:lnTo>
                  <a:cubicBezTo>
                    <a:pt x="1363" y="1985"/>
                    <a:pt x="1214" y="2080"/>
                    <a:pt x="1064" y="2080"/>
                  </a:cubicBezTo>
                  <a:cubicBezTo>
                    <a:pt x="915" y="2080"/>
                    <a:pt x="766" y="1985"/>
                    <a:pt x="766" y="1793"/>
                  </a:cubicBezTo>
                  <a:lnTo>
                    <a:pt x="766" y="1196"/>
                  </a:lnTo>
                  <a:cubicBezTo>
                    <a:pt x="766" y="992"/>
                    <a:pt x="915" y="891"/>
                    <a:pt x="1064" y="891"/>
                  </a:cubicBezTo>
                  <a:close/>
                  <a:moveTo>
                    <a:pt x="1064" y="2684"/>
                  </a:moveTo>
                  <a:cubicBezTo>
                    <a:pt x="1214" y="2684"/>
                    <a:pt x="1363" y="2785"/>
                    <a:pt x="1363" y="2989"/>
                  </a:cubicBezTo>
                  <a:lnTo>
                    <a:pt x="1363" y="3586"/>
                  </a:lnTo>
                  <a:cubicBezTo>
                    <a:pt x="1363" y="3778"/>
                    <a:pt x="1214" y="3873"/>
                    <a:pt x="1064" y="3873"/>
                  </a:cubicBezTo>
                  <a:cubicBezTo>
                    <a:pt x="915" y="3873"/>
                    <a:pt x="766" y="3778"/>
                    <a:pt x="766" y="3586"/>
                  </a:cubicBezTo>
                  <a:lnTo>
                    <a:pt x="766" y="2989"/>
                  </a:lnTo>
                  <a:cubicBezTo>
                    <a:pt x="766" y="2785"/>
                    <a:pt x="915" y="2684"/>
                    <a:pt x="1064" y="2684"/>
                  </a:cubicBezTo>
                  <a:close/>
                  <a:moveTo>
                    <a:pt x="311" y="0"/>
                  </a:moveTo>
                  <a:cubicBezTo>
                    <a:pt x="144" y="0"/>
                    <a:pt x="0" y="120"/>
                    <a:pt x="0" y="287"/>
                  </a:cubicBezTo>
                  <a:lnTo>
                    <a:pt x="0" y="4758"/>
                  </a:lnTo>
                  <a:lnTo>
                    <a:pt x="2104" y="4758"/>
                  </a:lnTo>
                  <a:lnTo>
                    <a:pt x="210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5" name="Google Shape;1785;p91"/>
          <p:cNvGrpSpPr/>
          <p:nvPr/>
        </p:nvGrpSpPr>
        <p:grpSpPr>
          <a:xfrm>
            <a:off x="7010171" y="2763737"/>
            <a:ext cx="233725" cy="254050"/>
            <a:chOff x="7145700" y="2838650"/>
            <a:chExt cx="233725" cy="254050"/>
          </a:xfrm>
        </p:grpSpPr>
        <p:sp>
          <p:nvSpPr>
            <p:cNvPr id="1786" name="Google Shape;1786;p91"/>
            <p:cNvSpPr/>
            <p:nvPr/>
          </p:nvSpPr>
          <p:spPr>
            <a:xfrm>
              <a:off x="7289750" y="2842825"/>
              <a:ext cx="45450" cy="45450"/>
            </a:xfrm>
            <a:custGeom>
              <a:rect b="b" l="l" r="r" t="t"/>
              <a:pathLst>
                <a:path extrusionOk="0" h="1818" w="1818">
                  <a:moveTo>
                    <a:pt x="1" y="1"/>
                  </a:moveTo>
                  <a:lnTo>
                    <a:pt x="1" y="1818"/>
                  </a:lnTo>
                  <a:lnTo>
                    <a:pt x="1818" y="1818"/>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91"/>
            <p:cNvSpPr/>
            <p:nvPr/>
          </p:nvSpPr>
          <p:spPr>
            <a:xfrm>
              <a:off x="7145700" y="2838650"/>
              <a:ext cx="196675" cy="254050"/>
            </a:xfrm>
            <a:custGeom>
              <a:rect b="b" l="l" r="r" t="t"/>
              <a:pathLst>
                <a:path extrusionOk="0" h="10162" w="7867">
                  <a:moveTo>
                    <a:pt x="2882" y="1393"/>
                  </a:moveTo>
                  <a:cubicBezTo>
                    <a:pt x="3031" y="1393"/>
                    <a:pt x="3181" y="1495"/>
                    <a:pt x="3181" y="1698"/>
                  </a:cubicBezTo>
                  <a:lnTo>
                    <a:pt x="3181" y="2726"/>
                  </a:lnTo>
                  <a:cubicBezTo>
                    <a:pt x="3444" y="2606"/>
                    <a:pt x="3587" y="2367"/>
                    <a:pt x="3587" y="2104"/>
                  </a:cubicBezTo>
                  <a:lnTo>
                    <a:pt x="3587" y="1698"/>
                  </a:lnTo>
                  <a:cubicBezTo>
                    <a:pt x="3587" y="1530"/>
                    <a:pt x="3730" y="1411"/>
                    <a:pt x="3898" y="1411"/>
                  </a:cubicBezTo>
                  <a:lnTo>
                    <a:pt x="4280" y="1411"/>
                  </a:lnTo>
                  <a:cubicBezTo>
                    <a:pt x="4687" y="1411"/>
                    <a:pt x="4687" y="2009"/>
                    <a:pt x="4280" y="2009"/>
                  </a:cubicBezTo>
                  <a:lnTo>
                    <a:pt x="4185" y="2009"/>
                  </a:lnTo>
                  <a:lnTo>
                    <a:pt x="4185" y="2104"/>
                  </a:lnTo>
                  <a:cubicBezTo>
                    <a:pt x="4185" y="2702"/>
                    <a:pt x="3778" y="3204"/>
                    <a:pt x="3204" y="3347"/>
                  </a:cubicBezTo>
                  <a:lnTo>
                    <a:pt x="3204" y="3682"/>
                  </a:lnTo>
                  <a:cubicBezTo>
                    <a:pt x="3204" y="3885"/>
                    <a:pt x="3055" y="3987"/>
                    <a:pt x="2906" y="3987"/>
                  </a:cubicBezTo>
                  <a:cubicBezTo>
                    <a:pt x="2756" y="3987"/>
                    <a:pt x="2607" y="3885"/>
                    <a:pt x="2607" y="3682"/>
                  </a:cubicBezTo>
                  <a:lnTo>
                    <a:pt x="2607" y="3347"/>
                  </a:lnTo>
                  <a:cubicBezTo>
                    <a:pt x="2009" y="3204"/>
                    <a:pt x="1603" y="2702"/>
                    <a:pt x="1603" y="2104"/>
                  </a:cubicBezTo>
                  <a:lnTo>
                    <a:pt x="1603" y="2009"/>
                  </a:lnTo>
                  <a:lnTo>
                    <a:pt x="1507" y="2009"/>
                  </a:lnTo>
                  <a:cubicBezTo>
                    <a:pt x="1101" y="2009"/>
                    <a:pt x="1101" y="1411"/>
                    <a:pt x="1507" y="1411"/>
                  </a:cubicBezTo>
                  <a:lnTo>
                    <a:pt x="1890" y="1411"/>
                  </a:lnTo>
                  <a:cubicBezTo>
                    <a:pt x="2057" y="1411"/>
                    <a:pt x="2200" y="1530"/>
                    <a:pt x="2200" y="1698"/>
                  </a:cubicBezTo>
                  <a:lnTo>
                    <a:pt x="2200" y="2104"/>
                  </a:lnTo>
                  <a:cubicBezTo>
                    <a:pt x="2200" y="2367"/>
                    <a:pt x="2344" y="2606"/>
                    <a:pt x="2583" y="2726"/>
                  </a:cubicBezTo>
                  <a:lnTo>
                    <a:pt x="2583" y="1698"/>
                  </a:lnTo>
                  <a:cubicBezTo>
                    <a:pt x="2583" y="1495"/>
                    <a:pt x="2732" y="1393"/>
                    <a:pt x="2882" y="1393"/>
                  </a:cubicBezTo>
                  <a:close/>
                  <a:moveTo>
                    <a:pt x="6265" y="4567"/>
                  </a:moveTo>
                  <a:cubicBezTo>
                    <a:pt x="6671" y="4567"/>
                    <a:pt x="6671" y="5164"/>
                    <a:pt x="6265" y="5164"/>
                  </a:cubicBezTo>
                  <a:lnTo>
                    <a:pt x="1507" y="5164"/>
                  </a:lnTo>
                  <a:cubicBezTo>
                    <a:pt x="1101" y="5164"/>
                    <a:pt x="1101" y="4567"/>
                    <a:pt x="1507" y="4567"/>
                  </a:cubicBezTo>
                  <a:close/>
                  <a:moveTo>
                    <a:pt x="6265" y="5762"/>
                  </a:moveTo>
                  <a:cubicBezTo>
                    <a:pt x="6671" y="5762"/>
                    <a:pt x="6671" y="6360"/>
                    <a:pt x="6265" y="6360"/>
                  </a:cubicBezTo>
                  <a:lnTo>
                    <a:pt x="1507" y="6360"/>
                  </a:lnTo>
                  <a:cubicBezTo>
                    <a:pt x="1101" y="6360"/>
                    <a:pt x="1101" y="5762"/>
                    <a:pt x="1507" y="5762"/>
                  </a:cubicBezTo>
                  <a:close/>
                  <a:moveTo>
                    <a:pt x="6265" y="6958"/>
                  </a:moveTo>
                  <a:cubicBezTo>
                    <a:pt x="6671" y="6958"/>
                    <a:pt x="6671" y="7555"/>
                    <a:pt x="6265" y="7555"/>
                  </a:cubicBezTo>
                  <a:lnTo>
                    <a:pt x="1507" y="7555"/>
                  </a:lnTo>
                  <a:cubicBezTo>
                    <a:pt x="1101" y="7555"/>
                    <a:pt x="1101" y="6958"/>
                    <a:pt x="1507" y="6958"/>
                  </a:cubicBezTo>
                  <a:close/>
                  <a:moveTo>
                    <a:pt x="3898" y="8153"/>
                  </a:moveTo>
                  <a:cubicBezTo>
                    <a:pt x="4280" y="8153"/>
                    <a:pt x="4280" y="8751"/>
                    <a:pt x="3898" y="8751"/>
                  </a:cubicBezTo>
                  <a:lnTo>
                    <a:pt x="1507" y="8751"/>
                  </a:lnTo>
                  <a:cubicBezTo>
                    <a:pt x="1101" y="8751"/>
                    <a:pt x="1101" y="8153"/>
                    <a:pt x="1507" y="8153"/>
                  </a:cubicBezTo>
                  <a:close/>
                  <a:moveTo>
                    <a:pt x="312" y="0"/>
                  </a:moveTo>
                  <a:cubicBezTo>
                    <a:pt x="144" y="0"/>
                    <a:pt x="1" y="120"/>
                    <a:pt x="1" y="287"/>
                  </a:cubicBezTo>
                  <a:lnTo>
                    <a:pt x="1" y="9061"/>
                  </a:lnTo>
                  <a:cubicBezTo>
                    <a:pt x="1" y="9659"/>
                    <a:pt x="503" y="10161"/>
                    <a:pt x="1101" y="10161"/>
                  </a:cubicBezTo>
                  <a:lnTo>
                    <a:pt x="7867" y="10161"/>
                  </a:lnTo>
                  <a:cubicBezTo>
                    <a:pt x="7795" y="9994"/>
                    <a:pt x="7747" y="9827"/>
                    <a:pt x="7747" y="9659"/>
                  </a:cubicBezTo>
                  <a:lnTo>
                    <a:pt x="7747" y="2582"/>
                  </a:lnTo>
                  <a:lnTo>
                    <a:pt x="5476" y="2582"/>
                  </a:lnTo>
                  <a:cubicBezTo>
                    <a:pt x="5308" y="2582"/>
                    <a:pt x="5165" y="2439"/>
                    <a:pt x="5165" y="2272"/>
                  </a:cubicBezTo>
                  <a:lnTo>
                    <a:pt x="516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91"/>
            <p:cNvSpPr/>
            <p:nvPr/>
          </p:nvSpPr>
          <p:spPr>
            <a:xfrm>
              <a:off x="7354300" y="3007800"/>
              <a:ext cx="25125" cy="84450"/>
            </a:xfrm>
            <a:custGeom>
              <a:rect b="b" l="l" r="r" t="t"/>
              <a:pathLst>
                <a:path extrusionOk="0" h="3378" w="1005">
                  <a:moveTo>
                    <a:pt x="1" y="0"/>
                  </a:moveTo>
                  <a:lnTo>
                    <a:pt x="1" y="2893"/>
                  </a:lnTo>
                  <a:cubicBezTo>
                    <a:pt x="1" y="3216"/>
                    <a:pt x="252" y="3377"/>
                    <a:pt x="503" y="3377"/>
                  </a:cubicBezTo>
                  <a:cubicBezTo>
                    <a:pt x="754" y="3377"/>
                    <a:pt x="1005" y="3216"/>
                    <a:pt x="1005" y="2893"/>
                  </a:cubicBezTo>
                  <a:lnTo>
                    <a:pt x="1005" y="311"/>
                  </a:lnTo>
                  <a:cubicBezTo>
                    <a:pt x="1005" y="144"/>
                    <a:pt x="861" y="0"/>
                    <a:pt x="6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9" name="Google Shape;1789;p91"/>
          <p:cNvGrpSpPr/>
          <p:nvPr/>
        </p:nvGrpSpPr>
        <p:grpSpPr>
          <a:xfrm>
            <a:off x="7020333" y="3443443"/>
            <a:ext cx="213400" cy="254050"/>
            <a:chOff x="7139125" y="3637775"/>
            <a:chExt cx="213400" cy="254050"/>
          </a:xfrm>
        </p:grpSpPr>
        <p:sp>
          <p:nvSpPr>
            <p:cNvPr id="1790" name="Google Shape;1790;p91"/>
            <p:cNvSpPr/>
            <p:nvPr/>
          </p:nvSpPr>
          <p:spPr>
            <a:xfrm>
              <a:off x="7159450" y="3637775"/>
              <a:ext cx="173375" cy="208625"/>
            </a:xfrm>
            <a:custGeom>
              <a:rect b="b" l="l" r="r" t="t"/>
              <a:pathLst>
                <a:path extrusionOk="0" h="8345" w="6935">
                  <a:moveTo>
                    <a:pt x="3491" y="574"/>
                  </a:moveTo>
                  <a:cubicBezTo>
                    <a:pt x="3754" y="574"/>
                    <a:pt x="3874" y="885"/>
                    <a:pt x="3683" y="1076"/>
                  </a:cubicBezTo>
                  <a:cubicBezTo>
                    <a:pt x="3627" y="1140"/>
                    <a:pt x="3552" y="1169"/>
                    <a:pt x="3478" y="1169"/>
                  </a:cubicBezTo>
                  <a:cubicBezTo>
                    <a:pt x="3329" y="1169"/>
                    <a:pt x="3180" y="1052"/>
                    <a:pt x="3180" y="861"/>
                  </a:cubicBezTo>
                  <a:cubicBezTo>
                    <a:pt x="3180" y="694"/>
                    <a:pt x="3324" y="574"/>
                    <a:pt x="3491" y="574"/>
                  </a:cubicBezTo>
                  <a:close/>
                  <a:moveTo>
                    <a:pt x="3180" y="1817"/>
                  </a:moveTo>
                  <a:lnTo>
                    <a:pt x="3180" y="2941"/>
                  </a:lnTo>
                  <a:lnTo>
                    <a:pt x="2296" y="2941"/>
                  </a:lnTo>
                  <a:cubicBezTo>
                    <a:pt x="2415" y="2463"/>
                    <a:pt x="2750" y="2056"/>
                    <a:pt x="3180" y="1817"/>
                  </a:cubicBezTo>
                  <a:close/>
                  <a:moveTo>
                    <a:pt x="1961" y="2200"/>
                  </a:moveTo>
                  <a:cubicBezTo>
                    <a:pt x="1818" y="2439"/>
                    <a:pt x="1722" y="2702"/>
                    <a:pt x="1650" y="2965"/>
                  </a:cubicBezTo>
                  <a:lnTo>
                    <a:pt x="1148" y="2965"/>
                  </a:lnTo>
                  <a:cubicBezTo>
                    <a:pt x="1363" y="2654"/>
                    <a:pt x="1626" y="2415"/>
                    <a:pt x="1937" y="2200"/>
                  </a:cubicBezTo>
                  <a:close/>
                  <a:moveTo>
                    <a:pt x="3778" y="1841"/>
                  </a:moveTo>
                  <a:cubicBezTo>
                    <a:pt x="4232" y="2056"/>
                    <a:pt x="4543" y="2487"/>
                    <a:pt x="4687" y="2965"/>
                  </a:cubicBezTo>
                  <a:lnTo>
                    <a:pt x="3778" y="2965"/>
                  </a:lnTo>
                  <a:lnTo>
                    <a:pt x="3778" y="1841"/>
                  </a:lnTo>
                  <a:close/>
                  <a:moveTo>
                    <a:pt x="4997" y="2224"/>
                  </a:moveTo>
                  <a:lnTo>
                    <a:pt x="4997" y="2224"/>
                  </a:lnTo>
                  <a:cubicBezTo>
                    <a:pt x="5308" y="2415"/>
                    <a:pt x="5571" y="2654"/>
                    <a:pt x="5786" y="2965"/>
                  </a:cubicBezTo>
                  <a:lnTo>
                    <a:pt x="5284" y="2965"/>
                  </a:lnTo>
                  <a:cubicBezTo>
                    <a:pt x="5237" y="2702"/>
                    <a:pt x="5141" y="2439"/>
                    <a:pt x="4997" y="2224"/>
                  </a:cubicBezTo>
                  <a:close/>
                  <a:moveTo>
                    <a:pt x="3180" y="3539"/>
                  </a:moveTo>
                  <a:lnTo>
                    <a:pt x="3180" y="4734"/>
                  </a:lnTo>
                  <a:lnTo>
                    <a:pt x="2200" y="4734"/>
                  </a:lnTo>
                  <a:lnTo>
                    <a:pt x="2200" y="3539"/>
                  </a:lnTo>
                  <a:close/>
                  <a:moveTo>
                    <a:pt x="1603" y="3563"/>
                  </a:moveTo>
                  <a:lnTo>
                    <a:pt x="1603" y="4758"/>
                  </a:lnTo>
                  <a:lnTo>
                    <a:pt x="598" y="4758"/>
                  </a:lnTo>
                  <a:lnTo>
                    <a:pt x="598" y="4639"/>
                  </a:lnTo>
                  <a:cubicBezTo>
                    <a:pt x="598" y="4280"/>
                    <a:pt x="670" y="3897"/>
                    <a:pt x="814" y="3563"/>
                  </a:cubicBezTo>
                  <a:close/>
                  <a:moveTo>
                    <a:pt x="4758" y="3563"/>
                  </a:moveTo>
                  <a:lnTo>
                    <a:pt x="4758" y="4758"/>
                  </a:lnTo>
                  <a:lnTo>
                    <a:pt x="3754" y="4758"/>
                  </a:lnTo>
                  <a:lnTo>
                    <a:pt x="3754" y="3563"/>
                  </a:lnTo>
                  <a:close/>
                  <a:moveTo>
                    <a:pt x="6121" y="3563"/>
                  </a:moveTo>
                  <a:cubicBezTo>
                    <a:pt x="6265" y="3897"/>
                    <a:pt x="6336" y="4280"/>
                    <a:pt x="6336" y="4662"/>
                  </a:cubicBezTo>
                  <a:lnTo>
                    <a:pt x="6336" y="4758"/>
                  </a:lnTo>
                  <a:lnTo>
                    <a:pt x="5356" y="4758"/>
                  </a:lnTo>
                  <a:lnTo>
                    <a:pt x="5356" y="3563"/>
                  </a:lnTo>
                  <a:close/>
                  <a:moveTo>
                    <a:pt x="1603" y="5332"/>
                  </a:moveTo>
                  <a:lnTo>
                    <a:pt x="1603" y="6527"/>
                  </a:lnTo>
                  <a:lnTo>
                    <a:pt x="598" y="6527"/>
                  </a:lnTo>
                  <a:lnTo>
                    <a:pt x="598" y="5332"/>
                  </a:lnTo>
                  <a:close/>
                  <a:moveTo>
                    <a:pt x="3180" y="5332"/>
                  </a:moveTo>
                  <a:lnTo>
                    <a:pt x="3180" y="6527"/>
                  </a:lnTo>
                  <a:lnTo>
                    <a:pt x="2200" y="6527"/>
                  </a:lnTo>
                  <a:lnTo>
                    <a:pt x="2200" y="5332"/>
                  </a:lnTo>
                  <a:close/>
                  <a:moveTo>
                    <a:pt x="4758" y="5356"/>
                  </a:moveTo>
                  <a:lnTo>
                    <a:pt x="4758" y="6551"/>
                  </a:lnTo>
                  <a:lnTo>
                    <a:pt x="3778" y="6551"/>
                  </a:lnTo>
                  <a:lnTo>
                    <a:pt x="3778" y="5356"/>
                  </a:lnTo>
                  <a:close/>
                  <a:moveTo>
                    <a:pt x="6336" y="5356"/>
                  </a:moveTo>
                  <a:lnTo>
                    <a:pt x="6336" y="6551"/>
                  </a:lnTo>
                  <a:lnTo>
                    <a:pt x="5356" y="6551"/>
                  </a:lnTo>
                  <a:lnTo>
                    <a:pt x="5356" y="5356"/>
                  </a:lnTo>
                  <a:close/>
                  <a:moveTo>
                    <a:pt x="3467" y="0"/>
                  </a:moveTo>
                  <a:cubicBezTo>
                    <a:pt x="2798" y="0"/>
                    <a:pt x="2368" y="694"/>
                    <a:pt x="2654" y="1291"/>
                  </a:cubicBezTo>
                  <a:cubicBezTo>
                    <a:pt x="1100" y="1650"/>
                    <a:pt x="1" y="3061"/>
                    <a:pt x="1" y="4662"/>
                  </a:cubicBezTo>
                  <a:lnTo>
                    <a:pt x="1" y="8344"/>
                  </a:lnTo>
                  <a:lnTo>
                    <a:pt x="598" y="8344"/>
                  </a:lnTo>
                  <a:lnTo>
                    <a:pt x="574" y="7149"/>
                  </a:lnTo>
                  <a:lnTo>
                    <a:pt x="1579" y="7149"/>
                  </a:lnTo>
                  <a:lnTo>
                    <a:pt x="1579" y="8344"/>
                  </a:lnTo>
                  <a:lnTo>
                    <a:pt x="2176" y="8344"/>
                  </a:lnTo>
                  <a:lnTo>
                    <a:pt x="2176" y="7149"/>
                  </a:lnTo>
                  <a:lnTo>
                    <a:pt x="3157" y="7149"/>
                  </a:lnTo>
                  <a:lnTo>
                    <a:pt x="3157" y="8344"/>
                  </a:lnTo>
                  <a:lnTo>
                    <a:pt x="3754" y="8344"/>
                  </a:lnTo>
                  <a:lnTo>
                    <a:pt x="3754" y="7149"/>
                  </a:lnTo>
                  <a:lnTo>
                    <a:pt x="4758" y="7149"/>
                  </a:lnTo>
                  <a:lnTo>
                    <a:pt x="4758" y="8344"/>
                  </a:lnTo>
                  <a:lnTo>
                    <a:pt x="5356" y="8344"/>
                  </a:lnTo>
                  <a:lnTo>
                    <a:pt x="5356" y="7149"/>
                  </a:lnTo>
                  <a:lnTo>
                    <a:pt x="6336" y="7149"/>
                  </a:lnTo>
                  <a:lnTo>
                    <a:pt x="6336" y="8344"/>
                  </a:lnTo>
                  <a:lnTo>
                    <a:pt x="6934" y="8344"/>
                  </a:lnTo>
                  <a:lnTo>
                    <a:pt x="6934" y="4662"/>
                  </a:lnTo>
                  <a:cubicBezTo>
                    <a:pt x="6934" y="3061"/>
                    <a:pt x="5834" y="1650"/>
                    <a:pt x="4256" y="1291"/>
                  </a:cubicBezTo>
                  <a:cubicBezTo>
                    <a:pt x="4567" y="694"/>
                    <a:pt x="4137" y="0"/>
                    <a:pt x="34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91"/>
            <p:cNvSpPr/>
            <p:nvPr/>
          </p:nvSpPr>
          <p:spPr>
            <a:xfrm>
              <a:off x="7139125" y="3861300"/>
              <a:ext cx="213400" cy="30525"/>
            </a:xfrm>
            <a:custGeom>
              <a:rect b="b" l="l" r="r" t="t"/>
              <a:pathLst>
                <a:path extrusionOk="0" h="1221" w="8536">
                  <a:moveTo>
                    <a:pt x="288" y="1"/>
                  </a:moveTo>
                  <a:cubicBezTo>
                    <a:pt x="120" y="1"/>
                    <a:pt x="1" y="121"/>
                    <a:pt x="1" y="288"/>
                  </a:cubicBezTo>
                  <a:lnTo>
                    <a:pt x="1" y="933"/>
                  </a:lnTo>
                  <a:cubicBezTo>
                    <a:pt x="1" y="1101"/>
                    <a:pt x="120" y="1220"/>
                    <a:pt x="288" y="1220"/>
                  </a:cubicBezTo>
                  <a:lnTo>
                    <a:pt x="8225" y="1220"/>
                  </a:lnTo>
                  <a:cubicBezTo>
                    <a:pt x="8393" y="1220"/>
                    <a:pt x="8536" y="1101"/>
                    <a:pt x="8536" y="933"/>
                  </a:cubicBezTo>
                  <a:lnTo>
                    <a:pt x="8536" y="288"/>
                  </a:lnTo>
                  <a:cubicBezTo>
                    <a:pt x="8536" y="121"/>
                    <a:pt x="8393" y="1"/>
                    <a:pt x="82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2" name="Google Shape;1792;p91"/>
          <p:cNvGrpSpPr/>
          <p:nvPr/>
        </p:nvGrpSpPr>
        <p:grpSpPr>
          <a:xfrm>
            <a:off x="7000008" y="2084031"/>
            <a:ext cx="254050" cy="254050"/>
            <a:chOff x="7118800" y="2139925"/>
            <a:chExt cx="254050" cy="254050"/>
          </a:xfrm>
        </p:grpSpPr>
        <p:sp>
          <p:nvSpPr>
            <p:cNvPr id="1793" name="Google Shape;1793;p91"/>
            <p:cNvSpPr/>
            <p:nvPr/>
          </p:nvSpPr>
          <p:spPr>
            <a:xfrm>
              <a:off x="7118800" y="2208075"/>
              <a:ext cx="166200" cy="185900"/>
            </a:xfrm>
            <a:custGeom>
              <a:rect b="b" l="l" r="r" t="t"/>
              <a:pathLst>
                <a:path extrusionOk="0" h="7436" w="6648">
                  <a:moveTo>
                    <a:pt x="4914" y="1841"/>
                  </a:moveTo>
                  <a:cubicBezTo>
                    <a:pt x="5063" y="1841"/>
                    <a:pt x="5213" y="1937"/>
                    <a:pt x="5213" y="2128"/>
                  </a:cubicBezTo>
                  <a:lnTo>
                    <a:pt x="5213" y="2726"/>
                  </a:lnTo>
                  <a:cubicBezTo>
                    <a:pt x="5213" y="2929"/>
                    <a:pt x="5063" y="3031"/>
                    <a:pt x="4914" y="3031"/>
                  </a:cubicBezTo>
                  <a:cubicBezTo>
                    <a:pt x="4765" y="3031"/>
                    <a:pt x="4615" y="2929"/>
                    <a:pt x="4615" y="2726"/>
                  </a:cubicBezTo>
                  <a:lnTo>
                    <a:pt x="4615" y="2128"/>
                  </a:lnTo>
                  <a:cubicBezTo>
                    <a:pt x="4615" y="1937"/>
                    <a:pt x="4765" y="1841"/>
                    <a:pt x="4914" y="1841"/>
                  </a:cubicBezTo>
                  <a:close/>
                  <a:moveTo>
                    <a:pt x="1734" y="1847"/>
                  </a:moveTo>
                  <a:cubicBezTo>
                    <a:pt x="1884" y="1847"/>
                    <a:pt x="2033" y="1949"/>
                    <a:pt x="2033" y="2152"/>
                  </a:cubicBezTo>
                  <a:lnTo>
                    <a:pt x="2033" y="2750"/>
                  </a:lnTo>
                  <a:cubicBezTo>
                    <a:pt x="2033" y="2941"/>
                    <a:pt x="1884" y="3037"/>
                    <a:pt x="1734" y="3037"/>
                  </a:cubicBezTo>
                  <a:cubicBezTo>
                    <a:pt x="1585" y="3037"/>
                    <a:pt x="1435" y="2941"/>
                    <a:pt x="1435" y="2750"/>
                  </a:cubicBezTo>
                  <a:lnTo>
                    <a:pt x="1435" y="2152"/>
                  </a:lnTo>
                  <a:cubicBezTo>
                    <a:pt x="1435" y="1949"/>
                    <a:pt x="1585" y="1847"/>
                    <a:pt x="1734" y="1847"/>
                  </a:cubicBezTo>
                  <a:close/>
                  <a:moveTo>
                    <a:pt x="2511" y="4667"/>
                  </a:moveTo>
                  <a:cubicBezTo>
                    <a:pt x="2586" y="4667"/>
                    <a:pt x="2662" y="4701"/>
                    <a:pt x="2726" y="4782"/>
                  </a:cubicBezTo>
                  <a:cubicBezTo>
                    <a:pt x="2894" y="4937"/>
                    <a:pt x="3109" y="5015"/>
                    <a:pt x="3321" y="5015"/>
                  </a:cubicBezTo>
                  <a:cubicBezTo>
                    <a:pt x="3533" y="5015"/>
                    <a:pt x="3743" y="4937"/>
                    <a:pt x="3898" y="4782"/>
                  </a:cubicBezTo>
                  <a:cubicBezTo>
                    <a:pt x="3958" y="4722"/>
                    <a:pt x="4035" y="4692"/>
                    <a:pt x="4113" y="4692"/>
                  </a:cubicBezTo>
                  <a:cubicBezTo>
                    <a:pt x="4191" y="4692"/>
                    <a:pt x="4269" y="4722"/>
                    <a:pt x="4328" y="4782"/>
                  </a:cubicBezTo>
                  <a:cubicBezTo>
                    <a:pt x="4448" y="4902"/>
                    <a:pt x="4448" y="5069"/>
                    <a:pt x="4328" y="5188"/>
                  </a:cubicBezTo>
                  <a:cubicBezTo>
                    <a:pt x="4053" y="5475"/>
                    <a:pt x="3689" y="5619"/>
                    <a:pt x="3324" y="5619"/>
                  </a:cubicBezTo>
                  <a:cubicBezTo>
                    <a:pt x="2960" y="5619"/>
                    <a:pt x="2595" y="5475"/>
                    <a:pt x="2320" y="5188"/>
                  </a:cubicBezTo>
                  <a:cubicBezTo>
                    <a:pt x="2067" y="4989"/>
                    <a:pt x="2279" y="4667"/>
                    <a:pt x="2511" y="4667"/>
                  </a:cubicBezTo>
                  <a:close/>
                  <a:moveTo>
                    <a:pt x="933" y="0"/>
                  </a:moveTo>
                  <a:cubicBezTo>
                    <a:pt x="431" y="0"/>
                    <a:pt x="1" y="431"/>
                    <a:pt x="1" y="933"/>
                  </a:cubicBezTo>
                  <a:lnTo>
                    <a:pt x="1" y="2702"/>
                  </a:lnTo>
                  <a:cubicBezTo>
                    <a:pt x="1" y="4782"/>
                    <a:pt x="1268" y="6647"/>
                    <a:pt x="3205" y="7412"/>
                  </a:cubicBezTo>
                  <a:cubicBezTo>
                    <a:pt x="3252" y="7412"/>
                    <a:pt x="3276" y="7436"/>
                    <a:pt x="3324" y="7436"/>
                  </a:cubicBezTo>
                  <a:cubicBezTo>
                    <a:pt x="3348" y="7436"/>
                    <a:pt x="3396" y="7436"/>
                    <a:pt x="3420" y="7412"/>
                  </a:cubicBezTo>
                  <a:cubicBezTo>
                    <a:pt x="5380" y="6647"/>
                    <a:pt x="6647" y="4782"/>
                    <a:pt x="6647" y="2702"/>
                  </a:cubicBezTo>
                  <a:lnTo>
                    <a:pt x="6647" y="957"/>
                  </a:lnTo>
                  <a:cubicBezTo>
                    <a:pt x="6647" y="431"/>
                    <a:pt x="6217" y="0"/>
                    <a:pt x="57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91"/>
            <p:cNvSpPr/>
            <p:nvPr/>
          </p:nvSpPr>
          <p:spPr>
            <a:xfrm>
              <a:off x="7206675" y="2139925"/>
              <a:ext cx="166175" cy="185925"/>
            </a:xfrm>
            <a:custGeom>
              <a:rect b="b" l="l" r="r" t="t"/>
              <a:pathLst>
                <a:path extrusionOk="0" h="7437" w="6647">
                  <a:moveTo>
                    <a:pt x="4914" y="1824"/>
                  </a:moveTo>
                  <a:cubicBezTo>
                    <a:pt x="5063" y="1824"/>
                    <a:pt x="5212" y="1925"/>
                    <a:pt x="5212" y="2129"/>
                  </a:cubicBezTo>
                  <a:lnTo>
                    <a:pt x="5212" y="2726"/>
                  </a:lnTo>
                  <a:cubicBezTo>
                    <a:pt x="5212" y="2930"/>
                    <a:pt x="5063" y="3031"/>
                    <a:pt x="4914" y="3031"/>
                  </a:cubicBezTo>
                  <a:cubicBezTo>
                    <a:pt x="4764" y="3031"/>
                    <a:pt x="4615" y="2930"/>
                    <a:pt x="4615" y="2726"/>
                  </a:cubicBezTo>
                  <a:lnTo>
                    <a:pt x="4615" y="2129"/>
                  </a:lnTo>
                  <a:cubicBezTo>
                    <a:pt x="4615" y="1925"/>
                    <a:pt x="4764" y="1824"/>
                    <a:pt x="4914" y="1824"/>
                  </a:cubicBezTo>
                  <a:close/>
                  <a:moveTo>
                    <a:pt x="933" y="1"/>
                  </a:moveTo>
                  <a:cubicBezTo>
                    <a:pt x="407" y="1"/>
                    <a:pt x="0" y="407"/>
                    <a:pt x="0" y="933"/>
                  </a:cubicBezTo>
                  <a:lnTo>
                    <a:pt x="0" y="2129"/>
                  </a:lnTo>
                  <a:lnTo>
                    <a:pt x="1435" y="2129"/>
                  </a:lnTo>
                  <a:cubicBezTo>
                    <a:pt x="1435" y="1937"/>
                    <a:pt x="1584" y="1842"/>
                    <a:pt x="1734" y="1842"/>
                  </a:cubicBezTo>
                  <a:cubicBezTo>
                    <a:pt x="1883" y="1842"/>
                    <a:pt x="2033" y="1937"/>
                    <a:pt x="2033" y="2129"/>
                  </a:cubicBezTo>
                  <a:lnTo>
                    <a:pt x="2200" y="2129"/>
                  </a:lnTo>
                  <a:cubicBezTo>
                    <a:pt x="3037" y="2129"/>
                    <a:pt x="3730" y="2822"/>
                    <a:pt x="3730" y="3683"/>
                  </a:cubicBezTo>
                  <a:lnTo>
                    <a:pt x="3730" y="4735"/>
                  </a:lnTo>
                  <a:cubicBezTo>
                    <a:pt x="3945" y="4806"/>
                    <a:pt x="4160" y="4926"/>
                    <a:pt x="4328" y="5093"/>
                  </a:cubicBezTo>
                  <a:cubicBezTo>
                    <a:pt x="4583" y="5312"/>
                    <a:pt x="4366" y="5628"/>
                    <a:pt x="4121" y="5628"/>
                  </a:cubicBezTo>
                  <a:cubicBezTo>
                    <a:pt x="4045" y="5628"/>
                    <a:pt x="3966" y="5597"/>
                    <a:pt x="3897" y="5524"/>
                  </a:cubicBezTo>
                  <a:cubicBezTo>
                    <a:pt x="3850" y="5476"/>
                    <a:pt x="3802" y="5428"/>
                    <a:pt x="3730" y="5380"/>
                  </a:cubicBezTo>
                  <a:lnTo>
                    <a:pt x="3730" y="5428"/>
                  </a:lnTo>
                  <a:cubicBezTo>
                    <a:pt x="3730" y="6121"/>
                    <a:pt x="3611" y="6791"/>
                    <a:pt x="3371" y="7436"/>
                  </a:cubicBezTo>
                  <a:cubicBezTo>
                    <a:pt x="3395" y="7412"/>
                    <a:pt x="3419" y="7412"/>
                    <a:pt x="3443" y="7412"/>
                  </a:cubicBezTo>
                  <a:cubicBezTo>
                    <a:pt x="5380" y="6647"/>
                    <a:pt x="6647" y="4782"/>
                    <a:pt x="6647" y="2702"/>
                  </a:cubicBezTo>
                  <a:lnTo>
                    <a:pt x="6647" y="933"/>
                  </a:lnTo>
                  <a:cubicBezTo>
                    <a:pt x="6647" y="431"/>
                    <a:pt x="6217" y="1"/>
                    <a:pt x="57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5" name="Google Shape;1795;p91"/>
          <p:cNvGrpSpPr/>
          <p:nvPr/>
        </p:nvGrpSpPr>
        <p:grpSpPr>
          <a:xfrm>
            <a:off x="7034983" y="1404325"/>
            <a:ext cx="184100" cy="254050"/>
            <a:chOff x="7162450" y="1381450"/>
            <a:chExt cx="184100" cy="254050"/>
          </a:xfrm>
        </p:grpSpPr>
        <p:sp>
          <p:nvSpPr>
            <p:cNvPr id="1796" name="Google Shape;1796;p91"/>
            <p:cNvSpPr/>
            <p:nvPr/>
          </p:nvSpPr>
          <p:spPr>
            <a:xfrm>
              <a:off x="7165425" y="1426875"/>
              <a:ext cx="177550" cy="25125"/>
            </a:xfrm>
            <a:custGeom>
              <a:rect b="b" l="l" r="r" t="t"/>
              <a:pathLst>
                <a:path extrusionOk="0" h="1005" w="7102">
                  <a:moveTo>
                    <a:pt x="479" y="1"/>
                  </a:moveTo>
                  <a:lnTo>
                    <a:pt x="1" y="1005"/>
                  </a:lnTo>
                  <a:lnTo>
                    <a:pt x="7101" y="1005"/>
                  </a:lnTo>
                  <a:lnTo>
                    <a:pt x="662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91"/>
            <p:cNvSpPr/>
            <p:nvPr/>
          </p:nvSpPr>
          <p:spPr>
            <a:xfrm>
              <a:off x="7191125" y="1503975"/>
              <a:ext cx="110000" cy="94375"/>
            </a:xfrm>
            <a:custGeom>
              <a:rect b="b" l="l" r="r" t="t"/>
              <a:pathLst>
                <a:path extrusionOk="0" h="3775" w="4400">
                  <a:moveTo>
                    <a:pt x="1543" y="987"/>
                  </a:moveTo>
                  <a:cubicBezTo>
                    <a:pt x="1692" y="987"/>
                    <a:pt x="1842" y="1089"/>
                    <a:pt x="1842" y="1292"/>
                  </a:cubicBezTo>
                  <a:lnTo>
                    <a:pt x="1842" y="1698"/>
                  </a:lnTo>
                  <a:cubicBezTo>
                    <a:pt x="1842" y="1889"/>
                    <a:pt x="1692" y="1985"/>
                    <a:pt x="1543" y="1985"/>
                  </a:cubicBezTo>
                  <a:cubicBezTo>
                    <a:pt x="1393" y="1985"/>
                    <a:pt x="1244" y="1889"/>
                    <a:pt x="1244" y="1698"/>
                  </a:cubicBezTo>
                  <a:lnTo>
                    <a:pt x="1244" y="1292"/>
                  </a:lnTo>
                  <a:cubicBezTo>
                    <a:pt x="1244" y="1089"/>
                    <a:pt x="1393" y="987"/>
                    <a:pt x="1543" y="987"/>
                  </a:cubicBezTo>
                  <a:close/>
                  <a:moveTo>
                    <a:pt x="3527" y="987"/>
                  </a:moveTo>
                  <a:cubicBezTo>
                    <a:pt x="3677" y="987"/>
                    <a:pt x="3826" y="1089"/>
                    <a:pt x="3826" y="1292"/>
                  </a:cubicBezTo>
                  <a:lnTo>
                    <a:pt x="3826" y="1698"/>
                  </a:lnTo>
                  <a:cubicBezTo>
                    <a:pt x="3826" y="1889"/>
                    <a:pt x="3677" y="1985"/>
                    <a:pt x="3527" y="1985"/>
                  </a:cubicBezTo>
                  <a:cubicBezTo>
                    <a:pt x="3378" y="1985"/>
                    <a:pt x="3228" y="1889"/>
                    <a:pt x="3228" y="1698"/>
                  </a:cubicBezTo>
                  <a:lnTo>
                    <a:pt x="3228" y="1292"/>
                  </a:lnTo>
                  <a:cubicBezTo>
                    <a:pt x="3228" y="1089"/>
                    <a:pt x="3378" y="987"/>
                    <a:pt x="3527" y="987"/>
                  </a:cubicBezTo>
                  <a:close/>
                  <a:moveTo>
                    <a:pt x="3026" y="2349"/>
                  </a:moveTo>
                  <a:cubicBezTo>
                    <a:pt x="3269" y="2349"/>
                    <a:pt x="3482" y="2676"/>
                    <a:pt x="3228" y="2894"/>
                  </a:cubicBezTo>
                  <a:cubicBezTo>
                    <a:pt x="3037" y="3085"/>
                    <a:pt x="2780" y="3181"/>
                    <a:pt x="2523" y="3181"/>
                  </a:cubicBezTo>
                  <a:cubicBezTo>
                    <a:pt x="2266" y="3181"/>
                    <a:pt x="2009" y="3085"/>
                    <a:pt x="1818" y="2894"/>
                  </a:cubicBezTo>
                  <a:cubicBezTo>
                    <a:pt x="1564" y="2676"/>
                    <a:pt x="1777" y="2349"/>
                    <a:pt x="2020" y="2349"/>
                  </a:cubicBezTo>
                  <a:cubicBezTo>
                    <a:pt x="2098" y="2349"/>
                    <a:pt x="2179" y="2382"/>
                    <a:pt x="2248" y="2463"/>
                  </a:cubicBezTo>
                  <a:cubicBezTo>
                    <a:pt x="2320" y="2547"/>
                    <a:pt x="2422" y="2589"/>
                    <a:pt x="2523" y="2589"/>
                  </a:cubicBezTo>
                  <a:cubicBezTo>
                    <a:pt x="2625" y="2589"/>
                    <a:pt x="2726" y="2547"/>
                    <a:pt x="2798" y="2463"/>
                  </a:cubicBezTo>
                  <a:cubicBezTo>
                    <a:pt x="2868" y="2382"/>
                    <a:pt x="2948" y="2349"/>
                    <a:pt x="3026" y="2349"/>
                  </a:cubicBezTo>
                  <a:close/>
                  <a:moveTo>
                    <a:pt x="2511" y="1"/>
                  </a:moveTo>
                  <a:cubicBezTo>
                    <a:pt x="838" y="1"/>
                    <a:pt x="1" y="2033"/>
                    <a:pt x="1196" y="3228"/>
                  </a:cubicBezTo>
                  <a:cubicBezTo>
                    <a:pt x="1573" y="3605"/>
                    <a:pt x="2040" y="3774"/>
                    <a:pt x="2499" y="3774"/>
                  </a:cubicBezTo>
                  <a:cubicBezTo>
                    <a:pt x="3465" y="3774"/>
                    <a:pt x="4400" y="3024"/>
                    <a:pt x="4400" y="1889"/>
                  </a:cubicBezTo>
                  <a:cubicBezTo>
                    <a:pt x="4400" y="838"/>
                    <a:pt x="3563" y="1"/>
                    <a:pt x="25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91"/>
            <p:cNvSpPr/>
            <p:nvPr/>
          </p:nvSpPr>
          <p:spPr>
            <a:xfrm>
              <a:off x="7162450" y="1466925"/>
              <a:ext cx="184100" cy="168575"/>
            </a:xfrm>
            <a:custGeom>
              <a:rect b="b" l="l" r="r" t="t"/>
              <a:pathLst>
                <a:path extrusionOk="0" h="6743" w="7364">
                  <a:moveTo>
                    <a:pt x="3652" y="875"/>
                  </a:moveTo>
                  <a:cubicBezTo>
                    <a:pt x="4928" y="875"/>
                    <a:pt x="6145" y="1866"/>
                    <a:pt x="6145" y="3371"/>
                  </a:cubicBezTo>
                  <a:cubicBezTo>
                    <a:pt x="6145" y="4734"/>
                    <a:pt x="5045" y="5858"/>
                    <a:pt x="3658" y="5858"/>
                  </a:cubicBezTo>
                  <a:cubicBezTo>
                    <a:pt x="1459" y="5858"/>
                    <a:pt x="359" y="3180"/>
                    <a:pt x="1913" y="1602"/>
                  </a:cubicBezTo>
                  <a:cubicBezTo>
                    <a:pt x="2422" y="1101"/>
                    <a:pt x="3044" y="875"/>
                    <a:pt x="3652" y="875"/>
                  </a:cubicBezTo>
                  <a:close/>
                  <a:moveTo>
                    <a:pt x="0" y="0"/>
                  </a:moveTo>
                  <a:lnTo>
                    <a:pt x="0" y="5260"/>
                  </a:lnTo>
                  <a:cubicBezTo>
                    <a:pt x="0" y="6073"/>
                    <a:pt x="670" y="6743"/>
                    <a:pt x="1483" y="6743"/>
                  </a:cubicBezTo>
                  <a:lnTo>
                    <a:pt x="5858" y="6743"/>
                  </a:lnTo>
                  <a:cubicBezTo>
                    <a:pt x="6695" y="6743"/>
                    <a:pt x="7364" y="6073"/>
                    <a:pt x="7364" y="5260"/>
                  </a:cubicBezTo>
                  <a:lnTo>
                    <a:pt x="73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91"/>
            <p:cNvSpPr/>
            <p:nvPr/>
          </p:nvSpPr>
          <p:spPr>
            <a:xfrm>
              <a:off x="7201900" y="1381450"/>
              <a:ext cx="25125" cy="30500"/>
            </a:xfrm>
            <a:custGeom>
              <a:rect b="b" l="l" r="r" t="t"/>
              <a:pathLst>
                <a:path extrusionOk="0" h="1220" w="1005">
                  <a:moveTo>
                    <a:pt x="0" y="1"/>
                  </a:moveTo>
                  <a:lnTo>
                    <a:pt x="0" y="1220"/>
                  </a:lnTo>
                  <a:lnTo>
                    <a:pt x="1004" y="1220"/>
                  </a:lnTo>
                  <a:lnTo>
                    <a:pt x="10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91"/>
            <p:cNvSpPr/>
            <p:nvPr/>
          </p:nvSpPr>
          <p:spPr>
            <a:xfrm>
              <a:off x="7241950" y="1381450"/>
              <a:ext cx="24525" cy="30500"/>
            </a:xfrm>
            <a:custGeom>
              <a:rect b="b" l="l" r="r" t="t"/>
              <a:pathLst>
                <a:path extrusionOk="0" h="1220" w="981">
                  <a:moveTo>
                    <a:pt x="0" y="1"/>
                  </a:moveTo>
                  <a:lnTo>
                    <a:pt x="0" y="1220"/>
                  </a:lnTo>
                  <a:lnTo>
                    <a:pt x="980" y="1220"/>
                  </a:lnTo>
                  <a:lnTo>
                    <a:pt x="98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91"/>
            <p:cNvSpPr/>
            <p:nvPr/>
          </p:nvSpPr>
          <p:spPr>
            <a:xfrm>
              <a:off x="7320825" y="1381450"/>
              <a:ext cx="25150" cy="31100"/>
            </a:xfrm>
            <a:custGeom>
              <a:rect b="b" l="l" r="r" t="t"/>
              <a:pathLst>
                <a:path extrusionOk="0" h="1244" w="1006">
                  <a:moveTo>
                    <a:pt x="1" y="1"/>
                  </a:moveTo>
                  <a:lnTo>
                    <a:pt x="1" y="1244"/>
                  </a:lnTo>
                  <a:lnTo>
                    <a:pt x="718" y="1244"/>
                  </a:lnTo>
                  <a:cubicBezTo>
                    <a:pt x="862" y="1244"/>
                    <a:pt x="1005" y="1100"/>
                    <a:pt x="1005" y="933"/>
                  </a:cubicBezTo>
                  <a:lnTo>
                    <a:pt x="1005" y="311"/>
                  </a:lnTo>
                  <a:cubicBezTo>
                    <a:pt x="1005" y="144"/>
                    <a:pt x="862" y="1"/>
                    <a:pt x="7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91"/>
            <p:cNvSpPr/>
            <p:nvPr/>
          </p:nvSpPr>
          <p:spPr>
            <a:xfrm>
              <a:off x="7281375" y="1381450"/>
              <a:ext cx="25150" cy="30500"/>
            </a:xfrm>
            <a:custGeom>
              <a:rect b="b" l="l" r="r" t="t"/>
              <a:pathLst>
                <a:path extrusionOk="0" h="1220" w="1006">
                  <a:moveTo>
                    <a:pt x="1" y="1"/>
                  </a:moveTo>
                  <a:lnTo>
                    <a:pt x="1" y="1220"/>
                  </a:lnTo>
                  <a:lnTo>
                    <a:pt x="1005" y="1220"/>
                  </a:lnTo>
                  <a:lnTo>
                    <a:pt x="10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91"/>
            <p:cNvSpPr/>
            <p:nvPr/>
          </p:nvSpPr>
          <p:spPr>
            <a:xfrm>
              <a:off x="7162450" y="1381450"/>
              <a:ext cx="24525" cy="31100"/>
            </a:xfrm>
            <a:custGeom>
              <a:rect b="b" l="l" r="r" t="t"/>
              <a:pathLst>
                <a:path extrusionOk="0" h="1244" w="981">
                  <a:moveTo>
                    <a:pt x="287" y="1"/>
                  </a:moveTo>
                  <a:cubicBezTo>
                    <a:pt x="120" y="1"/>
                    <a:pt x="0" y="144"/>
                    <a:pt x="0" y="311"/>
                  </a:cubicBezTo>
                  <a:lnTo>
                    <a:pt x="0" y="933"/>
                  </a:lnTo>
                  <a:cubicBezTo>
                    <a:pt x="0" y="1100"/>
                    <a:pt x="120" y="1244"/>
                    <a:pt x="287" y="1244"/>
                  </a:cubicBezTo>
                  <a:lnTo>
                    <a:pt x="980" y="1244"/>
                  </a:lnTo>
                  <a:lnTo>
                    <a:pt x="98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4" name="Google Shape;1804;p91"/>
          <p:cNvGrpSpPr/>
          <p:nvPr/>
        </p:nvGrpSpPr>
        <p:grpSpPr>
          <a:xfrm>
            <a:off x="6270299" y="4122924"/>
            <a:ext cx="253450" cy="254500"/>
            <a:chOff x="6324475" y="4362325"/>
            <a:chExt cx="253450" cy="254500"/>
          </a:xfrm>
        </p:grpSpPr>
        <p:sp>
          <p:nvSpPr>
            <p:cNvPr id="1805" name="Google Shape;1805;p91"/>
            <p:cNvSpPr/>
            <p:nvPr/>
          </p:nvSpPr>
          <p:spPr>
            <a:xfrm>
              <a:off x="6392000" y="4362325"/>
              <a:ext cx="120800" cy="38125"/>
            </a:xfrm>
            <a:custGeom>
              <a:rect b="b" l="l" r="r" t="t"/>
              <a:pathLst>
                <a:path extrusionOk="0" h="1525" w="4832">
                  <a:moveTo>
                    <a:pt x="2365" y="1"/>
                  </a:moveTo>
                  <a:cubicBezTo>
                    <a:pt x="1728" y="1"/>
                    <a:pt x="1088" y="126"/>
                    <a:pt x="479" y="377"/>
                  </a:cubicBezTo>
                  <a:cubicBezTo>
                    <a:pt x="144" y="521"/>
                    <a:pt x="1" y="903"/>
                    <a:pt x="192" y="1238"/>
                  </a:cubicBezTo>
                  <a:cubicBezTo>
                    <a:pt x="297" y="1413"/>
                    <a:pt x="504" y="1524"/>
                    <a:pt x="711" y="1524"/>
                  </a:cubicBezTo>
                  <a:cubicBezTo>
                    <a:pt x="787" y="1524"/>
                    <a:pt x="863" y="1509"/>
                    <a:pt x="933" y="1477"/>
                  </a:cubicBezTo>
                  <a:cubicBezTo>
                    <a:pt x="1387" y="1286"/>
                    <a:pt x="1871" y="1190"/>
                    <a:pt x="2356" y="1190"/>
                  </a:cubicBezTo>
                  <a:cubicBezTo>
                    <a:pt x="2840" y="1190"/>
                    <a:pt x="3324" y="1286"/>
                    <a:pt x="3778" y="1477"/>
                  </a:cubicBezTo>
                  <a:cubicBezTo>
                    <a:pt x="3853" y="1502"/>
                    <a:pt x="3925" y="1514"/>
                    <a:pt x="3992" y="1514"/>
                  </a:cubicBezTo>
                  <a:cubicBezTo>
                    <a:pt x="4569" y="1514"/>
                    <a:pt x="4832" y="677"/>
                    <a:pt x="4232" y="377"/>
                  </a:cubicBezTo>
                  <a:cubicBezTo>
                    <a:pt x="3635" y="126"/>
                    <a:pt x="3001" y="1"/>
                    <a:pt x="23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91"/>
            <p:cNvSpPr/>
            <p:nvPr/>
          </p:nvSpPr>
          <p:spPr>
            <a:xfrm>
              <a:off x="6430850" y="4542100"/>
              <a:ext cx="35300" cy="29850"/>
            </a:xfrm>
            <a:custGeom>
              <a:rect b="b" l="l" r="r" t="t"/>
              <a:pathLst>
                <a:path extrusionOk="0" h="1194" w="1412">
                  <a:moveTo>
                    <a:pt x="814" y="0"/>
                  </a:moveTo>
                  <a:cubicBezTo>
                    <a:pt x="264" y="0"/>
                    <a:pt x="1" y="646"/>
                    <a:pt x="383" y="1028"/>
                  </a:cubicBezTo>
                  <a:cubicBezTo>
                    <a:pt x="505" y="1142"/>
                    <a:pt x="653" y="1193"/>
                    <a:pt x="798" y="1193"/>
                  </a:cubicBezTo>
                  <a:cubicBezTo>
                    <a:pt x="1111" y="1193"/>
                    <a:pt x="1411" y="957"/>
                    <a:pt x="1411" y="598"/>
                  </a:cubicBezTo>
                  <a:cubicBezTo>
                    <a:pt x="1411" y="263"/>
                    <a:pt x="1124" y="0"/>
                    <a:pt x="8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91"/>
            <p:cNvSpPr/>
            <p:nvPr/>
          </p:nvSpPr>
          <p:spPr>
            <a:xfrm>
              <a:off x="6389025" y="4432125"/>
              <a:ext cx="123750" cy="94450"/>
            </a:xfrm>
            <a:custGeom>
              <a:rect b="b" l="l" r="r" t="t"/>
              <a:pathLst>
                <a:path extrusionOk="0" h="3778" w="4950">
                  <a:moveTo>
                    <a:pt x="407" y="0"/>
                  </a:moveTo>
                  <a:cubicBezTo>
                    <a:pt x="0" y="0"/>
                    <a:pt x="0" y="598"/>
                    <a:pt x="407" y="598"/>
                  </a:cubicBezTo>
                  <a:lnTo>
                    <a:pt x="598" y="598"/>
                  </a:lnTo>
                  <a:cubicBezTo>
                    <a:pt x="598" y="1506"/>
                    <a:pt x="1267" y="2295"/>
                    <a:pt x="2176" y="2463"/>
                  </a:cubicBezTo>
                  <a:lnTo>
                    <a:pt x="2176" y="3180"/>
                  </a:lnTo>
                  <a:lnTo>
                    <a:pt x="1984" y="3180"/>
                  </a:lnTo>
                  <a:cubicBezTo>
                    <a:pt x="1578" y="3180"/>
                    <a:pt x="1578" y="3778"/>
                    <a:pt x="1984" y="3778"/>
                  </a:cubicBezTo>
                  <a:lnTo>
                    <a:pt x="2965" y="3778"/>
                  </a:lnTo>
                  <a:cubicBezTo>
                    <a:pt x="3371" y="3778"/>
                    <a:pt x="3371" y="3180"/>
                    <a:pt x="2965" y="3180"/>
                  </a:cubicBezTo>
                  <a:lnTo>
                    <a:pt x="2773" y="3180"/>
                  </a:lnTo>
                  <a:lnTo>
                    <a:pt x="2773" y="2463"/>
                  </a:lnTo>
                  <a:cubicBezTo>
                    <a:pt x="3682" y="2295"/>
                    <a:pt x="4351" y="1506"/>
                    <a:pt x="4351" y="598"/>
                  </a:cubicBezTo>
                  <a:lnTo>
                    <a:pt x="4543" y="598"/>
                  </a:lnTo>
                  <a:cubicBezTo>
                    <a:pt x="4949" y="598"/>
                    <a:pt x="4949" y="0"/>
                    <a:pt x="4543" y="0"/>
                  </a:cubicBezTo>
                  <a:lnTo>
                    <a:pt x="4064" y="0"/>
                  </a:lnTo>
                  <a:cubicBezTo>
                    <a:pt x="3897" y="0"/>
                    <a:pt x="3754" y="120"/>
                    <a:pt x="3754" y="287"/>
                  </a:cubicBezTo>
                  <a:lnTo>
                    <a:pt x="3754" y="598"/>
                  </a:lnTo>
                  <a:cubicBezTo>
                    <a:pt x="3754" y="1196"/>
                    <a:pt x="3347" y="1698"/>
                    <a:pt x="2773" y="1841"/>
                  </a:cubicBezTo>
                  <a:lnTo>
                    <a:pt x="2773" y="598"/>
                  </a:lnTo>
                  <a:lnTo>
                    <a:pt x="2965" y="598"/>
                  </a:lnTo>
                  <a:cubicBezTo>
                    <a:pt x="3371" y="598"/>
                    <a:pt x="3371" y="0"/>
                    <a:pt x="2965" y="0"/>
                  </a:cubicBezTo>
                  <a:lnTo>
                    <a:pt x="1961" y="0"/>
                  </a:lnTo>
                  <a:cubicBezTo>
                    <a:pt x="1578" y="0"/>
                    <a:pt x="1578" y="598"/>
                    <a:pt x="1961" y="598"/>
                  </a:cubicBezTo>
                  <a:lnTo>
                    <a:pt x="2176" y="598"/>
                  </a:lnTo>
                  <a:lnTo>
                    <a:pt x="2176" y="1841"/>
                  </a:lnTo>
                  <a:cubicBezTo>
                    <a:pt x="1578" y="1698"/>
                    <a:pt x="1172" y="1196"/>
                    <a:pt x="1172" y="598"/>
                  </a:cubicBezTo>
                  <a:lnTo>
                    <a:pt x="1172" y="287"/>
                  </a:lnTo>
                  <a:cubicBezTo>
                    <a:pt x="1172" y="120"/>
                    <a:pt x="1052" y="0"/>
                    <a:pt x="8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91"/>
            <p:cNvSpPr/>
            <p:nvPr/>
          </p:nvSpPr>
          <p:spPr>
            <a:xfrm>
              <a:off x="6522900" y="4481725"/>
              <a:ext cx="55025" cy="104025"/>
            </a:xfrm>
            <a:custGeom>
              <a:rect b="b" l="l" r="r" t="t"/>
              <a:pathLst>
                <a:path extrusionOk="0" h="4161" w="2201">
                  <a:moveTo>
                    <a:pt x="299" y="0"/>
                  </a:moveTo>
                  <a:cubicBezTo>
                    <a:pt x="150" y="0"/>
                    <a:pt x="1" y="96"/>
                    <a:pt x="1" y="287"/>
                  </a:cubicBezTo>
                  <a:lnTo>
                    <a:pt x="1" y="3874"/>
                  </a:lnTo>
                  <a:cubicBezTo>
                    <a:pt x="1" y="4065"/>
                    <a:pt x="150" y="4160"/>
                    <a:pt x="299" y="4160"/>
                  </a:cubicBezTo>
                  <a:cubicBezTo>
                    <a:pt x="449" y="4160"/>
                    <a:pt x="598" y="4065"/>
                    <a:pt x="598" y="3874"/>
                  </a:cubicBezTo>
                  <a:lnTo>
                    <a:pt x="598" y="3778"/>
                  </a:lnTo>
                  <a:lnTo>
                    <a:pt x="694" y="3778"/>
                  </a:lnTo>
                  <a:cubicBezTo>
                    <a:pt x="1531" y="3778"/>
                    <a:pt x="2200" y="3109"/>
                    <a:pt x="2200" y="2272"/>
                  </a:cubicBezTo>
                  <a:lnTo>
                    <a:pt x="2200" y="1865"/>
                  </a:lnTo>
                  <a:cubicBezTo>
                    <a:pt x="2200" y="1052"/>
                    <a:pt x="1531" y="383"/>
                    <a:pt x="694" y="383"/>
                  </a:cubicBezTo>
                  <a:lnTo>
                    <a:pt x="598" y="383"/>
                  </a:lnTo>
                  <a:lnTo>
                    <a:pt x="598" y="287"/>
                  </a:lnTo>
                  <a:cubicBezTo>
                    <a:pt x="598" y="96"/>
                    <a:pt x="449" y="0"/>
                    <a:pt x="2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91"/>
            <p:cNvSpPr/>
            <p:nvPr/>
          </p:nvSpPr>
          <p:spPr>
            <a:xfrm>
              <a:off x="6324475" y="4481725"/>
              <a:ext cx="54400" cy="104475"/>
            </a:xfrm>
            <a:custGeom>
              <a:rect b="b" l="l" r="r" t="t"/>
              <a:pathLst>
                <a:path extrusionOk="0" h="4179" w="2176">
                  <a:moveTo>
                    <a:pt x="1889" y="0"/>
                  </a:moveTo>
                  <a:cubicBezTo>
                    <a:pt x="1721" y="0"/>
                    <a:pt x="1578" y="120"/>
                    <a:pt x="1578" y="287"/>
                  </a:cubicBezTo>
                  <a:lnTo>
                    <a:pt x="1578" y="383"/>
                  </a:lnTo>
                  <a:lnTo>
                    <a:pt x="1482" y="383"/>
                  </a:lnTo>
                  <a:cubicBezTo>
                    <a:pt x="669" y="383"/>
                    <a:pt x="0" y="1052"/>
                    <a:pt x="0" y="1889"/>
                  </a:cubicBezTo>
                  <a:lnTo>
                    <a:pt x="0" y="2272"/>
                  </a:lnTo>
                  <a:cubicBezTo>
                    <a:pt x="0" y="3109"/>
                    <a:pt x="669" y="3778"/>
                    <a:pt x="1482" y="3778"/>
                  </a:cubicBezTo>
                  <a:lnTo>
                    <a:pt x="1578" y="3778"/>
                  </a:lnTo>
                  <a:lnTo>
                    <a:pt x="1578" y="3874"/>
                  </a:lnTo>
                  <a:cubicBezTo>
                    <a:pt x="1578" y="4077"/>
                    <a:pt x="1727" y="4178"/>
                    <a:pt x="1877" y="4178"/>
                  </a:cubicBezTo>
                  <a:cubicBezTo>
                    <a:pt x="2026" y="4178"/>
                    <a:pt x="2176" y="4077"/>
                    <a:pt x="2176" y="3874"/>
                  </a:cubicBezTo>
                  <a:lnTo>
                    <a:pt x="2176" y="287"/>
                  </a:lnTo>
                  <a:cubicBezTo>
                    <a:pt x="2176" y="120"/>
                    <a:pt x="2056" y="0"/>
                    <a:pt x="18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91"/>
            <p:cNvSpPr/>
            <p:nvPr/>
          </p:nvSpPr>
          <p:spPr>
            <a:xfrm>
              <a:off x="6513350" y="4393275"/>
              <a:ext cx="53800" cy="90875"/>
            </a:xfrm>
            <a:custGeom>
              <a:rect b="b" l="l" r="r" t="t"/>
              <a:pathLst>
                <a:path extrusionOk="0" h="3635" w="2152">
                  <a:moveTo>
                    <a:pt x="287" y="0"/>
                  </a:moveTo>
                  <a:cubicBezTo>
                    <a:pt x="263" y="96"/>
                    <a:pt x="215" y="191"/>
                    <a:pt x="167" y="287"/>
                  </a:cubicBezTo>
                  <a:cubicBezTo>
                    <a:pt x="120" y="359"/>
                    <a:pt x="72" y="454"/>
                    <a:pt x="0" y="526"/>
                  </a:cubicBezTo>
                  <a:cubicBezTo>
                    <a:pt x="885" y="1219"/>
                    <a:pt x="1458" y="2271"/>
                    <a:pt x="1554" y="3395"/>
                  </a:cubicBezTo>
                  <a:cubicBezTo>
                    <a:pt x="1769" y="3443"/>
                    <a:pt x="1984" y="3538"/>
                    <a:pt x="2152" y="3634"/>
                  </a:cubicBezTo>
                  <a:cubicBezTo>
                    <a:pt x="2128" y="2200"/>
                    <a:pt x="1434" y="861"/>
                    <a:pt x="2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91"/>
            <p:cNvSpPr/>
            <p:nvPr/>
          </p:nvSpPr>
          <p:spPr>
            <a:xfrm>
              <a:off x="6443400" y="4582725"/>
              <a:ext cx="123750" cy="34100"/>
            </a:xfrm>
            <a:custGeom>
              <a:rect b="b" l="l" r="r" t="t"/>
              <a:pathLst>
                <a:path extrusionOk="0" h="1364" w="4950">
                  <a:moveTo>
                    <a:pt x="4950" y="1"/>
                  </a:moveTo>
                  <a:cubicBezTo>
                    <a:pt x="4782" y="120"/>
                    <a:pt x="4567" y="216"/>
                    <a:pt x="4352" y="264"/>
                  </a:cubicBezTo>
                  <a:lnTo>
                    <a:pt x="4376" y="264"/>
                  </a:lnTo>
                  <a:cubicBezTo>
                    <a:pt x="4376" y="527"/>
                    <a:pt x="4161" y="766"/>
                    <a:pt x="3874" y="766"/>
                  </a:cubicBezTo>
                  <a:lnTo>
                    <a:pt x="1101" y="766"/>
                  </a:lnTo>
                  <a:cubicBezTo>
                    <a:pt x="814" y="766"/>
                    <a:pt x="598" y="527"/>
                    <a:pt x="598" y="264"/>
                  </a:cubicBezTo>
                  <a:lnTo>
                    <a:pt x="598" y="120"/>
                  </a:lnTo>
                  <a:cubicBezTo>
                    <a:pt x="503" y="144"/>
                    <a:pt x="401" y="156"/>
                    <a:pt x="300" y="156"/>
                  </a:cubicBezTo>
                  <a:cubicBezTo>
                    <a:pt x="198" y="156"/>
                    <a:pt x="96" y="144"/>
                    <a:pt x="1" y="120"/>
                  </a:cubicBezTo>
                  <a:lnTo>
                    <a:pt x="1" y="264"/>
                  </a:lnTo>
                  <a:cubicBezTo>
                    <a:pt x="1" y="862"/>
                    <a:pt x="479" y="1364"/>
                    <a:pt x="1101" y="1364"/>
                  </a:cubicBezTo>
                  <a:lnTo>
                    <a:pt x="3874" y="1364"/>
                  </a:lnTo>
                  <a:cubicBezTo>
                    <a:pt x="4472" y="1340"/>
                    <a:pt x="4950" y="862"/>
                    <a:pt x="4950" y="264"/>
                  </a:cubicBezTo>
                  <a:lnTo>
                    <a:pt x="4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91"/>
            <p:cNvSpPr/>
            <p:nvPr/>
          </p:nvSpPr>
          <p:spPr>
            <a:xfrm>
              <a:off x="6334025" y="4393275"/>
              <a:ext cx="54425" cy="90875"/>
            </a:xfrm>
            <a:custGeom>
              <a:rect b="b" l="l" r="r" t="t"/>
              <a:pathLst>
                <a:path extrusionOk="0" h="3635" w="2177">
                  <a:moveTo>
                    <a:pt x="1865" y="0"/>
                  </a:moveTo>
                  <a:cubicBezTo>
                    <a:pt x="1867" y="5"/>
                    <a:pt x="1868" y="10"/>
                    <a:pt x="1869" y="15"/>
                  </a:cubicBezTo>
                  <a:lnTo>
                    <a:pt x="1869" y="15"/>
                  </a:lnTo>
                  <a:cubicBezTo>
                    <a:pt x="1876" y="10"/>
                    <a:pt x="1883" y="5"/>
                    <a:pt x="1889" y="0"/>
                  </a:cubicBezTo>
                  <a:close/>
                  <a:moveTo>
                    <a:pt x="1869" y="15"/>
                  </a:moveTo>
                  <a:cubicBezTo>
                    <a:pt x="1376" y="372"/>
                    <a:pt x="953" y="844"/>
                    <a:pt x="646" y="1363"/>
                  </a:cubicBezTo>
                  <a:cubicBezTo>
                    <a:pt x="240" y="2056"/>
                    <a:pt x="24" y="2845"/>
                    <a:pt x="1" y="3634"/>
                  </a:cubicBezTo>
                  <a:cubicBezTo>
                    <a:pt x="192" y="3538"/>
                    <a:pt x="407" y="3443"/>
                    <a:pt x="598" y="3395"/>
                  </a:cubicBezTo>
                  <a:cubicBezTo>
                    <a:pt x="694" y="2271"/>
                    <a:pt x="1268" y="1219"/>
                    <a:pt x="2176" y="526"/>
                  </a:cubicBezTo>
                  <a:cubicBezTo>
                    <a:pt x="2104" y="454"/>
                    <a:pt x="2033" y="359"/>
                    <a:pt x="1985" y="287"/>
                  </a:cubicBezTo>
                  <a:cubicBezTo>
                    <a:pt x="1940" y="196"/>
                    <a:pt x="1894" y="105"/>
                    <a:pt x="1869" y="15"/>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3" name="Google Shape;1813;p91"/>
          <p:cNvSpPr/>
          <p:nvPr/>
        </p:nvSpPr>
        <p:spPr>
          <a:xfrm>
            <a:off x="6269699" y="3443143"/>
            <a:ext cx="254650" cy="254650"/>
          </a:xfrm>
          <a:custGeom>
            <a:rect b="b" l="l" r="r" t="t"/>
            <a:pathLst>
              <a:path extrusionOk="0" h="10186" w="10186">
                <a:moveTo>
                  <a:pt x="288" y="1"/>
                </a:moveTo>
                <a:cubicBezTo>
                  <a:pt x="120" y="1"/>
                  <a:pt x="1" y="120"/>
                  <a:pt x="1" y="287"/>
                </a:cubicBezTo>
                <a:lnTo>
                  <a:pt x="1" y="1196"/>
                </a:lnTo>
                <a:cubicBezTo>
                  <a:pt x="1" y="1363"/>
                  <a:pt x="120" y="1483"/>
                  <a:pt x="288" y="1483"/>
                </a:cubicBezTo>
                <a:lnTo>
                  <a:pt x="1364" y="1483"/>
                </a:lnTo>
                <a:lnTo>
                  <a:pt x="1364" y="3276"/>
                </a:lnTo>
                <a:cubicBezTo>
                  <a:pt x="1364" y="4950"/>
                  <a:pt x="2679" y="6336"/>
                  <a:pt x="4352" y="6408"/>
                </a:cubicBezTo>
                <a:lnTo>
                  <a:pt x="4352" y="9588"/>
                </a:lnTo>
                <a:lnTo>
                  <a:pt x="3898" y="9588"/>
                </a:lnTo>
                <a:cubicBezTo>
                  <a:pt x="3491" y="9588"/>
                  <a:pt x="3491" y="10185"/>
                  <a:pt x="3898" y="10185"/>
                </a:cubicBezTo>
                <a:lnTo>
                  <a:pt x="6289" y="10185"/>
                </a:lnTo>
                <a:cubicBezTo>
                  <a:pt x="6695" y="10185"/>
                  <a:pt x="6695" y="9588"/>
                  <a:pt x="6289" y="9588"/>
                </a:cubicBezTo>
                <a:lnTo>
                  <a:pt x="5834" y="9588"/>
                </a:lnTo>
                <a:lnTo>
                  <a:pt x="5834" y="6408"/>
                </a:lnTo>
                <a:cubicBezTo>
                  <a:pt x="7508" y="6336"/>
                  <a:pt x="8823" y="4950"/>
                  <a:pt x="8823" y="3276"/>
                </a:cubicBezTo>
                <a:lnTo>
                  <a:pt x="8823" y="1483"/>
                </a:lnTo>
                <a:lnTo>
                  <a:pt x="9899" y="1483"/>
                </a:lnTo>
                <a:cubicBezTo>
                  <a:pt x="10066" y="1483"/>
                  <a:pt x="10186" y="1363"/>
                  <a:pt x="10186" y="1196"/>
                </a:cubicBezTo>
                <a:lnTo>
                  <a:pt x="10186" y="287"/>
                </a:lnTo>
                <a:cubicBezTo>
                  <a:pt x="10186" y="120"/>
                  <a:pt x="10066" y="1"/>
                  <a:pt x="9899" y="1"/>
                </a:cubicBezTo>
                <a:lnTo>
                  <a:pt x="8632" y="1"/>
                </a:lnTo>
                <a:cubicBezTo>
                  <a:pt x="7891" y="1"/>
                  <a:pt x="7293" y="598"/>
                  <a:pt x="7293" y="1339"/>
                </a:cubicBezTo>
                <a:lnTo>
                  <a:pt x="7293" y="3276"/>
                </a:lnTo>
                <a:cubicBezTo>
                  <a:pt x="7293" y="4113"/>
                  <a:pt x="6647" y="4830"/>
                  <a:pt x="5811" y="4902"/>
                </a:cubicBezTo>
                <a:lnTo>
                  <a:pt x="5811" y="1579"/>
                </a:lnTo>
                <a:cubicBezTo>
                  <a:pt x="5811" y="1172"/>
                  <a:pt x="5930" y="790"/>
                  <a:pt x="6169" y="479"/>
                </a:cubicBezTo>
                <a:cubicBezTo>
                  <a:pt x="6313" y="264"/>
                  <a:pt x="6169" y="1"/>
                  <a:pt x="5930" y="1"/>
                </a:cubicBezTo>
                <a:lnTo>
                  <a:pt x="4209" y="1"/>
                </a:lnTo>
                <a:cubicBezTo>
                  <a:pt x="3946" y="1"/>
                  <a:pt x="3802" y="264"/>
                  <a:pt x="3946" y="479"/>
                </a:cubicBezTo>
                <a:cubicBezTo>
                  <a:pt x="4185" y="790"/>
                  <a:pt x="4328" y="1172"/>
                  <a:pt x="4328" y="1579"/>
                </a:cubicBezTo>
                <a:lnTo>
                  <a:pt x="4328" y="4902"/>
                </a:lnTo>
                <a:cubicBezTo>
                  <a:pt x="3468" y="4830"/>
                  <a:pt x="2822" y="4113"/>
                  <a:pt x="2822" y="3276"/>
                </a:cubicBezTo>
                <a:lnTo>
                  <a:pt x="2822" y="1339"/>
                </a:lnTo>
                <a:cubicBezTo>
                  <a:pt x="2822" y="598"/>
                  <a:pt x="2224" y="1"/>
                  <a:pt x="14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4" name="Google Shape;1814;p91"/>
          <p:cNvGrpSpPr/>
          <p:nvPr/>
        </p:nvGrpSpPr>
        <p:grpSpPr>
          <a:xfrm>
            <a:off x="6266211" y="2763837"/>
            <a:ext cx="261625" cy="253850"/>
            <a:chOff x="6368300" y="2870325"/>
            <a:chExt cx="261625" cy="253850"/>
          </a:xfrm>
        </p:grpSpPr>
        <p:sp>
          <p:nvSpPr>
            <p:cNvPr id="1815" name="Google Shape;1815;p91"/>
            <p:cNvSpPr/>
            <p:nvPr/>
          </p:nvSpPr>
          <p:spPr>
            <a:xfrm>
              <a:off x="6420100" y="2870325"/>
              <a:ext cx="209825" cy="179275"/>
            </a:xfrm>
            <a:custGeom>
              <a:rect b="b" l="l" r="r" t="t"/>
              <a:pathLst>
                <a:path extrusionOk="0" h="7171" w="8393">
                  <a:moveTo>
                    <a:pt x="6886" y="1985"/>
                  </a:moveTo>
                  <a:cubicBezTo>
                    <a:pt x="7292" y="1985"/>
                    <a:pt x="7292" y="2583"/>
                    <a:pt x="6886" y="2583"/>
                  </a:cubicBezTo>
                  <a:lnTo>
                    <a:pt x="6695" y="2583"/>
                  </a:lnTo>
                  <a:lnTo>
                    <a:pt x="6695" y="2678"/>
                  </a:lnTo>
                  <a:cubicBezTo>
                    <a:pt x="6695" y="3611"/>
                    <a:pt x="6025" y="4376"/>
                    <a:pt x="5117" y="4543"/>
                  </a:cubicBezTo>
                  <a:lnTo>
                    <a:pt x="5117" y="5356"/>
                  </a:lnTo>
                  <a:lnTo>
                    <a:pt x="5308" y="5356"/>
                  </a:lnTo>
                  <a:cubicBezTo>
                    <a:pt x="5714" y="5356"/>
                    <a:pt x="5714" y="5954"/>
                    <a:pt x="5308" y="5954"/>
                  </a:cubicBezTo>
                  <a:lnTo>
                    <a:pt x="4328" y="5954"/>
                  </a:lnTo>
                  <a:cubicBezTo>
                    <a:pt x="3921" y="5954"/>
                    <a:pt x="3921" y="5356"/>
                    <a:pt x="4328" y="5356"/>
                  </a:cubicBezTo>
                  <a:lnTo>
                    <a:pt x="4519" y="5356"/>
                  </a:lnTo>
                  <a:lnTo>
                    <a:pt x="4519" y="4543"/>
                  </a:lnTo>
                  <a:cubicBezTo>
                    <a:pt x="3610" y="4376"/>
                    <a:pt x="2917" y="3587"/>
                    <a:pt x="2917" y="2678"/>
                  </a:cubicBezTo>
                  <a:lnTo>
                    <a:pt x="2917" y="2583"/>
                  </a:lnTo>
                  <a:lnTo>
                    <a:pt x="2726" y="2583"/>
                  </a:lnTo>
                  <a:cubicBezTo>
                    <a:pt x="2319" y="2583"/>
                    <a:pt x="2319" y="1985"/>
                    <a:pt x="2726" y="1985"/>
                  </a:cubicBezTo>
                  <a:lnTo>
                    <a:pt x="3228" y="1985"/>
                  </a:lnTo>
                  <a:cubicBezTo>
                    <a:pt x="3371" y="1985"/>
                    <a:pt x="3515" y="2104"/>
                    <a:pt x="3515" y="2272"/>
                  </a:cubicBezTo>
                  <a:lnTo>
                    <a:pt x="3515" y="2678"/>
                  </a:lnTo>
                  <a:cubicBezTo>
                    <a:pt x="3515" y="3276"/>
                    <a:pt x="3921" y="3778"/>
                    <a:pt x="4519" y="3921"/>
                  </a:cubicBezTo>
                  <a:lnTo>
                    <a:pt x="4519" y="2583"/>
                  </a:lnTo>
                  <a:lnTo>
                    <a:pt x="4304" y="2583"/>
                  </a:lnTo>
                  <a:cubicBezTo>
                    <a:pt x="3921" y="2583"/>
                    <a:pt x="3921" y="1985"/>
                    <a:pt x="4304" y="1985"/>
                  </a:cubicBezTo>
                  <a:lnTo>
                    <a:pt x="5308" y="1985"/>
                  </a:lnTo>
                  <a:cubicBezTo>
                    <a:pt x="5714" y="1985"/>
                    <a:pt x="5714" y="2583"/>
                    <a:pt x="5308" y="2583"/>
                  </a:cubicBezTo>
                  <a:lnTo>
                    <a:pt x="5117" y="2583"/>
                  </a:lnTo>
                  <a:lnTo>
                    <a:pt x="5117" y="3921"/>
                  </a:lnTo>
                  <a:cubicBezTo>
                    <a:pt x="5690" y="3778"/>
                    <a:pt x="6097" y="3276"/>
                    <a:pt x="6097" y="2678"/>
                  </a:cubicBezTo>
                  <a:lnTo>
                    <a:pt x="6097" y="2272"/>
                  </a:lnTo>
                  <a:cubicBezTo>
                    <a:pt x="6097" y="2104"/>
                    <a:pt x="6240" y="1985"/>
                    <a:pt x="6408" y="1985"/>
                  </a:cubicBezTo>
                  <a:close/>
                  <a:moveTo>
                    <a:pt x="4806" y="0"/>
                  </a:moveTo>
                  <a:cubicBezTo>
                    <a:pt x="1602" y="0"/>
                    <a:pt x="0" y="3850"/>
                    <a:pt x="2272" y="6121"/>
                  </a:cubicBezTo>
                  <a:cubicBezTo>
                    <a:pt x="2997" y="6846"/>
                    <a:pt x="3891" y="7170"/>
                    <a:pt x="4770" y="7170"/>
                  </a:cubicBezTo>
                  <a:cubicBezTo>
                    <a:pt x="6615" y="7170"/>
                    <a:pt x="8392" y="5741"/>
                    <a:pt x="8392" y="3587"/>
                  </a:cubicBezTo>
                  <a:cubicBezTo>
                    <a:pt x="8392" y="1602"/>
                    <a:pt x="6790" y="0"/>
                    <a:pt x="48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91"/>
            <p:cNvSpPr/>
            <p:nvPr/>
          </p:nvSpPr>
          <p:spPr>
            <a:xfrm>
              <a:off x="6399175" y="3027525"/>
              <a:ext cx="72950" cy="72950"/>
            </a:xfrm>
            <a:custGeom>
              <a:rect b="b" l="l" r="r" t="t"/>
              <a:pathLst>
                <a:path extrusionOk="0" h="2918" w="2918">
                  <a:moveTo>
                    <a:pt x="2487" y="0"/>
                  </a:moveTo>
                  <a:lnTo>
                    <a:pt x="2009" y="502"/>
                  </a:lnTo>
                  <a:lnTo>
                    <a:pt x="1889" y="383"/>
                  </a:lnTo>
                  <a:cubicBezTo>
                    <a:pt x="1830" y="323"/>
                    <a:pt x="1758" y="293"/>
                    <a:pt x="1686" y="293"/>
                  </a:cubicBezTo>
                  <a:cubicBezTo>
                    <a:pt x="1614" y="293"/>
                    <a:pt x="1543" y="323"/>
                    <a:pt x="1483" y="383"/>
                  </a:cubicBezTo>
                  <a:lnTo>
                    <a:pt x="1" y="1865"/>
                  </a:lnTo>
                  <a:lnTo>
                    <a:pt x="1053" y="2917"/>
                  </a:lnTo>
                  <a:lnTo>
                    <a:pt x="2535" y="1435"/>
                  </a:lnTo>
                  <a:cubicBezTo>
                    <a:pt x="2654" y="1315"/>
                    <a:pt x="2654" y="1124"/>
                    <a:pt x="2535" y="1028"/>
                  </a:cubicBezTo>
                  <a:lnTo>
                    <a:pt x="2415" y="909"/>
                  </a:lnTo>
                  <a:lnTo>
                    <a:pt x="2917" y="431"/>
                  </a:lnTo>
                  <a:cubicBezTo>
                    <a:pt x="2750" y="287"/>
                    <a:pt x="2607" y="144"/>
                    <a:pt x="24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91"/>
            <p:cNvSpPr/>
            <p:nvPr/>
          </p:nvSpPr>
          <p:spPr>
            <a:xfrm>
              <a:off x="6368300" y="3084300"/>
              <a:ext cx="47050" cy="39875"/>
            </a:xfrm>
            <a:custGeom>
              <a:rect b="b" l="l" r="r" t="t"/>
              <a:pathLst>
                <a:path extrusionOk="0" h="1595" w="1882">
                  <a:moveTo>
                    <a:pt x="805" y="1"/>
                  </a:moveTo>
                  <a:lnTo>
                    <a:pt x="518" y="335"/>
                  </a:lnTo>
                  <a:cubicBezTo>
                    <a:pt x="0" y="872"/>
                    <a:pt x="485" y="1595"/>
                    <a:pt x="1063" y="1595"/>
                  </a:cubicBezTo>
                  <a:cubicBezTo>
                    <a:pt x="1231" y="1595"/>
                    <a:pt x="1408" y="1533"/>
                    <a:pt x="1570" y="1387"/>
                  </a:cubicBezTo>
                  <a:lnTo>
                    <a:pt x="1881" y="1053"/>
                  </a:lnTo>
                  <a:lnTo>
                    <a:pt x="8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8" name="Google Shape;1818;p91"/>
          <p:cNvGrpSpPr/>
          <p:nvPr/>
        </p:nvGrpSpPr>
        <p:grpSpPr>
          <a:xfrm>
            <a:off x="6270011" y="2083819"/>
            <a:ext cx="254025" cy="254475"/>
            <a:chOff x="6369900" y="2158475"/>
            <a:chExt cx="254025" cy="254475"/>
          </a:xfrm>
        </p:grpSpPr>
        <p:sp>
          <p:nvSpPr>
            <p:cNvPr id="1819" name="Google Shape;1819;p91"/>
            <p:cNvSpPr/>
            <p:nvPr/>
          </p:nvSpPr>
          <p:spPr>
            <a:xfrm>
              <a:off x="6479875" y="2269050"/>
              <a:ext cx="144050" cy="143900"/>
            </a:xfrm>
            <a:custGeom>
              <a:rect b="b" l="l" r="r" t="t"/>
              <a:pathLst>
                <a:path extrusionOk="0" h="5756" w="5762">
                  <a:moveTo>
                    <a:pt x="3539" y="0"/>
                  </a:moveTo>
                  <a:lnTo>
                    <a:pt x="3539" y="1052"/>
                  </a:lnTo>
                  <a:cubicBezTo>
                    <a:pt x="3539" y="1984"/>
                    <a:pt x="2773" y="2726"/>
                    <a:pt x="1841" y="2749"/>
                  </a:cubicBezTo>
                  <a:lnTo>
                    <a:pt x="0" y="2749"/>
                  </a:lnTo>
                  <a:lnTo>
                    <a:pt x="0" y="3275"/>
                  </a:lnTo>
                  <a:cubicBezTo>
                    <a:pt x="0" y="3873"/>
                    <a:pt x="478" y="4375"/>
                    <a:pt x="1100" y="4375"/>
                  </a:cubicBezTo>
                  <a:lnTo>
                    <a:pt x="2319" y="4375"/>
                  </a:lnTo>
                  <a:lnTo>
                    <a:pt x="3036" y="5594"/>
                  </a:lnTo>
                  <a:cubicBezTo>
                    <a:pt x="3084" y="5702"/>
                    <a:pt x="3180" y="5756"/>
                    <a:pt x="3279" y="5756"/>
                  </a:cubicBezTo>
                  <a:cubicBezTo>
                    <a:pt x="3377" y="5756"/>
                    <a:pt x="3479" y="5702"/>
                    <a:pt x="3539" y="5594"/>
                  </a:cubicBezTo>
                  <a:lnTo>
                    <a:pt x="4256" y="4375"/>
                  </a:lnTo>
                  <a:lnTo>
                    <a:pt x="4686" y="4375"/>
                  </a:lnTo>
                  <a:cubicBezTo>
                    <a:pt x="5284" y="4351"/>
                    <a:pt x="5762" y="3873"/>
                    <a:pt x="5762" y="3275"/>
                  </a:cubicBezTo>
                  <a:lnTo>
                    <a:pt x="5762" y="1100"/>
                  </a:lnTo>
                  <a:cubicBezTo>
                    <a:pt x="5762" y="478"/>
                    <a:pt x="5284" y="0"/>
                    <a:pt x="46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91"/>
            <p:cNvSpPr/>
            <p:nvPr/>
          </p:nvSpPr>
          <p:spPr>
            <a:xfrm>
              <a:off x="6369900" y="2158475"/>
              <a:ext cx="183500" cy="198450"/>
            </a:xfrm>
            <a:custGeom>
              <a:rect b="b" l="l" r="r" t="t"/>
              <a:pathLst>
                <a:path extrusionOk="0" h="7938" w="7340">
                  <a:moveTo>
                    <a:pt x="5762" y="1195"/>
                  </a:moveTo>
                  <a:cubicBezTo>
                    <a:pt x="6144" y="1195"/>
                    <a:pt x="6144" y="1793"/>
                    <a:pt x="5762" y="1793"/>
                  </a:cubicBezTo>
                  <a:lnTo>
                    <a:pt x="5547" y="1793"/>
                  </a:lnTo>
                  <a:lnTo>
                    <a:pt x="5547" y="1889"/>
                  </a:lnTo>
                  <a:cubicBezTo>
                    <a:pt x="5547" y="2821"/>
                    <a:pt x="4877" y="3610"/>
                    <a:pt x="3969" y="3754"/>
                  </a:cubicBezTo>
                  <a:lnTo>
                    <a:pt x="3969" y="4782"/>
                  </a:lnTo>
                  <a:lnTo>
                    <a:pt x="4160" y="4782"/>
                  </a:lnTo>
                  <a:cubicBezTo>
                    <a:pt x="4567" y="4782"/>
                    <a:pt x="4567" y="5379"/>
                    <a:pt x="4160" y="5379"/>
                  </a:cubicBezTo>
                  <a:lnTo>
                    <a:pt x="3180" y="5379"/>
                  </a:lnTo>
                  <a:cubicBezTo>
                    <a:pt x="2773" y="5379"/>
                    <a:pt x="2773" y="4782"/>
                    <a:pt x="3180" y="4782"/>
                  </a:cubicBezTo>
                  <a:lnTo>
                    <a:pt x="3371" y="4782"/>
                  </a:lnTo>
                  <a:lnTo>
                    <a:pt x="3371" y="3754"/>
                  </a:lnTo>
                  <a:cubicBezTo>
                    <a:pt x="2463" y="3610"/>
                    <a:pt x="1793" y="2821"/>
                    <a:pt x="1793" y="1889"/>
                  </a:cubicBezTo>
                  <a:lnTo>
                    <a:pt x="1793" y="1793"/>
                  </a:lnTo>
                  <a:lnTo>
                    <a:pt x="1578" y="1793"/>
                  </a:lnTo>
                  <a:cubicBezTo>
                    <a:pt x="1172" y="1793"/>
                    <a:pt x="1172" y="1195"/>
                    <a:pt x="1578" y="1195"/>
                  </a:cubicBezTo>
                  <a:lnTo>
                    <a:pt x="2080" y="1195"/>
                  </a:lnTo>
                  <a:cubicBezTo>
                    <a:pt x="2247" y="1195"/>
                    <a:pt x="2367" y="1339"/>
                    <a:pt x="2367" y="1506"/>
                  </a:cubicBezTo>
                  <a:lnTo>
                    <a:pt x="2367" y="1889"/>
                  </a:lnTo>
                  <a:cubicBezTo>
                    <a:pt x="2367" y="2486"/>
                    <a:pt x="2797" y="3012"/>
                    <a:pt x="3371" y="3156"/>
                  </a:cubicBezTo>
                  <a:lnTo>
                    <a:pt x="3371" y="1793"/>
                  </a:lnTo>
                  <a:lnTo>
                    <a:pt x="3180" y="1793"/>
                  </a:lnTo>
                  <a:cubicBezTo>
                    <a:pt x="2773" y="1793"/>
                    <a:pt x="2773" y="1195"/>
                    <a:pt x="3180" y="1195"/>
                  </a:cubicBezTo>
                  <a:lnTo>
                    <a:pt x="4160" y="1195"/>
                  </a:lnTo>
                  <a:cubicBezTo>
                    <a:pt x="4567" y="1195"/>
                    <a:pt x="4567" y="1793"/>
                    <a:pt x="4160" y="1793"/>
                  </a:cubicBezTo>
                  <a:lnTo>
                    <a:pt x="3969" y="1793"/>
                  </a:lnTo>
                  <a:lnTo>
                    <a:pt x="3969" y="3156"/>
                  </a:lnTo>
                  <a:cubicBezTo>
                    <a:pt x="4543" y="3012"/>
                    <a:pt x="4949" y="2486"/>
                    <a:pt x="4949" y="1889"/>
                  </a:cubicBezTo>
                  <a:lnTo>
                    <a:pt x="4949" y="1506"/>
                  </a:lnTo>
                  <a:cubicBezTo>
                    <a:pt x="4949" y="1339"/>
                    <a:pt x="5092" y="1195"/>
                    <a:pt x="5260" y="1195"/>
                  </a:cubicBezTo>
                  <a:close/>
                  <a:moveTo>
                    <a:pt x="1076" y="0"/>
                  </a:moveTo>
                  <a:cubicBezTo>
                    <a:pt x="478" y="0"/>
                    <a:pt x="0" y="502"/>
                    <a:pt x="0" y="1100"/>
                  </a:cubicBezTo>
                  <a:lnTo>
                    <a:pt x="0" y="5451"/>
                  </a:lnTo>
                  <a:cubicBezTo>
                    <a:pt x="0" y="6049"/>
                    <a:pt x="478" y="6551"/>
                    <a:pt x="1076" y="6551"/>
                  </a:cubicBezTo>
                  <a:lnTo>
                    <a:pt x="1506" y="6551"/>
                  </a:lnTo>
                  <a:lnTo>
                    <a:pt x="2224" y="7794"/>
                  </a:lnTo>
                  <a:cubicBezTo>
                    <a:pt x="2283" y="7890"/>
                    <a:pt x="2385" y="7938"/>
                    <a:pt x="2484" y="7938"/>
                  </a:cubicBezTo>
                  <a:cubicBezTo>
                    <a:pt x="2582" y="7938"/>
                    <a:pt x="2678" y="7890"/>
                    <a:pt x="2726" y="7794"/>
                  </a:cubicBezTo>
                  <a:lnTo>
                    <a:pt x="3443" y="6551"/>
                  </a:lnTo>
                  <a:lnTo>
                    <a:pt x="6240" y="6551"/>
                  </a:lnTo>
                  <a:cubicBezTo>
                    <a:pt x="6838" y="6551"/>
                    <a:pt x="7340" y="6049"/>
                    <a:pt x="7340" y="5451"/>
                  </a:cubicBezTo>
                  <a:lnTo>
                    <a:pt x="7340" y="1100"/>
                  </a:lnTo>
                  <a:cubicBezTo>
                    <a:pt x="7340" y="502"/>
                    <a:pt x="6838" y="0"/>
                    <a:pt x="62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1" name="Google Shape;1821;p91"/>
          <p:cNvGrpSpPr/>
          <p:nvPr/>
        </p:nvGrpSpPr>
        <p:grpSpPr>
          <a:xfrm>
            <a:off x="6258636" y="1410425"/>
            <a:ext cx="276775" cy="241850"/>
            <a:chOff x="6333425" y="1372900"/>
            <a:chExt cx="276775" cy="241850"/>
          </a:xfrm>
        </p:grpSpPr>
        <p:sp>
          <p:nvSpPr>
            <p:cNvPr id="1822" name="Google Shape;1822;p91"/>
            <p:cNvSpPr/>
            <p:nvPr/>
          </p:nvSpPr>
          <p:spPr>
            <a:xfrm>
              <a:off x="6333425" y="1372900"/>
              <a:ext cx="131525" cy="241850"/>
            </a:xfrm>
            <a:custGeom>
              <a:rect b="b" l="l" r="r" t="t"/>
              <a:pathLst>
                <a:path extrusionOk="0" h="9674" w="5261">
                  <a:moveTo>
                    <a:pt x="4545" y="1"/>
                  </a:moveTo>
                  <a:cubicBezTo>
                    <a:pt x="3826" y="1"/>
                    <a:pt x="3157" y="503"/>
                    <a:pt x="3013" y="1275"/>
                  </a:cubicBezTo>
                  <a:cubicBezTo>
                    <a:pt x="2272" y="1418"/>
                    <a:pt x="1746" y="2064"/>
                    <a:pt x="1746" y="2805"/>
                  </a:cubicBezTo>
                  <a:cubicBezTo>
                    <a:pt x="1746" y="2901"/>
                    <a:pt x="1746" y="2996"/>
                    <a:pt x="1770" y="3092"/>
                  </a:cubicBezTo>
                  <a:cubicBezTo>
                    <a:pt x="1" y="3570"/>
                    <a:pt x="1" y="6081"/>
                    <a:pt x="1770" y="6559"/>
                  </a:cubicBezTo>
                  <a:cubicBezTo>
                    <a:pt x="1746" y="6654"/>
                    <a:pt x="1746" y="6750"/>
                    <a:pt x="1746" y="6846"/>
                  </a:cubicBezTo>
                  <a:cubicBezTo>
                    <a:pt x="1746" y="7611"/>
                    <a:pt x="2272" y="8256"/>
                    <a:pt x="3013" y="8400"/>
                  </a:cubicBezTo>
                  <a:cubicBezTo>
                    <a:pt x="3157" y="9172"/>
                    <a:pt x="3826" y="9674"/>
                    <a:pt x="4545" y="9674"/>
                  </a:cubicBezTo>
                  <a:cubicBezTo>
                    <a:pt x="4784" y="9674"/>
                    <a:pt x="5028" y="9619"/>
                    <a:pt x="5260" y="9499"/>
                  </a:cubicBezTo>
                  <a:lnTo>
                    <a:pt x="5260" y="7348"/>
                  </a:lnTo>
                  <a:cubicBezTo>
                    <a:pt x="3993" y="7180"/>
                    <a:pt x="3037" y="6104"/>
                    <a:pt x="3037" y="4837"/>
                  </a:cubicBezTo>
                  <a:cubicBezTo>
                    <a:pt x="3037" y="3546"/>
                    <a:pt x="3993" y="2470"/>
                    <a:pt x="5260" y="2303"/>
                  </a:cubicBezTo>
                  <a:lnTo>
                    <a:pt x="5260" y="175"/>
                  </a:lnTo>
                  <a:cubicBezTo>
                    <a:pt x="5028" y="56"/>
                    <a:pt x="4784" y="1"/>
                    <a:pt x="45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91"/>
            <p:cNvSpPr/>
            <p:nvPr/>
          </p:nvSpPr>
          <p:spPr>
            <a:xfrm>
              <a:off x="6480475" y="1372900"/>
              <a:ext cx="129725" cy="241250"/>
            </a:xfrm>
            <a:custGeom>
              <a:rect b="b" l="l" r="r" t="t"/>
              <a:pathLst>
                <a:path extrusionOk="0" h="9650" w="5189">
                  <a:moveTo>
                    <a:pt x="715" y="1"/>
                  </a:moveTo>
                  <a:cubicBezTo>
                    <a:pt x="477" y="1"/>
                    <a:pt x="232" y="56"/>
                    <a:pt x="0" y="175"/>
                  </a:cubicBezTo>
                  <a:lnTo>
                    <a:pt x="0" y="2327"/>
                  </a:lnTo>
                  <a:cubicBezTo>
                    <a:pt x="1267" y="2470"/>
                    <a:pt x="2224" y="3546"/>
                    <a:pt x="2224" y="4837"/>
                  </a:cubicBezTo>
                  <a:cubicBezTo>
                    <a:pt x="2224" y="6104"/>
                    <a:pt x="1267" y="7204"/>
                    <a:pt x="0" y="7348"/>
                  </a:cubicBezTo>
                  <a:lnTo>
                    <a:pt x="0" y="9475"/>
                  </a:lnTo>
                  <a:cubicBezTo>
                    <a:pt x="232" y="9595"/>
                    <a:pt x="477" y="9650"/>
                    <a:pt x="715" y="9650"/>
                  </a:cubicBezTo>
                  <a:cubicBezTo>
                    <a:pt x="1435" y="9650"/>
                    <a:pt x="2104" y="9148"/>
                    <a:pt x="2247" y="8376"/>
                  </a:cubicBezTo>
                  <a:cubicBezTo>
                    <a:pt x="2965" y="8232"/>
                    <a:pt x="3491" y="7587"/>
                    <a:pt x="3491" y="6846"/>
                  </a:cubicBezTo>
                  <a:cubicBezTo>
                    <a:pt x="3491" y="6750"/>
                    <a:pt x="3491" y="6630"/>
                    <a:pt x="3467" y="6535"/>
                  </a:cubicBezTo>
                  <a:cubicBezTo>
                    <a:pt x="4758" y="6176"/>
                    <a:pt x="5188" y="4574"/>
                    <a:pt x="4280" y="3594"/>
                  </a:cubicBezTo>
                  <a:lnTo>
                    <a:pt x="4280" y="3594"/>
                  </a:lnTo>
                  <a:lnTo>
                    <a:pt x="4280" y="3618"/>
                  </a:lnTo>
                  <a:cubicBezTo>
                    <a:pt x="4064" y="3379"/>
                    <a:pt x="3801" y="3188"/>
                    <a:pt x="3491" y="3092"/>
                  </a:cubicBezTo>
                  <a:cubicBezTo>
                    <a:pt x="3515" y="2996"/>
                    <a:pt x="3515" y="2901"/>
                    <a:pt x="3515" y="2805"/>
                  </a:cubicBezTo>
                  <a:cubicBezTo>
                    <a:pt x="3515" y="2064"/>
                    <a:pt x="2965" y="1418"/>
                    <a:pt x="2247" y="1275"/>
                  </a:cubicBezTo>
                  <a:cubicBezTo>
                    <a:pt x="2104" y="503"/>
                    <a:pt x="1435" y="1"/>
                    <a:pt x="7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91"/>
            <p:cNvSpPr/>
            <p:nvPr/>
          </p:nvSpPr>
          <p:spPr>
            <a:xfrm>
              <a:off x="6407725" y="1445400"/>
              <a:ext cx="91900" cy="81925"/>
            </a:xfrm>
            <a:custGeom>
              <a:rect b="b" l="l" r="r" t="t"/>
              <a:pathLst>
                <a:path extrusionOk="0" h="3277" w="3676">
                  <a:moveTo>
                    <a:pt x="2599" y="503"/>
                  </a:moveTo>
                  <a:cubicBezTo>
                    <a:pt x="2862" y="503"/>
                    <a:pt x="2982" y="838"/>
                    <a:pt x="2791" y="1029"/>
                  </a:cubicBezTo>
                  <a:cubicBezTo>
                    <a:pt x="2737" y="1090"/>
                    <a:pt x="2667" y="1117"/>
                    <a:pt x="2596" y="1117"/>
                  </a:cubicBezTo>
                  <a:cubicBezTo>
                    <a:pt x="2444" y="1117"/>
                    <a:pt x="2288" y="993"/>
                    <a:pt x="2288" y="814"/>
                  </a:cubicBezTo>
                  <a:cubicBezTo>
                    <a:pt x="2288" y="646"/>
                    <a:pt x="2432" y="503"/>
                    <a:pt x="2599" y="503"/>
                  </a:cubicBezTo>
                  <a:close/>
                  <a:moveTo>
                    <a:pt x="2570" y="1"/>
                  </a:moveTo>
                  <a:cubicBezTo>
                    <a:pt x="868" y="1"/>
                    <a:pt x="0" y="2064"/>
                    <a:pt x="1189" y="3276"/>
                  </a:cubicBezTo>
                  <a:cubicBezTo>
                    <a:pt x="1189" y="3204"/>
                    <a:pt x="1165" y="3133"/>
                    <a:pt x="1189" y="3061"/>
                  </a:cubicBezTo>
                  <a:cubicBezTo>
                    <a:pt x="1189" y="2272"/>
                    <a:pt x="1810" y="1650"/>
                    <a:pt x="2599" y="1650"/>
                  </a:cubicBezTo>
                  <a:lnTo>
                    <a:pt x="2599" y="1627"/>
                  </a:lnTo>
                  <a:cubicBezTo>
                    <a:pt x="3675" y="1627"/>
                    <a:pt x="3675" y="1"/>
                    <a:pt x="2599" y="1"/>
                  </a:cubicBezTo>
                  <a:cubicBezTo>
                    <a:pt x="2589" y="1"/>
                    <a:pt x="2580" y="1"/>
                    <a:pt x="25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91"/>
            <p:cNvSpPr/>
            <p:nvPr/>
          </p:nvSpPr>
          <p:spPr>
            <a:xfrm>
              <a:off x="6445200" y="1460350"/>
              <a:ext cx="75925" cy="81900"/>
            </a:xfrm>
            <a:custGeom>
              <a:rect b="b" l="l" r="r" t="t"/>
              <a:pathLst>
                <a:path extrusionOk="0" h="3276" w="3037">
                  <a:moveTo>
                    <a:pt x="1100" y="2152"/>
                  </a:moveTo>
                  <a:cubicBezTo>
                    <a:pt x="1483" y="2152"/>
                    <a:pt x="1483" y="2750"/>
                    <a:pt x="1100" y="2750"/>
                  </a:cubicBezTo>
                  <a:cubicBezTo>
                    <a:pt x="694" y="2750"/>
                    <a:pt x="694" y="2152"/>
                    <a:pt x="1100" y="2152"/>
                  </a:cubicBezTo>
                  <a:close/>
                  <a:moveTo>
                    <a:pt x="2487" y="0"/>
                  </a:moveTo>
                  <a:cubicBezTo>
                    <a:pt x="2511" y="72"/>
                    <a:pt x="2511" y="144"/>
                    <a:pt x="2511" y="216"/>
                  </a:cubicBezTo>
                  <a:cubicBezTo>
                    <a:pt x="2511" y="1005"/>
                    <a:pt x="1865" y="1626"/>
                    <a:pt x="1100" y="1626"/>
                  </a:cubicBezTo>
                  <a:cubicBezTo>
                    <a:pt x="0" y="1626"/>
                    <a:pt x="0" y="3276"/>
                    <a:pt x="1100" y="3276"/>
                  </a:cubicBezTo>
                  <a:cubicBezTo>
                    <a:pt x="2152" y="3252"/>
                    <a:pt x="3037" y="2391"/>
                    <a:pt x="3037" y="1339"/>
                  </a:cubicBezTo>
                  <a:cubicBezTo>
                    <a:pt x="3037" y="837"/>
                    <a:pt x="2822" y="359"/>
                    <a:pt x="24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6" name="Google Shape;1826;p91"/>
          <p:cNvGrpSpPr/>
          <p:nvPr/>
        </p:nvGrpSpPr>
        <p:grpSpPr>
          <a:xfrm>
            <a:off x="5554325" y="4118662"/>
            <a:ext cx="225375" cy="263025"/>
            <a:chOff x="5629325" y="4331100"/>
            <a:chExt cx="225375" cy="263025"/>
          </a:xfrm>
        </p:grpSpPr>
        <p:sp>
          <p:nvSpPr>
            <p:cNvPr id="1827" name="Google Shape;1827;p91"/>
            <p:cNvSpPr/>
            <p:nvPr/>
          </p:nvSpPr>
          <p:spPr>
            <a:xfrm>
              <a:off x="5739300" y="4409400"/>
              <a:ext cx="34700" cy="34700"/>
            </a:xfrm>
            <a:custGeom>
              <a:rect b="b" l="l" r="r" t="t"/>
              <a:pathLst>
                <a:path extrusionOk="0" h="1388" w="1388">
                  <a:moveTo>
                    <a:pt x="1292" y="1"/>
                  </a:moveTo>
                  <a:cubicBezTo>
                    <a:pt x="575" y="1"/>
                    <a:pt x="1" y="574"/>
                    <a:pt x="1" y="1292"/>
                  </a:cubicBezTo>
                  <a:lnTo>
                    <a:pt x="1" y="1387"/>
                  </a:lnTo>
                  <a:lnTo>
                    <a:pt x="97" y="1387"/>
                  </a:lnTo>
                  <a:cubicBezTo>
                    <a:pt x="814" y="1387"/>
                    <a:pt x="1388" y="813"/>
                    <a:pt x="1388" y="96"/>
                  </a:cubicBezTo>
                  <a:lnTo>
                    <a:pt x="138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91"/>
            <p:cNvSpPr/>
            <p:nvPr/>
          </p:nvSpPr>
          <p:spPr>
            <a:xfrm>
              <a:off x="5689700" y="4409400"/>
              <a:ext cx="34700" cy="34700"/>
            </a:xfrm>
            <a:custGeom>
              <a:rect b="b" l="l" r="r" t="t"/>
              <a:pathLst>
                <a:path extrusionOk="0" h="1388" w="1388">
                  <a:moveTo>
                    <a:pt x="1" y="1"/>
                  </a:moveTo>
                  <a:lnTo>
                    <a:pt x="1" y="96"/>
                  </a:lnTo>
                  <a:cubicBezTo>
                    <a:pt x="1" y="813"/>
                    <a:pt x="574" y="1387"/>
                    <a:pt x="1268" y="1387"/>
                  </a:cubicBezTo>
                  <a:lnTo>
                    <a:pt x="1387" y="1387"/>
                  </a:lnTo>
                  <a:lnTo>
                    <a:pt x="1387" y="1292"/>
                  </a:lnTo>
                  <a:cubicBezTo>
                    <a:pt x="1387" y="574"/>
                    <a:pt x="81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91"/>
            <p:cNvSpPr/>
            <p:nvPr/>
          </p:nvSpPr>
          <p:spPr>
            <a:xfrm>
              <a:off x="5629325" y="4331100"/>
              <a:ext cx="225375" cy="263025"/>
            </a:xfrm>
            <a:custGeom>
              <a:rect b="b" l="l" r="r" t="t"/>
              <a:pathLst>
                <a:path extrusionOk="0" h="10521" w="9015">
                  <a:moveTo>
                    <a:pt x="6074" y="2535"/>
                  </a:moveTo>
                  <a:cubicBezTo>
                    <a:pt x="6241" y="2535"/>
                    <a:pt x="6384" y="2678"/>
                    <a:pt x="6384" y="2846"/>
                  </a:cubicBezTo>
                  <a:lnTo>
                    <a:pt x="6384" y="3228"/>
                  </a:lnTo>
                  <a:cubicBezTo>
                    <a:pt x="6384" y="4280"/>
                    <a:pt x="5524" y="5117"/>
                    <a:pt x="4496" y="5117"/>
                  </a:cubicBezTo>
                  <a:lnTo>
                    <a:pt x="4400" y="5117"/>
                  </a:lnTo>
                  <a:lnTo>
                    <a:pt x="4400" y="6217"/>
                  </a:lnTo>
                  <a:cubicBezTo>
                    <a:pt x="4400" y="6408"/>
                    <a:pt x="4251" y="6504"/>
                    <a:pt x="4101" y="6504"/>
                  </a:cubicBezTo>
                  <a:cubicBezTo>
                    <a:pt x="3952" y="6504"/>
                    <a:pt x="3802" y="6408"/>
                    <a:pt x="3802" y="6217"/>
                  </a:cubicBezTo>
                  <a:lnTo>
                    <a:pt x="3802" y="5117"/>
                  </a:lnTo>
                  <a:lnTo>
                    <a:pt x="3707" y="5117"/>
                  </a:lnTo>
                  <a:cubicBezTo>
                    <a:pt x="2655" y="5117"/>
                    <a:pt x="1818" y="4280"/>
                    <a:pt x="1818" y="3228"/>
                  </a:cubicBezTo>
                  <a:lnTo>
                    <a:pt x="1818" y="2846"/>
                  </a:lnTo>
                  <a:cubicBezTo>
                    <a:pt x="1818" y="2678"/>
                    <a:pt x="1937" y="2535"/>
                    <a:pt x="2105" y="2535"/>
                  </a:cubicBezTo>
                  <a:lnTo>
                    <a:pt x="2511" y="2535"/>
                  </a:lnTo>
                  <a:cubicBezTo>
                    <a:pt x="3157" y="2535"/>
                    <a:pt x="3754" y="2870"/>
                    <a:pt x="4089" y="3420"/>
                  </a:cubicBezTo>
                  <a:cubicBezTo>
                    <a:pt x="4448" y="2870"/>
                    <a:pt x="5045" y="2535"/>
                    <a:pt x="5691" y="2535"/>
                  </a:cubicBezTo>
                  <a:close/>
                  <a:moveTo>
                    <a:pt x="4089" y="1"/>
                  </a:moveTo>
                  <a:cubicBezTo>
                    <a:pt x="1794" y="1"/>
                    <a:pt x="1" y="1961"/>
                    <a:pt x="216" y="4232"/>
                  </a:cubicBezTo>
                  <a:lnTo>
                    <a:pt x="216" y="10233"/>
                  </a:lnTo>
                  <a:cubicBezTo>
                    <a:pt x="216" y="10401"/>
                    <a:pt x="336" y="10520"/>
                    <a:pt x="503" y="10520"/>
                  </a:cubicBezTo>
                  <a:lnTo>
                    <a:pt x="4878" y="10520"/>
                  </a:lnTo>
                  <a:cubicBezTo>
                    <a:pt x="5045" y="10520"/>
                    <a:pt x="5165" y="10401"/>
                    <a:pt x="5165" y="10233"/>
                  </a:cubicBezTo>
                  <a:lnTo>
                    <a:pt x="5165" y="8990"/>
                  </a:lnTo>
                  <a:lnTo>
                    <a:pt x="6671" y="8990"/>
                  </a:lnTo>
                  <a:cubicBezTo>
                    <a:pt x="7269" y="8990"/>
                    <a:pt x="7771" y="8512"/>
                    <a:pt x="7771" y="7914"/>
                  </a:cubicBezTo>
                  <a:lnTo>
                    <a:pt x="7771" y="6719"/>
                  </a:lnTo>
                  <a:lnTo>
                    <a:pt x="8656" y="6719"/>
                  </a:lnTo>
                  <a:cubicBezTo>
                    <a:pt x="8871" y="6695"/>
                    <a:pt x="9014" y="6480"/>
                    <a:pt x="8919" y="6288"/>
                  </a:cubicBezTo>
                  <a:lnTo>
                    <a:pt x="7962" y="4352"/>
                  </a:lnTo>
                  <a:lnTo>
                    <a:pt x="7962" y="4232"/>
                  </a:lnTo>
                  <a:cubicBezTo>
                    <a:pt x="8154" y="1961"/>
                    <a:pt x="6360" y="1"/>
                    <a:pt x="408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0" name="Google Shape;1830;p91"/>
          <p:cNvGrpSpPr/>
          <p:nvPr/>
        </p:nvGrpSpPr>
        <p:grpSpPr>
          <a:xfrm>
            <a:off x="5557025" y="3443443"/>
            <a:ext cx="219975" cy="254050"/>
            <a:chOff x="5614400" y="3592950"/>
            <a:chExt cx="219975" cy="254050"/>
          </a:xfrm>
        </p:grpSpPr>
        <p:sp>
          <p:nvSpPr>
            <p:cNvPr id="1831" name="Google Shape;1831;p91"/>
            <p:cNvSpPr/>
            <p:nvPr/>
          </p:nvSpPr>
          <p:spPr>
            <a:xfrm>
              <a:off x="5695675" y="3657500"/>
              <a:ext cx="29925" cy="16150"/>
            </a:xfrm>
            <a:custGeom>
              <a:rect b="b" l="l" r="r" t="t"/>
              <a:pathLst>
                <a:path extrusionOk="0" h="646" w="1197">
                  <a:moveTo>
                    <a:pt x="1" y="0"/>
                  </a:moveTo>
                  <a:lnTo>
                    <a:pt x="598" y="646"/>
                  </a:lnTo>
                  <a:lnTo>
                    <a:pt x="119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91"/>
            <p:cNvSpPr/>
            <p:nvPr/>
          </p:nvSpPr>
          <p:spPr>
            <a:xfrm>
              <a:off x="5669375" y="3692175"/>
              <a:ext cx="34100" cy="41250"/>
            </a:xfrm>
            <a:custGeom>
              <a:rect b="b" l="l" r="r" t="t"/>
              <a:pathLst>
                <a:path extrusionOk="0" h="1650" w="1364">
                  <a:moveTo>
                    <a:pt x="1" y="0"/>
                  </a:moveTo>
                  <a:lnTo>
                    <a:pt x="1363" y="1650"/>
                  </a:lnTo>
                  <a:lnTo>
                    <a:pt x="136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91"/>
            <p:cNvSpPr/>
            <p:nvPr/>
          </p:nvSpPr>
          <p:spPr>
            <a:xfrm>
              <a:off x="5718400" y="3692175"/>
              <a:ext cx="33500" cy="41250"/>
            </a:xfrm>
            <a:custGeom>
              <a:rect b="b" l="l" r="r" t="t"/>
              <a:pathLst>
                <a:path extrusionOk="0" h="1650" w="1340">
                  <a:moveTo>
                    <a:pt x="0" y="0"/>
                  </a:moveTo>
                  <a:lnTo>
                    <a:pt x="0" y="1650"/>
                  </a:lnTo>
                  <a:lnTo>
                    <a:pt x="13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91"/>
            <p:cNvSpPr/>
            <p:nvPr/>
          </p:nvSpPr>
          <p:spPr>
            <a:xfrm>
              <a:off x="5668175" y="3661675"/>
              <a:ext cx="25725" cy="15575"/>
            </a:xfrm>
            <a:custGeom>
              <a:rect b="b" l="l" r="r" t="t"/>
              <a:pathLst>
                <a:path extrusionOk="0" h="623" w="1029">
                  <a:moveTo>
                    <a:pt x="455" y="1"/>
                  </a:moveTo>
                  <a:lnTo>
                    <a:pt x="1" y="622"/>
                  </a:lnTo>
                  <a:lnTo>
                    <a:pt x="1029" y="622"/>
                  </a:lnTo>
                  <a:lnTo>
                    <a:pt x="45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91"/>
            <p:cNvSpPr/>
            <p:nvPr/>
          </p:nvSpPr>
          <p:spPr>
            <a:xfrm>
              <a:off x="5727950" y="3661675"/>
              <a:ext cx="25725" cy="15575"/>
            </a:xfrm>
            <a:custGeom>
              <a:rect b="b" l="l" r="r" t="t"/>
              <a:pathLst>
                <a:path extrusionOk="0" h="623" w="1029">
                  <a:moveTo>
                    <a:pt x="575" y="1"/>
                  </a:moveTo>
                  <a:lnTo>
                    <a:pt x="1" y="622"/>
                  </a:lnTo>
                  <a:lnTo>
                    <a:pt x="1029" y="622"/>
                  </a:lnTo>
                  <a:lnTo>
                    <a:pt x="57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91"/>
            <p:cNvSpPr/>
            <p:nvPr/>
          </p:nvSpPr>
          <p:spPr>
            <a:xfrm>
              <a:off x="5614400" y="3592950"/>
              <a:ext cx="219975" cy="254050"/>
            </a:xfrm>
            <a:custGeom>
              <a:rect b="b" l="l" r="r" t="t"/>
              <a:pathLst>
                <a:path extrusionOk="0" h="10162" w="8799">
                  <a:moveTo>
                    <a:pt x="5164" y="1985"/>
                  </a:moveTo>
                  <a:cubicBezTo>
                    <a:pt x="5260" y="1985"/>
                    <a:pt x="5356" y="2032"/>
                    <a:pt x="5403" y="2104"/>
                  </a:cubicBezTo>
                  <a:lnTo>
                    <a:pt x="6384" y="3491"/>
                  </a:lnTo>
                  <a:cubicBezTo>
                    <a:pt x="6479" y="3610"/>
                    <a:pt x="6479" y="3754"/>
                    <a:pt x="6384" y="3849"/>
                  </a:cubicBezTo>
                  <a:lnTo>
                    <a:pt x="6360" y="3849"/>
                  </a:lnTo>
                  <a:lnTo>
                    <a:pt x="4088" y="6647"/>
                  </a:lnTo>
                  <a:cubicBezTo>
                    <a:pt x="4029" y="6718"/>
                    <a:pt x="3945" y="6754"/>
                    <a:pt x="3861" y="6754"/>
                  </a:cubicBezTo>
                  <a:cubicBezTo>
                    <a:pt x="3778" y="6754"/>
                    <a:pt x="3694" y="6718"/>
                    <a:pt x="3634" y="6647"/>
                  </a:cubicBezTo>
                  <a:lnTo>
                    <a:pt x="1339" y="3849"/>
                  </a:lnTo>
                  <a:cubicBezTo>
                    <a:pt x="1267" y="3754"/>
                    <a:pt x="1267" y="3610"/>
                    <a:pt x="1339" y="3491"/>
                  </a:cubicBezTo>
                  <a:lnTo>
                    <a:pt x="2343" y="2104"/>
                  </a:lnTo>
                  <a:cubicBezTo>
                    <a:pt x="2391" y="2032"/>
                    <a:pt x="2487" y="1985"/>
                    <a:pt x="2582" y="1985"/>
                  </a:cubicBezTo>
                  <a:close/>
                  <a:moveTo>
                    <a:pt x="3849" y="0"/>
                  </a:moveTo>
                  <a:cubicBezTo>
                    <a:pt x="1722" y="0"/>
                    <a:pt x="0" y="1722"/>
                    <a:pt x="0" y="3873"/>
                  </a:cubicBezTo>
                  <a:lnTo>
                    <a:pt x="0" y="9874"/>
                  </a:lnTo>
                  <a:cubicBezTo>
                    <a:pt x="0" y="10018"/>
                    <a:pt x="120" y="10161"/>
                    <a:pt x="287" y="10161"/>
                  </a:cubicBezTo>
                  <a:lnTo>
                    <a:pt x="4662" y="10161"/>
                  </a:lnTo>
                  <a:cubicBezTo>
                    <a:pt x="4830" y="10161"/>
                    <a:pt x="4973" y="10018"/>
                    <a:pt x="4973" y="9874"/>
                  </a:cubicBezTo>
                  <a:lnTo>
                    <a:pt x="4973" y="8631"/>
                  </a:lnTo>
                  <a:lnTo>
                    <a:pt x="6455" y="8631"/>
                  </a:lnTo>
                  <a:cubicBezTo>
                    <a:pt x="7053" y="8631"/>
                    <a:pt x="7555" y="8153"/>
                    <a:pt x="7555" y="7531"/>
                  </a:cubicBezTo>
                  <a:lnTo>
                    <a:pt x="7555" y="6336"/>
                  </a:lnTo>
                  <a:lnTo>
                    <a:pt x="8440" y="6336"/>
                  </a:lnTo>
                  <a:cubicBezTo>
                    <a:pt x="8655" y="6336"/>
                    <a:pt x="8798" y="6121"/>
                    <a:pt x="8703" y="5906"/>
                  </a:cubicBezTo>
                  <a:lnTo>
                    <a:pt x="8703" y="5906"/>
                  </a:lnTo>
                  <a:lnTo>
                    <a:pt x="8679" y="5929"/>
                  </a:lnTo>
                  <a:lnTo>
                    <a:pt x="7722" y="3993"/>
                  </a:lnTo>
                  <a:lnTo>
                    <a:pt x="7722" y="3873"/>
                  </a:lnTo>
                  <a:cubicBezTo>
                    <a:pt x="7722" y="1722"/>
                    <a:pt x="6001" y="0"/>
                    <a:pt x="38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7" name="Google Shape;1837;p91"/>
          <p:cNvGrpSpPr/>
          <p:nvPr/>
        </p:nvGrpSpPr>
        <p:grpSpPr>
          <a:xfrm>
            <a:off x="5554325" y="2759262"/>
            <a:ext cx="225375" cy="263000"/>
            <a:chOff x="5629325" y="2851800"/>
            <a:chExt cx="225375" cy="263000"/>
          </a:xfrm>
        </p:grpSpPr>
        <p:sp>
          <p:nvSpPr>
            <p:cNvPr id="1838" name="Google Shape;1838;p91"/>
            <p:cNvSpPr/>
            <p:nvPr/>
          </p:nvSpPr>
          <p:spPr>
            <a:xfrm>
              <a:off x="5695675" y="2918750"/>
              <a:ext cx="72950" cy="72925"/>
            </a:xfrm>
            <a:custGeom>
              <a:rect b="b" l="l" r="r" t="t"/>
              <a:pathLst>
                <a:path extrusionOk="0" h="2917" w="2918">
                  <a:moveTo>
                    <a:pt x="1148" y="0"/>
                  </a:moveTo>
                  <a:cubicBezTo>
                    <a:pt x="574" y="120"/>
                    <a:pt x="120" y="574"/>
                    <a:pt x="1" y="1148"/>
                  </a:cubicBezTo>
                  <a:lnTo>
                    <a:pt x="407" y="1148"/>
                  </a:lnTo>
                  <a:cubicBezTo>
                    <a:pt x="814" y="1148"/>
                    <a:pt x="814" y="1745"/>
                    <a:pt x="407" y="1745"/>
                  </a:cubicBezTo>
                  <a:lnTo>
                    <a:pt x="1" y="1745"/>
                  </a:lnTo>
                  <a:cubicBezTo>
                    <a:pt x="120" y="2343"/>
                    <a:pt x="574" y="2797"/>
                    <a:pt x="1148" y="2917"/>
                  </a:cubicBezTo>
                  <a:lnTo>
                    <a:pt x="1148" y="2486"/>
                  </a:lnTo>
                  <a:cubicBezTo>
                    <a:pt x="1148" y="2295"/>
                    <a:pt x="1298" y="2200"/>
                    <a:pt x="1447" y="2200"/>
                  </a:cubicBezTo>
                  <a:cubicBezTo>
                    <a:pt x="1597" y="2200"/>
                    <a:pt x="1746" y="2295"/>
                    <a:pt x="1746" y="2486"/>
                  </a:cubicBezTo>
                  <a:lnTo>
                    <a:pt x="1746" y="2917"/>
                  </a:lnTo>
                  <a:cubicBezTo>
                    <a:pt x="2320" y="2797"/>
                    <a:pt x="2774" y="2343"/>
                    <a:pt x="2917" y="1745"/>
                  </a:cubicBezTo>
                  <a:lnTo>
                    <a:pt x="2487" y="1745"/>
                  </a:lnTo>
                  <a:cubicBezTo>
                    <a:pt x="2081" y="1745"/>
                    <a:pt x="2081" y="1148"/>
                    <a:pt x="2487" y="1148"/>
                  </a:cubicBezTo>
                  <a:lnTo>
                    <a:pt x="2917" y="1148"/>
                  </a:lnTo>
                  <a:cubicBezTo>
                    <a:pt x="2774" y="574"/>
                    <a:pt x="2320" y="120"/>
                    <a:pt x="1746" y="0"/>
                  </a:cubicBezTo>
                  <a:lnTo>
                    <a:pt x="1746" y="406"/>
                  </a:lnTo>
                  <a:cubicBezTo>
                    <a:pt x="1746" y="610"/>
                    <a:pt x="1597" y="711"/>
                    <a:pt x="1447" y="711"/>
                  </a:cubicBezTo>
                  <a:cubicBezTo>
                    <a:pt x="1298" y="711"/>
                    <a:pt x="1148" y="610"/>
                    <a:pt x="1148" y="406"/>
                  </a:cubicBezTo>
                  <a:lnTo>
                    <a:pt x="11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91"/>
            <p:cNvSpPr/>
            <p:nvPr/>
          </p:nvSpPr>
          <p:spPr>
            <a:xfrm>
              <a:off x="5629325" y="2851800"/>
              <a:ext cx="225375" cy="263000"/>
            </a:xfrm>
            <a:custGeom>
              <a:rect b="b" l="l" r="r" t="t"/>
              <a:pathLst>
                <a:path extrusionOk="0" h="10520" w="9015">
                  <a:moveTo>
                    <a:pt x="4101" y="1602"/>
                  </a:moveTo>
                  <a:cubicBezTo>
                    <a:pt x="4251" y="1602"/>
                    <a:pt x="4400" y="1698"/>
                    <a:pt x="4400" y="1889"/>
                  </a:cubicBezTo>
                  <a:lnTo>
                    <a:pt x="4400" y="2056"/>
                  </a:lnTo>
                  <a:cubicBezTo>
                    <a:pt x="5308" y="2200"/>
                    <a:pt x="6026" y="2917"/>
                    <a:pt x="6169" y="3826"/>
                  </a:cubicBezTo>
                  <a:lnTo>
                    <a:pt x="6337" y="3826"/>
                  </a:lnTo>
                  <a:cubicBezTo>
                    <a:pt x="6719" y="3826"/>
                    <a:pt x="6719" y="4423"/>
                    <a:pt x="6337" y="4423"/>
                  </a:cubicBezTo>
                  <a:lnTo>
                    <a:pt x="6169" y="4423"/>
                  </a:lnTo>
                  <a:cubicBezTo>
                    <a:pt x="6026" y="5332"/>
                    <a:pt x="5308" y="6049"/>
                    <a:pt x="4400" y="6193"/>
                  </a:cubicBezTo>
                  <a:lnTo>
                    <a:pt x="4400" y="6360"/>
                  </a:lnTo>
                  <a:cubicBezTo>
                    <a:pt x="4400" y="6563"/>
                    <a:pt x="4251" y="6665"/>
                    <a:pt x="4101" y="6665"/>
                  </a:cubicBezTo>
                  <a:cubicBezTo>
                    <a:pt x="3952" y="6665"/>
                    <a:pt x="3802" y="6563"/>
                    <a:pt x="3802" y="6360"/>
                  </a:cubicBezTo>
                  <a:lnTo>
                    <a:pt x="3802" y="6193"/>
                  </a:lnTo>
                  <a:cubicBezTo>
                    <a:pt x="2894" y="6049"/>
                    <a:pt x="2177" y="5332"/>
                    <a:pt x="2033" y="4423"/>
                  </a:cubicBezTo>
                  <a:lnTo>
                    <a:pt x="1866" y="4423"/>
                  </a:lnTo>
                  <a:cubicBezTo>
                    <a:pt x="1459" y="4423"/>
                    <a:pt x="1459" y="3826"/>
                    <a:pt x="1866" y="3826"/>
                  </a:cubicBezTo>
                  <a:lnTo>
                    <a:pt x="2033" y="3826"/>
                  </a:lnTo>
                  <a:cubicBezTo>
                    <a:pt x="2177" y="2917"/>
                    <a:pt x="2894" y="2200"/>
                    <a:pt x="3802" y="2056"/>
                  </a:cubicBezTo>
                  <a:lnTo>
                    <a:pt x="3802" y="1889"/>
                  </a:lnTo>
                  <a:cubicBezTo>
                    <a:pt x="3802" y="1698"/>
                    <a:pt x="3952" y="1602"/>
                    <a:pt x="4101" y="1602"/>
                  </a:cubicBezTo>
                  <a:close/>
                  <a:moveTo>
                    <a:pt x="4089" y="0"/>
                  </a:moveTo>
                  <a:cubicBezTo>
                    <a:pt x="1794" y="0"/>
                    <a:pt x="1" y="1961"/>
                    <a:pt x="216" y="4232"/>
                  </a:cubicBezTo>
                  <a:lnTo>
                    <a:pt x="216" y="10233"/>
                  </a:lnTo>
                  <a:cubicBezTo>
                    <a:pt x="216" y="10400"/>
                    <a:pt x="336" y="10520"/>
                    <a:pt x="503" y="10520"/>
                  </a:cubicBezTo>
                  <a:lnTo>
                    <a:pt x="4878" y="10520"/>
                  </a:lnTo>
                  <a:cubicBezTo>
                    <a:pt x="5045" y="10520"/>
                    <a:pt x="5165" y="10400"/>
                    <a:pt x="5165" y="10233"/>
                  </a:cubicBezTo>
                  <a:lnTo>
                    <a:pt x="5165" y="8990"/>
                  </a:lnTo>
                  <a:lnTo>
                    <a:pt x="6671" y="8990"/>
                  </a:lnTo>
                  <a:cubicBezTo>
                    <a:pt x="7269" y="8990"/>
                    <a:pt x="7771" y="8512"/>
                    <a:pt x="7771" y="7914"/>
                  </a:cubicBezTo>
                  <a:lnTo>
                    <a:pt x="7771" y="6718"/>
                  </a:lnTo>
                  <a:lnTo>
                    <a:pt x="8656" y="6718"/>
                  </a:lnTo>
                  <a:cubicBezTo>
                    <a:pt x="8871" y="6695"/>
                    <a:pt x="9014" y="6479"/>
                    <a:pt x="8919" y="6288"/>
                  </a:cubicBezTo>
                  <a:lnTo>
                    <a:pt x="7962" y="4352"/>
                  </a:lnTo>
                  <a:lnTo>
                    <a:pt x="7962" y="4232"/>
                  </a:lnTo>
                  <a:cubicBezTo>
                    <a:pt x="8154" y="1961"/>
                    <a:pt x="6360" y="0"/>
                    <a:pt x="40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0" name="Google Shape;1840;p91"/>
          <p:cNvGrpSpPr/>
          <p:nvPr/>
        </p:nvGrpSpPr>
        <p:grpSpPr>
          <a:xfrm>
            <a:off x="5554325" y="2079556"/>
            <a:ext cx="225375" cy="263000"/>
            <a:chOff x="5622150" y="2110650"/>
            <a:chExt cx="225375" cy="263000"/>
          </a:xfrm>
        </p:grpSpPr>
        <p:sp>
          <p:nvSpPr>
            <p:cNvPr id="1841" name="Google Shape;1841;p91"/>
            <p:cNvSpPr/>
            <p:nvPr/>
          </p:nvSpPr>
          <p:spPr>
            <a:xfrm>
              <a:off x="5714200" y="2208675"/>
              <a:ext cx="17375" cy="14775"/>
            </a:xfrm>
            <a:custGeom>
              <a:rect b="b" l="l" r="r" t="t"/>
              <a:pathLst>
                <a:path extrusionOk="0" h="591" w="695">
                  <a:moveTo>
                    <a:pt x="407" y="0"/>
                  </a:moveTo>
                  <a:cubicBezTo>
                    <a:pt x="120" y="0"/>
                    <a:pt x="1" y="311"/>
                    <a:pt x="192" y="502"/>
                  </a:cubicBezTo>
                  <a:cubicBezTo>
                    <a:pt x="253" y="563"/>
                    <a:pt x="326" y="590"/>
                    <a:pt x="397" y="590"/>
                  </a:cubicBezTo>
                  <a:cubicBezTo>
                    <a:pt x="550" y="590"/>
                    <a:pt x="694" y="466"/>
                    <a:pt x="694" y="287"/>
                  </a:cubicBezTo>
                  <a:cubicBezTo>
                    <a:pt x="694" y="120"/>
                    <a:pt x="575" y="0"/>
                    <a:pt x="4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91"/>
            <p:cNvSpPr/>
            <p:nvPr/>
          </p:nvSpPr>
          <p:spPr>
            <a:xfrm>
              <a:off x="5678350" y="2167425"/>
              <a:ext cx="91475" cy="97450"/>
            </a:xfrm>
            <a:custGeom>
              <a:rect b="b" l="l" r="r" t="t"/>
              <a:pathLst>
                <a:path extrusionOk="0" h="3898" w="3659">
                  <a:moveTo>
                    <a:pt x="1827" y="1023"/>
                  </a:moveTo>
                  <a:cubicBezTo>
                    <a:pt x="2288" y="1023"/>
                    <a:pt x="2726" y="1387"/>
                    <a:pt x="2726" y="1937"/>
                  </a:cubicBezTo>
                  <a:cubicBezTo>
                    <a:pt x="2726" y="2415"/>
                    <a:pt x="2319" y="2822"/>
                    <a:pt x="1841" y="2822"/>
                  </a:cubicBezTo>
                  <a:cubicBezTo>
                    <a:pt x="1028" y="2822"/>
                    <a:pt x="622" y="1865"/>
                    <a:pt x="1196" y="1292"/>
                  </a:cubicBezTo>
                  <a:cubicBezTo>
                    <a:pt x="1381" y="1106"/>
                    <a:pt x="1607" y="1023"/>
                    <a:pt x="1827" y="1023"/>
                  </a:cubicBezTo>
                  <a:close/>
                  <a:moveTo>
                    <a:pt x="1530" y="1"/>
                  </a:moveTo>
                  <a:lnTo>
                    <a:pt x="1530" y="240"/>
                  </a:lnTo>
                  <a:cubicBezTo>
                    <a:pt x="1530" y="359"/>
                    <a:pt x="1459" y="479"/>
                    <a:pt x="1315" y="527"/>
                  </a:cubicBezTo>
                  <a:cubicBezTo>
                    <a:pt x="1148" y="598"/>
                    <a:pt x="981" y="670"/>
                    <a:pt x="837" y="790"/>
                  </a:cubicBezTo>
                  <a:cubicBezTo>
                    <a:pt x="781" y="846"/>
                    <a:pt x="709" y="869"/>
                    <a:pt x="639" y="869"/>
                  </a:cubicBezTo>
                  <a:cubicBezTo>
                    <a:pt x="590" y="869"/>
                    <a:pt x="542" y="857"/>
                    <a:pt x="502" y="837"/>
                  </a:cubicBezTo>
                  <a:lnTo>
                    <a:pt x="311" y="718"/>
                  </a:lnTo>
                  <a:lnTo>
                    <a:pt x="0" y="1244"/>
                  </a:lnTo>
                  <a:lnTo>
                    <a:pt x="168" y="1340"/>
                  </a:lnTo>
                  <a:cubicBezTo>
                    <a:pt x="287" y="1411"/>
                    <a:pt x="359" y="1531"/>
                    <a:pt x="335" y="1650"/>
                  </a:cubicBezTo>
                  <a:cubicBezTo>
                    <a:pt x="311" y="1746"/>
                    <a:pt x="287" y="1842"/>
                    <a:pt x="287" y="1961"/>
                  </a:cubicBezTo>
                  <a:cubicBezTo>
                    <a:pt x="287" y="2057"/>
                    <a:pt x="311" y="2152"/>
                    <a:pt x="335" y="2248"/>
                  </a:cubicBezTo>
                  <a:cubicBezTo>
                    <a:pt x="335" y="2368"/>
                    <a:pt x="287" y="2487"/>
                    <a:pt x="168" y="2559"/>
                  </a:cubicBezTo>
                  <a:lnTo>
                    <a:pt x="0" y="2654"/>
                  </a:lnTo>
                  <a:lnTo>
                    <a:pt x="311" y="3157"/>
                  </a:lnTo>
                  <a:lnTo>
                    <a:pt x="502" y="3061"/>
                  </a:lnTo>
                  <a:cubicBezTo>
                    <a:pt x="542" y="3031"/>
                    <a:pt x="591" y="3018"/>
                    <a:pt x="641" y="3018"/>
                  </a:cubicBezTo>
                  <a:cubicBezTo>
                    <a:pt x="710" y="3018"/>
                    <a:pt x="782" y="3043"/>
                    <a:pt x="837" y="3085"/>
                  </a:cubicBezTo>
                  <a:cubicBezTo>
                    <a:pt x="981" y="3204"/>
                    <a:pt x="1148" y="3300"/>
                    <a:pt x="1315" y="3348"/>
                  </a:cubicBezTo>
                  <a:cubicBezTo>
                    <a:pt x="1459" y="3396"/>
                    <a:pt x="1530" y="3515"/>
                    <a:pt x="1530" y="3659"/>
                  </a:cubicBezTo>
                  <a:lnTo>
                    <a:pt x="1530" y="3898"/>
                  </a:lnTo>
                  <a:lnTo>
                    <a:pt x="2128" y="3898"/>
                  </a:lnTo>
                  <a:lnTo>
                    <a:pt x="2128" y="3611"/>
                  </a:lnTo>
                  <a:cubicBezTo>
                    <a:pt x="2128" y="3491"/>
                    <a:pt x="2200" y="3396"/>
                    <a:pt x="2319" y="3348"/>
                  </a:cubicBezTo>
                  <a:cubicBezTo>
                    <a:pt x="2487" y="3276"/>
                    <a:pt x="2630" y="3180"/>
                    <a:pt x="2774" y="3061"/>
                  </a:cubicBezTo>
                  <a:cubicBezTo>
                    <a:pt x="2829" y="3019"/>
                    <a:pt x="2893" y="2994"/>
                    <a:pt x="2960" y="2994"/>
                  </a:cubicBezTo>
                  <a:cubicBezTo>
                    <a:pt x="3008" y="2994"/>
                    <a:pt x="3058" y="3007"/>
                    <a:pt x="3108" y="3037"/>
                  </a:cubicBezTo>
                  <a:lnTo>
                    <a:pt x="3347" y="3180"/>
                  </a:lnTo>
                  <a:lnTo>
                    <a:pt x="3658" y="2654"/>
                  </a:lnTo>
                  <a:lnTo>
                    <a:pt x="3395" y="2511"/>
                  </a:lnTo>
                  <a:cubicBezTo>
                    <a:pt x="3300" y="2463"/>
                    <a:pt x="3228" y="2344"/>
                    <a:pt x="3252" y="2224"/>
                  </a:cubicBezTo>
                  <a:cubicBezTo>
                    <a:pt x="3252" y="2128"/>
                    <a:pt x="3276" y="2057"/>
                    <a:pt x="3276" y="1961"/>
                  </a:cubicBezTo>
                  <a:cubicBezTo>
                    <a:pt x="3276" y="1889"/>
                    <a:pt x="3252" y="1794"/>
                    <a:pt x="3252" y="1722"/>
                  </a:cubicBezTo>
                  <a:cubicBezTo>
                    <a:pt x="3228" y="1602"/>
                    <a:pt x="3300" y="1483"/>
                    <a:pt x="3395" y="1411"/>
                  </a:cubicBezTo>
                  <a:lnTo>
                    <a:pt x="3395" y="1387"/>
                  </a:lnTo>
                  <a:lnTo>
                    <a:pt x="3658" y="1220"/>
                  </a:lnTo>
                  <a:lnTo>
                    <a:pt x="3347" y="718"/>
                  </a:lnTo>
                  <a:lnTo>
                    <a:pt x="3108" y="861"/>
                  </a:lnTo>
                  <a:cubicBezTo>
                    <a:pt x="3059" y="881"/>
                    <a:pt x="3009" y="893"/>
                    <a:pt x="2962" y="893"/>
                  </a:cubicBezTo>
                  <a:cubicBezTo>
                    <a:pt x="2894" y="893"/>
                    <a:pt x="2830" y="870"/>
                    <a:pt x="2774" y="814"/>
                  </a:cubicBezTo>
                  <a:cubicBezTo>
                    <a:pt x="2630" y="694"/>
                    <a:pt x="2487" y="598"/>
                    <a:pt x="2319" y="551"/>
                  </a:cubicBezTo>
                  <a:cubicBezTo>
                    <a:pt x="2200" y="503"/>
                    <a:pt x="2128" y="383"/>
                    <a:pt x="2128" y="264"/>
                  </a:cubicBezTo>
                  <a:lnTo>
                    <a:pt x="21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91"/>
            <p:cNvSpPr/>
            <p:nvPr/>
          </p:nvSpPr>
          <p:spPr>
            <a:xfrm>
              <a:off x="5622150" y="2110650"/>
              <a:ext cx="225375" cy="263000"/>
            </a:xfrm>
            <a:custGeom>
              <a:rect b="b" l="l" r="r" t="t"/>
              <a:pathLst>
                <a:path extrusionOk="0" h="10520" w="9015">
                  <a:moveTo>
                    <a:pt x="4687" y="1674"/>
                  </a:moveTo>
                  <a:cubicBezTo>
                    <a:pt x="4854" y="1674"/>
                    <a:pt x="4974" y="1817"/>
                    <a:pt x="4974" y="1985"/>
                  </a:cubicBezTo>
                  <a:lnTo>
                    <a:pt x="4974" y="2367"/>
                  </a:lnTo>
                  <a:cubicBezTo>
                    <a:pt x="5069" y="2415"/>
                    <a:pt x="5165" y="2463"/>
                    <a:pt x="5237" y="2511"/>
                  </a:cubicBezTo>
                  <a:lnTo>
                    <a:pt x="5572" y="2319"/>
                  </a:lnTo>
                  <a:cubicBezTo>
                    <a:pt x="5616" y="2297"/>
                    <a:pt x="5665" y="2287"/>
                    <a:pt x="5714" y="2287"/>
                  </a:cubicBezTo>
                  <a:cubicBezTo>
                    <a:pt x="5822" y="2287"/>
                    <a:pt x="5928" y="2340"/>
                    <a:pt x="5978" y="2439"/>
                  </a:cubicBezTo>
                  <a:lnTo>
                    <a:pt x="6576" y="3467"/>
                  </a:lnTo>
                  <a:cubicBezTo>
                    <a:pt x="6647" y="3611"/>
                    <a:pt x="6600" y="3802"/>
                    <a:pt x="6456" y="3873"/>
                  </a:cubicBezTo>
                  <a:lnTo>
                    <a:pt x="6121" y="4065"/>
                  </a:lnTo>
                  <a:lnTo>
                    <a:pt x="6121" y="4208"/>
                  </a:lnTo>
                  <a:lnTo>
                    <a:pt x="6121" y="4352"/>
                  </a:lnTo>
                  <a:lnTo>
                    <a:pt x="6456" y="4567"/>
                  </a:lnTo>
                  <a:cubicBezTo>
                    <a:pt x="6600" y="4639"/>
                    <a:pt x="6647" y="4830"/>
                    <a:pt x="6576" y="4973"/>
                  </a:cubicBezTo>
                  <a:lnTo>
                    <a:pt x="5978" y="6001"/>
                  </a:lnTo>
                  <a:cubicBezTo>
                    <a:pt x="5932" y="6094"/>
                    <a:pt x="5836" y="6147"/>
                    <a:pt x="5735" y="6147"/>
                  </a:cubicBezTo>
                  <a:cubicBezTo>
                    <a:pt x="5679" y="6147"/>
                    <a:pt x="5622" y="6131"/>
                    <a:pt x="5572" y="6097"/>
                  </a:cubicBezTo>
                  <a:lnTo>
                    <a:pt x="5237" y="5906"/>
                  </a:lnTo>
                  <a:cubicBezTo>
                    <a:pt x="5165" y="5977"/>
                    <a:pt x="5069" y="6025"/>
                    <a:pt x="4974" y="6073"/>
                  </a:cubicBezTo>
                  <a:lnTo>
                    <a:pt x="4974" y="6456"/>
                  </a:lnTo>
                  <a:cubicBezTo>
                    <a:pt x="4974" y="6623"/>
                    <a:pt x="4854" y="6742"/>
                    <a:pt x="4687" y="6742"/>
                  </a:cubicBezTo>
                  <a:lnTo>
                    <a:pt x="3492" y="6742"/>
                  </a:lnTo>
                  <a:cubicBezTo>
                    <a:pt x="3324" y="6742"/>
                    <a:pt x="3181" y="6623"/>
                    <a:pt x="3181" y="6456"/>
                  </a:cubicBezTo>
                  <a:lnTo>
                    <a:pt x="3181" y="6121"/>
                  </a:lnTo>
                  <a:cubicBezTo>
                    <a:pt x="3085" y="6073"/>
                    <a:pt x="2966" y="6001"/>
                    <a:pt x="2870" y="5953"/>
                  </a:cubicBezTo>
                  <a:lnTo>
                    <a:pt x="2583" y="6097"/>
                  </a:lnTo>
                  <a:cubicBezTo>
                    <a:pt x="2532" y="6131"/>
                    <a:pt x="2478" y="6147"/>
                    <a:pt x="2426" y="6147"/>
                  </a:cubicBezTo>
                  <a:cubicBezTo>
                    <a:pt x="2330" y="6147"/>
                    <a:pt x="2238" y="6094"/>
                    <a:pt x="2177" y="6001"/>
                  </a:cubicBezTo>
                  <a:lnTo>
                    <a:pt x="1579" y="4973"/>
                  </a:lnTo>
                  <a:cubicBezTo>
                    <a:pt x="1507" y="4830"/>
                    <a:pt x="1555" y="4639"/>
                    <a:pt x="1698" y="4567"/>
                  </a:cubicBezTo>
                  <a:lnTo>
                    <a:pt x="1961" y="4423"/>
                  </a:lnTo>
                  <a:lnTo>
                    <a:pt x="1961" y="4208"/>
                  </a:lnTo>
                  <a:lnTo>
                    <a:pt x="1961" y="4017"/>
                  </a:lnTo>
                  <a:lnTo>
                    <a:pt x="1698" y="3873"/>
                  </a:lnTo>
                  <a:cubicBezTo>
                    <a:pt x="1555" y="3802"/>
                    <a:pt x="1507" y="3611"/>
                    <a:pt x="1579" y="3467"/>
                  </a:cubicBezTo>
                  <a:lnTo>
                    <a:pt x="2177" y="2439"/>
                  </a:lnTo>
                  <a:cubicBezTo>
                    <a:pt x="2243" y="2340"/>
                    <a:pt x="2343" y="2287"/>
                    <a:pt x="2446" y="2287"/>
                  </a:cubicBezTo>
                  <a:cubicBezTo>
                    <a:pt x="2492" y="2287"/>
                    <a:pt x="2539" y="2297"/>
                    <a:pt x="2583" y="2319"/>
                  </a:cubicBezTo>
                  <a:lnTo>
                    <a:pt x="2870" y="2487"/>
                  </a:lnTo>
                  <a:cubicBezTo>
                    <a:pt x="2966" y="2415"/>
                    <a:pt x="3085" y="2367"/>
                    <a:pt x="3181" y="2319"/>
                  </a:cubicBezTo>
                  <a:lnTo>
                    <a:pt x="3181" y="1985"/>
                  </a:lnTo>
                  <a:cubicBezTo>
                    <a:pt x="3181" y="1817"/>
                    <a:pt x="3324" y="1674"/>
                    <a:pt x="3492" y="1674"/>
                  </a:cubicBezTo>
                  <a:close/>
                  <a:moveTo>
                    <a:pt x="4065" y="0"/>
                  </a:moveTo>
                  <a:cubicBezTo>
                    <a:pt x="1794" y="0"/>
                    <a:pt x="1" y="1937"/>
                    <a:pt x="192" y="4208"/>
                  </a:cubicBezTo>
                  <a:lnTo>
                    <a:pt x="192" y="10233"/>
                  </a:lnTo>
                  <a:cubicBezTo>
                    <a:pt x="192" y="10376"/>
                    <a:pt x="336" y="10520"/>
                    <a:pt x="503" y="10520"/>
                  </a:cubicBezTo>
                  <a:lnTo>
                    <a:pt x="4854" y="10520"/>
                  </a:lnTo>
                  <a:cubicBezTo>
                    <a:pt x="5022" y="10520"/>
                    <a:pt x="5165" y="10376"/>
                    <a:pt x="5165" y="10233"/>
                  </a:cubicBezTo>
                  <a:lnTo>
                    <a:pt x="5165" y="8990"/>
                  </a:lnTo>
                  <a:lnTo>
                    <a:pt x="6647" y="8990"/>
                  </a:lnTo>
                  <a:cubicBezTo>
                    <a:pt x="7269" y="8990"/>
                    <a:pt x="7747" y="8512"/>
                    <a:pt x="7747" y="7890"/>
                  </a:cubicBezTo>
                  <a:lnTo>
                    <a:pt x="7747" y="6695"/>
                  </a:lnTo>
                  <a:lnTo>
                    <a:pt x="8656" y="6695"/>
                  </a:lnTo>
                  <a:cubicBezTo>
                    <a:pt x="8871" y="6695"/>
                    <a:pt x="9014" y="6479"/>
                    <a:pt x="8919" y="6264"/>
                  </a:cubicBezTo>
                  <a:lnTo>
                    <a:pt x="7938" y="4352"/>
                  </a:lnTo>
                  <a:lnTo>
                    <a:pt x="7938" y="4208"/>
                  </a:lnTo>
                  <a:cubicBezTo>
                    <a:pt x="8130" y="1937"/>
                    <a:pt x="6337" y="0"/>
                    <a:pt x="4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4" name="Google Shape;1844;p91"/>
          <p:cNvSpPr/>
          <p:nvPr/>
        </p:nvSpPr>
        <p:spPr>
          <a:xfrm>
            <a:off x="5554338" y="1399838"/>
            <a:ext cx="225350" cy="263025"/>
          </a:xfrm>
          <a:custGeom>
            <a:rect b="b" l="l" r="r" t="t"/>
            <a:pathLst>
              <a:path extrusionOk="0" h="10521" w="9014">
                <a:moveTo>
                  <a:pt x="4100" y="1794"/>
                </a:moveTo>
                <a:cubicBezTo>
                  <a:pt x="4250" y="1794"/>
                  <a:pt x="4399" y="1890"/>
                  <a:pt x="4399" y="2081"/>
                </a:cubicBezTo>
                <a:lnTo>
                  <a:pt x="4399" y="4280"/>
                </a:lnTo>
                <a:cubicBezTo>
                  <a:pt x="4399" y="4472"/>
                  <a:pt x="4250" y="4567"/>
                  <a:pt x="4100" y="4567"/>
                </a:cubicBezTo>
                <a:cubicBezTo>
                  <a:pt x="3951" y="4567"/>
                  <a:pt x="3802" y="4472"/>
                  <a:pt x="3802" y="4280"/>
                </a:cubicBezTo>
                <a:lnTo>
                  <a:pt x="3802" y="2081"/>
                </a:lnTo>
                <a:cubicBezTo>
                  <a:pt x="3802" y="1890"/>
                  <a:pt x="3951" y="1794"/>
                  <a:pt x="4100" y="1794"/>
                </a:cubicBezTo>
                <a:close/>
                <a:moveTo>
                  <a:pt x="5277" y="2733"/>
                </a:moveTo>
                <a:cubicBezTo>
                  <a:pt x="5343" y="2733"/>
                  <a:pt x="5413" y="2760"/>
                  <a:pt x="5475" y="2822"/>
                </a:cubicBezTo>
                <a:cubicBezTo>
                  <a:pt x="6886" y="4089"/>
                  <a:pt x="5977" y="6432"/>
                  <a:pt x="4088" y="6456"/>
                </a:cubicBezTo>
                <a:cubicBezTo>
                  <a:pt x="2200" y="6432"/>
                  <a:pt x="1315" y="4089"/>
                  <a:pt x="2702" y="2822"/>
                </a:cubicBezTo>
                <a:cubicBezTo>
                  <a:pt x="2764" y="2760"/>
                  <a:pt x="2834" y="2733"/>
                  <a:pt x="2901" y="2733"/>
                </a:cubicBezTo>
                <a:cubicBezTo>
                  <a:pt x="3141" y="2733"/>
                  <a:pt x="3351" y="3071"/>
                  <a:pt x="3108" y="3276"/>
                </a:cubicBezTo>
                <a:cubicBezTo>
                  <a:pt x="2080" y="4185"/>
                  <a:pt x="2726" y="5882"/>
                  <a:pt x="4088" y="5882"/>
                </a:cubicBezTo>
                <a:cubicBezTo>
                  <a:pt x="5475" y="5882"/>
                  <a:pt x="6121" y="4185"/>
                  <a:pt x="5093" y="3276"/>
                </a:cubicBezTo>
                <a:cubicBezTo>
                  <a:pt x="4831" y="3071"/>
                  <a:pt x="5037" y="2733"/>
                  <a:pt x="5277" y="2733"/>
                </a:cubicBezTo>
                <a:close/>
                <a:moveTo>
                  <a:pt x="4088" y="1"/>
                </a:moveTo>
                <a:cubicBezTo>
                  <a:pt x="1793" y="1"/>
                  <a:pt x="0" y="1961"/>
                  <a:pt x="215" y="4209"/>
                </a:cubicBezTo>
                <a:lnTo>
                  <a:pt x="215" y="10210"/>
                </a:lnTo>
                <a:cubicBezTo>
                  <a:pt x="215" y="10377"/>
                  <a:pt x="335" y="10520"/>
                  <a:pt x="502" y="10520"/>
                </a:cubicBezTo>
                <a:lnTo>
                  <a:pt x="4877" y="10520"/>
                </a:lnTo>
                <a:cubicBezTo>
                  <a:pt x="5045" y="10520"/>
                  <a:pt x="5164" y="10377"/>
                  <a:pt x="5164" y="10210"/>
                </a:cubicBezTo>
                <a:lnTo>
                  <a:pt x="5164" y="8990"/>
                </a:lnTo>
                <a:lnTo>
                  <a:pt x="6671" y="8990"/>
                </a:lnTo>
                <a:cubicBezTo>
                  <a:pt x="7268" y="8990"/>
                  <a:pt x="7770" y="8488"/>
                  <a:pt x="7770" y="7891"/>
                </a:cubicBezTo>
                <a:lnTo>
                  <a:pt x="7770" y="6695"/>
                </a:lnTo>
                <a:lnTo>
                  <a:pt x="8655" y="6695"/>
                </a:lnTo>
                <a:cubicBezTo>
                  <a:pt x="8870" y="6695"/>
                  <a:pt x="9014" y="6456"/>
                  <a:pt x="8918" y="6265"/>
                </a:cubicBezTo>
                <a:lnTo>
                  <a:pt x="7962" y="4352"/>
                </a:lnTo>
                <a:lnTo>
                  <a:pt x="7962" y="4209"/>
                </a:lnTo>
                <a:cubicBezTo>
                  <a:pt x="8153" y="1961"/>
                  <a:pt x="6360" y="1"/>
                  <a:pt x="40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5" name="Google Shape;1845;p91"/>
          <p:cNvGrpSpPr/>
          <p:nvPr/>
        </p:nvGrpSpPr>
        <p:grpSpPr>
          <a:xfrm>
            <a:off x="4826725" y="4123149"/>
            <a:ext cx="220575" cy="254050"/>
            <a:chOff x="4885800" y="4336475"/>
            <a:chExt cx="220575" cy="254050"/>
          </a:xfrm>
        </p:grpSpPr>
        <p:sp>
          <p:nvSpPr>
            <p:cNvPr id="1846" name="Google Shape;1846;p91"/>
            <p:cNvSpPr/>
            <p:nvPr/>
          </p:nvSpPr>
          <p:spPr>
            <a:xfrm>
              <a:off x="4934200" y="4390875"/>
              <a:ext cx="97450" cy="84900"/>
            </a:xfrm>
            <a:custGeom>
              <a:rect b="b" l="l" r="r" t="t"/>
              <a:pathLst>
                <a:path extrusionOk="0" h="3396" w="3898">
                  <a:moveTo>
                    <a:pt x="1929" y="1004"/>
                  </a:moveTo>
                  <a:cubicBezTo>
                    <a:pt x="2443" y="1004"/>
                    <a:pt x="2941" y="1407"/>
                    <a:pt x="2941" y="2009"/>
                  </a:cubicBezTo>
                  <a:cubicBezTo>
                    <a:pt x="2941" y="2535"/>
                    <a:pt x="2487" y="2989"/>
                    <a:pt x="1937" y="2989"/>
                  </a:cubicBezTo>
                  <a:cubicBezTo>
                    <a:pt x="1053" y="2989"/>
                    <a:pt x="622" y="1913"/>
                    <a:pt x="1244" y="1292"/>
                  </a:cubicBezTo>
                  <a:cubicBezTo>
                    <a:pt x="1443" y="1093"/>
                    <a:pt x="1688" y="1004"/>
                    <a:pt x="1929" y="1004"/>
                  </a:cubicBezTo>
                  <a:close/>
                  <a:moveTo>
                    <a:pt x="1555" y="0"/>
                  </a:moveTo>
                  <a:cubicBezTo>
                    <a:pt x="1435" y="0"/>
                    <a:pt x="1316" y="72"/>
                    <a:pt x="1268" y="192"/>
                  </a:cubicBezTo>
                  <a:lnTo>
                    <a:pt x="1029" y="813"/>
                  </a:lnTo>
                  <a:cubicBezTo>
                    <a:pt x="981" y="909"/>
                    <a:pt x="861" y="1005"/>
                    <a:pt x="742" y="1005"/>
                  </a:cubicBezTo>
                  <a:lnTo>
                    <a:pt x="312" y="1005"/>
                  </a:lnTo>
                  <a:cubicBezTo>
                    <a:pt x="144" y="1005"/>
                    <a:pt x="1" y="1124"/>
                    <a:pt x="1" y="1292"/>
                  </a:cubicBezTo>
                  <a:lnTo>
                    <a:pt x="1" y="3085"/>
                  </a:lnTo>
                  <a:cubicBezTo>
                    <a:pt x="1" y="3252"/>
                    <a:pt x="144" y="3395"/>
                    <a:pt x="312" y="3395"/>
                  </a:cubicBezTo>
                  <a:lnTo>
                    <a:pt x="3587" y="3395"/>
                  </a:lnTo>
                  <a:cubicBezTo>
                    <a:pt x="3754" y="3395"/>
                    <a:pt x="3898" y="3252"/>
                    <a:pt x="3898" y="3085"/>
                  </a:cubicBezTo>
                  <a:lnTo>
                    <a:pt x="3898" y="1292"/>
                  </a:lnTo>
                  <a:cubicBezTo>
                    <a:pt x="3898" y="1124"/>
                    <a:pt x="3754" y="1005"/>
                    <a:pt x="3587" y="1005"/>
                  </a:cubicBezTo>
                  <a:lnTo>
                    <a:pt x="3133" y="1005"/>
                  </a:lnTo>
                  <a:cubicBezTo>
                    <a:pt x="3013" y="1005"/>
                    <a:pt x="2894" y="909"/>
                    <a:pt x="2846" y="813"/>
                  </a:cubicBezTo>
                  <a:lnTo>
                    <a:pt x="2607" y="192"/>
                  </a:lnTo>
                  <a:cubicBezTo>
                    <a:pt x="2559" y="72"/>
                    <a:pt x="2439" y="0"/>
                    <a:pt x="23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91"/>
            <p:cNvSpPr/>
            <p:nvPr/>
          </p:nvSpPr>
          <p:spPr>
            <a:xfrm>
              <a:off x="4969475" y="4430925"/>
              <a:ext cx="23325" cy="19550"/>
            </a:xfrm>
            <a:custGeom>
              <a:rect b="b" l="l" r="r" t="t"/>
              <a:pathLst>
                <a:path extrusionOk="0" h="782" w="933">
                  <a:moveTo>
                    <a:pt x="526" y="0"/>
                  </a:moveTo>
                  <a:cubicBezTo>
                    <a:pt x="168" y="0"/>
                    <a:pt x="0" y="407"/>
                    <a:pt x="239" y="670"/>
                  </a:cubicBezTo>
                  <a:cubicBezTo>
                    <a:pt x="324" y="747"/>
                    <a:pt x="426" y="781"/>
                    <a:pt x="525" y="781"/>
                  </a:cubicBezTo>
                  <a:cubicBezTo>
                    <a:pt x="735" y="781"/>
                    <a:pt x="933" y="626"/>
                    <a:pt x="933" y="383"/>
                  </a:cubicBezTo>
                  <a:cubicBezTo>
                    <a:pt x="933" y="168"/>
                    <a:pt x="741" y="0"/>
                    <a:pt x="5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91"/>
            <p:cNvSpPr/>
            <p:nvPr/>
          </p:nvSpPr>
          <p:spPr>
            <a:xfrm>
              <a:off x="4885800" y="4336475"/>
              <a:ext cx="220575" cy="254050"/>
            </a:xfrm>
            <a:custGeom>
              <a:rect b="b" l="l" r="r" t="t"/>
              <a:pathLst>
                <a:path extrusionOk="0" h="10162" w="8823">
                  <a:moveTo>
                    <a:pt x="4256" y="1579"/>
                  </a:moveTo>
                  <a:cubicBezTo>
                    <a:pt x="4614" y="1579"/>
                    <a:pt x="4949" y="1794"/>
                    <a:pt x="5069" y="2129"/>
                  </a:cubicBezTo>
                  <a:lnTo>
                    <a:pt x="5260" y="2559"/>
                  </a:lnTo>
                  <a:lnTo>
                    <a:pt x="5499" y="2559"/>
                  </a:lnTo>
                  <a:cubicBezTo>
                    <a:pt x="6001" y="2559"/>
                    <a:pt x="6384" y="2965"/>
                    <a:pt x="6384" y="3468"/>
                  </a:cubicBezTo>
                  <a:lnTo>
                    <a:pt x="6408" y="5261"/>
                  </a:lnTo>
                  <a:cubicBezTo>
                    <a:pt x="6408" y="5739"/>
                    <a:pt x="6001" y="6145"/>
                    <a:pt x="5499" y="6145"/>
                  </a:cubicBezTo>
                  <a:lnTo>
                    <a:pt x="2224" y="6145"/>
                  </a:lnTo>
                  <a:cubicBezTo>
                    <a:pt x="1722" y="6145"/>
                    <a:pt x="1315" y="5739"/>
                    <a:pt x="1315" y="5261"/>
                  </a:cubicBezTo>
                  <a:lnTo>
                    <a:pt x="1315" y="3468"/>
                  </a:lnTo>
                  <a:cubicBezTo>
                    <a:pt x="1315" y="2965"/>
                    <a:pt x="1722" y="2559"/>
                    <a:pt x="2224" y="2559"/>
                  </a:cubicBezTo>
                  <a:lnTo>
                    <a:pt x="2463" y="2559"/>
                  </a:lnTo>
                  <a:lnTo>
                    <a:pt x="2630" y="2129"/>
                  </a:lnTo>
                  <a:cubicBezTo>
                    <a:pt x="2773" y="1794"/>
                    <a:pt x="3108" y="1579"/>
                    <a:pt x="3467" y="1579"/>
                  </a:cubicBezTo>
                  <a:close/>
                  <a:moveTo>
                    <a:pt x="3873" y="1"/>
                  </a:moveTo>
                  <a:cubicBezTo>
                    <a:pt x="1745" y="1"/>
                    <a:pt x="0" y="1722"/>
                    <a:pt x="0" y="3874"/>
                  </a:cubicBezTo>
                  <a:lnTo>
                    <a:pt x="0" y="9851"/>
                  </a:lnTo>
                  <a:cubicBezTo>
                    <a:pt x="0" y="10018"/>
                    <a:pt x="144" y="10162"/>
                    <a:pt x="311" y="10162"/>
                  </a:cubicBezTo>
                  <a:lnTo>
                    <a:pt x="4662" y="10162"/>
                  </a:lnTo>
                  <a:cubicBezTo>
                    <a:pt x="4830" y="10162"/>
                    <a:pt x="4973" y="10018"/>
                    <a:pt x="4973" y="9851"/>
                  </a:cubicBezTo>
                  <a:lnTo>
                    <a:pt x="4973" y="8632"/>
                  </a:lnTo>
                  <a:lnTo>
                    <a:pt x="6455" y="8632"/>
                  </a:lnTo>
                  <a:cubicBezTo>
                    <a:pt x="7053" y="8632"/>
                    <a:pt x="7555" y="8130"/>
                    <a:pt x="7555" y="7532"/>
                  </a:cubicBezTo>
                  <a:lnTo>
                    <a:pt x="7555" y="6336"/>
                  </a:lnTo>
                  <a:lnTo>
                    <a:pt x="8440" y="6336"/>
                  </a:lnTo>
                  <a:cubicBezTo>
                    <a:pt x="8679" y="6336"/>
                    <a:pt x="8822" y="6121"/>
                    <a:pt x="8727" y="5906"/>
                  </a:cubicBezTo>
                  <a:lnTo>
                    <a:pt x="8703" y="5906"/>
                  </a:lnTo>
                  <a:lnTo>
                    <a:pt x="7746" y="3993"/>
                  </a:lnTo>
                  <a:lnTo>
                    <a:pt x="7746" y="3874"/>
                  </a:lnTo>
                  <a:cubicBezTo>
                    <a:pt x="7746" y="1722"/>
                    <a:pt x="6001" y="1"/>
                    <a:pt x="38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9" name="Google Shape;1849;p91"/>
          <p:cNvGrpSpPr/>
          <p:nvPr/>
        </p:nvGrpSpPr>
        <p:grpSpPr>
          <a:xfrm>
            <a:off x="4824338" y="3438968"/>
            <a:ext cx="225350" cy="263000"/>
            <a:chOff x="4845150" y="3606700"/>
            <a:chExt cx="225350" cy="263000"/>
          </a:xfrm>
        </p:grpSpPr>
        <p:sp>
          <p:nvSpPr>
            <p:cNvPr id="1850" name="Google Shape;1850;p91"/>
            <p:cNvSpPr/>
            <p:nvPr/>
          </p:nvSpPr>
          <p:spPr>
            <a:xfrm>
              <a:off x="4897150" y="3663475"/>
              <a:ext cx="99250" cy="102825"/>
            </a:xfrm>
            <a:custGeom>
              <a:rect b="b" l="l" r="r" t="t"/>
              <a:pathLst>
                <a:path extrusionOk="0" h="4113" w="3970">
                  <a:moveTo>
                    <a:pt x="1997" y="724"/>
                  </a:moveTo>
                  <a:cubicBezTo>
                    <a:pt x="2146" y="724"/>
                    <a:pt x="2296" y="825"/>
                    <a:pt x="2296" y="1028"/>
                  </a:cubicBezTo>
                  <a:lnTo>
                    <a:pt x="2296" y="2104"/>
                  </a:lnTo>
                  <a:cubicBezTo>
                    <a:pt x="2296" y="2308"/>
                    <a:pt x="2146" y="2409"/>
                    <a:pt x="1997" y="2409"/>
                  </a:cubicBezTo>
                  <a:cubicBezTo>
                    <a:pt x="1847" y="2409"/>
                    <a:pt x="1698" y="2308"/>
                    <a:pt x="1698" y="2104"/>
                  </a:cubicBezTo>
                  <a:lnTo>
                    <a:pt x="1698" y="1028"/>
                  </a:lnTo>
                  <a:cubicBezTo>
                    <a:pt x="1698" y="825"/>
                    <a:pt x="1847" y="724"/>
                    <a:pt x="1997" y="724"/>
                  </a:cubicBezTo>
                  <a:close/>
                  <a:moveTo>
                    <a:pt x="1999" y="2901"/>
                  </a:moveTo>
                  <a:cubicBezTo>
                    <a:pt x="2151" y="2901"/>
                    <a:pt x="2296" y="3025"/>
                    <a:pt x="2296" y="3204"/>
                  </a:cubicBezTo>
                  <a:cubicBezTo>
                    <a:pt x="2296" y="3371"/>
                    <a:pt x="2176" y="3515"/>
                    <a:pt x="2009" y="3515"/>
                  </a:cubicBezTo>
                  <a:cubicBezTo>
                    <a:pt x="1722" y="3515"/>
                    <a:pt x="1602" y="3180"/>
                    <a:pt x="1794" y="2989"/>
                  </a:cubicBezTo>
                  <a:cubicBezTo>
                    <a:pt x="1854" y="2928"/>
                    <a:pt x="1927" y="2901"/>
                    <a:pt x="1999" y="2901"/>
                  </a:cubicBezTo>
                  <a:close/>
                  <a:moveTo>
                    <a:pt x="2006" y="0"/>
                  </a:moveTo>
                  <a:cubicBezTo>
                    <a:pt x="1788" y="0"/>
                    <a:pt x="1566" y="120"/>
                    <a:pt x="1459" y="359"/>
                  </a:cubicBezTo>
                  <a:lnTo>
                    <a:pt x="192" y="3276"/>
                  </a:lnTo>
                  <a:cubicBezTo>
                    <a:pt x="0" y="3658"/>
                    <a:pt x="287" y="4089"/>
                    <a:pt x="718" y="4113"/>
                  </a:cubicBezTo>
                  <a:lnTo>
                    <a:pt x="3252" y="4113"/>
                  </a:lnTo>
                  <a:cubicBezTo>
                    <a:pt x="3682" y="4089"/>
                    <a:pt x="3969" y="3658"/>
                    <a:pt x="3802" y="3276"/>
                  </a:cubicBezTo>
                  <a:lnTo>
                    <a:pt x="2535" y="359"/>
                  </a:lnTo>
                  <a:cubicBezTo>
                    <a:pt x="2439" y="120"/>
                    <a:pt x="2224" y="0"/>
                    <a:pt x="20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91"/>
            <p:cNvSpPr/>
            <p:nvPr/>
          </p:nvSpPr>
          <p:spPr>
            <a:xfrm>
              <a:off x="4845150" y="3606700"/>
              <a:ext cx="225350" cy="263000"/>
            </a:xfrm>
            <a:custGeom>
              <a:rect b="b" l="l" r="r" t="t"/>
              <a:pathLst>
                <a:path extrusionOk="0" h="10520" w="9014">
                  <a:moveTo>
                    <a:pt x="4086" y="1674"/>
                  </a:moveTo>
                  <a:cubicBezTo>
                    <a:pt x="4525" y="1674"/>
                    <a:pt x="4961" y="1913"/>
                    <a:pt x="5165" y="2391"/>
                  </a:cubicBezTo>
                  <a:lnTo>
                    <a:pt x="6432" y="5308"/>
                  </a:lnTo>
                  <a:cubicBezTo>
                    <a:pt x="6766" y="6097"/>
                    <a:pt x="6193" y="6957"/>
                    <a:pt x="5356" y="6957"/>
                  </a:cubicBezTo>
                  <a:lnTo>
                    <a:pt x="2822" y="6957"/>
                  </a:lnTo>
                  <a:cubicBezTo>
                    <a:pt x="1961" y="6957"/>
                    <a:pt x="1387" y="6097"/>
                    <a:pt x="1722" y="5308"/>
                  </a:cubicBezTo>
                  <a:lnTo>
                    <a:pt x="2989" y="2391"/>
                  </a:lnTo>
                  <a:cubicBezTo>
                    <a:pt x="3204" y="1913"/>
                    <a:pt x="3646" y="1674"/>
                    <a:pt x="4086" y="1674"/>
                  </a:cubicBezTo>
                  <a:close/>
                  <a:moveTo>
                    <a:pt x="4065" y="0"/>
                  </a:moveTo>
                  <a:cubicBezTo>
                    <a:pt x="1794" y="0"/>
                    <a:pt x="0" y="1937"/>
                    <a:pt x="192" y="4208"/>
                  </a:cubicBezTo>
                  <a:lnTo>
                    <a:pt x="192" y="10209"/>
                  </a:lnTo>
                  <a:cubicBezTo>
                    <a:pt x="192" y="10376"/>
                    <a:pt x="335" y="10520"/>
                    <a:pt x="502" y="10520"/>
                  </a:cubicBezTo>
                  <a:lnTo>
                    <a:pt x="4854" y="10520"/>
                  </a:lnTo>
                  <a:cubicBezTo>
                    <a:pt x="5021" y="10520"/>
                    <a:pt x="5165" y="10376"/>
                    <a:pt x="5165" y="10209"/>
                  </a:cubicBezTo>
                  <a:lnTo>
                    <a:pt x="5165" y="8990"/>
                  </a:lnTo>
                  <a:lnTo>
                    <a:pt x="6647" y="8990"/>
                  </a:lnTo>
                  <a:cubicBezTo>
                    <a:pt x="7268" y="8990"/>
                    <a:pt x="7747" y="8488"/>
                    <a:pt x="7747" y="7890"/>
                  </a:cubicBezTo>
                  <a:lnTo>
                    <a:pt x="7747" y="6694"/>
                  </a:lnTo>
                  <a:lnTo>
                    <a:pt x="8655" y="6694"/>
                  </a:lnTo>
                  <a:cubicBezTo>
                    <a:pt x="8870" y="6694"/>
                    <a:pt x="9014" y="6455"/>
                    <a:pt x="8918" y="6264"/>
                  </a:cubicBezTo>
                  <a:lnTo>
                    <a:pt x="7938" y="4351"/>
                  </a:lnTo>
                  <a:lnTo>
                    <a:pt x="7938" y="4208"/>
                  </a:lnTo>
                  <a:cubicBezTo>
                    <a:pt x="8129" y="1937"/>
                    <a:pt x="6336" y="0"/>
                    <a:pt x="4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2" name="Google Shape;1852;p91"/>
          <p:cNvGrpSpPr/>
          <p:nvPr/>
        </p:nvGrpSpPr>
        <p:grpSpPr>
          <a:xfrm>
            <a:off x="4824638" y="2759250"/>
            <a:ext cx="224750" cy="263025"/>
            <a:chOff x="4832600" y="2863150"/>
            <a:chExt cx="224750" cy="263025"/>
          </a:xfrm>
        </p:grpSpPr>
        <p:sp>
          <p:nvSpPr>
            <p:cNvPr id="1853" name="Google Shape;1853;p91"/>
            <p:cNvSpPr/>
            <p:nvPr/>
          </p:nvSpPr>
          <p:spPr>
            <a:xfrm>
              <a:off x="4832600" y="2863150"/>
              <a:ext cx="224750" cy="263025"/>
            </a:xfrm>
            <a:custGeom>
              <a:rect b="b" l="l" r="r" t="t"/>
              <a:pathLst>
                <a:path extrusionOk="0" h="10521" w="8990">
                  <a:moveTo>
                    <a:pt x="4065" y="1746"/>
                  </a:moveTo>
                  <a:cubicBezTo>
                    <a:pt x="4758" y="1746"/>
                    <a:pt x="5451" y="2152"/>
                    <a:pt x="5690" y="2965"/>
                  </a:cubicBezTo>
                  <a:cubicBezTo>
                    <a:pt x="6982" y="3228"/>
                    <a:pt x="6766" y="5117"/>
                    <a:pt x="5451" y="5117"/>
                  </a:cubicBezTo>
                  <a:lnTo>
                    <a:pt x="2678" y="5117"/>
                  </a:lnTo>
                  <a:cubicBezTo>
                    <a:pt x="1363" y="5117"/>
                    <a:pt x="1172" y="3228"/>
                    <a:pt x="2439" y="2965"/>
                  </a:cubicBezTo>
                  <a:cubicBezTo>
                    <a:pt x="2678" y="2152"/>
                    <a:pt x="3371" y="1746"/>
                    <a:pt x="4065" y="1746"/>
                  </a:cubicBezTo>
                  <a:close/>
                  <a:moveTo>
                    <a:pt x="2857" y="5715"/>
                  </a:moveTo>
                  <a:cubicBezTo>
                    <a:pt x="3007" y="5715"/>
                    <a:pt x="3156" y="5810"/>
                    <a:pt x="3156" y="6001"/>
                  </a:cubicBezTo>
                  <a:lnTo>
                    <a:pt x="3156" y="6599"/>
                  </a:lnTo>
                  <a:cubicBezTo>
                    <a:pt x="3156" y="6802"/>
                    <a:pt x="3007" y="6904"/>
                    <a:pt x="2857" y="6904"/>
                  </a:cubicBezTo>
                  <a:cubicBezTo>
                    <a:pt x="2708" y="6904"/>
                    <a:pt x="2559" y="6802"/>
                    <a:pt x="2559" y="6599"/>
                  </a:cubicBezTo>
                  <a:lnTo>
                    <a:pt x="2559" y="6001"/>
                  </a:lnTo>
                  <a:cubicBezTo>
                    <a:pt x="2559" y="5810"/>
                    <a:pt x="2708" y="5715"/>
                    <a:pt x="2857" y="5715"/>
                  </a:cubicBezTo>
                  <a:close/>
                  <a:moveTo>
                    <a:pt x="4053" y="5715"/>
                  </a:moveTo>
                  <a:cubicBezTo>
                    <a:pt x="4202" y="5715"/>
                    <a:pt x="4352" y="5810"/>
                    <a:pt x="4352" y="6001"/>
                  </a:cubicBezTo>
                  <a:lnTo>
                    <a:pt x="4352" y="6599"/>
                  </a:lnTo>
                  <a:cubicBezTo>
                    <a:pt x="4352" y="6802"/>
                    <a:pt x="4202" y="6904"/>
                    <a:pt x="4053" y="6904"/>
                  </a:cubicBezTo>
                  <a:cubicBezTo>
                    <a:pt x="3903" y="6904"/>
                    <a:pt x="3754" y="6802"/>
                    <a:pt x="3754" y="6599"/>
                  </a:cubicBezTo>
                  <a:lnTo>
                    <a:pt x="3754" y="6001"/>
                  </a:lnTo>
                  <a:cubicBezTo>
                    <a:pt x="3754" y="5810"/>
                    <a:pt x="3903" y="5715"/>
                    <a:pt x="4053" y="5715"/>
                  </a:cubicBezTo>
                  <a:close/>
                  <a:moveTo>
                    <a:pt x="5248" y="5715"/>
                  </a:moveTo>
                  <a:cubicBezTo>
                    <a:pt x="5398" y="5715"/>
                    <a:pt x="5547" y="5810"/>
                    <a:pt x="5547" y="6001"/>
                  </a:cubicBezTo>
                  <a:lnTo>
                    <a:pt x="5547" y="6599"/>
                  </a:lnTo>
                  <a:cubicBezTo>
                    <a:pt x="5547" y="6802"/>
                    <a:pt x="5398" y="6904"/>
                    <a:pt x="5248" y="6904"/>
                  </a:cubicBezTo>
                  <a:cubicBezTo>
                    <a:pt x="5099" y="6904"/>
                    <a:pt x="4949" y="6802"/>
                    <a:pt x="4949" y="6599"/>
                  </a:cubicBezTo>
                  <a:lnTo>
                    <a:pt x="4949" y="6001"/>
                  </a:lnTo>
                  <a:cubicBezTo>
                    <a:pt x="4949" y="5810"/>
                    <a:pt x="5099" y="5715"/>
                    <a:pt x="5248" y="5715"/>
                  </a:cubicBezTo>
                  <a:close/>
                  <a:moveTo>
                    <a:pt x="4065" y="1"/>
                  </a:moveTo>
                  <a:cubicBezTo>
                    <a:pt x="1770" y="1"/>
                    <a:pt x="0" y="1961"/>
                    <a:pt x="192" y="4232"/>
                  </a:cubicBezTo>
                  <a:lnTo>
                    <a:pt x="192" y="10209"/>
                  </a:lnTo>
                  <a:cubicBezTo>
                    <a:pt x="192" y="10377"/>
                    <a:pt x="311" y="10520"/>
                    <a:pt x="478" y="10520"/>
                  </a:cubicBezTo>
                  <a:lnTo>
                    <a:pt x="4854" y="10520"/>
                  </a:lnTo>
                  <a:cubicBezTo>
                    <a:pt x="5021" y="10520"/>
                    <a:pt x="5164" y="10377"/>
                    <a:pt x="5164" y="10209"/>
                  </a:cubicBezTo>
                  <a:lnTo>
                    <a:pt x="5164" y="8990"/>
                  </a:lnTo>
                  <a:lnTo>
                    <a:pt x="6647" y="8990"/>
                  </a:lnTo>
                  <a:cubicBezTo>
                    <a:pt x="7244" y="8990"/>
                    <a:pt x="7747" y="8488"/>
                    <a:pt x="7747" y="7890"/>
                  </a:cubicBezTo>
                  <a:lnTo>
                    <a:pt x="7747" y="6695"/>
                  </a:lnTo>
                  <a:lnTo>
                    <a:pt x="8631" y="6695"/>
                  </a:lnTo>
                  <a:cubicBezTo>
                    <a:pt x="8846" y="6695"/>
                    <a:pt x="8990" y="6480"/>
                    <a:pt x="8894" y="6264"/>
                  </a:cubicBezTo>
                  <a:lnTo>
                    <a:pt x="7938" y="4352"/>
                  </a:lnTo>
                  <a:lnTo>
                    <a:pt x="7938" y="4232"/>
                  </a:lnTo>
                  <a:cubicBezTo>
                    <a:pt x="8129" y="1961"/>
                    <a:pt x="6336" y="1"/>
                    <a:pt x="4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91"/>
            <p:cNvSpPr/>
            <p:nvPr/>
          </p:nvSpPr>
          <p:spPr>
            <a:xfrm>
              <a:off x="4882800" y="2921725"/>
              <a:ext cx="102825" cy="54425"/>
            </a:xfrm>
            <a:custGeom>
              <a:rect b="b" l="l" r="r" t="t"/>
              <a:pathLst>
                <a:path extrusionOk="0" h="2177" w="4113">
                  <a:moveTo>
                    <a:pt x="2048" y="1"/>
                  </a:moveTo>
                  <a:cubicBezTo>
                    <a:pt x="1555" y="1"/>
                    <a:pt x="1065" y="311"/>
                    <a:pt x="981" y="933"/>
                  </a:cubicBezTo>
                  <a:cubicBezTo>
                    <a:pt x="957" y="1076"/>
                    <a:pt x="813" y="1196"/>
                    <a:pt x="670" y="1196"/>
                  </a:cubicBezTo>
                  <a:cubicBezTo>
                    <a:pt x="1" y="1196"/>
                    <a:pt x="1" y="2176"/>
                    <a:pt x="670" y="2176"/>
                  </a:cubicBezTo>
                  <a:lnTo>
                    <a:pt x="3443" y="2176"/>
                  </a:lnTo>
                  <a:cubicBezTo>
                    <a:pt x="4113" y="2176"/>
                    <a:pt x="4113" y="1196"/>
                    <a:pt x="3443" y="1196"/>
                  </a:cubicBezTo>
                  <a:lnTo>
                    <a:pt x="3419" y="1196"/>
                  </a:lnTo>
                  <a:cubicBezTo>
                    <a:pt x="3276" y="1196"/>
                    <a:pt x="3156" y="1076"/>
                    <a:pt x="3133" y="933"/>
                  </a:cubicBezTo>
                  <a:cubicBezTo>
                    <a:pt x="3037" y="311"/>
                    <a:pt x="2541" y="1"/>
                    <a:pt x="20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5" name="Google Shape;1855;p91"/>
          <p:cNvGrpSpPr/>
          <p:nvPr/>
        </p:nvGrpSpPr>
        <p:grpSpPr>
          <a:xfrm>
            <a:off x="4824325" y="2079556"/>
            <a:ext cx="225375" cy="263000"/>
            <a:chOff x="4836175" y="2125600"/>
            <a:chExt cx="225375" cy="263000"/>
          </a:xfrm>
        </p:grpSpPr>
        <p:sp>
          <p:nvSpPr>
            <p:cNvPr id="1856" name="Google Shape;1856;p91"/>
            <p:cNvSpPr/>
            <p:nvPr/>
          </p:nvSpPr>
          <p:spPr>
            <a:xfrm>
              <a:off x="4891175" y="2183575"/>
              <a:ext cx="93250" cy="64575"/>
            </a:xfrm>
            <a:custGeom>
              <a:rect b="b" l="l" r="r" t="t"/>
              <a:pathLst>
                <a:path extrusionOk="0" h="2583" w="3730">
                  <a:moveTo>
                    <a:pt x="1860" y="400"/>
                  </a:moveTo>
                  <a:cubicBezTo>
                    <a:pt x="2327" y="400"/>
                    <a:pt x="2774" y="759"/>
                    <a:pt x="2774" y="1291"/>
                  </a:cubicBezTo>
                  <a:cubicBezTo>
                    <a:pt x="2774" y="1793"/>
                    <a:pt x="2367" y="2200"/>
                    <a:pt x="1865" y="2200"/>
                  </a:cubicBezTo>
                  <a:cubicBezTo>
                    <a:pt x="1076" y="2200"/>
                    <a:pt x="670" y="1219"/>
                    <a:pt x="1220" y="670"/>
                  </a:cubicBezTo>
                  <a:cubicBezTo>
                    <a:pt x="1406" y="483"/>
                    <a:pt x="1635" y="400"/>
                    <a:pt x="1860" y="400"/>
                  </a:cubicBezTo>
                  <a:close/>
                  <a:moveTo>
                    <a:pt x="1865" y="0"/>
                  </a:moveTo>
                  <a:cubicBezTo>
                    <a:pt x="1028" y="0"/>
                    <a:pt x="263" y="933"/>
                    <a:pt x="0" y="1291"/>
                  </a:cubicBezTo>
                  <a:cubicBezTo>
                    <a:pt x="263" y="1674"/>
                    <a:pt x="1028" y="2582"/>
                    <a:pt x="1865" y="2582"/>
                  </a:cubicBezTo>
                  <a:cubicBezTo>
                    <a:pt x="2702" y="2582"/>
                    <a:pt x="3467" y="1674"/>
                    <a:pt x="3730" y="1291"/>
                  </a:cubicBezTo>
                  <a:cubicBezTo>
                    <a:pt x="3467" y="933"/>
                    <a:pt x="2702" y="0"/>
                    <a:pt x="18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91"/>
            <p:cNvSpPr/>
            <p:nvPr/>
          </p:nvSpPr>
          <p:spPr>
            <a:xfrm>
              <a:off x="4927625" y="2208675"/>
              <a:ext cx="17950" cy="14900"/>
            </a:xfrm>
            <a:custGeom>
              <a:rect b="b" l="l" r="r" t="t"/>
              <a:pathLst>
                <a:path extrusionOk="0" h="596" w="718">
                  <a:moveTo>
                    <a:pt x="407" y="0"/>
                  </a:moveTo>
                  <a:cubicBezTo>
                    <a:pt x="144" y="0"/>
                    <a:pt x="1" y="311"/>
                    <a:pt x="192" y="502"/>
                  </a:cubicBezTo>
                  <a:cubicBezTo>
                    <a:pt x="256" y="566"/>
                    <a:pt x="335" y="595"/>
                    <a:pt x="413" y="595"/>
                  </a:cubicBezTo>
                  <a:cubicBezTo>
                    <a:pt x="569" y="595"/>
                    <a:pt x="718" y="478"/>
                    <a:pt x="718" y="287"/>
                  </a:cubicBezTo>
                  <a:cubicBezTo>
                    <a:pt x="718" y="120"/>
                    <a:pt x="575" y="0"/>
                    <a:pt x="4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91"/>
            <p:cNvSpPr/>
            <p:nvPr/>
          </p:nvSpPr>
          <p:spPr>
            <a:xfrm>
              <a:off x="4961700" y="2261875"/>
              <a:ext cx="11375" cy="16450"/>
            </a:xfrm>
            <a:custGeom>
              <a:rect b="b" l="l" r="r" t="t"/>
              <a:pathLst>
                <a:path extrusionOk="0" h="658" w="455">
                  <a:moveTo>
                    <a:pt x="240" y="0"/>
                  </a:moveTo>
                  <a:lnTo>
                    <a:pt x="48" y="335"/>
                  </a:lnTo>
                  <a:cubicBezTo>
                    <a:pt x="0" y="407"/>
                    <a:pt x="0" y="478"/>
                    <a:pt x="48" y="550"/>
                  </a:cubicBezTo>
                  <a:cubicBezTo>
                    <a:pt x="84" y="622"/>
                    <a:pt x="156" y="658"/>
                    <a:pt x="231" y="658"/>
                  </a:cubicBezTo>
                  <a:cubicBezTo>
                    <a:pt x="305" y="658"/>
                    <a:pt x="383" y="622"/>
                    <a:pt x="431" y="550"/>
                  </a:cubicBezTo>
                  <a:cubicBezTo>
                    <a:pt x="455" y="478"/>
                    <a:pt x="455" y="407"/>
                    <a:pt x="431" y="335"/>
                  </a:cubicBezTo>
                  <a:lnTo>
                    <a:pt x="24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91"/>
            <p:cNvSpPr/>
            <p:nvPr/>
          </p:nvSpPr>
          <p:spPr>
            <a:xfrm>
              <a:off x="4836175" y="2125600"/>
              <a:ext cx="225375" cy="263000"/>
            </a:xfrm>
            <a:custGeom>
              <a:rect b="b" l="l" r="r" t="t"/>
              <a:pathLst>
                <a:path extrusionOk="0" h="10520" w="9015">
                  <a:moveTo>
                    <a:pt x="4065" y="1745"/>
                  </a:moveTo>
                  <a:cubicBezTo>
                    <a:pt x="5428" y="1745"/>
                    <a:pt x="6504" y="3395"/>
                    <a:pt x="6552" y="3467"/>
                  </a:cubicBezTo>
                  <a:cubicBezTo>
                    <a:pt x="6599" y="3562"/>
                    <a:pt x="6599" y="3682"/>
                    <a:pt x="6552" y="3778"/>
                  </a:cubicBezTo>
                  <a:cubicBezTo>
                    <a:pt x="6289" y="4184"/>
                    <a:pt x="5978" y="4543"/>
                    <a:pt x="5619" y="4853"/>
                  </a:cubicBezTo>
                  <a:lnTo>
                    <a:pt x="5954" y="5475"/>
                  </a:lnTo>
                  <a:cubicBezTo>
                    <a:pt x="6265" y="6025"/>
                    <a:pt x="5882" y="6694"/>
                    <a:pt x="5261" y="6694"/>
                  </a:cubicBezTo>
                  <a:cubicBezTo>
                    <a:pt x="4639" y="6694"/>
                    <a:pt x="4233" y="6025"/>
                    <a:pt x="4543" y="5475"/>
                  </a:cubicBezTo>
                  <a:lnTo>
                    <a:pt x="4567" y="5427"/>
                  </a:lnTo>
                  <a:lnTo>
                    <a:pt x="4567" y="5427"/>
                  </a:lnTo>
                  <a:cubicBezTo>
                    <a:pt x="4400" y="5475"/>
                    <a:pt x="4233" y="5499"/>
                    <a:pt x="4065" y="5499"/>
                  </a:cubicBezTo>
                  <a:cubicBezTo>
                    <a:pt x="2678" y="5499"/>
                    <a:pt x="1627" y="3849"/>
                    <a:pt x="1579" y="3778"/>
                  </a:cubicBezTo>
                  <a:cubicBezTo>
                    <a:pt x="1507" y="3682"/>
                    <a:pt x="1507" y="3562"/>
                    <a:pt x="1579" y="3467"/>
                  </a:cubicBezTo>
                  <a:cubicBezTo>
                    <a:pt x="1627" y="3395"/>
                    <a:pt x="2678" y="1745"/>
                    <a:pt x="4065" y="1745"/>
                  </a:cubicBezTo>
                  <a:close/>
                  <a:moveTo>
                    <a:pt x="4065" y="0"/>
                  </a:moveTo>
                  <a:cubicBezTo>
                    <a:pt x="1794" y="0"/>
                    <a:pt x="1" y="1937"/>
                    <a:pt x="192" y="4208"/>
                  </a:cubicBezTo>
                  <a:lnTo>
                    <a:pt x="192" y="10233"/>
                  </a:lnTo>
                  <a:cubicBezTo>
                    <a:pt x="192" y="10376"/>
                    <a:pt x="335" y="10520"/>
                    <a:pt x="503" y="10520"/>
                  </a:cubicBezTo>
                  <a:lnTo>
                    <a:pt x="4854" y="10520"/>
                  </a:lnTo>
                  <a:cubicBezTo>
                    <a:pt x="5021" y="10520"/>
                    <a:pt x="5165" y="10376"/>
                    <a:pt x="5165" y="10233"/>
                  </a:cubicBezTo>
                  <a:lnTo>
                    <a:pt x="5165" y="8990"/>
                  </a:lnTo>
                  <a:lnTo>
                    <a:pt x="6647" y="8990"/>
                  </a:lnTo>
                  <a:cubicBezTo>
                    <a:pt x="7245" y="8990"/>
                    <a:pt x="7747" y="8511"/>
                    <a:pt x="7747" y="7890"/>
                  </a:cubicBezTo>
                  <a:lnTo>
                    <a:pt x="7747" y="6694"/>
                  </a:lnTo>
                  <a:lnTo>
                    <a:pt x="8632" y="6694"/>
                  </a:lnTo>
                  <a:cubicBezTo>
                    <a:pt x="8871" y="6694"/>
                    <a:pt x="9014" y="6479"/>
                    <a:pt x="8919" y="6264"/>
                  </a:cubicBezTo>
                  <a:lnTo>
                    <a:pt x="8895" y="6264"/>
                  </a:lnTo>
                  <a:lnTo>
                    <a:pt x="7938" y="4351"/>
                  </a:lnTo>
                  <a:lnTo>
                    <a:pt x="7938" y="4208"/>
                  </a:lnTo>
                  <a:cubicBezTo>
                    <a:pt x="8130" y="1937"/>
                    <a:pt x="6336" y="0"/>
                    <a:pt x="4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0" name="Google Shape;1860;p91"/>
          <p:cNvGrpSpPr/>
          <p:nvPr/>
        </p:nvGrpSpPr>
        <p:grpSpPr>
          <a:xfrm>
            <a:off x="4822425" y="1399850"/>
            <a:ext cx="225375" cy="263000"/>
            <a:chOff x="4822425" y="1365325"/>
            <a:chExt cx="225375" cy="263000"/>
          </a:xfrm>
        </p:grpSpPr>
        <p:sp>
          <p:nvSpPr>
            <p:cNvPr id="1861" name="Google Shape;1861;p91"/>
            <p:cNvSpPr/>
            <p:nvPr/>
          </p:nvSpPr>
          <p:spPr>
            <a:xfrm>
              <a:off x="4879825" y="1426875"/>
              <a:ext cx="90275" cy="52625"/>
            </a:xfrm>
            <a:custGeom>
              <a:rect b="b" l="l" r="r" t="t"/>
              <a:pathLst>
                <a:path extrusionOk="0" h="2105" w="3611">
                  <a:moveTo>
                    <a:pt x="1793" y="1"/>
                  </a:moveTo>
                  <a:cubicBezTo>
                    <a:pt x="1674" y="144"/>
                    <a:pt x="1578" y="335"/>
                    <a:pt x="1530" y="527"/>
                  </a:cubicBezTo>
                  <a:cubicBezTo>
                    <a:pt x="1497" y="661"/>
                    <a:pt x="1369" y="736"/>
                    <a:pt x="1238" y="736"/>
                  </a:cubicBezTo>
                  <a:cubicBezTo>
                    <a:pt x="1182" y="736"/>
                    <a:pt x="1126" y="723"/>
                    <a:pt x="1076" y="694"/>
                  </a:cubicBezTo>
                  <a:cubicBezTo>
                    <a:pt x="909" y="598"/>
                    <a:pt x="717" y="551"/>
                    <a:pt x="526" y="527"/>
                  </a:cubicBezTo>
                  <a:lnTo>
                    <a:pt x="526" y="527"/>
                  </a:lnTo>
                  <a:cubicBezTo>
                    <a:pt x="550" y="718"/>
                    <a:pt x="598" y="909"/>
                    <a:pt x="693" y="1076"/>
                  </a:cubicBezTo>
                  <a:cubicBezTo>
                    <a:pt x="789" y="1268"/>
                    <a:pt x="693" y="1483"/>
                    <a:pt x="502" y="1531"/>
                  </a:cubicBezTo>
                  <a:cubicBezTo>
                    <a:pt x="311" y="1579"/>
                    <a:pt x="144" y="1674"/>
                    <a:pt x="0" y="1794"/>
                  </a:cubicBezTo>
                  <a:cubicBezTo>
                    <a:pt x="191" y="1985"/>
                    <a:pt x="430" y="2081"/>
                    <a:pt x="670" y="2105"/>
                  </a:cubicBezTo>
                  <a:cubicBezTo>
                    <a:pt x="1028" y="2057"/>
                    <a:pt x="1339" y="1889"/>
                    <a:pt x="1578" y="1626"/>
                  </a:cubicBezTo>
                  <a:cubicBezTo>
                    <a:pt x="1638" y="1555"/>
                    <a:pt x="1721" y="1519"/>
                    <a:pt x="1805" y="1519"/>
                  </a:cubicBezTo>
                  <a:cubicBezTo>
                    <a:pt x="1889" y="1519"/>
                    <a:pt x="1972" y="1555"/>
                    <a:pt x="2032" y="1626"/>
                  </a:cubicBezTo>
                  <a:cubicBezTo>
                    <a:pt x="2271" y="1889"/>
                    <a:pt x="2582" y="2057"/>
                    <a:pt x="2917" y="2105"/>
                  </a:cubicBezTo>
                  <a:cubicBezTo>
                    <a:pt x="3180" y="2081"/>
                    <a:pt x="3419" y="1985"/>
                    <a:pt x="3610" y="1794"/>
                  </a:cubicBezTo>
                  <a:cubicBezTo>
                    <a:pt x="3467" y="1674"/>
                    <a:pt x="3299" y="1579"/>
                    <a:pt x="3108" y="1531"/>
                  </a:cubicBezTo>
                  <a:lnTo>
                    <a:pt x="3084" y="1531"/>
                  </a:lnTo>
                  <a:cubicBezTo>
                    <a:pt x="2893" y="1483"/>
                    <a:pt x="2797" y="1268"/>
                    <a:pt x="2893" y="1076"/>
                  </a:cubicBezTo>
                  <a:cubicBezTo>
                    <a:pt x="2989" y="909"/>
                    <a:pt x="3060" y="718"/>
                    <a:pt x="3060" y="527"/>
                  </a:cubicBezTo>
                  <a:lnTo>
                    <a:pt x="3060" y="527"/>
                  </a:lnTo>
                  <a:cubicBezTo>
                    <a:pt x="2869" y="551"/>
                    <a:pt x="2678" y="598"/>
                    <a:pt x="2510" y="694"/>
                  </a:cubicBezTo>
                  <a:cubicBezTo>
                    <a:pt x="2460" y="730"/>
                    <a:pt x="2404" y="747"/>
                    <a:pt x="2351" y="747"/>
                  </a:cubicBezTo>
                  <a:cubicBezTo>
                    <a:pt x="2228" y="747"/>
                    <a:pt x="2113" y="660"/>
                    <a:pt x="2080" y="527"/>
                  </a:cubicBezTo>
                  <a:cubicBezTo>
                    <a:pt x="2008" y="335"/>
                    <a:pt x="1913" y="144"/>
                    <a:pt x="17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91"/>
            <p:cNvSpPr/>
            <p:nvPr/>
          </p:nvSpPr>
          <p:spPr>
            <a:xfrm>
              <a:off x="4822425" y="1365325"/>
              <a:ext cx="225375" cy="263000"/>
            </a:xfrm>
            <a:custGeom>
              <a:rect b="b" l="l" r="r" t="t"/>
              <a:pathLst>
                <a:path extrusionOk="0" h="10520" w="9015">
                  <a:moveTo>
                    <a:pt x="4089" y="1745"/>
                  </a:moveTo>
                  <a:cubicBezTo>
                    <a:pt x="4155" y="1745"/>
                    <a:pt x="4221" y="1769"/>
                    <a:pt x="4280" y="1817"/>
                  </a:cubicBezTo>
                  <a:cubicBezTo>
                    <a:pt x="4496" y="2008"/>
                    <a:pt x="4687" y="2247"/>
                    <a:pt x="4830" y="2510"/>
                  </a:cubicBezTo>
                  <a:cubicBezTo>
                    <a:pt x="5048" y="2431"/>
                    <a:pt x="5299" y="2385"/>
                    <a:pt x="5542" y="2385"/>
                  </a:cubicBezTo>
                  <a:cubicBezTo>
                    <a:pt x="5592" y="2385"/>
                    <a:pt x="5642" y="2387"/>
                    <a:pt x="5691" y="2391"/>
                  </a:cubicBezTo>
                  <a:cubicBezTo>
                    <a:pt x="5834" y="2391"/>
                    <a:pt x="5954" y="2510"/>
                    <a:pt x="5978" y="2654"/>
                  </a:cubicBezTo>
                  <a:cubicBezTo>
                    <a:pt x="5978" y="2941"/>
                    <a:pt x="5954" y="3252"/>
                    <a:pt x="5858" y="3515"/>
                  </a:cubicBezTo>
                  <a:cubicBezTo>
                    <a:pt x="6121" y="3658"/>
                    <a:pt x="6360" y="3849"/>
                    <a:pt x="6552" y="4064"/>
                  </a:cubicBezTo>
                  <a:cubicBezTo>
                    <a:pt x="6647" y="4184"/>
                    <a:pt x="6647" y="4327"/>
                    <a:pt x="6552" y="4447"/>
                  </a:cubicBezTo>
                  <a:lnTo>
                    <a:pt x="6552" y="4471"/>
                  </a:lnTo>
                  <a:cubicBezTo>
                    <a:pt x="6528" y="4495"/>
                    <a:pt x="5954" y="5164"/>
                    <a:pt x="5213" y="5164"/>
                  </a:cubicBezTo>
                  <a:cubicBezTo>
                    <a:pt x="4926" y="5164"/>
                    <a:pt x="4639" y="5069"/>
                    <a:pt x="4400" y="4925"/>
                  </a:cubicBezTo>
                  <a:lnTo>
                    <a:pt x="4400" y="6025"/>
                  </a:lnTo>
                  <a:cubicBezTo>
                    <a:pt x="4400" y="6216"/>
                    <a:pt x="4251" y="6312"/>
                    <a:pt x="4101" y="6312"/>
                  </a:cubicBezTo>
                  <a:cubicBezTo>
                    <a:pt x="3952" y="6312"/>
                    <a:pt x="3802" y="6216"/>
                    <a:pt x="3802" y="6025"/>
                  </a:cubicBezTo>
                  <a:lnTo>
                    <a:pt x="3802" y="4901"/>
                  </a:lnTo>
                  <a:cubicBezTo>
                    <a:pt x="3539" y="5069"/>
                    <a:pt x="3276" y="5164"/>
                    <a:pt x="2966" y="5164"/>
                  </a:cubicBezTo>
                  <a:cubicBezTo>
                    <a:pt x="2224" y="5164"/>
                    <a:pt x="1651" y="4495"/>
                    <a:pt x="1627" y="4471"/>
                  </a:cubicBezTo>
                  <a:cubicBezTo>
                    <a:pt x="1531" y="4351"/>
                    <a:pt x="1531" y="4184"/>
                    <a:pt x="1627" y="4088"/>
                  </a:cubicBezTo>
                  <a:cubicBezTo>
                    <a:pt x="1818" y="3849"/>
                    <a:pt x="2057" y="3658"/>
                    <a:pt x="2320" y="3538"/>
                  </a:cubicBezTo>
                  <a:cubicBezTo>
                    <a:pt x="2248" y="3252"/>
                    <a:pt x="2200" y="2965"/>
                    <a:pt x="2224" y="2678"/>
                  </a:cubicBezTo>
                  <a:cubicBezTo>
                    <a:pt x="2224" y="2534"/>
                    <a:pt x="2344" y="2415"/>
                    <a:pt x="2487" y="2415"/>
                  </a:cubicBezTo>
                  <a:cubicBezTo>
                    <a:pt x="2538" y="2411"/>
                    <a:pt x="2590" y="2409"/>
                    <a:pt x="2642" y="2409"/>
                  </a:cubicBezTo>
                  <a:cubicBezTo>
                    <a:pt x="2883" y="2409"/>
                    <a:pt x="3132" y="2451"/>
                    <a:pt x="3348" y="2510"/>
                  </a:cubicBezTo>
                  <a:cubicBezTo>
                    <a:pt x="3491" y="2247"/>
                    <a:pt x="3683" y="2008"/>
                    <a:pt x="3898" y="1817"/>
                  </a:cubicBezTo>
                  <a:cubicBezTo>
                    <a:pt x="3958" y="1769"/>
                    <a:pt x="4023" y="1745"/>
                    <a:pt x="4089" y="1745"/>
                  </a:cubicBezTo>
                  <a:close/>
                  <a:moveTo>
                    <a:pt x="4089" y="0"/>
                  </a:moveTo>
                  <a:cubicBezTo>
                    <a:pt x="1794" y="0"/>
                    <a:pt x="1" y="1937"/>
                    <a:pt x="216" y="4208"/>
                  </a:cubicBezTo>
                  <a:lnTo>
                    <a:pt x="216" y="10209"/>
                  </a:lnTo>
                  <a:cubicBezTo>
                    <a:pt x="216" y="10376"/>
                    <a:pt x="336" y="10520"/>
                    <a:pt x="503" y="10520"/>
                  </a:cubicBezTo>
                  <a:lnTo>
                    <a:pt x="4878" y="10520"/>
                  </a:lnTo>
                  <a:cubicBezTo>
                    <a:pt x="5046" y="10520"/>
                    <a:pt x="5165" y="10376"/>
                    <a:pt x="5165" y="10209"/>
                  </a:cubicBezTo>
                  <a:lnTo>
                    <a:pt x="5165" y="8990"/>
                  </a:lnTo>
                  <a:lnTo>
                    <a:pt x="6671" y="8990"/>
                  </a:lnTo>
                  <a:cubicBezTo>
                    <a:pt x="7269" y="8990"/>
                    <a:pt x="7771" y="8487"/>
                    <a:pt x="7771" y="7890"/>
                  </a:cubicBezTo>
                  <a:lnTo>
                    <a:pt x="7771" y="6694"/>
                  </a:lnTo>
                  <a:lnTo>
                    <a:pt x="8656" y="6694"/>
                  </a:lnTo>
                  <a:cubicBezTo>
                    <a:pt x="8871" y="6694"/>
                    <a:pt x="9014" y="6455"/>
                    <a:pt x="8919" y="6264"/>
                  </a:cubicBezTo>
                  <a:lnTo>
                    <a:pt x="7962" y="4351"/>
                  </a:lnTo>
                  <a:lnTo>
                    <a:pt x="7962" y="4208"/>
                  </a:lnTo>
                  <a:cubicBezTo>
                    <a:pt x="8154" y="1937"/>
                    <a:pt x="6360" y="0"/>
                    <a:pt x="40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3" name="Google Shape;1863;p91"/>
          <p:cNvSpPr/>
          <p:nvPr/>
        </p:nvSpPr>
        <p:spPr>
          <a:xfrm>
            <a:off x="4096700" y="4123162"/>
            <a:ext cx="220575" cy="254025"/>
          </a:xfrm>
          <a:custGeom>
            <a:rect b="b" l="l" r="r" t="t"/>
            <a:pathLst>
              <a:path extrusionOk="0" h="10161" w="8823">
                <a:moveTo>
                  <a:pt x="4894" y="1442"/>
                </a:moveTo>
                <a:cubicBezTo>
                  <a:pt x="5006" y="1442"/>
                  <a:pt x="5117" y="1505"/>
                  <a:pt x="5165" y="1650"/>
                </a:cubicBezTo>
                <a:lnTo>
                  <a:pt x="5428" y="2582"/>
                </a:lnTo>
                <a:cubicBezTo>
                  <a:pt x="5476" y="2749"/>
                  <a:pt x="5380" y="2917"/>
                  <a:pt x="5213" y="2941"/>
                </a:cubicBezTo>
                <a:lnTo>
                  <a:pt x="4280" y="3204"/>
                </a:lnTo>
                <a:cubicBezTo>
                  <a:pt x="4256" y="3208"/>
                  <a:pt x="4233" y="3210"/>
                  <a:pt x="4211" y="3210"/>
                </a:cubicBezTo>
                <a:cubicBezTo>
                  <a:pt x="3882" y="3210"/>
                  <a:pt x="3777" y="2742"/>
                  <a:pt x="4113" y="2630"/>
                </a:cubicBezTo>
                <a:lnTo>
                  <a:pt x="4448" y="2558"/>
                </a:lnTo>
                <a:cubicBezTo>
                  <a:pt x="4256" y="2463"/>
                  <a:pt x="4065" y="2439"/>
                  <a:pt x="3874" y="2439"/>
                </a:cubicBezTo>
                <a:cubicBezTo>
                  <a:pt x="2559" y="2439"/>
                  <a:pt x="1889" y="4040"/>
                  <a:pt x="2822" y="4997"/>
                </a:cubicBezTo>
                <a:cubicBezTo>
                  <a:pt x="3122" y="5297"/>
                  <a:pt x="3494" y="5431"/>
                  <a:pt x="3861" y="5431"/>
                </a:cubicBezTo>
                <a:cubicBezTo>
                  <a:pt x="4633" y="5431"/>
                  <a:pt x="5380" y="4836"/>
                  <a:pt x="5380" y="3945"/>
                </a:cubicBezTo>
                <a:cubicBezTo>
                  <a:pt x="5380" y="3742"/>
                  <a:pt x="5529" y="3640"/>
                  <a:pt x="5679" y="3640"/>
                </a:cubicBezTo>
                <a:cubicBezTo>
                  <a:pt x="5828" y="3640"/>
                  <a:pt x="5978" y="3742"/>
                  <a:pt x="5978" y="3945"/>
                </a:cubicBezTo>
                <a:cubicBezTo>
                  <a:pt x="5978" y="5092"/>
                  <a:pt x="5045" y="6025"/>
                  <a:pt x="3874" y="6025"/>
                </a:cubicBezTo>
                <a:lnTo>
                  <a:pt x="3874" y="6001"/>
                </a:lnTo>
                <a:cubicBezTo>
                  <a:pt x="3861" y="6001"/>
                  <a:pt x="3848" y="6001"/>
                  <a:pt x="3835" y="6001"/>
                </a:cubicBezTo>
                <a:cubicBezTo>
                  <a:pt x="2539" y="6001"/>
                  <a:pt x="1533" y="4817"/>
                  <a:pt x="1794" y="3515"/>
                </a:cubicBezTo>
                <a:cubicBezTo>
                  <a:pt x="1982" y="2501"/>
                  <a:pt x="2877" y="1826"/>
                  <a:pt x="3855" y="1826"/>
                </a:cubicBezTo>
                <a:cubicBezTo>
                  <a:pt x="4122" y="1826"/>
                  <a:pt x="4396" y="1877"/>
                  <a:pt x="4663" y="1984"/>
                </a:cubicBezTo>
                <a:lnTo>
                  <a:pt x="4591" y="1793"/>
                </a:lnTo>
                <a:cubicBezTo>
                  <a:pt x="4563" y="1579"/>
                  <a:pt x="4730" y="1442"/>
                  <a:pt x="4894" y="1442"/>
                </a:cubicBezTo>
                <a:close/>
                <a:moveTo>
                  <a:pt x="3874" y="0"/>
                </a:moveTo>
                <a:cubicBezTo>
                  <a:pt x="1746" y="0"/>
                  <a:pt x="1" y="1745"/>
                  <a:pt x="1" y="3873"/>
                </a:cubicBezTo>
                <a:lnTo>
                  <a:pt x="1" y="9874"/>
                </a:lnTo>
                <a:cubicBezTo>
                  <a:pt x="1" y="10041"/>
                  <a:pt x="144" y="10161"/>
                  <a:pt x="312" y="10161"/>
                </a:cubicBezTo>
                <a:lnTo>
                  <a:pt x="4687" y="10161"/>
                </a:lnTo>
                <a:cubicBezTo>
                  <a:pt x="4830" y="10161"/>
                  <a:pt x="4974" y="10041"/>
                  <a:pt x="4974" y="9874"/>
                </a:cubicBezTo>
                <a:lnTo>
                  <a:pt x="4974" y="8631"/>
                </a:lnTo>
                <a:lnTo>
                  <a:pt x="6480" y="8631"/>
                </a:lnTo>
                <a:cubicBezTo>
                  <a:pt x="7078" y="8631"/>
                  <a:pt x="7556" y="8153"/>
                  <a:pt x="7556" y="7555"/>
                </a:cubicBezTo>
                <a:lnTo>
                  <a:pt x="7556" y="6360"/>
                </a:lnTo>
                <a:lnTo>
                  <a:pt x="8464" y="6360"/>
                </a:lnTo>
                <a:cubicBezTo>
                  <a:pt x="8679" y="6360"/>
                  <a:pt x="8823" y="6120"/>
                  <a:pt x="8727" y="5929"/>
                </a:cubicBezTo>
                <a:lnTo>
                  <a:pt x="8703" y="5929"/>
                </a:lnTo>
                <a:lnTo>
                  <a:pt x="7747" y="4017"/>
                </a:lnTo>
                <a:lnTo>
                  <a:pt x="7747" y="3873"/>
                </a:lnTo>
                <a:cubicBezTo>
                  <a:pt x="7747" y="1745"/>
                  <a:pt x="6026" y="0"/>
                  <a:pt x="38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4" name="Google Shape;1864;p91"/>
          <p:cNvGrpSpPr/>
          <p:nvPr/>
        </p:nvGrpSpPr>
        <p:grpSpPr>
          <a:xfrm>
            <a:off x="4097000" y="3443143"/>
            <a:ext cx="219975" cy="254650"/>
            <a:chOff x="4125525" y="3628200"/>
            <a:chExt cx="219975" cy="254650"/>
          </a:xfrm>
        </p:grpSpPr>
        <p:sp>
          <p:nvSpPr>
            <p:cNvPr id="1865" name="Google Shape;1865;p91"/>
            <p:cNvSpPr/>
            <p:nvPr/>
          </p:nvSpPr>
          <p:spPr>
            <a:xfrm>
              <a:off x="4125525" y="3628200"/>
              <a:ext cx="219975" cy="254650"/>
            </a:xfrm>
            <a:custGeom>
              <a:rect b="b" l="l" r="r" t="t"/>
              <a:pathLst>
                <a:path extrusionOk="0" h="10186" w="8799">
                  <a:moveTo>
                    <a:pt x="3851" y="1344"/>
                  </a:moveTo>
                  <a:cubicBezTo>
                    <a:pt x="5156" y="1344"/>
                    <a:pt x="6407" y="2351"/>
                    <a:pt x="6407" y="3874"/>
                  </a:cubicBezTo>
                  <a:cubicBezTo>
                    <a:pt x="6407" y="5285"/>
                    <a:pt x="5284" y="6408"/>
                    <a:pt x="3873" y="6408"/>
                  </a:cubicBezTo>
                  <a:cubicBezTo>
                    <a:pt x="1626" y="6408"/>
                    <a:pt x="502" y="3683"/>
                    <a:pt x="2080" y="2081"/>
                  </a:cubicBezTo>
                  <a:cubicBezTo>
                    <a:pt x="2596" y="1572"/>
                    <a:pt x="3230" y="1344"/>
                    <a:pt x="3851" y="1344"/>
                  </a:cubicBezTo>
                  <a:close/>
                  <a:moveTo>
                    <a:pt x="3873" y="1"/>
                  </a:moveTo>
                  <a:cubicBezTo>
                    <a:pt x="1721" y="1"/>
                    <a:pt x="0" y="1746"/>
                    <a:pt x="0" y="3874"/>
                  </a:cubicBezTo>
                  <a:lnTo>
                    <a:pt x="0" y="9899"/>
                  </a:lnTo>
                  <a:cubicBezTo>
                    <a:pt x="0" y="10042"/>
                    <a:pt x="120" y="10186"/>
                    <a:pt x="287" y="10186"/>
                  </a:cubicBezTo>
                  <a:lnTo>
                    <a:pt x="4662" y="10186"/>
                  </a:lnTo>
                  <a:cubicBezTo>
                    <a:pt x="4829" y="10186"/>
                    <a:pt x="4949" y="10042"/>
                    <a:pt x="4949" y="9899"/>
                  </a:cubicBezTo>
                  <a:lnTo>
                    <a:pt x="4949" y="8656"/>
                  </a:lnTo>
                  <a:lnTo>
                    <a:pt x="6455" y="8656"/>
                  </a:lnTo>
                  <a:cubicBezTo>
                    <a:pt x="7053" y="8656"/>
                    <a:pt x="7555" y="8177"/>
                    <a:pt x="7555" y="7556"/>
                  </a:cubicBezTo>
                  <a:lnTo>
                    <a:pt x="7555" y="6360"/>
                  </a:lnTo>
                  <a:lnTo>
                    <a:pt x="8440" y="6360"/>
                  </a:lnTo>
                  <a:cubicBezTo>
                    <a:pt x="8655" y="6360"/>
                    <a:pt x="8798" y="6145"/>
                    <a:pt x="8703" y="5930"/>
                  </a:cubicBezTo>
                  <a:lnTo>
                    <a:pt x="7746" y="4017"/>
                  </a:lnTo>
                  <a:lnTo>
                    <a:pt x="7746" y="3874"/>
                  </a:lnTo>
                  <a:cubicBezTo>
                    <a:pt x="7722" y="1746"/>
                    <a:pt x="6001" y="1"/>
                    <a:pt x="38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91"/>
            <p:cNvSpPr/>
            <p:nvPr/>
          </p:nvSpPr>
          <p:spPr>
            <a:xfrm>
              <a:off x="4157800" y="3676625"/>
              <a:ext cx="112975" cy="97250"/>
            </a:xfrm>
            <a:custGeom>
              <a:rect b="b" l="l" r="r" t="t"/>
              <a:pathLst>
                <a:path extrusionOk="0" h="3890" w="4519">
                  <a:moveTo>
                    <a:pt x="1590" y="1005"/>
                  </a:moveTo>
                  <a:cubicBezTo>
                    <a:pt x="1739" y="1005"/>
                    <a:pt x="1889" y="1100"/>
                    <a:pt x="1889" y="1291"/>
                  </a:cubicBezTo>
                  <a:lnTo>
                    <a:pt x="1889" y="1698"/>
                  </a:lnTo>
                  <a:cubicBezTo>
                    <a:pt x="1889" y="1901"/>
                    <a:pt x="1739" y="2003"/>
                    <a:pt x="1590" y="2003"/>
                  </a:cubicBezTo>
                  <a:cubicBezTo>
                    <a:pt x="1441" y="2003"/>
                    <a:pt x="1291" y="1901"/>
                    <a:pt x="1291" y="1698"/>
                  </a:cubicBezTo>
                  <a:lnTo>
                    <a:pt x="1291" y="1291"/>
                  </a:lnTo>
                  <a:cubicBezTo>
                    <a:pt x="1291" y="1100"/>
                    <a:pt x="1441" y="1005"/>
                    <a:pt x="1590" y="1005"/>
                  </a:cubicBezTo>
                  <a:close/>
                  <a:moveTo>
                    <a:pt x="3598" y="1005"/>
                  </a:moveTo>
                  <a:cubicBezTo>
                    <a:pt x="3748" y="1005"/>
                    <a:pt x="3897" y="1100"/>
                    <a:pt x="3897" y="1291"/>
                  </a:cubicBezTo>
                  <a:lnTo>
                    <a:pt x="3897" y="1698"/>
                  </a:lnTo>
                  <a:cubicBezTo>
                    <a:pt x="3897" y="1901"/>
                    <a:pt x="3748" y="2003"/>
                    <a:pt x="3598" y="2003"/>
                  </a:cubicBezTo>
                  <a:cubicBezTo>
                    <a:pt x="3449" y="2003"/>
                    <a:pt x="3299" y="1901"/>
                    <a:pt x="3299" y="1698"/>
                  </a:cubicBezTo>
                  <a:lnTo>
                    <a:pt x="3299" y="1291"/>
                  </a:lnTo>
                  <a:cubicBezTo>
                    <a:pt x="3299" y="1100"/>
                    <a:pt x="3449" y="1005"/>
                    <a:pt x="3598" y="1005"/>
                  </a:cubicBezTo>
                  <a:close/>
                  <a:moveTo>
                    <a:pt x="3084" y="2487"/>
                  </a:moveTo>
                  <a:cubicBezTo>
                    <a:pt x="3162" y="2487"/>
                    <a:pt x="3240" y="2511"/>
                    <a:pt x="3299" y="2559"/>
                  </a:cubicBezTo>
                  <a:cubicBezTo>
                    <a:pt x="3395" y="2678"/>
                    <a:pt x="3395" y="2869"/>
                    <a:pt x="3299" y="2989"/>
                  </a:cubicBezTo>
                  <a:cubicBezTo>
                    <a:pt x="3096" y="3180"/>
                    <a:pt x="2839" y="3276"/>
                    <a:pt x="2585" y="3276"/>
                  </a:cubicBezTo>
                  <a:cubicBezTo>
                    <a:pt x="2331" y="3276"/>
                    <a:pt x="2080" y="3180"/>
                    <a:pt x="1889" y="2989"/>
                  </a:cubicBezTo>
                  <a:cubicBezTo>
                    <a:pt x="1769" y="2869"/>
                    <a:pt x="1769" y="2678"/>
                    <a:pt x="1889" y="2559"/>
                  </a:cubicBezTo>
                  <a:cubicBezTo>
                    <a:pt x="1937" y="2511"/>
                    <a:pt x="2008" y="2487"/>
                    <a:pt x="2083" y="2487"/>
                  </a:cubicBezTo>
                  <a:cubicBezTo>
                    <a:pt x="2158" y="2487"/>
                    <a:pt x="2235" y="2511"/>
                    <a:pt x="2295" y="2559"/>
                  </a:cubicBezTo>
                  <a:cubicBezTo>
                    <a:pt x="2379" y="2642"/>
                    <a:pt x="2481" y="2684"/>
                    <a:pt x="2582" y="2684"/>
                  </a:cubicBezTo>
                  <a:cubicBezTo>
                    <a:pt x="2684" y="2684"/>
                    <a:pt x="2785" y="2642"/>
                    <a:pt x="2869" y="2559"/>
                  </a:cubicBezTo>
                  <a:cubicBezTo>
                    <a:pt x="2929" y="2511"/>
                    <a:pt x="3006" y="2487"/>
                    <a:pt x="3084" y="2487"/>
                  </a:cubicBezTo>
                  <a:close/>
                  <a:moveTo>
                    <a:pt x="2582" y="0"/>
                  </a:moveTo>
                  <a:cubicBezTo>
                    <a:pt x="861" y="0"/>
                    <a:pt x="0" y="2104"/>
                    <a:pt x="1219" y="3324"/>
                  </a:cubicBezTo>
                  <a:cubicBezTo>
                    <a:pt x="1610" y="3715"/>
                    <a:pt x="2090" y="3889"/>
                    <a:pt x="2561" y="3889"/>
                  </a:cubicBezTo>
                  <a:cubicBezTo>
                    <a:pt x="3559" y="3889"/>
                    <a:pt x="4519" y="3106"/>
                    <a:pt x="4519" y="1937"/>
                  </a:cubicBezTo>
                  <a:cubicBezTo>
                    <a:pt x="4519" y="885"/>
                    <a:pt x="3658" y="0"/>
                    <a:pt x="25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7" name="Google Shape;1867;p91"/>
          <p:cNvGrpSpPr/>
          <p:nvPr/>
        </p:nvGrpSpPr>
        <p:grpSpPr>
          <a:xfrm>
            <a:off x="4096100" y="2762250"/>
            <a:ext cx="221775" cy="257025"/>
            <a:chOff x="4095025" y="2897225"/>
            <a:chExt cx="221775" cy="257025"/>
          </a:xfrm>
        </p:grpSpPr>
        <p:sp>
          <p:nvSpPr>
            <p:cNvPr id="1868" name="Google Shape;1868;p91"/>
            <p:cNvSpPr/>
            <p:nvPr/>
          </p:nvSpPr>
          <p:spPr>
            <a:xfrm>
              <a:off x="4128500" y="2948625"/>
              <a:ext cx="113600" cy="96800"/>
            </a:xfrm>
            <a:custGeom>
              <a:rect b="b" l="l" r="r" t="t"/>
              <a:pathLst>
                <a:path extrusionOk="0" h="3872" w="4544">
                  <a:moveTo>
                    <a:pt x="2595" y="628"/>
                  </a:moveTo>
                  <a:cubicBezTo>
                    <a:pt x="2744" y="628"/>
                    <a:pt x="2893" y="730"/>
                    <a:pt x="2893" y="933"/>
                  </a:cubicBezTo>
                  <a:lnTo>
                    <a:pt x="2893" y="1626"/>
                  </a:lnTo>
                  <a:lnTo>
                    <a:pt x="3587" y="1626"/>
                  </a:lnTo>
                  <a:cubicBezTo>
                    <a:pt x="3993" y="1626"/>
                    <a:pt x="3993" y="2224"/>
                    <a:pt x="3587" y="2224"/>
                  </a:cubicBezTo>
                  <a:lnTo>
                    <a:pt x="2893" y="2224"/>
                  </a:lnTo>
                  <a:lnTo>
                    <a:pt x="2893" y="2917"/>
                  </a:lnTo>
                  <a:cubicBezTo>
                    <a:pt x="2893" y="3120"/>
                    <a:pt x="2744" y="3222"/>
                    <a:pt x="2595" y="3222"/>
                  </a:cubicBezTo>
                  <a:cubicBezTo>
                    <a:pt x="2445" y="3222"/>
                    <a:pt x="2296" y="3120"/>
                    <a:pt x="2296" y="2917"/>
                  </a:cubicBezTo>
                  <a:lnTo>
                    <a:pt x="2296" y="2224"/>
                  </a:lnTo>
                  <a:lnTo>
                    <a:pt x="1602" y="2224"/>
                  </a:lnTo>
                  <a:cubicBezTo>
                    <a:pt x="1196" y="2224"/>
                    <a:pt x="1196" y="1626"/>
                    <a:pt x="1602" y="1626"/>
                  </a:cubicBezTo>
                  <a:lnTo>
                    <a:pt x="2296" y="1626"/>
                  </a:lnTo>
                  <a:lnTo>
                    <a:pt x="2296" y="933"/>
                  </a:lnTo>
                  <a:cubicBezTo>
                    <a:pt x="2296" y="730"/>
                    <a:pt x="2445" y="628"/>
                    <a:pt x="2595" y="628"/>
                  </a:cubicBezTo>
                  <a:close/>
                  <a:moveTo>
                    <a:pt x="2607" y="0"/>
                  </a:moveTo>
                  <a:cubicBezTo>
                    <a:pt x="861" y="0"/>
                    <a:pt x="1" y="2080"/>
                    <a:pt x="1220" y="3300"/>
                  </a:cubicBezTo>
                  <a:cubicBezTo>
                    <a:pt x="1615" y="3695"/>
                    <a:pt x="2102" y="3871"/>
                    <a:pt x="2581" y="3871"/>
                  </a:cubicBezTo>
                  <a:cubicBezTo>
                    <a:pt x="3581" y="3871"/>
                    <a:pt x="4543" y="3101"/>
                    <a:pt x="4543" y="1937"/>
                  </a:cubicBezTo>
                  <a:cubicBezTo>
                    <a:pt x="4543" y="861"/>
                    <a:pt x="3658" y="0"/>
                    <a:pt x="26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91"/>
            <p:cNvSpPr/>
            <p:nvPr/>
          </p:nvSpPr>
          <p:spPr>
            <a:xfrm>
              <a:off x="4095025" y="2897225"/>
              <a:ext cx="221775" cy="257025"/>
            </a:xfrm>
            <a:custGeom>
              <a:rect b="b" l="l" r="r" t="t"/>
              <a:pathLst>
                <a:path extrusionOk="0" h="10281" w="8871">
                  <a:moveTo>
                    <a:pt x="3924" y="1448"/>
                  </a:moveTo>
                  <a:cubicBezTo>
                    <a:pt x="5225" y="1448"/>
                    <a:pt x="6480" y="2458"/>
                    <a:pt x="6480" y="3993"/>
                  </a:cubicBezTo>
                  <a:cubicBezTo>
                    <a:pt x="6456" y="5380"/>
                    <a:pt x="5332" y="6503"/>
                    <a:pt x="3946" y="6503"/>
                  </a:cubicBezTo>
                  <a:cubicBezTo>
                    <a:pt x="1674" y="6503"/>
                    <a:pt x="551" y="3778"/>
                    <a:pt x="2152" y="2200"/>
                  </a:cubicBezTo>
                  <a:cubicBezTo>
                    <a:pt x="2664" y="1680"/>
                    <a:pt x="3299" y="1448"/>
                    <a:pt x="3924" y="1448"/>
                  </a:cubicBezTo>
                  <a:close/>
                  <a:moveTo>
                    <a:pt x="3946" y="0"/>
                  </a:moveTo>
                  <a:cubicBezTo>
                    <a:pt x="1770" y="0"/>
                    <a:pt x="1" y="1793"/>
                    <a:pt x="72" y="3969"/>
                  </a:cubicBezTo>
                  <a:lnTo>
                    <a:pt x="72" y="9970"/>
                  </a:lnTo>
                  <a:cubicBezTo>
                    <a:pt x="72" y="10137"/>
                    <a:pt x="192" y="10281"/>
                    <a:pt x="359" y="10281"/>
                  </a:cubicBezTo>
                  <a:lnTo>
                    <a:pt x="4735" y="10281"/>
                  </a:lnTo>
                  <a:cubicBezTo>
                    <a:pt x="4902" y="10281"/>
                    <a:pt x="5045" y="10137"/>
                    <a:pt x="5045" y="9970"/>
                  </a:cubicBezTo>
                  <a:lnTo>
                    <a:pt x="5045" y="8751"/>
                  </a:lnTo>
                  <a:lnTo>
                    <a:pt x="6528" y="8751"/>
                  </a:lnTo>
                  <a:cubicBezTo>
                    <a:pt x="7125" y="8751"/>
                    <a:pt x="7627" y="8249"/>
                    <a:pt x="7627" y="7651"/>
                  </a:cubicBezTo>
                  <a:lnTo>
                    <a:pt x="7627" y="6456"/>
                  </a:lnTo>
                  <a:lnTo>
                    <a:pt x="8512" y="6456"/>
                  </a:lnTo>
                  <a:cubicBezTo>
                    <a:pt x="8727" y="6456"/>
                    <a:pt x="8871" y="6216"/>
                    <a:pt x="8775" y="6025"/>
                  </a:cubicBezTo>
                  <a:lnTo>
                    <a:pt x="7819" y="4113"/>
                  </a:lnTo>
                  <a:lnTo>
                    <a:pt x="7819" y="3969"/>
                  </a:lnTo>
                  <a:cubicBezTo>
                    <a:pt x="7866" y="1793"/>
                    <a:pt x="6121" y="0"/>
                    <a:pt x="394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0" name="Google Shape;1870;p91"/>
          <p:cNvSpPr/>
          <p:nvPr/>
        </p:nvSpPr>
        <p:spPr>
          <a:xfrm>
            <a:off x="4101438" y="2084031"/>
            <a:ext cx="220575" cy="254050"/>
          </a:xfrm>
          <a:custGeom>
            <a:rect b="b" l="l" r="r" t="t"/>
            <a:pathLst>
              <a:path extrusionOk="0" h="10162" w="8823">
                <a:moveTo>
                  <a:pt x="5977" y="2392"/>
                </a:moveTo>
                <a:cubicBezTo>
                  <a:pt x="6360" y="2392"/>
                  <a:pt x="6360" y="2989"/>
                  <a:pt x="5977" y="2989"/>
                </a:cubicBezTo>
                <a:lnTo>
                  <a:pt x="5762" y="2989"/>
                </a:lnTo>
                <a:lnTo>
                  <a:pt x="5762" y="3085"/>
                </a:lnTo>
                <a:cubicBezTo>
                  <a:pt x="5762" y="4017"/>
                  <a:pt x="5093" y="4806"/>
                  <a:pt x="4184" y="4950"/>
                </a:cubicBezTo>
                <a:lnTo>
                  <a:pt x="4184" y="5787"/>
                </a:lnTo>
                <a:lnTo>
                  <a:pt x="4376" y="5787"/>
                </a:lnTo>
                <a:cubicBezTo>
                  <a:pt x="4782" y="5787"/>
                  <a:pt x="4782" y="6384"/>
                  <a:pt x="4376" y="6384"/>
                </a:cubicBezTo>
                <a:lnTo>
                  <a:pt x="3395" y="6384"/>
                </a:lnTo>
                <a:cubicBezTo>
                  <a:pt x="2989" y="6384"/>
                  <a:pt x="2989" y="5787"/>
                  <a:pt x="3395" y="5787"/>
                </a:cubicBezTo>
                <a:lnTo>
                  <a:pt x="3587" y="5787"/>
                </a:lnTo>
                <a:lnTo>
                  <a:pt x="3587" y="4950"/>
                </a:lnTo>
                <a:cubicBezTo>
                  <a:pt x="2654" y="4806"/>
                  <a:pt x="1985" y="4017"/>
                  <a:pt x="1985" y="3085"/>
                </a:cubicBezTo>
                <a:lnTo>
                  <a:pt x="1985" y="2989"/>
                </a:lnTo>
                <a:lnTo>
                  <a:pt x="1793" y="2989"/>
                </a:lnTo>
                <a:cubicBezTo>
                  <a:pt x="1387" y="2989"/>
                  <a:pt x="1387" y="2392"/>
                  <a:pt x="1793" y="2392"/>
                </a:cubicBezTo>
                <a:lnTo>
                  <a:pt x="2296" y="2392"/>
                </a:lnTo>
                <a:cubicBezTo>
                  <a:pt x="2439" y="2392"/>
                  <a:pt x="2582" y="2511"/>
                  <a:pt x="2582" y="2678"/>
                </a:cubicBezTo>
                <a:lnTo>
                  <a:pt x="2582" y="3085"/>
                </a:lnTo>
                <a:cubicBezTo>
                  <a:pt x="2582" y="3683"/>
                  <a:pt x="2989" y="4209"/>
                  <a:pt x="3587" y="4352"/>
                </a:cubicBezTo>
                <a:lnTo>
                  <a:pt x="3587" y="2989"/>
                </a:lnTo>
                <a:lnTo>
                  <a:pt x="3371" y="2989"/>
                </a:lnTo>
                <a:cubicBezTo>
                  <a:pt x="2989" y="2989"/>
                  <a:pt x="2989" y="2392"/>
                  <a:pt x="3371" y="2392"/>
                </a:cubicBezTo>
                <a:lnTo>
                  <a:pt x="4376" y="2392"/>
                </a:lnTo>
                <a:cubicBezTo>
                  <a:pt x="4782" y="2392"/>
                  <a:pt x="4782" y="2989"/>
                  <a:pt x="4376" y="2989"/>
                </a:cubicBezTo>
                <a:lnTo>
                  <a:pt x="4184" y="2989"/>
                </a:lnTo>
                <a:lnTo>
                  <a:pt x="4184" y="4352"/>
                </a:lnTo>
                <a:cubicBezTo>
                  <a:pt x="4758" y="4209"/>
                  <a:pt x="5164" y="3683"/>
                  <a:pt x="5164" y="3085"/>
                </a:cubicBezTo>
                <a:lnTo>
                  <a:pt x="5164" y="2678"/>
                </a:lnTo>
                <a:cubicBezTo>
                  <a:pt x="5164" y="2511"/>
                  <a:pt x="5308" y="2392"/>
                  <a:pt x="5475" y="2392"/>
                </a:cubicBezTo>
                <a:close/>
                <a:moveTo>
                  <a:pt x="3873" y="1"/>
                </a:moveTo>
                <a:cubicBezTo>
                  <a:pt x="1746" y="1"/>
                  <a:pt x="0" y="1746"/>
                  <a:pt x="0" y="3874"/>
                </a:cubicBezTo>
                <a:lnTo>
                  <a:pt x="0" y="9875"/>
                </a:lnTo>
                <a:cubicBezTo>
                  <a:pt x="0" y="10042"/>
                  <a:pt x="144" y="10162"/>
                  <a:pt x="311" y="10162"/>
                </a:cubicBezTo>
                <a:lnTo>
                  <a:pt x="4686" y="10162"/>
                </a:lnTo>
                <a:cubicBezTo>
                  <a:pt x="4830" y="10162"/>
                  <a:pt x="4973" y="10042"/>
                  <a:pt x="4973" y="9875"/>
                </a:cubicBezTo>
                <a:lnTo>
                  <a:pt x="4973" y="8632"/>
                </a:lnTo>
                <a:lnTo>
                  <a:pt x="6479" y="8632"/>
                </a:lnTo>
                <a:cubicBezTo>
                  <a:pt x="7077" y="8632"/>
                  <a:pt x="7555" y="8153"/>
                  <a:pt x="7555" y="7556"/>
                </a:cubicBezTo>
                <a:lnTo>
                  <a:pt x="7555" y="6360"/>
                </a:lnTo>
                <a:lnTo>
                  <a:pt x="8464" y="6360"/>
                </a:lnTo>
                <a:cubicBezTo>
                  <a:pt x="8679" y="6360"/>
                  <a:pt x="8822" y="6121"/>
                  <a:pt x="8727" y="5930"/>
                </a:cubicBezTo>
                <a:lnTo>
                  <a:pt x="8703" y="5930"/>
                </a:lnTo>
                <a:lnTo>
                  <a:pt x="7747" y="4017"/>
                </a:lnTo>
                <a:lnTo>
                  <a:pt x="7747" y="3874"/>
                </a:lnTo>
                <a:cubicBezTo>
                  <a:pt x="7747" y="1746"/>
                  <a:pt x="6025" y="1"/>
                  <a:pt x="38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1" name="Google Shape;1871;p91"/>
          <p:cNvGrpSpPr/>
          <p:nvPr/>
        </p:nvGrpSpPr>
        <p:grpSpPr>
          <a:xfrm>
            <a:off x="4101600" y="1404025"/>
            <a:ext cx="219975" cy="254650"/>
            <a:chOff x="4101600" y="1379650"/>
            <a:chExt cx="219975" cy="254650"/>
          </a:xfrm>
        </p:grpSpPr>
        <p:sp>
          <p:nvSpPr>
            <p:cNvPr id="1872" name="Google Shape;1872;p91"/>
            <p:cNvSpPr/>
            <p:nvPr/>
          </p:nvSpPr>
          <p:spPr>
            <a:xfrm>
              <a:off x="4190650" y="1426875"/>
              <a:ext cx="14975" cy="14975"/>
            </a:xfrm>
            <a:custGeom>
              <a:rect b="b" l="l" r="r" t="t"/>
              <a:pathLst>
                <a:path extrusionOk="0" h="599" w="599">
                  <a:moveTo>
                    <a:pt x="1" y="1"/>
                  </a:moveTo>
                  <a:lnTo>
                    <a:pt x="1" y="598"/>
                  </a:lnTo>
                  <a:lnTo>
                    <a:pt x="599" y="598"/>
                  </a:lnTo>
                  <a:lnTo>
                    <a:pt x="5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91"/>
            <p:cNvSpPr/>
            <p:nvPr/>
          </p:nvSpPr>
          <p:spPr>
            <a:xfrm>
              <a:off x="4170950" y="1456775"/>
              <a:ext cx="54400" cy="44250"/>
            </a:xfrm>
            <a:custGeom>
              <a:rect b="b" l="l" r="r" t="t"/>
              <a:pathLst>
                <a:path extrusionOk="0" h="1770" w="2176">
                  <a:moveTo>
                    <a:pt x="96" y="0"/>
                  </a:moveTo>
                  <a:cubicBezTo>
                    <a:pt x="48" y="0"/>
                    <a:pt x="0" y="24"/>
                    <a:pt x="0" y="96"/>
                  </a:cubicBezTo>
                  <a:lnTo>
                    <a:pt x="0" y="1769"/>
                  </a:lnTo>
                  <a:lnTo>
                    <a:pt x="2176" y="1769"/>
                  </a:lnTo>
                  <a:lnTo>
                    <a:pt x="2176" y="96"/>
                  </a:lnTo>
                  <a:cubicBezTo>
                    <a:pt x="2176" y="24"/>
                    <a:pt x="2128" y="0"/>
                    <a:pt x="20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91"/>
            <p:cNvSpPr/>
            <p:nvPr/>
          </p:nvSpPr>
          <p:spPr>
            <a:xfrm>
              <a:off x="4170950" y="1515925"/>
              <a:ext cx="54400" cy="14975"/>
            </a:xfrm>
            <a:custGeom>
              <a:rect b="b" l="l" r="r" t="t"/>
              <a:pathLst>
                <a:path extrusionOk="0" h="599" w="2176">
                  <a:moveTo>
                    <a:pt x="0" y="1"/>
                  </a:moveTo>
                  <a:lnTo>
                    <a:pt x="0" y="503"/>
                  </a:lnTo>
                  <a:cubicBezTo>
                    <a:pt x="0" y="551"/>
                    <a:pt x="48" y="599"/>
                    <a:pt x="96" y="599"/>
                  </a:cubicBezTo>
                  <a:lnTo>
                    <a:pt x="2080" y="599"/>
                  </a:lnTo>
                  <a:cubicBezTo>
                    <a:pt x="2128" y="599"/>
                    <a:pt x="2176" y="551"/>
                    <a:pt x="2176" y="503"/>
                  </a:cubicBezTo>
                  <a:lnTo>
                    <a:pt x="217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91"/>
            <p:cNvSpPr/>
            <p:nvPr/>
          </p:nvSpPr>
          <p:spPr>
            <a:xfrm>
              <a:off x="4101600" y="1379650"/>
              <a:ext cx="219975" cy="254650"/>
            </a:xfrm>
            <a:custGeom>
              <a:rect b="b" l="l" r="r" t="t"/>
              <a:pathLst>
                <a:path extrusionOk="0" h="10186" w="8799">
                  <a:moveTo>
                    <a:pt x="4472" y="1292"/>
                  </a:moveTo>
                  <a:cubicBezTo>
                    <a:pt x="4639" y="1292"/>
                    <a:pt x="4758" y="1411"/>
                    <a:pt x="4758" y="1579"/>
                  </a:cubicBezTo>
                  <a:lnTo>
                    <a:pt x="4758" y="2487"/>
                  </a:lnTo>
                  <a:lnTo>
                    <a:pt x="4854" y="2487"/>
                  </a:lnTo>
                  <a:cubicBezTo>
                    <a:pt x="5237" y="2487"/>
                    <a:pt x="5547" y="2798"/>
                    <a:pt x="5547" y="3181"/>
                  </a:cubicBezTo>
                  <a:lnTo>
                    <a:pt x="5547" y="5954"/>
                  </a:lnTo>
                  <a:cubicBezTo>
                    <a:pt x="5547" y="6337"/>
                    <a:pt x="5237" y="6647"/>
                    <a:pt x="4854" y="6647"/>
                  </a:cubicBezTo>
                  <a:lnTo>
                    <a:pt x="2870" y="6647"/>
                  </a:lnTo>
                  <a:cubicBezTo>
                    <a:pt x="2487" y="6647"/>
                    <a:pt x="2176" y="6337"/>
                    <a:pt x="2176" y="5954"/>
                  </a:cubicBezTo>
                  <a:lnTo>
                    <a:pt x="2176" y="3181"/>
                  </a:lnTo>
                  <a:cubicBezTo>
                    <a:pt x="2176" y="2798"/>
                    <a:pt x="2487" y="2487"/>
                    <a:pt x="2870" y="2487"/>
                  </a:cubicBezTo>
                  <a:lnTo>
                    <a:pt x="2965" y="2487"/>
                  </a:lnTo>
                  <a:lnTo>
                    <a:pt x="2965" y="1579"/>
                  </a:lnTo>
                  <a:cubicBezTo>
                    <a:pt x="2965" y="1411"/>
                    <a:pt x="3109" y="1292"/>
                    <a:pt x="3276" y="1292"/>
                  </a:cubicBezTo>
                  <a:close/>
                  <a:moveTo>
                    <a:pt x="3874" y="1"/>
                  </a:moveTo>
                  <a:cubicBezTo>
                    <a:pt x="1722" y="1"/>
                    <a:pt x="1" y="1722"/>
                    <a:pt x="1" y="3874"/>
                  </a:cubicBezTo>
                  <a:lnTo>
                    <a:pt x="1" y="9875"/>
                  </a:lnTo>
                  <a:cubicBezTo>
                    <a:pt x="1" y="10042"/>
                    <a:pt x="120" y="10186"/>
                    <a:pt x="288" y="10186"/>
                  </a:cubicBezTo>
                  <a:lnTo>
                    <a:pt x="4663" y="10186"/>
                  </a:lnTo>
                  <a:cubicBezTo>
                    <a:pt x="4830" y="10186"/>
                    <a:pt x="4950" y="10042"/>
                    <a:pt x="4950" y="9875"/>
                  </a:cubicBezTo>
                  <a:lnTo>
                    <a:pt x="4950" y="8632"/>
                  </a:lnTo>
                  <a:lnTo>
                    <a:pt x="6456" y="8632"/>
                  </a:lnTo>
                  <a:cubicBezTo>
                    <a:pt x="7054" y="8632"/>
                    <a:pt x="7532" y="8154"/>
                    <a:pt x="7532" y="7532"/>
                  </a:cubicBezTo>
                  <a:lnTo>
                    <a:pt x="7532" y="6337"/>
                  </a:lnTo>
                  <a:lnTo>
                    <a:pt x="8440" y="6337"/>
                  </a:lnTo>
                  <a:cubicBezTo>
                    <a:pt x="8655" y="6337"/>
                    <a:pt x="8799" y="6121"/>
                    <a:pt x="8703" y="5906"/>
                  </a:cubicBezTo>
                  <a:lnTo>
                    <a:pt x="8703" y="5906"/>
                  </a:lnTo>
                  <a:lnTo>
                    <a:pt x="8703" y="5930"/>
                  </a:lnTo>
                  <a:lnTo>
                    <a:pt x="7723" y="3994"/>
                  </a:lnTo>
                  <a:lnTo>
                    <a:pt x="7723" y="3874"/>
                  </a:lnTo>
                  <a:cubicBezTo>
                    <a:pt x="7723" y="1722"/>
                    <a:pt x="6002"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6" name="Google Shape;1876;p91"/>
          <p:cNvGrpSpPr/>
          <p:nvPr/>
        </p:nvGrpSpPr>
        <p:grpSpPr>
          <a:xfrm>
            <a:off x="3366688" y="1404325"/>
            <a:ext cx="220600" cy="254050"/>
            <a:chOff x="3325775" y="1426275"/>
            <a:chExt cx="220600" cy="254050"/>
          </a:xfrm>
        </p:grpSpPr>
        <p:sp>
          <p:nvSpPr>
            <p:cNvPr id="1877" name="Google Shape;1877;p91"/>
            <p:cNvSpPr/>
            <p:nvPr/>
          </p:nvSpPr>
          <p:spPr>
            <a:xfrm>
              <a:off x="3405875" y="1567925"/>
              <a:ext cx="34700" cy="14375"/>
            </a:xfrm>
            <a:custGeom>
              <a:rect b="b" l="l" r="r" t="t"/>
              <a:pathLst>
                <a:path extrusionOk="0" h="575" w="1388">
                  <a:moveTo>
                    <a:pt x="1" y="1"/>
                  </a:moveTo>
                  <a:lnTo>
                    <a:pt x="1" y="575"/>
                  </a:lnTo>
                  <a:lnTo>
                    <a:pt x="1387" y="575"/>
                  </a:lnTo>
                  <a:lnTo>
                    <a:pt x="138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91"/>
            <p:cNvSpPr/>
            <p:nvPr/>
          </p:nvSpPr>
          <p:spPr>
            <a:xfrm>
              <a:off x="3405875" y="1542825"/>
              <a:ext cx="34700" cy="10200"/>
            </a:xfrm>
            <a:custGeom>
              <a:rect b="b" l="l" r="r" t="t"/>
              <a:pathLst>
                <a:path extrusionOk="0" h="408" w="1388">
                  <a:moveTo>
                    <a:pt x="1" y="1"/>
                  </a:moveTo>
                  <a:lnTo>
                    <a:pt x="1" y="407"/>
                  </a:lnTo>
                  <a:lnTo>
                    <a:pt x="1387" y="407"/>
                  </a:lnTo>
                  <a:lnTo>
                    <a:pt x="138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91"/>
            <p:cNvSpPr/>
            <p:nvPr/>
          </p:nvSpPr>
          <p:spPr>
            <a:xfrm>
              <a:off x="3325775" y="1426275"/>
              <a:ext cx="220600" cy="254050"/>
            </a:xfrm>
            <a:custGeom>
              <a:rect b="b" l="l" r="r" t="t"/>
              <a:pathLst>
                <a:path extrusionOk="0" h="10162" w="8824">
                  <a:moveTo>
                    <a:pt x="3886" y="1286"/>
                  </a:moveTo>
                  <a:cubicBezTo>
                    <a:pt x="4280" y="1286"/>
                    <a:pt x="4675" y="1423"/>
                    <a:pt x="4998" y="1698"/>
                  </a:cubicBezTo>
                  <a:cubicBezTo>
                    <a:pt x="5237" y="1913"/>
                    <a:pt x="5428" y="2200"/>
                    <a:pt x="5500" y="2511"/>
                  </a:cubicBezTo>
                  <a:cubicBezTo>
                    <a:pt x="6791" y="2774"/>
                    <a:pt x="6600" y="4663"/>
                    <a:pt x="5285" y="4663"/>
                  </a:cubicBezTo>
                  <a:lnTo>
                    <a:pt x="5189" y="4663"/>
                  </a:lnTo>
                  <a:lnTo>
                    <a:pt x="5189" y="6958"/>
                  </a:lnTo>
                  <a:cubicBezTo>
                    <a:pt x="5189" y="7149"/>
                    <a:pt x="5040" y="7245"/>
                    <a:pt x="4890" y="7245"/>
                  </a:cubicBezTo>
                  <a:cubicBezTo>
                    <a:pt x="4741" y="7245"/>
                    <a:pt x="4591" y="7149"/>
                    <a:pt x="4591" y="6958"/>
                  </a:cubicBezTo>
                  <a:lnTo>
                    <a:pt x="4591" y="6838"/>
                  </a:lnTo>
                  <a:lnTo>
                    <a:pt x="3205" y="6838"/>
                  </a:lnTo>
                  <a:lnTo>
                    <a:pt x="3205" y="6958"/>
                  </a:lnTo>
                  <a:cubicBezTo>
                    <a:pt x="3205" y="7149"/>
                    <a:pt x="3055" y="7245"/>
                    <a:pt x="2906" y="7245"/>
                  </a:cubicBezTo>
                  <a:cubicBezTo>
                    <a:pt x="2756" y="7245"/>
                    <a:pt x="2607" y="7149"/>
                    <a:pt x="2607" y="6958"/>
                  </a:cubicBezTo>
                  <a:lnTo>
                    <a:pt x="2607" y="4663"/>
                  </a:lnTo>
                  <a:lnTo>
                    <a:pt x="2511" y="4663"/>
                  </a:lnTo>
                  <a:cubicBezTo>
                    <a:pt x="1196" y="4663"/>
                    <a:pt x="981" y="2774"/>
                    <a:pt x="2272" y="2511"/>
                  </a:cubicBezTo>
                  <a:cubicBezTo>
                    <a:pt x="2368" y="2200"/>
                    <a:pt x="2535" y="1913"/>
                    <a:pt x="2774" y="1698"/>
                  </a:cubicBezTo>
                  <a:cubicBezTo>
                    <a:pt x="3097" y="1423"/>
                    <a:pt x="3492" y="1286"/>
                    <a:pt x="3886" y="1286"/>
                  </a:cubicBezTo>
                  <a:close/>
                  <a:moveTo>
                    <a:pt x="3874" y="1"/>
                  </a:moveTo>
                  <a:cubicBezTo>
                    <a:pt x="1746" y="1"/>
                    <a:pt x="1" y="1722"/>
                    <a:pt x="1" y="3874"/>
                  </a:cubicBezTo>
                  <a:lnTo>
                    <a:pt x="1" y="9875"/>
                  </a:lnTo>
                  <a:cubicBezTo>
                    <a:pt x="1" y="10042"/>
                    <a:pt x="144" y="10162"/>
                    <a:pt x="312" y="10162"/>
                  </a:cubicBezTo>
                  <a:lnTo>
                    <a:pt x="4663" y="10162"/>
                  </a:lnTo>
                  <a:cubicBezTo>
                    <a:pt x="4830" y="10162"/>
                    <a:pt x="4974" y="10042"/>
                    <a:pt x="4974" y="9875"/>
                  </a:cubicBezTo>
                  <a:lnTo>
                    <a:pt x="4974" y="8632"/>
                  </a:lnTo>
                  <a:lnTo>
                    <a:pt x="6456" y="8632"/>
                  </a:lnTo>
                  <a:cubicBezTo>
                    <a:pt x="7078" y="8632"/>
                    <a:pt x="7556" y="8153"/>
                    <a:pt x="7556" y="7556"/>
                  </a:cubicBezTo>
                  <a:lnTo>
                    <a:pt x="7556" y="6360"/>
                  </a:lnTo>
                  <a:lnTo>
                    <a:pt x="8464" y="6360"/>
                  </a:lnTo>
                  <a:cubicBezTo>
                    <a:pt x="8680" y="6336"/>
                    <a:pt x="8823" y="6121"/>
                    <a:pt x="8727" y="5930"/>
                  </a:cubicBezTo>
                  <a:lnTo>
                    <a:pt x="7747" y="3993"/>
                  </a:lnTo>
                  <a:lnTo>
                    <a:pt x="7747" y="3874"/>
                  </a:lnTo>
                  <a:cubicBezTo>
                    <a:pt x="7747" y="1722"/>
                    <a:pt x="6026"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91"/>
            <p:cNvSpPr/>
            <p:nvPr/>
          </p:nvSpPr>
          <p:spPr>
            <a:xfrm>
              <a:off x="3371800" y="1473500"/>
              <a:ext cx="102850" cy="54425"/>
            </a:xfrm>
            <a:custGeom>
              <a:rect b="b" l="l" r="r" t="t"/>
              <a:pathLst>
                <a:path extrusionOk="0" h="2177" w="4114">
                  <a:moveTo>
                    <a:pt x="2045" y="0"/>
                  </a:moveTo>
                  <a:cubicBezTo>
                    <a:pt x="1549" y="0"/>
                    <a:pt x="1053" y="311"/>
                    <a:pt x="957" y="933"/>
                  </a:cubicBezTo>
                  <a:cubicBezTo>
                    <a:pt x="933" y="1076"/>
                    <a:pt x="814" y="1196"/>
                    <a:pt x="670" y="1196"/>
                  </a:cubicBezTo>
                  <a:cubicBezTo>
                    <a:pt x="1" y="1196"/>
                    <a:pt x="1" y="2176"/>
                    <a:pt x="670" y="2176"/>
                  </a:cubicBezTo>
                  <a:lnTo>
                    <a:pt x="766" y="2176"/>
                  </a:lnTo>
                  <a:lnTo>
                    <a:pt x="766" y="2080"/>
                  </a:lnTo>
                  <a:cubicBezTo>
                    <a:pt x="766" y="1877"/>
                    <a:pt x="915" y="1776"/>
                    <a:pt x="1065" y="1776"/>
                  </a:cubicBezTo>
                  <a:cubicBezTo>
                    <a:pt x="1214" y="1776"/>
                    <a:pt x="1364" y="1877"/>
                    <a:pt x="1364" y="2080"/>
                  </a:cubicBezTo>
                  <a:lnTo>
                    <a:pt x="1364" y="2176"/>
                  </a:lnTo>
                  <a:lnTo>
                    <a:pt x="2750" y="2176"/>
                  </a:lnTo>
                  <a:lnTo>
                    <a:pt x="2750" y="2080"/>
                  </a:lnTo>
                  <a:cubicBezTo>
                    <a:pt x="2750" y="1877"/>
                    <a:pt x="2900" y="1776"/>
                    <a:pt x="3049" y="1776"/>
                  </a:cubicBezTo>
                  <a:cubicBezTo>
                    <a:pt x="3199" y="1776"/>
                    <a:pt x="3348" y="1877"/>
                    <a:pt x="3348" y="2080"/>
                  </a:cubicBezTo>
                  <a:lnTo>
                    <a:pt x="3348" y="2176"/>
                  </a:lnTo>
                  <a:lnTo>
                    <a:pt x="3444" y="2176"/>
                  </a:lnTo>
                  <a:cubicBezTo>
                    <a:pt x="4113" y="2176"/>
                    <a:pt x="4113" y="1196"/>
                    <a:pt x="3444" y="1196"/>
                  </a:cubicBezTo>
                  <a:lnTo>
                    <a:pt x="3420" y="1196"/>
                  </a:lnTo>
                  <a:cubicBezTo>
                    <a:pt x="3276" y="1196"/>
                    <a:pt x="3157" y="1076"/>
                    <a:pt x="3133" y="933"/>
                  </a:cubicBezTo>
                  <a:cubicBezTo>
                    <a:pt x="3037" y="311"/>
                    <a:pt x="2541" y="0"/>
                    <a:pt x="204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1" name="Google Shape;1881;p91"/>
          <p:cNvGrpSpPr/>
          <p:nvPr/>
        </p:nvGrpSpPr>
        <p:grpSpPr>
          <a:xfrm>
            <a:off x="3366700" y="2084031"/>
            <a:ext cx="220575" cy="254050"/>
            <a:chOff x="3305475" y="2098700"/>
            <a:chExt cx="220575" cy="254050"/>
          </a:xfrm>
        </p:grpSpPr>
        <p:sp>
          <p:nvSpPr>
            <p:cNvPr id="1882" name="Google Shape;1882;p91"/>
            <p:cNvSpPr/>
            <p:nvPr/>
          </p:nvSpPr>
          <p:spPr>
            <a:xfrm>
              <a:off x="3337750" y="2144725"/>
              <a:ext cx="112975" cy="96800"/>
            </a:xfrm>
            <a:custGeom>
              <a:rect b="b" l="l" r="r" t="t"/>
              <a:pathLst>
                <a:path extrusionOk="0" h="3872" w="4519">
                  <a:moveTo>
                    <a:pt x="2594" y="484"/>
                  </a:moveTo>
                  <a:cubicBezTo>
                    <a:pt x="2744" y="484"/>
                    <a:pt x="2893" y="586"/>
                    <a:pt x="2893" y="789"/>
                  </a:cubicBezTo>
                  <a:lnTo>
                    <a:pt x="2893" y="1889"/>
                  </a:lnTo>
                  <a:cubicBezTo>
                    <a:pt x="2893" y="2080"/>
                    <a:pt x="2744" y="2176"/>
                    <a:pt x="2594" y="2176"/>
                  </a:cubicBezTo>
                  <a:cubicBezTo>
                    <a:pt x="2445" y="2176"/>
                    <a:pt x="2295" y="2080"/>
                    <a:pt x="2295" y="1889"/>
                  </a:cubicBezTo>
                  <a:lnTo>
                    <a:pt x="2295" y="789"/>
                  </a:lnTo>
                  <a:cubicBezTo>
                    <a:pt x="2295" y="586"/>
                    <a:pt x="2445" y="484"/>
                    <a:pt x="2594" y="484"/>
                  </a:cubicBezTo>
                  <a:close/>
                  <a:moveTo>
                    <a:pt x="2577" y="2672"/>
                  </a:moveTo>
                  <a:cubicBezTo>
                    <a:pt x="2737" y="2672"/>
                    <a:pt x="2893" y="2785"/>
                    <a:pt x="2893" y="2965"/>
                  </a:cubicBezTo>
                  <a:cubicBezTo>
                    <a:pt x="2893" y="3132"/>
                    <a:pt x="2750" y="3276"/>
                    <a:pt x="2582" y="3276"/>
                  </a:cubicBezTo>
                  <a:cubicBezTo>
                    <a:pt x="2319" y="3276"/>
                    <a:pt x="2200" y="2941"/>
                    <a:pt x="2367" y="2750"/>
                  </a:cubicBezTo>
                  <a:cubicBezTo>
                    <a:pt x="2428" y="2697"/>
                    <a:pt x="2503" y="2672"/>
                    <a:pt x="2577" y="2672"/>
                  </a:cubicBezTo>
                  <a:close/>
                  <a:moveTo>
                    <a:pt x="2582" y="0"/>
                  </a:moveTo>
                  <a:cubicBezTo>
                    <a:pt x="861" y="0"/>
                    <a:pt x="0" y="2080"/>
                    <a:pt x="1219" y="3299"/>
                  </a:cubicBezTo>
                  <a:cubicBezTo>
                    <a:pt x="1614" y="3694"/>
                    <a:pt x="2099" y="3871"/>
                    <a:pt x="2575" y="3871"/>
                  </a:cubicBezTo>
                  <a:cubicBezTo>
                    <a:pt x="3568" y="3871"/>
                    <a:pt x="4519" y="3101"/>
                    <a:pt x="4519" y="1937"/>
                  </a:cubicBezTo>
                  <a:cubicBezTo>
                    <a:pt x="4519" y="861"/>
                    <a:pt x="3658" y="0"/>
                    <a:pt x="25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91"/>
            <p:cNvSpPr/>
            <p:nvPr/>
          </p:nvSpPr>
          <p:spPr>
            <a:xfrm>
              <a:off x="3305475" y="2098700"/>
              <a:ext cx="220575" cy="254050"/>
            </a:xfrm>
            <a:custGeom>
              <a:rect b="b" l="l" r="r" t="t"/>
              <a:pathLst>
                <a:path extrusionOk="0" h="10162" w="8823">
                  <a:moveTo>
                    <a:pt x="3862" y="1232"/>
                  </a:moveTo>
                  <a:cubicBezTo>
                    <a:pt x="5163" y="1232"/>
                    <a:pt x="6407" y="2243"/>
                    <a:pt x="6407" y="3778"/>
                  </a:cubicBezTo>
                  <a:cubicBezTo>
                    <a:pt x="6407" y="5164"/>
                    <a:pt x="5284" y="6288"/>
                    <a:pt x="3873" y="6312"/>
                  </a:cubicBezTo>
                  <a:cubicBezTo>
                    <a:pt x="1626" y="6312"/>
                    <a:pt x="502" y="3563"/>
                    <a:pt x="2080" y="1985"/>
                  </a:cubicBezTo>
                  <a:cubicBezTo>
                    <a:pt x="2600" y="1465"/>
                    <a:pt x="3237" y="1232"/>
                    <a:pt x="3862" y="1232"/>
                  </a:cubicBezTo>
                  <a:close/>
                  <a:moveTo>
                    <a:pt x="3873" y="0"/>
                  </a:moveTo>
                  <a:cubicBezTo>
                    <a:pt x="1745" y="0"/>
                    <a:pt x="0" y="1722"/>
                    <a:pt x="0" y="3873"/>
                  </a:cubicBezTo>
                  <a:lnTo>
                    <a:pt x="0" y="9850"/>
                  </a:lnTo>
                  <a:cubicBezTo>
                    <a:pt x="0" y="10018"/>
                    <a:pt x="143" y="10161"/>
                    <a:pt x="311" y="10161"/>
                  </a:cubicBezTo>
                  <a:lnTo>
                    <a:pt x="4686" y="10161"/>
                  </a:lnTo>
                  <a:cubicBezTo>
                    <a:pt x="4829" y="10161"/>
                    <a:pt x="4973" y="10018"/>
                    <a:pt x="4973" y="9850"/>
                  </a:cubicBezTo>
                  <a:lnTo>
                    <a:pt x="4973" y="8631"/>
                  </a:lnTo>
                  <a:lnTo>
                    <a:pt x="6479" y="8631"/>
                  </a:lnTo>
                  <a:cubicBezTo>
                    <a:pt x="7077" y="8631"/>
                    <a:pt x="7555" y="8153"/>
                    <a:pt x="7555" y="7531"/>
                  </a:cubicBezTo>
                  <a:lnTo>
                    <a:pt x="7555" y="6336"/>
                  </a:lnTo>
                  <a:lnTo>
                    <a:pt x="8464" y="6336"/>
                  </a:lnTo>
                  <a:cubicBezTo>
                    <a:pt x="8679" y="6336"/>
                    <a:pt x="8822" y="6121"/>
                    <a:pt x="8727" y="5906"/>
                  </a:cubicBezTo>
                  <a:lnTo>
                    <a:pt x="8727" y="5906"/>
                  </a:lnTo>
                  <a:lnTo>
                    <a:pt x="8703" y="5929"/>
                  </a:lnTo>
                  <a:lnTo>
                    <a:pt x="7746" y="3993"/>
                  </a:lnTo>
                  <a:lnTo>
                    <a:pt x="7746" y="3873"/>
                  </a:lnTo>
                  <a:cubicBezTo>
                    <a:pt x="7746" y="1722"/>
                    <a:pt x="6025" y="0"/>
                    <a:pt x="38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4" name="Google Shape;1884;p91"/>
          <p:cNvGrpSpPr/>
          <p:nvPr/>
        </p:nvGrpSpPr>
        <p:grpSpPr>
          <a:xfrm>
            <a:off x="3367000" y="2763737"/>
            <a:ext cx="219975" cy="254050"/>
            <a:chOff x="3339525" y="2849400"/>
            <a:chExt cx="219975" cy="254050"/>
          </a:xfrm>
        </p:grpSpPr>
        <p:sp>
          <p:nvSpPr>
            <p:cNvPr id="1885" name="Google Shape;1885;p91"/>
            <p:cNvSpPr/>
            <p:nvPr/>
          </p:nvSpPr>
          <p:spPr>
            <a:xfrm>
              <a:off x="3406475" y="2949225"/>
              <a:ext cx="59800" cy="44850"/>
            </a:xfrm>
            <a:custGeom>
              <a:rect b="b" l="l" r="r" t="t"/>
              <a:pathLst>
                <a:path extrusionOk="0" h="1794" w="2392">
                  <a:moveTo>
                    <a:pt x="1387" y="598"/>
                  </a:moveTo>
                  <a:cubicBezTo>
                    <a:pt x="1770" y="598"/>
                    <a:pt x="1770" y="1196"/>
                    <a:pt x="1387" y="1196"/>
                  </a:cubicBezTo>
                  <a:lnTo>
                    <a:pt x="981" y="1196"/>
                  </a:lnTo>
                  <a:cubicBezTo>
                    <a:pt x="598" y="1196"/>
                    <a:pt x="598" y="598"/>
                    <a:pt x="981" y="598"/>
                  </a:cubicBezTo>
                  <a:close/>
                  <a:moveTo>
                    <a:pt x="1" y="0"/>
                  </a:moveTo>
                  <a:lnTo>
                    <a:pt x="1" y="1793"/>
                  </a:lnTo>
                  <a:lnTo>
                    <a:pt x="2391" y="1793"/>
                  </a:lnTo>
                  <a:lnTo>
                    <a:pt x="239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91"/>
            <p:cNvSpPr/>
            <p:nvPr/>
          </p:nvSpPr>
          <p:spPr>
            <a:xfrm>
              <a:off x="3416050" y="2899175"/>
              <a:ext cx="40050" cy="35125"/>
            </a:xfrm>
            <a:custGeom>
              <a:rect b="b" l="l" r="r" t="t"/>
              <a:pathLst>
                <a:path extrusionOk="0" h="1405" w="1602">
                  <a:moveTo>
                    <a:pt x="801" y="0"/>
                  </a:moveTo>
                  <a:cubicBezTo>
                    <a:pt x="401" y="0"/>
                    <a:pt x="0" y="269"/>
                    <a:pt x="0" y="807"/>
                  </a:cubicBezTo>
                  <a:lnTo>
                    <a:pt x="0" y="1405"/>
                  </a:lnTo>
                  <a:lnTo>
                    <a:pt x="1602" y="1405"/>
                  </a:lnTo>
                  <a:lnTo>
                    <a:pt x="1602" y="807"/>
                  </a:lnTo>
                  <a:cubicBezTo>
                    <a:pt x="1602" y="269"/>
                    <a:pt x="1201" y="0"/>
                    <a:pt x="8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91"/>
            <p:cNvSpPr/>
            <p:nvPr/>
          </p:nvSpPr>
          <p:spPr>
            <a:xfrm>
              <a:off x="3339525" y="2849400"/>
              <a:ext cx="219975" cy="254050"/>
            </a:xfrm>
            <a:custGeom>
              <a:rect b="b" l="l" r="r" t="t"/>
              <a:pathLst>
                <a:path extrusionOk="0" h="10162" w="8799">
                  <a:moveTo>
                    <a:pt x="3850" y="1393"/>
                  </a:moveTo>
                  <a:cubicBezTo>
                    <a:pt x="4543" y="1393"/>
                    <a:pt x="5237" y="1854"/>
                    <a:pt x="5237" y="2774"/>
                  </a:cubicBezTo>
                  <a:lnTo>
                    <a:pt x="5237" y="3372"/>
                  </a:lnTo>
                  <a:lnTo>
                    <a:pt x="5332" y="3372"/>
                  </a:lnTo>
                  <a:cubicBezTo>
                    <a:pt x="5500" y="3372"/>
                    <a:pt x="5643" y="3515"/>
                    <a:pt x="5643" y="3659"/>
                  </a:cubicBezTo>
                  <a:lnTo>
                    <a:pt x="5643" y="6049"/>
                  </a:lnTo>
                  <a:cubicBezTo>
                    <a:pt x="5643" y="6217"/>
                    <a:pt x="5524" y="6360"/>
                    <a:pt x="5356" y="6360"/>
                  </a:cubicBezTo>
                  <a:lnTo>
                    <a:pt x="2368" y="6360"/>
                  </a:lnTo>
                  <a:cubicBezTo>
                    <a:pt x="2200" y="6360"/>
                    <a:pt x="2057" y="6217"/>
                    <a:pt x="2057" y="6049"/>
                  </a:cubicBezTo>
                  <a:lnTo>
                    <a:pt x="2057" y="3659"/>
                  </a:lnTo>
                  <a:cubicBezTo>
                    <a:pt x="2057" y="3515"/>
                    <a:pt x="2200" y="3372"/>
                    <a:pt x="2368" y="3372"/>
                  </a:cubicBezTo>
                  <a:lnTo>
                    <a:pt x="2463" y="3372"/>
                  </a:lnTo>
                  <a:lnTo>
                    <a:pt x="2463" y="2774"/>
                  </a:lnTo>
                  <a:cubicBezTo>
                    <a:pt x="2463" y="1854"/>
                    <a:pt x="3157" y="1393"/>
                    <a:pt x="3850" y="1393"/>
                  </a:cubicBezTo>
                  <a:close/>
                  <a:moveTo>
                    <a:pt x="3874" y="1"/>
                  </a:moveTo>
                  <a:cubicBezTo>
                    <a:pt x="1722" y="1"/>
                    <a:pt x="1" y="1746"/>
                    <a:pt x="1" y="3874"/>
                  </a:cubicBezTo>
                  <a:lnTo>
                    <a:pt x="1" y="9875"/>
                  </a:lnTo>
                  <a:cubicBezTo>
                    <a:pt x="1" y="10042"/>
                    <a:pt x="120" y="10162"/>
                    <a:pt x="288" y="10162"/>
                  </a:cubicBezTo>
                  <a:lnTo>
                    <a:pt x="4663" y="10162"/>
                  </a:lnTo>
                  <a:cubicBezTo>
                    <a:pt x="4830" y="10162"/>
                    <a:pt x="4950" y="10042"/>
                    <a:pt x="4950" y="9875"/>
                  </a:cubicBezTo>
                  <a:lnTo>
                    <a:pt x="4950" y="8631"/>
                  </a:lnTo>
                  <a:lnTo>
                    <a:pt x="6456" y="8631"/>
                  </a:lnTo>
                  <a:cubicBezTo>
                    <a:pt x="7054" y="8631"/>
                    <a:pt x="7532" y="8153"/>
                    <a:pt x="7532" y="7556"/>
                  </a:cubicBezTo>
                  <a:lnTo>
                    <a:pt x="7532" y="6360"/>
                  </a:lnTo>
                  <a:lnTo>
                    <a:pt x="8440" y="6360"/>
                  </a:lnTo>
                  <a:cubicBezTo>
                    <a:pt x="8656" y="6360"/>
                    <a:pt x="8799" y="6121"/>
                    <a:pt x="8703" y="5930"/>
                  </a:cubicBezTo>
                  <a:lnTo>
                    <a:pt x="7723" y="4017"/>
                  </a:lnTo>
                  <a:lnTo>
                    <a:pt x="7723" y="3874"/>
                  </a:lnTo>
                  <a:cubicBezTo>
                    <a:pt x="7723" y="1746"/>
                    <a:pt x="6002"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8" name="Google Shape;1888;p91"/>
          <p:cNvGrpSpPr/>
          <p:nvPr/>
        </p:nvGrpSpPr>
        <p:grpSpPr>
          <a:xfrm>
            <a:off x="3367000" y="3443443"/>
            <a:ext cx="219975" cy="254050"/>
            <a:chOff x="3328175" y="3596525"/>
            <a:chExt cx="219975" cy="254050"/>
          </a:xfrm>
        </p:grpSpPr>
        <p:sp>
          <p:nvSpPr>
            <p:cNvPr id="1889" name="Google Shape;1889;p91"/>
            <p:cNvSpPr/>
            <p:nvPr/>
          </p:nvSpPr>
          <p:spPr>
            <a:xfrm>
              <a:off x="3392125" y="3661075"/>
              <a:ext cx="74150" cy="56825"/>
            </a:xfrm>
            <a:custGeom>
              <a:rect b="b" l="l" r="r" t="t"/>
              <a:pathLst>
                <a:path extrusionOk="0" h="2273" w="2966">
                  <a:moveTo>
                    <a:pt x="885" y="598"/>
                  </a:moveTo>
                  <a:cubicBezTo>
                    <a:pt x="1292" y="598"/>
                    <a:pt x="1292" y="1196"/>
                    <a:pt x="885" y="1196"/>
                  </a:cubicBezTo>
                  <a:cubicBezTo>
                    <a:pt x="479" y="1196"/>
                    <a:pt x="479" y="598"/>
                    <a:pt x="885" y="598"/>
                  </a:cubicBezTo>
                  <a:close/>
                  <a:moveTo>
                    <a:pt x="2076" y="606"/>
                  </a:moveTo>
                  <a:cubicBezTo>
                    <a:pt x="2236" y="606"/>
                    <a:pt x="2392" y="730"/>
                    <a:pt x="2392" y="909"/>
                  </a:cubicBezTo>
                  <a:cubicBezTo>
                    <a:pt x="2392" y="1077"/>
                    <a:pt x="2248" y="1196"/>
                    <a:pt x="2081" y="1196"/>
                  </a:cubicBezTo>
                  <a:cubicBezTo>
                    <a:pt x="1818" y="1196"/>
                    <a:pt x="1674" y="885"/>
                    <a:pt x="1866" y="694"/>
                  </a:cubicBezTo>
                  <a:cubicBezTo>
                    <a:pt x="1926" y="633"/>
                    <a:pt x="2002" y="606"/>
                    <a:pt x="2076" y="606"/>
                  </a:cubicBezTo>
                  <a:close/>
                  <a:moveTo>
                    <a:pt x="288" y="1"/>
                  </a:moveTo>
                  <a:cubicBezTo>
                    <a:pt x="120" y="1"/>
                    <a:pt x="1" y="144"/>
                    <a:pt x="1" y="312"/>
                  </a:cubicBezTo>
                  <a:lnTo>
                    <a:pt x="1" y="1507"/>
                  </a:lnTo>
                  <a:cubicBezTo>
                    <a:pt x="1" y="1674"/>
                    <a:pt x="120" y="1794"/>
                    <a:pt x="288" y="1794"/>
                  </a:cubicBezTo>
                  <a:lnTo>
                    <a:pt x="2272" y="1794"/>
                  </a:lnTo>
                  <a:cubicBezTo>
                    <a:pt x="2344" y="1794"/>
                    <a:pt x="2415" y="1818"/>
                    <a:pt x="2463" y="1866"/>
                  </a:cubicBezTo>
                  <a:lnTo>
                    <a:pt x="2965" y="2272"/>
                  </a:lnTo>
                  <a:lnTo>
                    <a:pt x="2965" y="312"/>
                  </a:lnTo>
                  <a:cubicBezTo>
                    <a:pt x="2965" y="144"/>
                    <a:pt x="2846" y="25"/>
                    <a:pt x="2678" y="25"/>
                  </a:cubicBezTo>
                  <a:lnTo>
                    <a:pt x="267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91"/>
            <p:cNvSpPr/>
            <p:nvPr/>
          </p:nvSpPr>
          <p:spPr>
            <a:xfrm>
              <a:off x="3377200" y="3708300"/>
              <a:ext cx="45450" cy="40075"/>
            </a:xfrm>
            <a:custGeom>
              <a:rect b="b" l="l" r="r" t="t"/>
              <a:pathLst>
                <a:path extrusionOk="0" h="1603" w="1818">
                  <a:moveTo>
                    <a:pt x="96" y="1"/>
                  </a:moveTo>
                  <a:cubicBezTo>
                    <a:pt x="24" y="48"/>
                    <a:pt x="0" y="120"/>
                    <a:pt x="0" y="192"/>
                  </a:cubicBezTo>
                  <a:lnTo>
                    <a:pt x="0" y="1602"/>
                  </a:lnTo>
                  <a:lnTo>
                    <a:pt x="311" y="1363"/>
                  </a:lnTo>
                  <a:cubicBezTo>
                    <a:pt x="383" y="1315"/>
                    <a:pt x="430" y="1315"/>
                    <a:pt x="502" y="1315"/>
                  </a:cubicBezTo>
                  <a:lnTo>
                    <a:pt x="1506" y="1315"/>
                  </a:lnTo>
                  <a:cubicBezTo>
                    <a:pt x="1674" y="1315"/>
                    <a:pt x="1817" y="1172"/>
                    <a:pt x="1817" y="1005"/>
                  </a:cubicBezTo>
                  <a:lnTo>
                    <a:pt x="1817" y="503"/>
                  </a:lnTo>
                  <a:lnTo>
                    <a:pt x="909" y="503"/>
                  </a:lnTo>
                  <a:cubicBezTo>
                    <a:pt x="574" y="503"/>
                    <a:pt x="263" y="31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91"/>
            <p:cNvSpPr/>
            <p:nvPr/>
          </p:nvSpPr>
          <p:spPr>
            <a:xfrm>
              <a:off x="3328175" y="3596525"/>
              <a:ext cx="219975" cy="254050"/>
            </a:xfrm>
            <a:custGeom>
              <a:rect b="b" l="l" r="r" t="t"/>
              <a:pathLst>
                <a:path extrusionOk="0" h="10162" w="8799">
                  <a:moveTo>
                    <a:pt x="5236" y="2009"/>
                  </a:moveTo>
                  <a:cubicBezTo>
                    <a:pt x="5739" y="2009"/>
                    <a:pt x="6145" y="2415"/>
                    <a:pt x="6145" y="2894"/>
                  </a:cubicBezTo>
                  <a:lnTo>
                    <a:pt x="6121" y="5476"/>
                  </a:lnTo>
                  <a:cubicBezTo>
                    <a:pt x="6121" y="5649"/>
                    <a:pt x="5970" y="5772"/>
                    <a:pt x="5815" y="5772"/>
                  </a:cubicBezTo>
                  <a:cubicBezTo>
                    <a:pt x="5755" y="5772"/>
                    <a:pt x="5696" y="5754"/>
                    <a:pt x="5643" y="5715"/>
                  </a:cubicBezTo>
                  <a:lnTo>
                    <a:pt x="4734" y="4974"/>
                  </a:lnTo>
                  <a:lnTo>
                    <a:pt x="4352" y="4974"/>
                  </a:lnTo>
                  <a:lnTo>
                    <a:pt x="4352" y="5476"/>
                  </a:lnTo>
                  <a:cubicBezTo>
                    <a:pt x="4352" y="5978"/>
                    <a:pt x="3945" y="6384"/>
                    <a:pt x="3443" y="6384"/>
                  </a:cubicBezTo>
                  <a:lnTo>
                    <a:pt x="2559" y="6384"/>
                  </a:lnTo>
                  <a:lnTo>
                    <a:pt x="1841" y="6910"/>
                  </a:lnTo>
                  <a:cubicBezTo>
                    <a:pt x="1789" y="6950"/>
                    <a:pt x="1729" y="6967"/>
                    <a:pt x="1670" y="6967"/>
                  </a:cubicBezTo>
                  <a:cubicBezTo>
                    <a:pt x="1514" y="6967"/>
                    <a:pt x="1363" y="6844"/>
                    <a:pt x="1363" y="6671"/>
                  </a:cubicBezTo>
                  <a:lnTo>
                    <a:pt x="1363" y="4687"/>
                  </a:lnTo>
                  <a:cubicBezTo>
                    <a:pt x="1363" y="4304"/>
                    <a:pt x="1602" y="3969"/>
                    <a:pt x="1961" y="3850"/>
                  </a:cubicBezTo>
                  <a:lnTo>
                    <a:pt x="1961" y="2894"/>
                  </a:lnTo>
                  <a:cubicBezTo>
                    <a:pt x="1961" y="2415"/>
                    <a:pt x="2367" y="2009"/>
                    <a:pt x="2846" y="2009"/>
                  </a:cubicBezTo>
                  <a:close/>
                  <a:moveTo>
                    <a:pt x="3874" y="1"/>
                  </a:moveTo>
                  <a:cubicBezTo>
                    <a:pt x="1722" y="1"/>
                    <a:pt x="1" y="1746"/>
                    <a:pt x="1" y="3874"/>
                  </a:cubicBezTo>
                  <a:lnTo>
                    <a:pt x="1" y="9875"/>
                  </a:lnTo>
                  <a:cubicBezTo>
                    <a:pt x="1" y="10042"/>
                    <a:pt x="120" y="10162"/>
                    <a:pt x="287" y="10162"/>
                  </a:cubicBezTo>
                  <a:lnTo>
                    <a:pt x="4663" y="10162"/>
                  </a:lnTo>
                  <a:cubicBezTo>
                    <a:pt x="4830" y="10162"/>
                    <a:pt x="4973" y="10042"/>
                    <a:pt x="4973" y="9875"/>
                  </a:cubicBezTo>
                  <a:lnTo>
                    <a:pt x="4973" y="8632"/>
                  </a:lnTo>
                  <a:lnTo>
                    <a:pt x="6456" y="8632"/>
                  </a:lnTo>
                  <a:cubicBezTo>
                    <a:pt x="7053" y="8632"/>
                    <a:pt x="7556" y="8153"/>
                    <a:pt x="7556" y="7556"/>
                  </a:cubicBezTo>
                  <a:lnTo>
                    <a:pt x="7556" y="6360"/>
                  </a:lnTo>
                  <a:lnTo>
                    <a:pt x="8440" y="6360"/>
                  </a:lnTo>
                  <a:cubicBezTo>
                    <a:pt x="8655" y="6360"/>
                    <a:pt x="8799" y="6121"/>
                    <a:pt x="8703" y="5930"/>
                  </a:cubicBezTo>
                  <a:lnTo>
                    <a:pt x="7747" y="4017"/>
                  </a:lnTo>
                  <a:lnTo>
                    <a:pt x="7747" y="3874"/>
                  </a:lnTo>
                  <a:cubicBezTo>
                    <a:pt x="7747" y="1746"/>
                    <a:pt x="6001"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2" name="Google Shape;1892;p91"/>
          <p:cNvGrpSpPr/>
          <p:nvPr/>
        </p:nvGrpSpPr>
        <p:grpSpPr>
          <a:xfrm>
            <a:off x="3366700" y="4123149"/>
            <a:ext cx="220575" cy="254050"/>
            <a:chOff x="3325200" y="4340075"/>
            <a:chExt cx="220575" cy="254050"/>
          </a:xfrm>
        </p:grpSpPr>
        <p:sp>
          <p:nvSpPr>
            <p:cNvPr id="1893" name="Google Shape;1893;p91"/>
            <p:cNvSpPr/>
            <p:nvPr/>
          </p:nvSpPr>
          <p:spPr>
            <a:xfrm>
              <a:off x="3326975" y="4340075"/>
              <a:ext cx="115975" cy="89075"/>
            </a:xfrm>
            <a:custGeom>
              <a:rect b="b" l="l" r="r" t="t"/>
              <a:pathLst>
                <a:path extrusionOk="0" h="3563" w="4639">
                  <a:moveTo>
                    <a:pt x="3563" y="0"/>
                  </a:moveTo>
                  <a:cubicBezTo>
                    <a:pt x="1650" y="144"/>
                    <a:pt x="144" y="1674"/>
                    <a:pt x="1" y="3563"/>
                  </a:cubicBezTo>
                  <a:lnTo>
                    <a:pt x="1029" y="3563"/>
                  </a:lnTo>
                  <a:lnTo>
                    <a:pt x="1005" y="3467"/>
                  </a:lnTo>
                  <a:cubicBezTo>
                    <a:pt x="1005" y="2869"/>
                    <a:pt x="1453" y="2570"/>
                    <a:pt x="1901" y="2570"/>
                  </a:cubicBezTo>
                  <a:cubicBezTo>
                    <a:pt x="2350" y="2570"/>
                    <a:pt x="2798" y="2869"/>
                    <a:pt x="2798" y="3467"/>
                  </a:cubicBezTo>
                  <a:lnTo>
                    <a:pt x="2798" y="3563"/>
                  </a:lnTo>
                  <a:lnTo>
                    <a:pt x="3563" y="3563"/>
                  </a:lnTo>
                  <a:lnTo>
                    <a:pt x="3563" y="2511"/>
                  </a:lnTo>
                  <a:cubicBezTo>
                    <a:pt x="3563" y="2343"/>
                    <a:pt x="3683" y="2224"/>
                    <a:pt x="3850" y="2224"/>
                  </a:cubicBezTo>
                  <a:lnTo>
                    <a:pt x="4256" y="2224"/>
                  </a:lnTo>
                  <a:cubicBezTo>
                    <a:pt x="4639" y="2224"/>
                    <a:pt x="4639" y="1626"/>
                    <a:pt x="4256" y="1626"/>
                  </a:cubicBezTo>
                  <a:lnTo>
                    <a:pt x="3850" y="1626"/>
                  </a:lnTo>
                  <a:cubicBezTo>
                    <a:pt x="3683" y="1626"/>
                    <a:pt x="3563" y="1483"/>
                    <a:pt x="3563" y="1315"/>
                  </a:cubicBezTo>
                  <a:lnTo>
                    <a:pt x="356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91"/>
            <p:cNvSpPr/>
            <p:nvPr/>
          </p:nvSpPr>
          <p:spPr>
            <a:xfrm>
              <a:off x="3325200" y="4340075"/>
              <a:ext cx="220575" cy="254050"/>
            </a:xfrm>
            <a:custGeom>
              <a:rect b="b" l="l" r="r" t="t"/>
              <a:pathLst>
                <a:path extrusionOk="0" h="10162" w="8823">
                  <a:moveTo>
                    <a:pt x="4184" y="0"/>
                  </a:moveTo>
                  <a:lnTo>
                    <a:pt x="4184" y="1028"/>
                  </a:lnTo>
                  <a:lnTo>
                    <a:pt x="4280" y="1028"/>
                  </a:lnTo>
                  <a:cubicBezTo>
                    <a:pt x="5475" y="1028"/>
                    <a:pt x="5475" y="2821"/>
                    <a:pt x="4280" y="2821"/>
                  </a:cubicBezTo>
                  <a:lnTo>
                    <a:pt x="4184" y="2821"/>
                  </a:lnTo>
                  <a:lnTo>
                    <a:pt x="4184" y="3873"/>
                  </a:lnTo>
                  <a:cubicBezTo>
                    <a:pt x="4184" y="4041"/>
                    <a:pt x="4040" y="4160"/>
                    <a:pt x="3897" y="4160"/>
                  </a:cubicBezTo>
                  <a:lnTo>
                    <a:pt x="2558" y="4160"/>
                  </a:lnTo>
                  <a:cubicBezTo>
                    <a:pt x="2391" y="4160"/>
                    <a:pt x="2247" y="4041"/>
                    <a:pt x="2247" y="3873"/>
                  </a:cubicBezTo>
                  <a:lnTo>
                    <a:pt x="2247" y="3467"/>
                  </a:lnTo>
                  <a:cubicBezTo>
                    <a:pt x="2247" y="3264"/>
                    <a:pt x="2098" y="3162"/>
                    <a:pt x="1949" y="3162"/>
                  </a:cubicBezTo>
                  <a:cubicBezTo>
                    <a:pt x="1799" y="3162"/>
                    <a:pt x="1650" y="3264"/>
                    <a:pt x="1650" y="3467"/>
                  </a:cubicBezTo>
                  <a:lnTo>
                    <a:pt x="1650" y="3873"/>
                  </a:lnTo>
                  <a:cubicBezTo>
                    <a:pt x="1650" y="4041"/>
                    <a:pt x="1506" y="4160"/>
                    <a:pt x="1363" y="4160"/>
                  </a:cubicBezTo>
                  <a:lnTo>
                    <a:pt x="0" y="4160"/>
                  </a:lnTo>
                  <a:lnTo>
                    <a:pt x="0" y="9874"/>
                  </a:lnTo>
                  <a:cubicBezTo>
                    <a:pt x="0" y="10042"/>
                    <a:pt x="143" y="10161"/>
                    <a:pt x="311" y="10161"/>
                  </a:cubicBezTo>
                  <a:lnTo>
                    <a:pt x="4686" y="10161"/>
                  </a:lnTo>
                  <a:cubicBezTo>
                    <a:pt x="4853" y="10161"/>
                    <a:pt x="4973" y="10042"/>
                    <a:pt x="4973" y="9874"/>
                  </a:cubicBezTo>
                  <a:lnTo>
                    <a:pt x="4973" y="8631"/>
                  </a:lnTo>
                  <a:lnTo>
                    <a:pt x="6479" y="8631"/>
                  </a:lnTo>
                  <a:cubicBezTo>
                    <a:pt x="7077" y="8631"/>
                    <a:pt x="7555" y="8129"/>
                    <a:pt x="7555" y="7531"/>
                  </a:cubicBezTo>
                  <a:lnTo>
                    <a:pt x="7555" y="6336"/>
                  </a:lnTo>
                  <a:lnTo>
                    <a:pt x="8463" y="6336"/>
                  </a:lnTo>
                  <a:cubicBezTo>
                    <a:pt x="8679" y="6336"/>
                    <a:pt x="8822" y="6097"/>
                    <a:pt x="8726" y="5906"/>
                  </a:cubicBezTo>
                  <a:lnTo>
                    <a:pt x="8726" y="5906"/>
                  </a:lnTo>
                  <a:lnTo>
                    <a:pt x="8750" y="5929"/>
                  </a:lnTo>
                  <a:lnTo>
                    <a:pt x="7770" y="3993"/>
                  </a:lnTo>
                  <a:lnTo>
                    <a:pt x="7770" y="3849"/>
                  </a:lnTo>
                  <a:cubicBezTo>
                    <a:pt x="7770" y="1841"/>
                    <a:pt x="6192" y="168"/>
                    <a:pt x="4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5" name="Google Shape;1895;p91"/>
          <p:cNvGrpSpPr/>
          <p:nvPr/>
        </p:nvGrpSpPr>
        <p:grpSpPr>
          <a:xfrm>
            <a:off x="2636975" y="4123149"/>
            <a:ext cx="220000" cy="254050"/>
            <a:chOff x="2571475" y="4317950"/>
            <a:chExt cx="220000" cy="254050"/>
          </a:xfrm>
        </p:grpSpPr>
        <p:sp>
          <p:nvSpPr>
            <p:cNvPr id="1896" name="Google Shape;1896;p91"/>
            <p:cNvSpPr/>
            <p:nvPr/>
          </p:nvSpPr>
          <p:spPr>
            <a:xfrm>
              <a:off x="2603925" y="4366350"/>
              <a:ext cx="91900" cy="81325"/>
            </a:xfrm>
            <a:custGeom>
              <a:rect b="b" l="l" r="r" t="t"/>
              <a:pathLst>
                <a:path extrusionOk="0" h="3253" w="3676">
                  <a:moveTo>
                    <a:pt x="2576" y="503"/>
                  </a:moveTo>
                  <a:cubicBezTo>
                    <a:pt x="2839" y="503"/>
                    <a:pt x="2982" y="838"/>
                    <a:pt x="2791" y="1029"/>
                  </a:cubicBezTo>
                  <a:cubicBezTo>
                    <a:pt x="2731" y="1082"/>
                    <a:pt x="2658" y="1107"/>
                    <a:pt x="2587" y="1107"/>
                  </a:cubicBezTo>
                  <a:cubicBezTo>
                    <a:pt x="2434" y="1107"/>
                    <a:pt x="2289" y="994"/>
                    <a:pt x="2289" y="814"/>
                  </a:cubicBezTo>
                  <a:cubicBezTo>
                    <a:pt x="2289" y="647"/>
                    <a:pt x="2409" y="503"/>
                    <a:pt x="2576" y="503"/>
                  </a:cubicBezTo>
                  <a:close/>
                  <a:moveTo>
                    <a:pt x="2600" y="1"/>
                  </a:moveTo>
                  <a:cubicBezTo>
                    <a:pt x="2592" y="1"/>
                    <a:pt x="2584" y="1"/>
                    <a:pt x="2576" y="1"/>
                  </a:cubicBezTo>
                  <a:cubicBezTo>
                    <a:pt x="2566" y="1"/>
                    <a:pt x="2556" y="1"/>
                    <a:pt x="2547" y="1"/>
                  </a:cubicBezTo>
                  <a:cubicBezTo>
                    <a:pt x="868" y="1"/>
                    <a:pt x="1" y="2040"/>
                    <a:pt x="1189" y="3253"/>
                  </a:cubicBezTo>
                  <a:cubicBezTo>
                    <a:pt x="1165" y="3181"/>
                    <a:pt x="1165" y="3109"/>
                    <a:pt x="1165" y="3038"/>
                  </a:cubicBezTo>
                  <a:cubicBezTo>
                    <a:pt x="1165" y="2249"/>
                    <a:pt x="1787" y="1627"/>
                    <a:pt x="2576" y="1627"/>
                  </a:cubicBezTo>
                  <a:cubicBezTo>
                    <a:pt x="3668" y="1627"/>
                    <a:pt x="3676" y="1"/>
                    <a:pt x="26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91"/>
            <p:cNvSpPr/>
            <p:nvPr/>
          </p:nvSpPr>
          <p:spPr>
            <a:xfrm>
              <a:off x="2640825" y="4381300"/>
              <a:ext cx="75925" cy="81325"/>
            </a:xfrm>
            <a:custGeom>
              <a:rect b="b" l="l" r="r" t="t"/>
              <a:pathLst>
                <a:path extrusionOk="0" h="3253" w="3037">
                  <a:moveTo>
                    <a:pt x="1100" y="2153"/>
                  </a:moveTo>
                  <a:cubicBezTo>
                    <a:pt x="1506" y="2153"/>
                    <a:pt x="1506" y="2750"/>
                    <a:pt x="1100" y="2750"/>
                  </a:cubicBezTo>
                  <a:cubicBezTo>
                    <a:pt x="694" y="2750"/>
                    <a:pt x="694" y="2153"/>
                    <a:pt x="1100" y="2153"/>
                  </a:cubicBezTo>
                  <a:close/>
                  <a:moveTo>
                    <a:pt x="2511" y="1"/>
                  </a:moveTo>
                  <a:cubicBezTo>
                    <a:pt x="2511" y="73"/>
                    <a:pt x="2511" y="144"/>
                    <a:pt x="2511" y="216"/>
                  </a:cubicBezTo>
                  <a:cubicBezTo>
                    <a:pt x="2511" y="981"/>
                    <a:pt x="1889" y="1627"/>
                    <a:pt x="1100" y="1627"/>
                  </a:cubicBezTo>
                  <a:cubicBezTo>
                    <a:pt x="0" y="1627"/>
                    <a:pt x="0" y="3252"/>
                    <a:pt x="1100" y="3252"/>
                  </a:cubicBezTo>
                  <a:cubicBezTo>
                    <a:pt x="2176" y="3252"/>
                    <a:pt x="3037" y="2392"/>
                    <a:pt x="3037" y="1316"/>
                  </a:cubicBezTo>
                  <a:cubicBezTo>
                    <a:pt x="3037" y="838"/>
                    <a:pt x="2845" y="336"/>
                    <a:pt x="25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91"/>
            <p:cNvSpPr/>
            <p:nvPr/>
          </p:nvSpPr>
          <p:spPr>
            <a:xfrm>
              <a:off x="2571475" y="4317950"/>
              <a:ext cx="220000" cy="254050"/>
            </a:xfrm>
            <a:custGeom>
              <a:rect b="b" l="l" r="r" t="t"/>
              <a:pathLst>
                <a:path extrusionOk="0" h="10162" w="8800">
                  <a:moveTo>
                    <a:pt x="3852" y="1320"/>
                  </a:moveTo>
                  <a:cubicBezTo>
                    <a:pt x="5157" y="1320"/>
                    <a:pt x="6408" y="2327"/>
                    <a:pt x="6408" y="3850"/>
                  </a:cubicBezTo>
                  <a:cubicBezTo>
                    <a:pt x="6408" y="5260"/>
                    <a:pt x="5285" y="6384"/>
                    <a:pt x="3874" y="6384"/>
                  </a:cubicBezTo>
                  <a:cubicBezTo>
                    <a:pt x="1627" y="6384"/>
                    <a:pt x="503" y="3659"/>
                    <a:pt x="2081" y="2057"/>
                  </a:cubicBezTo>
                  <a:cubicBezTo>
                    <a:pt x="2597" y="1548"/>
                    <a:pt x="3230" y="1320"/>
                    <a:pt x="3852" y="1320"/>
                  </a:cubicBezTo>
                  <a:close/>
                  <a:moveTo>
                    <a:pt x="3874" y="1"/>
                  </a:moveTo>
                  <a:cubicBezTo>
                    <a:pt x="1722" y="1"/>
                    <a:pt x="1" y="1722"/>
                    <a:pt x="1" y="3850"/>
                  </a:cubicBezTo>
                  <a:lnTo>
                    <a:pt x="1" y="9851"/>
                  </a:lnTo>
                  <a:cubicBezTo>
                    <a:pt x="1" y="10018"/>
                    <a:pt x="120" y="10162"/>
                    <a:pt x="288" y="10162"/>
                  </a:cubicBezTo>
                  <a:lnTo>
                    <a:pt x="4663" y="10162"/>
                  </a:lnTo>
                  <a:cubicBezTo>
                    <a:pt x="4830" y="10162"/>
                    <a:pt x="4950" y="10018"/>
                    <a:pt x="4950" y="9851"/>
                  </a:cubicBezTo>
                  <a:lnTo>
                    <a:pt x="4950" y="8631"/>
                  </a:lnTo>
                  <a:lnTo>
                    <a:pt x="6456" y="8631"/>
                  </a:lnTo>
                  <a:cubicBezTo>
                    <a:pt x="7054" y="8631"/>
                    <a:pt x="7556" y="8129"/>
                    <a:pt x="7556" y="7532"/>
                  </a:cubicBezTo>
                  <a:lnTo>
                    <a:pt x="7556" y="6336"/>
                  </a:lnTo>
                  <a:lnTo>
                    <a:pt x="8440" y="6336"/>
                  </a:lnTo>
                  <a:cubicBezTo>
                    <a:pt x="8656" y="6336"/>
                    <a:pt x="8799" y="6097"/>
                    <a:pt x="8703" y="5906"/>
                  </a:cubicBezTo>
                  <a:lnTo>
                    <a:pt x="7747" y="3993"/>
                  </a:lnTo>
                  <a:lnTo>
                    <a:pt x="7747" y="3850"/>
                  </a:lnTo>
                  <a:cubicBezTo>
                    <a:pt x="7747" y="1722"/>
                    <a:pt x="6002" y="1"/>
                    <a:pt x="38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9" name="Google Shape;1899;p91"/>
          <p:cNvGrpSpPr/>
          <p:nvPr/>
        </p:nvGrpSpPr>
        <p:grpSpPr>
          <a:xfrm>
            <a:off x="2636675" y="3443156"/>
            <a:ext cx="220600" cy="254625"/>
            <a:chOff x="2603150" y="3600125"/>
            <a:chExt cx="220600" cy="254625"/>
          </a:xfrm>
        </p:grpSpPr>
        <p:sp>
          <p:nvSpPr>
            <p:cNvPr id="1900" name="Google Shape;1900;p91"/>
            <p:cNvSpPr/>
            <p:nvPr/>
          </p:nvSpPr>
          <p:spPr>
            <a:xfrm>
              <a:off x="2655750" y="3657500"/>
              <a:ext cx="45450" cy="69350"/>
            </a:xfrm>
            <a:custGeom>
              <a:rect b="b" l="l" r="r" t="t"/>
              <a:pathLst>
                <a:path extrusionOk="0" h="2774" w="1818">
                  <a:moveTo>
                    <a:pt x="838" y="0"/>
                  </a:moveTo>
                  <a:cubicBezTo>
                    <a:pt x="383" y="0"/>
                    <a:pt x="1" y="359"/>
                    <a:pt x="1" y="837"/>
                  </a:cubicBezTo>
                  <a:cubicBezTo>
                    <a:pt x="1" y="1483"/>
                    <a:pt x="957" y="2319"/>
                    <a:pt x="1603" y="2774"/>
                  </a:cubicBezTo>
                  <a:lnTo>
                    <a:pt x="1818" y="1746"/>
                  </a:lnTo>
                  <a:lnTo>
                    <a:pt x="1172" y="1315"/>
                  </a:lnTo>
                  <a:cubicBezTo>
                    <a:pt x="1053" y="1220"/>
                    <a:pt x="1029" y="1052"/>
                    <a:pt x="1101" y="909"/>
                  </a:cubicBezTo>
                  <a:lnTo>
                    <a:pt x="1101" y="909"/>
                  </a:lnTo>
                  <a:lnTo>
                    <a:pt x="1077" y="933"/>
                  </a:lnTo>
                  <a:lnTo>
                    <a:pt x="1077" y="933"/>
                  </a:lnTo>
                  <a:lnTo>
                    <a:pt x="1435" y="287"/>
                  </a:lnTo>
                  <a:cubicBezTo>
                    <a:pt x="1268" y="96"/>
                    <a:pt x="1053" y="0"/>
                    <a:pt x="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91"/>
            <p:cNvSpPr/>
            <p:nvPr/>
          </p:nvSpPr>
          <p:spPr>
            <a:xfrm>
              <a:off x="2699400" y="3656900"/>
              <a:ext cx="46050" cy="65175"/>
            </a:xfrm>
            <a:custGeom>
              <a:rect b="b" l="l" r="r" t="t"/>
              <a:pathLst>
                <a:path extrusionOk="0" h="2607" w="1842">
                  <a:moveTo>
                    <a:pt x="1004" y="0"/>
                  </a:moveTo>
                  <a:lnTo>
                    <a:pt x="1004" y="24"/>
                  </a:lnTo>
                  <a:cubicBezTo>
                    <a:pt x="694" y="24"/>
                    <a:pt x="431" y="168"/>
                    <a:pt x="287" y="431"/>
                  </a:cubicBezTo>
                  <a:lnTo>
                    <a:pt x="0" y="1005"/>
                  </a:lnTo>
                  <a:lnTo>
                    <a:pt x="550" y="1411"/>
                  </a:lnTo>
                  <a:cubicBezTo>
                    <a:pt x="646" y="1483"/>
                    <a:pt x="694" y="1578"/>
                    <a:pt x="670" y="1698"/>
                  </a:cubicBezTo>
                  <a:lnTo>
                    <a:pt x="502" y="2606"/>
                  </a:lnTo>
                  <a:cubicBezTo>
                    <a:pt x="622" y="2511"/>
                    <a:pt x="765" y="2391"/>
                    <a:pt x="885" y="2272"/>
                  </a:cubicBezTo>
                  <a:cubicBezTo>
                    <a:pt x="1483" y="1722"/>
                    <a:pt x="1841" y="1220"/>
                    <a:pt x="1841" y="837"/>
                  </a:cubicBezTo>
                  <a:cubicBezTo>
                    <a:pt x="1817" y="383"/>
                    <a:pt x="1459" y="0"/>
                    <a:pt x="10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91"/>
            <p:cNvSpPr/>
            <p:nvPr/>
          </p:nvSpPr>
          <p:spPr>
            <a:xfrm>
              <a:off x="2603150" y="3600125"/>
              <a:ext cx="220600" cy="254625"/>
            </a:xfrm>
            <a:custGeom>
              <a:rect b="b" l="l" r="r" t="t"/>
              <a:pathLst>
                <a:path extrusionOk="0" h="10185" w="8824">
                  <a:moveTo>
                    <a:pt x="4866" y="1687"/>
                  </a:moveTo>
                  <a:cubicBezTo>
                    <a:pt x="5595" y="1687"/>
                    <a:pt x="6289" y="2258"/>
                    <a:pt x="6289" y="3108"/>
                  </a:cubicBezTo>
                  <a:cubicBezTo>
                    <a:pt x="6289" y="3682"/>
                    <a:pt x="5906" y="4304"/>
                    <a:pt x="5141" y="4997"/>
                  </a:cubicBezTo>
                  <a:lnTo>
                    <a:pt x="5117" y="4997"/>
                  </a:lnTo>
                  <a:cubicBezTo>
                    <a:pt x="4783" y="5308"/>
                    <a:pt x="4424" y="5571"/>
                    <a:pt x="4041" y="5810"/>
                  </a:cubicBezTo>
                  <a:cubicBezTo>
                    <a:pt x="3994" y="5846"/>
                    <a:pt x="3940" y="5864"/>
                    <a:pt x="3886" y="5864"/>
                  </a:cubicBezTo>
                  <a:cubicBezTo>
                    <a:pt x="3832" y="5864"/>
                    <a:pt x="3778" y="5846"/>
                    <a:pt x="3731" y="5810"/>
                  </a:cubicBezTo>
                  <a:cubicBezTo>
                    <a:pt x="3348" y="5571"/>
                    <a:pt x="2990" y="5308"/>
                    <a:pt x="2655" y="4997"/>
                  </a:cubicBezTo>
                  <a:cubicBezTo>
                    <a:pt x="1890" y="4304"/>
                    <a:pt x="1507" y="3682"/>
                    <a:pt x="1507" y="3108"/>
                  </a:cubicBezTo>
                  <a:cubicBezTo>
                    <a:pt x="1491" y="2258"/>
                    <a:pt x="2191" y="1687"/>
                    <a:pt x="2926" y="1687"/>
                  </a:cubicBezTo>
                  <a:cubicBezTo>
                    <a:pt x="3265" y="1687"/>
                    <a:pt x="3611" y="1808"/>
                    <a:pt x="3898" y="2080"/>
                  </a:cubicBezTo>
                  <a:cubicBezTo>
                    <a:pt x="4185" y="1808"/>
                    <a:pt x="4529" y="1687"/>
                    <a:pt x="4866" y="1687"/>
                  </a:cubicBezTo>
                  <a:close/>
                  <a:moveTo>
                    <a:pt x="3874" y="0"/>
                  </a:moveTo>
                  <a:cubicBezTo>
                    <a:pt x="1746" y="0"/>
                    <a:pt x="1" y="1745"/>
                    <a:pt x="1" y="3873"/>
                  </a:cubicBezTo>
                  <a:lnTo>
                    <a:pt x="1" y="9874"/>
                  </a:lnTo>
                  <a:cubicBezTo>
                    <a:pt x="1" y="10042"/>
                    <a:pt x="144" y="10185"/>
                    <a:pt x="312" y="10185"/>
                  </a:cubicBezTo>
                  <a:lnTo>
                    <a:pt x="4687" y="10185"/>
                  </a:lnTo>
                  <a:cubicBezTo>
                    <a:pt x="4830" y="10185"/>
                    <a:pt x="4974" y="10042"/>
                    <a:pt x="4974" y="9874"/>
                  </a:cubicBezTo>
                  <a:lnTo>
                    <a:pt x="4974" y="8655"/>
                  </a:lnTo>
                  <a:lnTo>
                    <a:pt x="6480" y="8655"/>
                  </a:lnTo>
                  <a:cubicBezTo>
                    <a:pt x="7078" y="8655"/>
                    <a:pt x="7556" y="8153"/>
                    <a:pt x="7556" y="7555"/>
                  </a:cubicBezTo>
                  <a:lnTo>
                    <a:pt x="7556" y="6360"/>
                  </a:lnTo>
                  <a:lnTo>
                    <a:pt x="8464" y="6360"/>
                  </a:lnTo>
                  <a:cubicBezTo>
                    <a:pt x="8680" y="6360"/>
                    <a:pt x="8823" y="6121"/>
                    <a:pt x="8727" y="5929"/>
                  </a:cubicBezTo>
                  <a:lnTo>
                    <a:pt x="8704" y="5929"/>
                  </a:lnTo>
                  <a:lnTo>
                    <a:pt x="7747" y="4017"/>
                  </a:lnTo>
                  <a:lnTo>
                    <a:pt x="7747" y="3873"/>
                  </a:lnTo>
                  <a:cubicBezTo>
                    <a:pt x="7747" y="1745"/>
                    <a:pt x="6026" y="0"/>
                    <a:pt x="38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3" name="Google Shape;1903;p91"/>
          <p:cNvGrpSpPr/>
          <p:nvPr/>
        </p:nvGrpSpPr>
        <p:grpSpPr>
          <a:xfrm>
            <a:off x="2634288" y="2759250"/>
            <a:ext cx="225375" cy="263025"/>
            <a:chOff x="2564900" y="2855375"/>
            <a:chExt cx="225375" cy="263025"/>
          </a:xfrm>
        </p:grpSpPr>
        <p:sp>
          <p:nvSpPr>
            <p:cNvPr id="1904" name="Google Shape;1904;p91"/>
            <p:cNvSpPr/>
            <p:nvPr/>
          </p:nvSpPr>
          <p:spPr>
            <a:xfrm>
              <a:off x="2615725" y="2911575"/>
              <a:ext cx="102225" cy="55000"/>
            </a:xfrm>
            <a:custGeom>
              <a:rect b="b" l="l" r="r" t="t"/>
              <a:pathLst>
                <a:path extrusionOk="0" h="2200" w="4089">
                  <a:moveTo>
                    <a:pt x="2023" y="0"/>
                  </a:moveTo>
                  <a:cubicBezTo>
                    <a:pt x="1530" y="0"/>
                    <a:pt x="1040" y="311"/>
                    <a:pt x="956" y="933"/>
                  </a:cubicBezTo>
                  <a:cubicBezTo>
                    <a:pt x="932" y="1076"/>
                    <a:pt x="813" y="1196"/>
                    <a:pt x="646" y="1196"/>
                  </a:cubicBezTo>
                  <a:cubicBezTo>
                    <a:pt x="0" y="1196"/>
                    <a:pt x="0" y="2200"/>
                    <a:pt x="646" y="2200"/>
                  </a:cubicBezTo>
                  <a:lnTo>
                    <a:pt x="3443" y="2200"/>
                  </a:lnTo>
                  <a:cubicBezTo>
                    <a:pt x="4088" y="2176"/>
                    <a:pt x="4088" y="1196"/>
                    <a:pt x="3443" y="1196"/>
                  </a:cubicBezTo>
                  <a:lnTo>
                    <a:pt x="3419" y="1196"/>
                  </a:lnTo>
                  <a:cubicBezTo>
                    <a:pt x="3252" y="1196"/>
                    <a:pt x="3132" y="1076"/>
                    <a:pt x="3108" y="933"/>
                  </a:cubicBezTo>
                  <a:cubicBezTo>
                    <a:pt x="3012" y="311"/>
                    <a:pt x="2516" y="0"/>
                    <a:pt x="20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91"/>
            <p:cNvSpPr/>
            <p:nvPr/>
          </p:nvSpPr>
          <p:spPr>
            <a:xfrm>
              <a:off x="2564900" y="2855375"/>
              <a:ext cx="225375" cy="263025"/>
            </a:xfrm>
            <a:custGeom>
              <a:rect b="b" l="l" r="r" t="t"/>
              <a:pathLst>
                <a:path extrusionOk="0" h="10521" w="9015">
                  <a:moveTo>
                    <a:pt x="4086" y="1668"/>
                  </a:moveTo>
                  <a:cubicBezTo>
                    <a:pt x="4484" y="1668"/>
                    <a:pt x="4878" y="1806"/>
                    <a:pt x="5189" y="2081"/>
                  </a:cubicBezTo>
                  <a:cubicBezTo>
                    <a:pt x="5428" y="2296"/>
                    <a:pt x="5619" y="2559"/>
                    <a:pt x="5715" y="2870"/>
                  </a:cubicBezTo>
                  <a:cubicBezTo>
                    <a:pt x="6982" y="3157"/>
                    <a:pt x="6791" y="5045"/>
                    <a:pt x="5476" y="5045"/>
                  </a:cubicBezTo>
                  <a:lnTo>
                    <a:pt x="5452" y="5021"/>
                  </a:lnTo>
                  <a:lnTo>
                    <a:pt x="4257" y="5021"/>
                  </a:lnTo>
                  <a:lnTo>
                    <a:pt x="3970" y="5619"/>
                  </a:lnTo>
                  <a:lnTo>
                    <a:pt x="4663" y="5619"/>
                  </a:lnTo>
                  <a:cubicBezTo>
                    <a:pt x="4878" y="5619"/>
                    <a:pt x="5022" y="5858"/>
                    <a:pt x="4926" y="6050"/>
                  </a:cubicBezTo>
                  <a:lnTo>
                    <a:pt x="4328" y="7245"/>
                  </a:lnTo>
                  <a:cubicBezTo>
                    <a:pt x="4278" y="7362"/>
                    <a:pt x="4181" y="7421"/>
                    <a:pt x="4078" y="7421"/>
                  </a:cubicBezTo>
                  <a:cubicBezTo>
                    <a:pt x="4034" y="7421"/>
                    <a:pt x="3989" y="7410"/>
                    <a:pt x="3946" y="7388"/>
                  </a:cubicBezTo>
                  <a:cubicBezTo>
                    <a:pt x="3802" y="7317"/>
                    <a:pt x="3731" y="7125"/>
                    <a:pt x="3802" y="6982"/>
                  </a:cubicBezTo>
                  <a:lnTo>
                    <a:pt x="4185" y="6217"/>
                  </a:lnTo>
                  <a:lnTo>
                    <a:pt x="3468" y="6217"/>
                  </a:lnTo>
                  <a:cubicBezTo>
                    <a:pt x="3252" y="6217"/>
                    <a:pt x="3109" y="6002"/>
                    <a:pt x="3205" y="5787"/>
                  </a:cubicBezTo>
                  <a:lnTo>
                    <a:pt x="3587" y="5045"/>
                  </a:lnTo>
                  <a:lnTo>
                    <a:pt x="2702" y="5045"/>
                  </a:lnTo>
                  <a:cubicBezTo>
                    <a:pt x="1388" y="5045"/>
                    <a:pt x="1172" y="3157"/>
                    <a:pt x="2463" y="2870"/>
                  </a:cubicBezTo>
                  <a:cubicBezTo>
                    <a:pt x="2559" y="2559"/>
                    <a:pt x="2726" y="2296"/>
                    <a:pt x="2965" y="2081"/>
                  </a:cubicBezTo>
                  <a:cubicBezTo>
                    <a:pt x="3288" y="1806"/>
                    <a:pt x="3689" y="1668"/>
                    <a:pt x="4086" y="1668"/>
                  </a:cubicBezTo>
                  <a:close/>
                  <a:moveTo>
                    <a:pt x="4065" y="1"/>
                  </a:moveTo>
                  <a:cubicBezTo>
                    <a:pt x="1794" y="1"/>
                    <a:pt x="1" y="1961"/>
                    <a:pt x="192" y="4233"/>
                  </a:cubicBezTo>
                  <a:lnTo>
                    <a:pt x="192" y="10233"/>
                  </a:lnTo>
                  <a:cubicBezTo>
                    <a:pt x="192" y="10401"/>
                    <a:pt x="336" y="10520"/>
                    <a:pt x="503" y="10520"/>
                  </a:cubicBezTo>
                  <a:lnTo>
                    <a:pt x="4854" y="10520"/>
                  </a:lnTo>
                  <a:cubicBezTo>
                    <a:pt x="5022" y="10520"/>
                    <a:pt x="5165" y="10401"/>
                    <a:pt x="5165" y="10233"/>
                  </a:cubicBezTo>
                  <a:lnTo>
                    <a:pt x="5165" y="8990"/>
                  </a:lnTo>
                  <a:lnTo>
                    <a:pt x="6647" y="8990"/>
                  </a:lnTo>
                  <a:cubicBezTo>
                    <a:pt x="7245" y="8990"/>
                    <a:pt x="7747" y="8512"/>
                    <a:pt x="7747" y="7914"/>
                  </a:cubicBezTo>
                  <a:lnTo>
                    <a:pt x="7747" y="6719"/>
                  </a:lnTo>
                  <a:lnTo>
                    <a:pt x="8632" y="6719"/>
                  </a:lnTo>
                  <a:cubicBezTo>
                    <a:pt x="8871" y="6719"/>
                    <a:pt x="9014" y="6480"/>
                    <a:pt x="8919" y="6289"/>
                  </a:cubicBezTo>
                  <a:lnTo>
                    <a:pt x="8895" y="6289"/>
                  </a:lnTo>
                  <a:lnTo>
                    <a:pt x="7938" y="4376"/>
                  </a:lnTo>
                  <a:lnTo>
                    <a:pt x="7938" y="4233"/>
                  </a:lnTo>
                  <a:cubicBezTo>
                    <a:pt x="8130" y="1961"/>
                    <a:pt x="6337" y="1"/>
                    <a:pt x="4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6" name="Google Shape;1906;p91"/>
          <p:cNvGrpSpPr/>
          <p:nvPr/>
        </p:nvGrpSpPr>
        <p:grpSpPr>
          <a:xfrm>
            <a:off x="2631663" y="2083481"/>
            <a:ext cx="230625" cy="255150"/>
            <a:chOff x="2561425" y="2120300"/>
            <a:chExt cx="230625" cy="255150"/>
          </a:xfrm>
        </p:grpSpPr>
        <p:sp>
          <p:nvSpPr>
            <p:cNvPr id="1907" name="Google Shape;1907;p91"/>
            <p:cNvSpPr/>
            <p:nvPr/>
          </p:nvSpPr>
          <p:spPr>
            <a:xfrm>
              <a:off x="2571475" y="2231975"/>
              <a:ext cx="220575" cy="143475"/>
            </a:xfrm>
            <a:custGeom>
              <a:rect b="b" l="l" r="r" t="t"/>
              <a:pathLst>
                <a:path extrusionOk="0" h="5739" w="8823">
                  <a:moveTo>
                    <a:pt x="7962" y="1"/>
                  </a:moveTo>
                  <a:cubicBezTo>
                    <a:pt x="7513" y="2171"/>
                    <a:pt x="5691" y="3313"/>
                    <a:pt x="3863" y="3313"/>
                  </a:cubicBezTo>
                  <a:cubicBezTo>
                    <a:pt x="2288" y="3313"/>
                    <a:pt x="709" y="2465"/>
                    <a:pt x="1" y="694"/>
                  </a:cubicBezTo>
                  <a:lnTo>
                    <a:pt x="1" y="5428"/>
                  </a:lnTo>
                  <a:cubicBezTo>
                    <a:pt x="1" y="5595"/>
                    <a:pt x="144" y="5739"/>
                    <a:pt x="312" y="5739"/>
                  </a:cubicBezTo>
                  <a:lnTo>
                    <a:pt x="4663" y="5739"/>
                  </a:lnTo>
                  <a:cubicBezTo>
                    <a:pt x="4830" y="5739"/>
                    <a:pt x="4974" y="5595"/>
                    <a:pt x="4974" y="5428"/>
                  </a:cubicBezTo>
                  <a:lnTo>
                    <a:pt x="4974" y="4209"/>
                  </a:lnTo>
                  <a:lnTo>
                    <a:pt x="6456" y="4209"/>
                  </a:lnTo>
                  <a:cubicBezTo>
                    <a:pt x="7078" y="4209"/>
                    <a:pt x="7556" y="3706"/>
                    <a:pt x="7556" y="3109"/>
                  </a:cubicBezTo>
                  <a:lnTo>
                    <a:pt x="7556" y="1913"/>
                  </a:lnTo>
                  <a:lnTo>
                    <a:pt x="8464" y="1913"/>
                  </a:lnTo>
                  <a:cubicBezTo>
                    <a:pt x="8680" y="1913"/>
                    <a:pt x="8823" y="1674"/>
                    <a:pt x="8727" y="1483"/>
                  </a:cubicBezTo>
                  <a:lnTo>
                    <a:pt x="8703" y="1483"/>
                  </a:lnTo>
                  <a:lnTo>
                    <a:pt x="796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91"/>
            <p:cNvSpPr/>
            <p:nvPr/>
          </p:nvSpPr>
          <p:spPr>
            <a:xfrm>
              <a:off x="2561425" y="2120300"/>
              <a:ext cx="206725" cy="179250"/>
            </a:xfrm>
            <a:custGeom>
              <a:rect b="b" l="l" r="r" t="t"/>
              <a:pathLst>
                <a:path extrusionOk="0" h="7170" w="8269">
                  <a:moveTo>
                    <a:pt x="4241" y="1"/>
                  </a:moveTo>
                  <a:cubicBezTo>
                    <a:pt x="2815" y="1"/>
                    <a:pt x="1420" y="858"/>
                    <a:pt x="857" y="2364"/>
                  </a:cubicBezTo>
                  <a:cubicBezTo>
                    <a:pt x="1" y="4696"/>
                    <a:pt x="1749" y="7170"/>
                    <a:pt x="4240" y="7170"/>
                  </a:cubicBezTo>
                  <a:cubicBezTo>
                    <a:pt x="4252" y="7170"/>
                    <a:pt x="4264" y="7169"/>
                    <a:pt x="4276" y="7169"/>
                  </a:cubicBezTo>
                  <a:cubicBezTo>
                    <a:pt x="4898" y="7169"/>
                    <a:pt x="5519" y="7002"/>
                    <a:pt x="6069" y="6691"/>
                  </a:cubicBezTo>
                  <a:lnTo>
                    <a:pt x="5495" y="6117"/>
                  </a:lnTo>
                  <a:cubicBezTo>
                    <a:pt x="5101" y="6315"/>
                    <a:pt x="4681" y="6408"/>
                    <a:pt x="4267" y="6408"/>
                  </a:cubicBezTo>
                  <a:cubicBezTo>
                    <a:pt x="3277" y="6408"/>
                    <a:pt x="2319" y="5873"/>
                    <a:pt x="1813" y="4946"/>
                  </a:cubicBezTo>
                  <a:cubicBezTo>
                    <a:pt x="1096" y="3655"/>
                    <a:pt x="1527" y="2005"/>
                    <a:pt x="2818" y="1216"/>
                  </a:cubicBezTo>
                  <a:cubicBezTo>
                    <a:pt x="2873" y="1181"/>
                    <a:pt x="2928" y="1166"/>
                    <a:pt x="2980" y="1166"/>
                  </a:cubicBezTo>
                  <a:cubicBezTo>
                    <a:pt x="3244" y="1166"/>
                    <a:pt x="3428" y="1562"/>
                    <a:pt x="3128" y="1742"/>
                  </a:cubicBezTo>
                  <a:cubicBezTo>
                    <a:pt x="2076" y="2364"/>
                    <a:pt x="1742" y="3703"/>
                    <a:pt x="2387" y="4755"/>
                  </a:cubicBezTo>
                  <a:cubicBezTo>
                    <a:pt x="2797" y="5432"/>
                    <a:pt x="3518" y="5808"/>
                    <a:pt x="4263" y="5808"/>
                  </a:cubicBezTo>
                  <a:cubicBezTo>
                    <a:pt x="4649" y="5808"/>
                    <a:pt x="5041" y="5708"/>
                    <a:pt x="5400" y="5496"/>
                  </a:cubicBezTo>
                  <a:cubicBezTo>
                    <a:pt x="5447" y="5467"/>
                    <a:pt x="5498" y="5454"/>
                    <a:pt x="5548" y="5454"/>
                  </a:cubicBezTo>
                  <a:cubicBezTo>
                    <a:pt x="5625" y="5454"/>
                    <a:pt x="5700" y="5486"/>
                    <a:pt x="5758" y="5544"/>
                  </a:cubicBezTo>
                  <a:lnTo>
                    <a:pt x="6571" y="6356"/>
                  </a:lnTo>
                  <a:cubicBezTo>
                    <a:pt x="8077" y="5065"/>
                    <a:pt x="8269" y="2818"/>
                    <a:pt x="7002" y="1312"/>
                  </a:cubicBezTo>
                  <a:lnTo>
                    <a:pt x="7002" y="1312"/>
                  </a:lnTo>
                  <a:lnTo>
                    <a:pt x="6452" y="1862"/>
                  </a:lnTo>
                  <a:cubicBezTo>
                    <a:pt x="7169" y="2746"/>
                    <a:pt x="7264" y="3990"/>
                    <a:pt x="6691" y="4994"/>
                  </a:cubicBezTo>
                  <a:cubicBezTo>
                    <a:pt x="6628" y="5126"/>
                    <a:pt x="6526" y="5180"/>
                    <a:pt x="6424" y="5180"/>
                  </a:cubicBezTo>
                  <a:cubicBezTo>
                    <a:pt x="6215" y="5180"/>
                    <a:pt x="6011" y="4949"/>
                    <a:pt x="6189" y="4707"/>
                  </a:cubicBezTo>
                  <a:cubicBezTo>
                    <a:pt x="6954" y="3344"/>
                    <a:pt x="6117" y="1647"/>
                    <a:pt x="4563" y="1431"/>
                  </a:cubicBezTo>
                  <a:lnTo>
                    <a:pt x="4563" y="2483"/>
                  </a:lnTo>
                  <a:cubicBezTo>
                    <a:pt x="4563" y="2651"/>
                    <a:pt x="4443" y="2794"/>
                    <a:pt x="4276" y="2794"/>
                  </a:cubicBezTo>
                  <a:cubicBezTo>
                    <a:pt x="3535" y="2794"/>
                    <a:pt x="3176" y="3679"/>
                    <a:pt x="3678" y="4205"/>
                  </a:cubicBezTo>
                  <a:cubicBezTo>
                    <a:pt x="3847" y="4365"/>
                    <a:pt x="4052" y="4438"/>
                    <a:pt x="4253" y="4438"/>
                  </a:cubicBezTo>
                  <a:cubicBezTo>
                    <a:pt x="4680" y="4438"/>
                    <a:pt x="5089" y="4111"/>
                    <a:pt x="5089" y="3607"/>
                  </a:cubicBezTo>
                  <a:cubicBezTo>
                    <a:pt x="5089" y="3404"/>
                    <a:pt x="5238" y="3302"/>
                    <a:pt x="5388" y="3302"/>
                  </a:cubicBezTo>
                  <a:cubicBezTo>
                    <a:pt x="5537" y="3302"/>
                    <a:pt x="5687" y="3404"/>
                    <a:pt x="5687" y="3607"/>
                  </a:cubicBezTo>
                  <a:cubicBezTo>
                    <a:pt x="5687" y="4451"/>
                    <a:pt x="4995" y="5033"/>
                    <a:pt x="4269" y="5033"/>
                  </a:cubicBezTo>
                  <a:cubicBezTo>
                    <a:pt x="3967" y="5033"/>
                    <a:pt x="3659" y="4932"/>
                    <a:pt x="3391" y="4707"/>
                  </a:cubicBezTo>
                  <a:cubicBezTo>
                    <a:pt x="2459" y="3966"/>
                    <a:pt x="2818" y="2483"/>
                    <a:pt x="3965" y="2220"/>
                  </a:cubicBezTo>
                  <a:lnTo>
                    <a:pt x="3965" y="1121"/>
                  </a:lnTo>
                  <a:cubicBezTo>
                    <a:pt x="3965" y="953"/>
                    <a:pt x="4109" y="810"/>
                    <a:pt x="4276" y="810"/>
                  </a:cubicBezTo>
                  <a:cubicBezTo>
                    <a:pt x="4921" y="810"/>
                    <a:pt x="5519" y="1025"/>
                    <a:pt x="6021" y="1431"/>
                  </a:cubicBezTo>
                  <a:lnTo>
                    <a:pt x="6571" y="882"/>
                  </a:lnTo>
                  <a:cubicBezTo>
                    <a:pt x="5884" y="281"/>
                    <a:pt x="5057" y="1"/>
                    <a:pt x="42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9" name="Google Shape;1909;p91"/>
          <p:cNvGrpSpPr/>
          <p:nvPr/>
        </p:nvGrpSpPr>
        <p:grpSpPr>
          <a:xfrm>
            <a:off x="2636688" y="1404338"/>
            <a:ext cx="220575" cy="254025"/>
            <a:chOff x="2608550" y="1411350"/>
            <a:chExt cx="220575" cy="254025"/>
          </a:xfrm>
        </p:grpSpPr>
        <p:sp>
          <p:nvSpPr>
            <p:cNvPr id="1910" name="Google Shape;1910;p91"/>
            <p:cNvSpPr/>
            <p:nvPr/>
          </p:nvSpPr>
          <p:spPr>
            <a:xfrm>
              <a:off x="2651575" y="1477075"/>
              <a:ext cx="91475" cy="83025"/>
            </a:xfrm>
            <a:custGeom>
              <a:rect b="b" l="l" r="r" t="t"/>
              <a:pathLst>
                <a:path extrusionOk="0" h="3321" w="3659">
                  <a:moveTo>
                    <a:pt x="813" y="1"/>
                  </a:moveTo>
                  <a:lnTo>
                    <a:pt x="813" y="1"/>
                  </a:lnTo>
                  <a:cubicBezTo>
                    <a:pt x="1" y="766"/>
                    <a:pt x="24" y="2057"/>
                    <a:pt x="837" y="2822"/>
                  </a:cubicBezTo>
                  <a:cubicBezTo>
                    <a:pt x="1215" y="3157"/>
                    <a:pt x="1681" y="3321"/>
                    <a:pt x="2144" y="3321"/>
                  </a:cubicBezTo>
                  <a:cubicBezTo>
                    <a:pt x="2706" y="3321"/>
                    <a:pt x="3265" y="3079"/>
                    <a:pt x="3658" y="2607"/>
                  </a:cubicBezTo>
                  <a:lnTo>
                    <a:pt x="3658" y="2607"/>
                  </a:lnTo>
                  <a:cubicBezTo>
                    <a:pt x="3359" y="2751"/>
                    <a:pt x="3049" y="2818"/>
                    <a:pt x="2748" y="2818"/>
                  </a:cubicBezTo>
                  <a:cubicBezTo>
                    <a:pt x="1655" y="2818"/>
                    <a:pt x="670" y="1942"/>
                    <a:pt x="670" y="742"/>
                  </a:cubicBezTo>
                  <a:lnTo>
                    <a:pt x="694" y="742"/>
                  </a:lnTo>
                  <a:cubicBezTo>
                    <a:pt x="670" y="479"/>
                    <a:pt x="718" y="216"/>
                    <a:pt x="8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91"/>
            <p:cNvSpPr/>
            <p:nvPr/>
          </p:nvSpPr>
          <p:spPr>
            <a:xfrm>
              <a:off x="2608550" y="1411350"/>
              <a:ext cx="220575" cy="254025"/>
            </a:xfrm>
            <a:custGeom>
              <a:rect b="b" l="l" r="r" t="t"/>
              <a:pathLst>
                <a:path extrusionOk="0" h="10161" w="8823">
                  <a:moveTo>
                    <a:pt x="4626" y="2158"/>
                  </a:moveTo>
                  <a:cubicBezTo>
                    <a:pt x="4776" y="2158"/>
                    <a:pt x="4925" y="2259"/>
                    <a:pt x="4925" y="2463"/>
                  </a:cubicBezTo>
                  <a:lnTo>
                    <a:pt x="4925" y="2773"/>
                  </a:lnTo>
                  <a:lnTo>
                    <a:pt x="5236" y="2773"/>
                  </a:lnTo>
                  <a:cubicBezTo>
                    <a:pt x="5642" y="2773"/>
                    <a:pt x="5642" y="3371"/>
                    <a:pt x="5236" y="3371"/>
                  </a:cubicBezTo>
                  <a:lnTo>
                    <a:pt x="4925" y="3371"/>
                  </a:lnTo>
                  <a:lnTo>
                    <a:pt x="4925" y="3658"/>
                  </a:lnTo>
                  <a:cubicBezTo>
                    <a:pt x="4925" y="3861"/>
                    <a:pt x="4776" y="3963"/>
                    <a:pt x="4626" y="3963"/>
                  </a:cubicBezTo>
                  <a:cubicBezTo>
                    <a:pt x="4477" y="3963"/>
                    <a:pt x="4328" y="3861"/>
                    <a:pt x="4328" y="3658"/>
                  </a:cubicBezTo>
                  <a:lnTo>
                    <a:pt x="4328" y="3371"/>
                  </a:lnTo>
                  <a:lnTo>
                    <a:pt x="4041" y="3371"/>
                  </a:lnTo>
                  <a:cubicBezTo>
                    <a:pt x="3634" y="3371"/>
                    <a:pt x="3634" y="2773"/>
                    <a:pt x="4041" y="2773"/>
                  </a:cubicBezTo>
                  <a:lnTo>
                    <a:pt x="4328" y="2773"/>
                  </a:lnTo>
                  <a:lnTo>
                    <a:pt x="4328" y="2463"/>
                  </a:lnTo>
                  <a:cubicBezTo>
                    <a:pt x="4328" y="2259"/>
                    <a:pt x="4477" y="2158"/>
                    <a:pt x="4626" y="2158"/>
                  </a:cubicBezTo>
                  <a:close/>
                  <a:moveTo>
                    <a:pt x="3637" y="1481"/>
                  </a:moveTo>
                  <a:cubicBezTo>
                    <a:pt x="3952" y="1481"/>
                    <a:pt x="4081" y="1893"/>
                    <a:pt x="3802" y="2056"/>
                  </a:cubicBezTo>
                  <a:cubicBezTo>
                    <a:pt x="2869" y="2534"/>
                    <a:pt x="2702" y="3777"/>
                    <a:pt x="3467" y="4471"/>
                  </a:cubicBezTo>
                  <a:cubicBezTo>
                    <a:pt x="3761" y="4738"/>
                    <a:pt x="4123" y="4863"/>
                    <a:pt x="4479" y="4863"/>
                  </a:cubicBezTo>
                  <a:cubicBezTo>
                    <a:pt x="5050" y="4863"/>
                    <a:pt x="5608" y="4542"/>
                    <a:pt x="5858" y="3969"/>
                  </a:cubicBezTo>
                  <a:cubicBezTo>
                    <a:pt x="5916" y="3842"/>
                    <a:pt x="6022" y="3787"/>
                    <a:pt x="6127" y="3787"/>
                  </a:cubicBezTo>
                  <a:cubicBezTo>
                    <a:pt x="6280" y="3787"/>
                    <a:pt x="6431" y="3904"/>
                    <a:pt x="6431" y="4088"/>
                  </a:cubicBezTo>
                  <a:cubicBezTo>
                    <a:pt x="6383" y="5571"/>
                    <a:pt x="5168" y="6542"/>
                    <a:pt x="3893" y="6542"/>
                  </a:cubicBezTo>
                  <a:cubicBezTo>
                    <a:pt x="3296" y="6542"/>
                    <a:pt x="2686" y="6330"/>
                    <a:pt x="2176" y="5857"/>
                  </a:cubicBezTo>
                  <a:cubicBezTo>
                    <a:pt x="598" y="4399"/>
                    <a:pt x="1459" y="1745"/>
                    <a:pt x="3610" y="1482"/>
                  </a:cubicBezTo>
                  <a:cubicBezTo>
                    <a:pt x="3619" y="1482"/>
                    <a:pt x="3628" y="1481"/>
                    <a:pt x="3637" y="1481"/>
                  </a:cubicBezTo>
                  <a:close/>
                  <a:moveTo>
                    <a:pt x="3873" y="0"/>
                  </a:moveTo>
                  <a:cubicBezTo>
                    <a:pt x="1745" y="0"/>
                    <a:pt x="0" y="1721"/>
                    <a:pt x="0" y="3873"/>
                  </a:cubicBezTo>
                  <a:lnTo>
                    <a:pt x="0" y="9874"/>
                  </a:lnTo>
                  <a:cubicBezTo>
                    <a:pt x="0" y="10041"/>
                    <a:pt x="144" y="10161"/>
                    <a:pt x="311" y="10161"/>
                  </a:cubicBezTo>
                  <a:lnTo>
                    <a:pt x="4662" y="10161"/>
                  </a:lnTo>
                  <a:cubicBezTo>
                    <a:pt x="4830" y="10161"/>
                    <a:pt x="4973" y="10041"/>
                    <a:pt x="4973" y="9874"/>
                  </a:cubicBezTo>
                  <a:lnTo>
                    <a:pt x="4973" y="8631"/>
                  </a:lnTo>
                  <a:lnTo>
                    <a:pt x="6455" y="8631"/>
                  </a:lnTo>
                  <a:cubicBezTo>
                    <a:pt x="7077" y="8631"/>
                    <a:pt x="7555" y="8153"/>
                    <a:pt x="7555" y="7555"/>
                  </a:cubicBezTo>
                  <a:lnTo>
                    <a:pt x="7555" y="6360"/>
                  </a:lnTo>
                  <a:lnTo>
                    <a:pt x="8464" y="6360"/>
                  </a:lnTo>
                  <a:cubicBezTo>
                    <a:pt x="8679" y="6336"/>
                    <a:pt x="8822" y="6120"/>
                    <a:pt x="8727" y="5929"/>
                  </a:cubicBezTo>
                  <a:lnTo>
                    <a:pt x="7746" y="3993"/>
                  </a:lnTo>
                  <a:lnTo>
                    <a:pt x="7746" y="3873"/>
                  </a:lnTo>
                  <a:cubicBezTo>
                    <a:pt x="7746" y="1721"/>
                    <a:pt x="6025" y="0"/>
                    <a:pt x="38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2" name="Google Shape;1912;p91"/>
          <p:cNvGrpSpPr/>
          <p:nvPr/>
        </p:nvGrpSpPr>
        <p:grpSpPr>
          <a:xfrm>
            <a:off x="1906679" y="4123149"/>
            <a:ext cx="220575" cy="254050"/>
            <a:chOff x="1801650" y="4346650"/>
            <a:chExt cx="220575" cy="254050"/>
          </a:xfrm>
        </p:grpSpPr>
        <p:sp>
          <p:nvSpPr>
            <p:cNvPr id="1913" name="Google Shape;1913;p91"/>
            <p:cNvSpPr/>
            <p:nvPr/>
          </p:nvSpPr>
          <p:spPr>
            <a:xfrm>
              <a:off x="1916400" y="4475750"/>
              <a:ext cx="17350" cy="14775"/>
            </a:xfrm>
            <a:custGeom>
              <a:rect b="b" l="l" r="r" t="t"/>
              <a:pathLst>
                <a:path extrusionOk="0" h="591" w="694">
                  <a:moveTo>
                    <a:pt x="383" y="0"/>
                  </a:moveTo>
                  <a:cubicBezTo>
                    <a:pt x="120" y="0"/>
                    <a:pt x="1" y="311"/>
                    <a:pt x="168" y="502"/>
                  </a:cubicBezTo>
                  <a:cubicBezTo>
                    <a:pt x="229" y="563"/>
                    <a:pt x="304" y="590"/>
                    <a:pt x="379" y="590"/>
                  </a:cubicBezTo>
                  <a:cubicBezTo>
                    <a:pt x="538" y="590"/>
                    <a:pt x="694" y="467"/>
                    <a:pt x="694" y="287"/>
                  </a:cubicBezTo>
                  <a:cubicBezTo>
                    <a:pt x="694" y="120"/>
                    <a:pt x="550" y="0"/>
                    <a:pt x="3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91"/>
            <p:cNvSpPr/>
            <p:nvPr/>
          </p:nvSpPr>
          <p:spPr>
            <a:xfrm>
              <a:off x="1849450" y="4485450"/>
              <a:ext cx="14975" cy="15275"/>
            </a:xfrm>
            <a:custGeom>
              <a:rect b="b" l="l" r="r" t="t"/>
              <a:pathLst>
                <a:path extrusionOk="0" h="611" w="599">
                  <a:moveTo>
                    <a:pt x="300" y="1"/>
                  </a:moveTo>
                  <a:cubicBezTo>
                    <a:pt x="150" y="1"/>
                    <a:pt x="1" y="103"/>
                    <a:pt x="1" y="306"/>
                  </a:cubicBezTo>
                  <a:cubicBezTo>
                    <a:pt x="1" y="509"/>
                    <a:pt x="150" y="611"/>
                    <a:pt x="300" y="611"/>
                  </a:cubicBezTo>
                  <a:cubicBezTo>
                    <a:pt x="449" y="611"/>
                    <a:pt x="599" y="509"/>
                    <a:pt x="599" y="306"/>
                  </a:cubicBezTo>
                  <a:cubicBezTo>
                    <a:pt x="599" y="103"/>
                    <a:pt x="449" y="1"/>
                    <a:pt x="3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91"/>
            <p:cNvSpPr/>
            <p:nvPr/>
          </p:nvSpPr>
          <p:spPr>
            <a:xfrm>
              <a:off x="1801650" y="4346650"/>
              <a:ext cx="220575" cy="254050"/>
            </a:xfrm>
            <a:custGeom>
              <a:rect b="b" l="l" r="r" t="t"/>
              <a:pathLst>
                <a:path extrusionOk="0" h="10162" w="8823">
                  <a:moveTo>
                    <a:pt x="5574" y="1975"/>
                  </a:moveTo>
                  <a:cubicBezTo>
                    <a:pt x="5737" y="1975"/>
                    <a:pt x="5878" y="2105"/>
                    <a:pt x="5858" y="2272"/>
                  </a:cubicBezTo>
                  <a:lnTo>
                    <a:pt x="5882" y="5451"/>
                  </a:lnTo>
                  <a:cubicBezTo>
                    <a:pt x="5882" y="6010"/>
                    <a:pt x="5433" y="6359"/>
                    <a:pt x="4976" y="6359"/>
                  </a:cubicBezTo>
                  <a:cubicBezTo>
                    <a:pt x="4709" y="6359"/>
                    <a:pt x="4441" y="6241"/>
                    <a:pt x="4256" y="5977"/>
                  </a:cubicBezTo>
                  <a:cubicBezTo>
                    <a:pt x="3797" y="5351"/>
                    <a:pt x="4285" y="4561"/>
                    <a:pt x="4973" y="4561"/>
                  </a:cubicBezTo>
                  <a:cubicBezTo>
                    <a:pt x="5073" y="4561"/>
                    <a:pt x="5177" y="4578"/>
                    <a:pt x="5284" y="4615"/>
                  </a:cubicBezTo>
                  <a:lnTo>
                    <a:pt x="5284" y="3849"/>
                  </a:lnTo>
                  <a:lnTo>
                    <a:pt x="3084" y="4304"/>
                  </a:lnTo>
                  <a:lnTo>
                    <a:pt x="3084" y="5858"/>
                  </a:lnTo>
                  <a:cubicBezTo>
                    <a:pt x="3084" y="6406"/>
                    <a:pt x="2629" y="6760"/>
                    <a:pt x="2168" y="6760"/>
                  </a:cubicBezTo>
                  <a:cubicBezTo>
                    <a:pt x="1906" y="6760"/>
                    <a:pt x="1641" y="6644"/>
                    <a:pt x="1459" y="6384"/>
                  </a:cubicBezTo>
                  <a:cubicBezTo>
                    <a:pt x="1023" y="5762"/>
                    <a:pt x="1504" y="4961"/>
                    <a:pt x="2170" y="4961"/>
                  </a:cubicBezTo>
                  <a:cubicBezTo>
                    <a:pt x="2272" y="4961"/>
                    <a:pt x="2378" y="4980"/>
                    <a:pt x="2487" y="5021"/>
                  </a:cubicBezTo>
                  <a:lnTo>
                    <a:pt x="2487" y="2869"/>
                  </a:lnTo>
                  <a:cubicBezTo>
                    <a:pt x="2487" y="2726"/>
                    <a:pt x="2582" y="2606"/>
                    <a:pt x="2726" y="2582"/>
                  </a:cubicBezTo>
                  <a:lnTo>
                    <a:pt x="5499" y="1985"/>
                  </a:lnTo>
                  <a:cubicBezTo>
                    <a:pt x="5524" y="1978"/>
                    <a:pt x="5549" y="1975"/>
                    <a:pt x="5574" y="1975"/>
                  </a:cubicBezTo>
                  <a:close/>
                  <a:moveTo>
                    <a:pt x="3873" y="0"/>
                  </a:moveTo>
                  <a:cubicBezTo>
                    <a:pt x="1745" y="0"/>
                    <a:pt x="0" y="1722"/>
                    <a:pt x="0" y="3873"/>
                  </a:cubicBezTo>
                  <a:lnTo>
                    <a:pt x="0" y="9850"/>
                  </a:lnTo>
                  <a:cubicBezTo>
                    <a:pt x="0" y="10018"/>
                    <a:pt x="144" y="10161"/>
                    <a:pt x="311" y="10161"/>
                  </a:cubicBezTo>
                  <a:lnTo>
                    <a:pt x="4662" y="10161"/>
                  </a:lnTo>
                  <a:cubicBezTo>
                    <a:pt x="4830" y="10161"/>
                    <a:pt x="4973" y="10018"/>
                    <a:pt x="4973" y="9850"/>
                  </a:cubicBezTo>
                  <a:lnTo>
                    <a:pt x="4973" y="8655"/>
                  </a:lnTo>
                  <a:lnTo>
                    <a:pt x="6455" y="8655"/>
                  </a:lnTo>
                  <a:cubicBezTo>
                    <a:pt x="7077" y="8655"/>
                    <a:pt x="7555" y="8153"/>
                    <a:pt x="7555" y="7555"/>
                  </a:cubicBezTo>
                  <a:lnTo>
                    <a:pt x="7555" y="6360"/>
                  </a:lnTo>
                  <a:lnTo>
                    <a:pt x="8464" y="6360"/>
                  </a:lnTo>
                  <a:cubicBezTo>
                    <a:pt x="8679" y="6360"/>
                    <a:pt x="8822" y="6121"/>
                    <a:pt x="8727" y="5929"/>
                  </a:cubicBezTo>
                  <a:lnTo>
                    <a:pt x="7746" y="3993"/>
                  </a:lnTo>
                  <a:lnTo>
                    <a:pt x="7746" y="3873"/>
                  </a:lnTo>
                  <a:cubicBezTo>
                    <a:pt x="7746" y="1722"/>
                    <a:pt x="6025" y="0"/>
                    <a:pt x="38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91"/>
            <p:cNvSpPr/>
            <p:nvPr/>
          </p:nvSpPr>
          <p:spPr>
            <a:xfrm>
              <a:off x="1878750" y="4413575"/>
              <a:ext cx="55000" cy="25750"/>
            </a:xfrm>
            <a:custGeom>
              <a:rect b="b" l="l" r="r" t="t"/>
              <a:pathLst>
                <a:path extrusionOk="0" h="1030" w="2200">
                  <a:moveTo>
                    <a:pt x="2200" y="1"/>
                  </a:moveTo>
                  <a:lnTo>
                    <a:pt x="0" y="455"/>
                  </a:lnTo>
                  <a:lnTo>
                    <a:pt x="0" y="1029"/>
                  </a:lnTo>
                  <a:lnTo>
                    <a:pt x="2200" y="551"/>
                  </a:lnTo>
                  <a:lnTo>
                    <a:pt x="220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7" name="Google Shape;1917;p91"/>
          <p:cNvGrpSpPr/>
          <p:nvPr/>
        </p:nvGrpSpPr>
        <p:grpSpPr>
          <a:xfrm>
            <a:off x="1906967" y="3443443"/>
            <a:ext cx="220000" cy="254050"/>
            <a:chOff x="1809400" y="3637775"/>
            <a:chExt cx="220000" cy="254050"/>
          </a:xfrm>
        </p:grpSpPr>
        <p:sp>
          <p:nvSpPr>
            <p:cNvPr id="1918" name="Google Shape;1918;p91"/>
            <p:cNvSpPr/>
            <p:nvPr/>
          </p:nvSpPr>
          <p:spPr>
            <a:xfrm>
              <a:off x="1881125" y="3692175"/>
              <a:ext cx="46050" cy="72925"/>
            </a:xfrm>
            <a:custGeom>
              <a:rect b="b" l="l" r="r" t="t"/>
              <a:pathLst>
                <a:path extrusionOk="0" h="2917" w="1842">
                  <a:moveTo>
                    <a:pt x="455" y="0"/>
                  </a:moveTo>
                  <a:lnTo>
                    <a:pt x="1" y="1793"/>
                  </a:lnTo>
                  <a:lnTo>
                    <a:pt x="599" y="1793"/>
                  </a:lnTo>
                  <a:cubicBezTo>
                    <a:pt x="766" y="1793"/>
                    <a:pt x="909" y="1960"/>
                    <a:pt x="909" y="2128"/>
                  </a:cubicBezTo>
                  <a:lnTo>
                    <a:pt x="814" y="2917"/>
                  </a:lnTo>
                  <a:lnTo>
                    <a:pt x="1842" y="1411"/>
                  </a:lnTo>
                  <a:lnTo>
                    <a:pt x="1292" y="1411"/>
                  </a:lnTo>
                  <a:cubicBezTo>
                    <a:pt x="1101" y="1411"/>
                    <a:pt x="957" y="1195"/>
                    <a:pt x="1029" y="1004"/>
                  </a:cubicBezTo>
                  <a:lnTo>
                    <a:pt x="13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91"/>
            <p:cNvSpPr/>
            <p:nvPr/>
          </p:nvSpPr>
          <p:spPr>
            <a:xfrm>
              <a:off x="1809400" y="3637775"/>
              <a:ext cx="220000" cy="254050"/>
            </a:xfrm>
            <a:custGeom>
              <a:rect b="b" l="l" r="r" t="t"/>
              <a:pathLst>
                <a:path extrusionOk="0" h="10162" w="8800">
                  <a:moveTo>
                    <a:pt x="3042" y="1599"/>
                  </a:moveTo>
                  <a:cubicBezTo>
                    <a:pt x="3056" y="1599"/>
                    <a:pt x="3070" y="1600"/>
                    <a:pt x="3085" y="1602"/>
                  </a:cubicBezTo>
                  <a:lnTo>
                    <a:pt x="4687" y="1602"/>
                  </a:lnTo>
                  <a:cubicBezTo>
                    <a:pt x="4878" y="1602"/>
                    <a:pt x="5022" y="1793"/>
                    <a:pt x="4950" y="1985"/>
                  </a:cubicBezTo>
                  <a:lnTo>
                    <a:pt x="4591" y="2965"/>
                  </a:lnTo>
                  <a:lnTo>
                    <a:pt x="5261" y="2965"/>
                  </a:lnTo>
                  <a:cubicBezTo>
                    <a:pt x="5500" y="2989"/>
                    <a:pt x="5643" y="3252"/>
                    <a:pt x="5524" y="3443"/>
                  </a:cubicBezTo>
                  <a:lnTo>
                    <a:pt x="3539" y="6432"/>
                  </a:lnTo>
                  <a:cubicBezTo>
                    <a:pt x="3472" y="6516"/>
                    <a:pt x="3382" y="6552"/>
                    <a:pt x="3293" y="6552"/>
                  </a:cubicBezTo>
                  <a:cubicBezTo>
                    <a:pt x="3130" y="6552"/>
                    <a:pt x="2974" y="6427"/>
                    <a:pt x="2990" y="6240"/>
                  </a:cubicBezTo>
                  <a:lnTo>
                    <a:pt x="3157" y="4567"/>
                  </a:lnTo>
                  <a:lnTo>
                    <a:pt x="2487" y="4567"/>
                  </a:lnTo>
                  <a:cubicBezTo>
                    <a:pt x="2476" y="4568"/>
                    <a:pt x="2466" y="4569"/>
                    <a:pt x="2455" y="4569"/>
                  </a:cubicBezTo>
                  <a:cubicBezTo>
                    <a:pt x="2280" y="4569"/>
                    <a:pt x="2155" y="4389"/>
                    <a:pt x="2201" y="4208"/>
                  </a:cubicBezTo>
                  <a:lnTo>
                    <a:pt x="2798" y="1817"/>
                  </a:lnTo>
                  <a:cubicBezTo>
                    <a:pt x="2820" y="1689"/>
                    <a:pt x="2918" y="1599"/>
                    <a:pt x="3042" y="1599"/>
                  </a:cubicBezTo>
                  <a:close/>
                  <a:moveTo>
                    <a:pt x="3874" y="0"/>
                  </a:moveTo>
                  <a:cubicBezTo>
                    <a:pt x="1722" y="0"/>
                    <a:pt x="1" y="1722"/>
                    <a:pt x="1" y="3873"/>
                  </a:cubicBezTo>
                  <a:lnTo>
                    <a:pt x="1" y="9874"/>
                  </a:lnTo>
                  <a:cubicBezTo>
                    <a:pt x="1" y="10042"/>
                    <a:pt x="121" y="10161"/>
                    <a:pt x="288" y="10161"/>
                  </a:cubicBezTo>
                  <a:lnTo>
                    <a:pt x="4663" y="10161"/>
                  </a:lnTo>
                  <a:cubicBezTo>
                    <a:pt x="4830" y="10161"/>
                    <a:pt x="4950" y="10042"/>
                    <a:pt x="4950" y="9874"/>
                  </a:cubicBezTo>
                  <a:lnTo>
                    <a:pt x="4950" y="8631"/>
                  </a:lnTo>
                  <a:lnTo>
                    <a:pt x="6456" y="8631"/>
                  </a:lnTo>
                  <a:cubicBezTo>
                    <a:pt x="7054" y="8631"/>
                    <a:pt x="7556" y="8153"/>
                    <a:pt x="7556" y="7555"/>
                  </a:cubicBezTo>
                  <a:lnTo>
                    <a:pt x="7556" y="6360"/>
                  </a:lnTo>
                  <a:lnTo>
                    <a:pt x="8441" y="6360"/>
                  </a:lnTo>
                  <a:cubicBezTo>
                    <a:pt x="8656" y="6336"/>
                    <a:pt x="8799" y="6121"/>
                    <a:pt x="8704" y="5930"/>
                  </a:cubicBezTo>
                  <a:lnTo>
                    <a:pt x="7747" y="3993"/>
                  </a:lnTo>
                  <a:lnTo>
                    <a:pt x="7747" y="3873"/>
                  </a:lnTo>
                  <a:cubicBezTo>
                    <a:pt x="7747" y="1722"/>
                    <a:pt x="6002" y="0"/>
                    <a:pt x="38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0" name="Google Shape;1920;p91"/>
          <p:cNvGrpSpPr/>
          <p:nvPr/>
        </p:nvGrpSpPr>
        <p:grpSpPr>
          <a:xfrm>
            <a:off x="1906092" y="2762250"/>
            <a:ext cx="221750" cy="257025"/>
            <a:chOff x="1848275" y="2857775"/>
            <a:chExt cx="221750" cy="257025"/>
          </a:xfrm>
        </p:grpSpPr>
        <p:sp>
          <p:nvSpPr>
            <p:cNvPr id="1921" name="Google Shape;1921;p91"/>
            <p:cNvSpPr/>
            <p:nvPr/>
          </p:nvSpPr>
          <p:spPr>
            <a:xfrm>
              <a:off x="1898475" y="2909775"/>
              <a:ext cx="95650" cy="95650"/>
            </a:xfrm>
            <a:custGeom>
              <a:rect b="b" l="l" r="r" t="t"/>
              <a:pathLst>
                <a:path extrusionOk="0" h="3826" w="3826">
                  <a:moveTo>
                    <a:pt x="1925" y="819"/>
                  </a:moveTo>
                  <a:cubicBezTo>
                    <a:pt x="2074" y="819"/>
                    <a:pt x="2224" y="921"/>
                    <a:pt x="2224" y="1124"/>
                  </a:cubicBezTo>
                  <a:lnTo>
                    <a:pt x="2224" y="1626"/>
                  </a:lnTo>
                  <a:lnTo>
                    <a:pt x="2726" y="1626"/>
                  </a:lnTo>
                  <a:cubicBezTo>
                    <a:pt x="3108" y="1626"/>
                    <a:pt x="3108" y="2224"/>
                    <a:pt x="2726" y="2224"/>
                  </a:cubicBezTo>
                  <a:lnTo>
                    <a:pt x="1913" y="2224"/>
                  </a:lnTo>
                  <a:cubicBezTo>
                    <a:pt x="1746" y="2224"/>
                    <a:pt x="1626" y="2080"/>
                    <a:pt x="1626" y="1913"/>
                  </a:cubicBezTo>
                  <a:lnTo>
                    <a:pt x="1626" y="1124"/>
                  </a:lnTo>
                  <a:cubicBezTo>
                    <a:pt x="1626" y="921"/>
                    <a:pt x="1775" y="819"/>
                    <a:pt x="1925" y="819"/>
                  </a:cubicBezTo>
                  <a:close/>
                  <a:moveTo>
                    <a:pt x="1626" y="0"/>
                  </a:moveTo>
                  <a:cubicBezTo>
                    <a:pt x="1315" y="48"/>
                    <a:pt x="1028" y="168"/>
                    <a:pt x="789" y="359"/>
                  </a:cubicBezTo>
                  <a:lnTo>
                    <a:pt x="837" y="407"/>
                  </a:lnTo>
                  <a:cubicBezTo>
                    <a:pt x="957" y="526"/>
                    <a:pt x="957" y="694"/>
                    <a:pt x="837" y="813"/>
                  </a:cubicBezTo>
                  <a:cubicBezTo>
                    <a:pt x="777" y="873"/>
                    <a:pt x="700" y="903"/>
                    <a:pt x="622" y="903"/>
                  </a:cubicBezTo>
                  <a:cubicBezTo>
                    <a:pt x="544" y="903"/>
                    <a:pt x="467" y="873"/>
                    <a:pt x="407" y="813"/>
                  </a:cubicBezTo>
                  <a:lnTo>
                    <a:pt x="359" y="765"/>
                  </a:lnTo>
                  <a:cubicBezTo>
                    <a:pt x="168" y="1028"/>
                    <a:pt x="48" y="1315"/>
                    <a:pt x="0" y="1602"/>
                  </a:cubicBezTo>
                  <a:lnTo>
                    <a:pt x="72" y="1602"/>
                  </a:lnTo>
                  <a:cubicBezTo>
                    <a:pt x="478" y="1602"/>
                    <a:pt x="478" y="2200"/>
                    <a:pt x="72" y="2200"/>
                  </a:cubicBezTo>
                  <a:lnTo>
                    <a:pt x="0" y="2200"/>
                  </a:lnTo>
                  <a:cubicBezTo>
                    <a:pt x="48" y="2511"/>
                    <a:pt x="168" y="2798"/>
                    <a:pt x="359" y="3061"/>
                  </a:cubicBezTo>
                  <a:lnTo>
                    <a:pt x="407" y="2989"/>
                  </a:lnTo>
                  <a:cubicBezTo>
                    <a:pt x="467" y="2941"/>
                    <a:pt x="544" y="2917"/>
                    <a:pt x="622" y="2917"/>
                  </a:cubicBezTo>
                  <a:cubicBezTo>
                    <a:pt x="700" y="2917"/>
                    <a:pt x="777" y="2941"/>
                    <a:pt x="837" y="2989"/>
                  </a:cubicBezTo>
                  <a:cubicBezTo>
                    <a:pt x="957" y="3108"/>
                    <a:pt x="957" y="3300"/>
                    <a:pt x="837" y="3419"/>
                  </a:cubicBezTo>
                  <a:lnTo>
                    <a:pt x="789" y="3467"/>
                  </a:lnTo>
                  <a:cubicBezTo>
                    <a:pt x="1028" y="3658"/>
                    <a:pt x="1315" y="3778"/>
                    <a:pt x="1626" y="3826"/>
                  </a:cubicBezTo>
                  <a:lnTo>
                    <a:pt x="1626" y="3754"/>
                  </a:lnTo>
                  <a:cubicBezTo>
                    <a:pt x="1626" y="3551"/>
                    <a:pt x="1775" y="3449"/>
                    <a:pt x="1925" y="3449"/>
                  </a:cubicBezTo>
                  <a:cubicBezTo>
                    <a:pt x="2074" y="3449"/>
                    <a:pt x="2224" y="3551"/>
                    <a:pt x="2224" y="3754"/>
                  </a:cubicBezTo>
                  <a:lnTo>
                    <a:pt x="2224" y="3826"/>
                  </a:lnTo>
                  <a:cubicBezTo>
                    <a:pt x="2535" y="3778"/>
                    <a:pt x="2821" y="3658"/>
                    <a:pt x="3061" y="3467"/>
                  </a:cubicBezTo>
                  <a:lnTo>
                    <a:pt x="3013" y="3419"/>
                  </a:lnTo>
                  <a:cubicBezTo>
                    <a:pt x="2826" y="3196"/>
                    <a:pt x="3018" y="2914"/>
                    <a:pt x="3236" y="2914"/>
                  </a:cubicBezTo>
                  <a:cubicBezTo>
                    <a:pt x="3297" y="2914"/>
                    <a:pt x="3361" y="2936"/>
                    <a:pt x="3419" y="2989"/>
                  </a:cubicBezTo>
                  <a:lnTo>
                    <a:pt x="3491" y="3061"/>
                  </a:lnTo>
                  <a:cubicBezTo>
                    <a:pt x="3658" y="2798"/>
                    <a:pt x="3778" y="2511"/>
                    <a:pt x="3826" y="2200"/>
                  </a:cubicBezTo>
                  <a:lnTo>
                    <a:pt x="3754" y="2200"/>
                  </a:lnTo>
                  <a:cubicBezTo>
                    <a:pt x="3347" y="2200"/>
                    <a:pt x="3347" y="1602"/>
                    <a:pt x="3754" y="1602"/>
                  </a:cubicBezTo>
                  <a:lnTo>
                    <a:pt x="3754" y="1626"/>
                  </a:lnTo>
                  <a:lnTo>
                    <a:pt x="3826" y="1626"/>
                  </a:lnTo>
                  <a:cubicBezTo>
                    <a:pt x="3778" y="1315"/>
                    <a:pt x="3658" y="1028"/>
                    <a:pt x="3491" y="765"/>
                  </a:cubicBezTo>
                  <a:lnTo>
                    <a:pt x="3419" y="813"/>
                  </a:lnTo>
                  <a:cubicBezTo>
                    <a:pt x="3361" y="866"/>
                    <a:pt x="3297" y="889"/>
                    <a:pt x="3235" y="889"/>
                  </a:cubicBezTo>
                  <a:cubicBezTo>
                    <a:pt x="3017" y="889"/>
                    <a:pt x="2827" y="612"/>
                    <a:pt x="3013" y="407"/>
                  </a:cubicBezTo>
                  <a:lnTo>
                    <a:pt x="3061" y="359"/>
                  </a:lnTo>
                  <a:cubicBezTo>
                    <a:pt x="2821" y="168"/>
                    <a:pt x="2535" y="48"/>
                    <a:pt x="2224" y="0"/>
                  </a:cubicBezTo>
                  <a:lnTo>
                    <a:pt x="2224" y="72"/>
                  </a:lnTo>
                  <a:cubicBezTo>
                    <a:pt x="2224" y="275"/>
                    <a:pt x="2074" y="377"/>
                    <a:pt x="1925" y="377"/>
                  </a:cubicBezTo>
                  <a:cubicBezTo>
                    <a:pt x="1775" y="377"/>
                    <a:pt x="1626" y="275"/>
                    <a:pt x="1626" y="72"/>
                  </a:cubicBezTo>
                  <a:lnTo>
                    <a:pt x="16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91"/>
            <p:cNvSpPr/>
            <p:nvPr/>
          </p:nvSpPr>
          <p:spPr>
            <a:xfrm>
              <a:off x="1848275" y="2857775"/>
              <a:ext cx="221750" cy="257025"/>
            </a:xfrm>
            <a:custGeom>
              <a:rect b="b" l="l" r="r" t="t"/>
              <a:pathLst>
                <a:path extrusionOk="0" h="10281" w="8870">
                  <a:moveTo>
                    <a:pt x="3910" y="1448"/>
                  </a:moveTo>
                  <a:cubicBezTo>
                    <a:pt x="5211" y="1448"/>
                    <a:pt x="6455" y="2458"/>
                    <a:pt x="6455" y="3993"/>
                  </a:cubicBezTo>
                  <a:cubicBezTo>
                    <a:pt x="6455" y="5380"/>
                    <a:pt x="5332" y="6527"/>
                    <a:pt x="3921" y="6527"/>
                  </a:cubicBezTo>
                  <a:cubicBezTo>
                    <a:pt x="1674" y="6527"/>
                    <a:pt x="550" y="3802"/>
                    <a:pt x="2128" y="2200"/>
                  </a:cubicBezTo>
                  <a:cubicBezTo>
                    <a:pt x="2647" y="1680"/>
                    <a:pt x="3285" y="1448"/>
                    <a:pt x="3910" y="1448"/>
                  </a:cubicBezTo>
                  <a:close/>
                  <a:moveTo>
                    <a:pt x="3921" y="0"/>
                  </a:moveTo>
                  <a:cubicBezTo>
                    <a:pt x="1745" y="0"/>
                    <a:pt x="0" y="1817"/>
                    <a:pt x="72" y="3993"/>
                  </a:cubicBezTo>
                  <a:lnTo>
                    <a:pt x="72" y="9994"/>
                  </a:lnTo>
                  <a:cubicBezTo>
                    <a:pt x="72" y="10137"/>
                    <a:pt x="191" y="10281"/>
                    <a:pt x="359" y="10281"/>
                  </a:cubicBezTo>
                  <a:lnTo>
                    <a:pt x="4734" y="10281"/>
                  </a:lnTo>
                  <a:cubicBezTo>
                    <a:pt x="4901" y="10281"/>
                    <a:pt x="5021" y="10137"/>
                    <a:pt x="5021" y="9994"/>
                  </a:cubicBezTo>
                  <a:lnTo>
                    <a:pt x="5021" y="8751"/>
                  </a:lnTo>
                  <a:lnTo>
                    <a:pt x="6527" y="8751"/>
                  </a:lnTo>
                  <a:cubicBezTo>
                    <a:pt x="7125" y="8751"/>
                    <a:pt x="7603" y="8273"/>
                    <a:pt x="7603" y="7651"/>
                  </a:cubicBezTo>
                  <a:lnTo>
                    <a:pt x="7603" y="6456"/>
                  </a:lnTo>
                  <a:lnTo>
                    <a:pt x="8511" y="6456"/>
                  </a:lnTo>
                  <a:cubicBezTo>
                    <a:pt x="8726" y="6456"/>
                    <a:pt x="8870" y="6240"/>
                    <a:pt x="8774" y="6025"/>
                  </a:cubicBezTo>
                  <a:lnTo>
                    <a:pt x="8774" y="6025"/>
                  </a:lnTo>
                  <a:lnTo>
                    <a:pt x="8750" y="6049"/>
                  </a:lnTo>
                  <a:lnTo>
                    <a:pt x="7794" y="4113"/>
                  </a:lnTo>
                  <a:lnTo>
                    <a:pt x="7794" y="3993"/>
                  </a:lnTo>
                  <a:cubicBezTo>
                    <a:pt x="7866" y="1817"/>
                    <a:pt x="6097" y="0"/>
                    <a:pt x="39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3" name="Google Shape;1923;p91"/>
          <p:cNvGrpSpPr/>
          <p:nvPr/>
        </p:nvGrpSpPr>
        <p:grpSpPr>
          <a:xfrm>
            <a:off x="1904279" y="2079544"/>
            <a:ext cx="225375" cy="263025"/>
            <a:chOff x="1815975" y="2116025"/>
            <a:chExt cx="225375" cy="263025"/>
          </a:xfrm>
        </p:grpSpPr>
        <p:sp>
          <p:nvSpPr>
            <p:cNvPr id="1924" name="Google Shape;1924;p91"/>
            <p:cNvSpPr/>
            <p:nvPr/>
          </p:nvSpPr>
          <p:spPr>
            <a:xfrm>
              <a:off x="1879950" y="2181775"/>
              <a:ext cx="29900" cy="35300"/>
            </a:xfrm>
            <a:custGeom>
              <a:rect b="b" l="l" r="r" t="t"/>
              <a:pathLst>
                <a:path extrusionOk="0" h="1412" w="1196">
                  <a:moveTo>
                    <a:pt x="598" y="0"/>
                  </a:moveTo>
                  <a:cubicBezTo>
                    <a:pt x="263" y="0"/>
                    <a:pt x="0" y="263"/>
                    <a:pt x="0" y="598"/>
                  </a:cubicBezTo>
                  <a:lnTo>
                    <a:pt x="0" y="1411"/>
                  </a:lnTo>
                  <a:lnTo>
                    <a:pt x="837" y="1411"/>
                  </a:lnTo>
                  <a:cubicBezTo>
                    <a:pt x="933" y="1244"/>
                    <a:pt x="1052" y="1124"/>
                    <a:pt x="1196" y="1005"/>
                  </a:cubicBezTo>
                  <a:lnTo>
                    <a:pt x="1196" y="598"/>
                  </a:lnTo>
                  <a:cubicBezTo>
                    <a:pt x="1196" y="263"/>
                    <a:pt x="909" y="0"/>
                    <a:pt x="5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91"/>
            <p:cNvSpPr/>
            <p:nvPr/>
          </p:nvSpPr>
          <p:spPr>
            <a:xfrm>
              <a:off x="1879950" y="2231975"/>
              <a:ext cx="22725" cy="34700"/>
            </a:xfrm>
            <a:custGeom>
              <a:rect b="b" l="l" r="r" t="t"/>
              <a:pathLst>
                <a:path extrusionOk="0" h="1388" w="909">
                  <a:moveTo>
                    <a:pt x="0" y="1"/>
                  </a:moveTo>
                  <a:lnTo>
                    <a:pt x="0" y="790"/>
                  </a:lnTo>
                  <a:cubicBezTo>
                    <a:pt x="0" y="1124"/>
                    <a:pt x="263" y="1387"/>
                    <a:pt x="598" y="1387"/>
                  </a:cubicBezTo>
                  <a:cubicBezTo>
                    <a:pt x="717" y="1387"/>
                    <a:pt x="813" y="1340"/>
                    <a:pt x="909" y="1292"/>
                  </a:cubicBezTo>
                  <a:cubicBezTo>
                    <a:pt x="693" y="1005"/>
                    <a:pt x="598" y="646"/>
                    <a:pt x="598" y="288"/>
                  </a:cubicBezTo>
                  <a:cubicBezTo>
                    <a:pt x="598" y="192"/>
                    <a:pt x="598" y="96"/>
                    <a:pt x="6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91"/>
            <p:cNvSpPr/>
            <p:nvPr/>
          </p:nvSpPr>
          <p:spPr>
            <a:xfrm>
              <a:off x="1911025" y="2246325"/>
              <a:ext cx="52025" cy="19750"/>
            </a:xfrm>
            <a:custGeom>
              <a:rect b="b" l="l" r="r" t="t"/>
              <a:pathLst>
                <a:path extrusionOk="0" h="790" w="2081">
                  <a:moveTo>
                    <a:pt x="0" y="1"/>
                  </a:moveTo>
                  <a:cubicBezTo>
                    <a:pt x="119" y="475"/>
                    <a:pt x="543" y="785"/>
                    <a:pt x="1040" y="789"/>
                  </a:cubicBezTo>
                  <a:lnTo>
                    <a:pt x="1040" y="789"/>
                  </a:lnTo>
                  <a:cubicBezTo>
                    <a:pt x="1537" y="785"/>
                    <a:pt x="1962" y="475"/>
                    <a:pt x="2080" y="1"/>
                  </a:cubicBezTo>
                  <a:close/>
                  <a:moveTo>
                    <a:pt x="1040" y="789"/>
                  </a:moveTo>
                  <a:lnTo>
                    <a:pt x="1040" y="789"/>
                  </a:lnTo>
                  <a:cubicBezTo>
                    <a:pt x="1036" y="789"/>
                    <a:pt x="1032" y="789"/>
                    <a:pt x="1028" y="789"/>
                  </a:cubicBezTo>
                  <a:lnTo>
                    <a:pt x="1052" y="789"/>
                  </a:lnTo>
                  <a:cubicBezTo>
                    <a:pt x="1048" y="789"/>
                    <a:pt x="1044" y="789"/>
                    <a:pt x="1040" y="78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91"/>
            <p:cNvSpPr/>
            <p:nvPr/>
          </p:nvSpPr>
          <p:spPr>
            <a:xfrm>
              <a:off x="1815975" y="2116025"/>
              <a:ext cx="225375" cy="263025"/>
            </a:xfrm>
            <a:custGeom>
              <a:rect b="b" l="l" r="r" t="t"/>
              <a:pathLst>
                <a:path extrusionOk="0" h="10521" w="9015">
                  <a:moveTo>
                    <a:pt x="3157" y="2051"/>
                  </a:moveTo>
                  <a:cubicBezTo>
                    <a:pt x="3755" y="2051"/>
                    <a:pt x="4352" y="2451"/>
                    <a:pt x="4352" y="3252"/>
                  </a:cubicBezTo>
                  <a:lnTo>
                    <a:pt x="4352" y="3324"/>
                  </a:lnTo>
                  <a:cubicBezTo>
                    <a:pt x="4529" y="3263"/>
                    <a:pt x="4709" y="3235"/>
                    <a:pt x="4885" y="3235"/>
                  </a:cubicBezTo>
                  <a:cubicBezTo>
                    <a:pt x="5683" y="3235"/>
                    <a:pt x="6410" y="3820"/>
                    <a:pt x="6528" y="4663"/>
                  </a:cubicBezTo>
                  <a:cubicBezTo>
                    <a:pt x="6693" y="5678"/>
                    <a:pt x="5903" y="6600"/>
                    <a:pt x="4893" y="6600"/>
                  </a:cubicBezTo>
                  <a:cubicBezTo>
                    <a:pt x="4880" y="6600"/>
                    <a:pt x="4867" y="6599"/>
                    <a:pt x="4854" y="6599"/>
                  </a:cubicBezTo>
                  <a:lnTo>
                    <a:pt x="4830" y="6599"/>
                  </a:lnTo>
                  <a:cubicBezTo>
                    <a:pt x="4496" y="6599"/>
                    <a:pt x="4185" y="6504"/>
                    <a:pt x="3922" y="6336"/>
                  </a:cubicBezTo>
                  <a:cubicBezTo>
                    <a:pt x="3688" y="6520"/>
                    <a:pt x="3423" y="6604"/>
                    <a:pt x="3164" y="6604"/>
                  </a:cubicBezTo>
                  <a:cubicBezTo>
                    <a:pt x="2551" y="6604"/>
                    <a:pt x="1978" y="6134"/>
                    <a:pt x="1961" y="5428"/>
                  </a:cubicBezTo>
                  <a:lnTo>
                    <a:pt x="1961" y="3252"/>
                  </a:lnTo>
                  <a:cubicBezTo>
                    <a:pt x="1961" y="2451"/>
                    <a:pt x="2559" y="2051"/>
                    <a:pt x="3157" y="2051"/>
                  </a:cubicBezTo>
                  <a:close/>
                  <a:moveTo>
                    <a:pt x="4065" y="1"/>
                  </a:moveTo>
                  <a:cubicBezTo>
                    <a:pt x="1794" y="1"/>
                    <a:pt x="1" y="1961"/>
                    <a:pt x="192" y="4232"/>
                  </a:cubicBezTo>
                  <a:lnTo>
                    <a:pt x="192" y="10209"/>
                  </a:lnTo>
                  <a:cubicBezTo>
                    <a:pt x="192" y="10377"/>
                    <a:pt x="336" y="10520"/>
                    <a:pt x="479" y="10520"/>
                  </a:cubicBezTo>
                  <a:lnTo>
                    <a:pt x="4854" y="10520"/>
                  </a:lnTo>
                  <a:cubicBezTo>
                    <a:pt x="5022" y="10520"/>
                    <a:pt x="5165" y="10377"/>
                    <a:pt x="5165" y="10209"/>
                  </a:cubicBezTo>
                  <a:lnTo>
                    <a:pt x="5165" y="8990"/>
                  </a:lnTo>
                  <a:lnTo>
                    <a:pt x="6647" y="8990"/>
                  </a:lnTo>
                  <a:cubicBezTo>
                    <a:pt x="7245" y="8990"/>
                    <a:pt x="7747" y="8488"/>
                    <a:pt x="7747" y="7890"/>
                  </a:cubicBezTo>
                  <a:lnTo>
                    <a:pt x="7747" y="6695"/>
                  </a:lnTo>
                  <a:lnTo>
                    <a:pt x="8632" y="6695"/>
                  </a:lnTo>
                  <a:cubicBezTo>
                    <a:pt x="8871" y="6695"/>
                    <a:pt x="9014" y="6480"/>
                    <a:pt x="8895" y="6264"/>
                  </a:cubicBezTo>
                  <a:lnTo>
                    <a:pt x="7938" y="4352"/>
                  </a:lnTo>
                  <a:lnTo>
                    <a:pt x="7938" y="4232"/>
                  </a:lnTo>
                  <a:cubicBezTo>
                    <a:pt x="8130" y="1961"/>
                    <a:pt x="6337" y="1"/>
                    <a:pt x="4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91"/>
            <p:cNvSpPr/>
            <p:nvPr/>
          </p:nvSpPr>
          <p:spPr>
            <a:xfrm>
              <a:off x="1910425" y="2211650"/>
              <a:ext cx="52625" cy="19750"/>
            </a:xfrm>
            <a:custGeom>
              <a:rect b="b" l="l" r="r" t="t"/>
              <a:pathLst>
                <a:path extrusionOk="0" h="790" w="2105">
                  <a:moveTo>
                    <a:pt x="1052" y="1"/>
                  </a:moveTo>
                  <a:cubicBezTo>
                    <a:pt x="574" y="1"/>
                    <a:pt x="144" y="336"/>
                    <a:pt x="0" y="790"/>
                  </a:cubicBezTo>
                  <a:lnTo>
                    <a:pt x="2104" y="790"/>
                  </a:lnTo>
                  <a:cubicBezTo>
                    <a:pt x="1961" y="336"/>
                    <a:pt x="1531" y="1"/>
                    <a:pt x="10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9" name="Google Shape;1929;p91"/>
          <p:cNvGrpSpPr/>
          <p:nvPr/>
        </p:nvGrpSpPr>
        <p:grpSpPr>
          <a:xfrm>
            <a:off x="1878579" y="1410188"/>
            <a:ext cx="276775" cy="242325"/>
            <a:chOff x="1699425" y="1406400"/>
            <a:chExt cx="276775" cy="242325"/>
          </a:xfrm>
        </p:grpSpPr>
        <p:sp>
          <p:nvSpPr>
            <p:cNvPr id="1930" name="Google Shape;1930;p91"/>
            <p:cNvSpPr/>
            <p:nvPr/>
          </p:nvSpPr>
          <p:spPr>
            <a:xfrm>
              <a:off x="1699425" y="1406400"/>
              <a:ext cx="131525" cy="242325"/>
            </a:xfrm>
            <a:custGeom>
              <a:rect b="b" l="l" r="r" t="t"/>
              <a:pathLst>
                <a:path extrusionOk="0" h="9693" w="5261">
                  <a:moveTo>
                    <a:pt x="4548" y="0"/>
                  </a:moveTo>
                  <a:cubicBezTo>
                    <a:pt x="3828" y="0"/>
                    <a:pt x="3157" y="507"/>
                    <a:pt x="3013" y="1298"/>
                  </a:cubicBezTo>
                  <a:cubicBezTo>
                    <a:pt x="2272" y="1417"/>
                    <a:pt x="1722" y="2063"/>
                    <a:pt x="1746" y="2828"/>
                  </a:cubicBezTo>
                  <a:cubicBezTo>
                    <a:pt x="1746" y="2924"/>
                    <a:pt x="1746" y="3019"/>
                    <a:pt x="1770" y="3115"/>
                  </a:cubicBezTo>
                  <a:cubicBezTo>
                    <a:pt x="1" y="3593"/>
                    <a:pt x="1" y="6103"/>
                    <a:pt x="1770" y="6581"/>
                  </a:cubicBezTo>
                  <a:cubicBezTo>
                    <a:pt x="1746" y="6677"/>
                    <a:pt x="1746" y="6773"/>
                    <a:pt x="1746" y="6868"/>
                  </a:cubicBezTo>
                  <a:cubicBezTo>
                    <a:pt x="1746" y="7633"/>
                    <a:pt x="2272" y="8279"/>
                    <a:pt x="3013" y="8398"/>
                  </a:cubicBezTo>
                  <a:cubicBezTo>
                    <a:pt x="3158" y="9175"/>
                    <a:pt x="3835" y="9693"/>
                    <a:pt x="4560" y="9693"/>
                  </a:cubicBezTo>
                  <a:cubicBezTo>
                    <a:pt x="4794" y="9693"/>
                    <a:pt x="5033" y="9639"/>
                    <a:pt x="5261" y="9522"/>
                  </a:cubicBezTo>
                  <a:lnTo>
                    <a:pt x="5261" y="6725"/>
                  </a:lnTo>
                  <a:lnTo>
                    <a:pt x="4974" y="6725"/>
                  </a:lnTo>
                  <a:cubicBezTo>
                    <a:pt x="4806" y="6725"/>
                    <a:pt x="4663" y="6581"/>
                    <a:pt x="4663" y="6414"/>
                  </a:cubicBezTo>
                  <a:lnTo>
                    <a:pt x="4663" y="5721"/>
                  </a:lnTo>
                  <a:lnTo>
                    <a:pt x="3970" y="5721"/>
                  </a:lnTo>
                  <a:cubicBezTo>
                    <a:pt x="3802" y="5721"/>
                    <a:pt x="3683" y="5601"/>
                    <a:pt x="3683" y="5434"/>
                  </a:cubicBezTo>
                  <a:lnTo>
                    <a:pt x="3683" y="4238"/>
                  </a:lnTo>
                  <a:cubicBezTo>
                    <a:pt x="3683" y="4071"/>
                    <a:pt x="3802" y="3928"/>
                    <a:pt x="3970" y="3928"/>
                  </a:cubicBezTo>
                  <a:lnTo>
                    <a:pt x="4663" y="3928"/>
                  </a:lnTo>
                  <a:lnTo>
                    <a:pt x="4663" y="3234"/>
                  </a:lnTo>
                  <a:cubicBezTo>
                    <a:pt x="4663" y="3067"/>
                    <a:pt x="4806" y="2947"/>
                    <a:pt x="4974" y="2947"/>
                  </a:cubicBezTo>
                  <a:lnTo>
                    <a:pt x="5261" y="2947"/>
                  </a:lnTo>
                  <a:lnTo>
                    <a:pt x="5261" y="174"/>
                  </a:lnTo>
                  <a:cubicBezTo>
                    <a:pt x="5029" y="55"/>
                    <a:pt x="4786" y="0"/>
                    <a:pt x="45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91"/>
            <p:cNvSpPr/>
            <p:nvPr/>
          </p:nvSpPr>
          <p:spPr>
            <a:xfrm>
              <a:off x="1845875" y="1406400"/>
              <a:ext cx="130325" cy="241500"/>
            </a:xfrm>
            <a:custGeom>
              <a:rect b="b" l="l" r="r" t="t"/>
              <a:pathLst>
                <a:path extrusionOk="0" h="9660" w="5213">
                  <a:moveTo>
                    <a:pt x="713" y="0"/>
                  </a:moveTo>
                  <a:cubicBezTo>
                    <a:pt x="475" y="0"/>
                    <a:pt x="232" y="55"/>
                    <a:pt x="0" y="174"/>
                  </a:cubicBezTo>
                  <a:lnTo>
                    <a:pt x="0" y="2947"/>
                  </a:lnTo>
                  <a:lnTo>
                    <a:pt x="311" y="2947"/>
                  </a:lnTo>
                  <a:cubicBezTo>
                    <a:pt x="455" y="2947"/>
                    <a:pt x="598" y="3067"/>
                    <a:pt x="598" y="3234"/>
                  </a:cubicBezTo>
                  <a:lnTo>
                    <a:pt x="598" y="3928"/>
                  </a:lnTo>
                  <a:lnTo>
                    <a:pt x="1291" y="3928"/>
                  </a:lnTo>
                  <a:cubicBezTo>
                    <a:pt x="1459" y="3928"/>
                    <a:pt x="1602" y="4071"/>
                    <a:pt x="1602" y="4238"/>
                  </a:cubicBezTo>
                  <a:lnTo>
                    <a:pt x="1602" y="5434"/>
                  </a:lnTo>
                  <a:cubicBezTo>
                    <a:pt x="1602" y="5601"/>
                    <a:pt x="1459" y="5721"/>
                    <a:pt x="1291" y="5721"/>
                  </a:cubicBezTo>
                  <a:lnTo>
                    <a:pt x="598" y="5721"/>
                  </a:lnTo>
                  <a:lnTo>
                    <a:pt x="598" y="6414"/>
                  </a:lnTo>
                  <a:cubicBezTo>
                    <a:pt x="598" y="6581"/>
                    <a:pt x="455" y="6725"/>
                    <a:pt x="311" y="6725"/>
                  </a:cubicBezTo>
                  <a:lnTo>
                    <a:pt x="0" y="6725"/>
                  </a:lnTo>
                  <a:lnTo>
                    <a:pt x="0" y="9498"/>
                  </a:lnTo>
                  <a:cubicBezTo>
                    <a:pt x="226" y="9608"/>
                    <a:pt x="462" y="9659"/>
                    <a:pt x="693" y="9659"/>
                  </a:cubicBezTo>
                  <a:cubicBezTo>
                    <a:pt x="1421" y="9659"/>
                    <a:pt x="2103" y="9154"/>
                    <a:pt x="2248" y="8375"/>
                  </a:cubicBezTo>
                  <a:cubicBezTo>
                    <a:pt x="2989" y="8231"/>
                    <a:pt x="3515" y="7586"/>
                    <a:pt x="3515" y="6844"/>
                  </a:cubicBezTo>
                  <a:cubicBezTo>
                    <a:pt x="3515" y="6749"/>
                    <a:pt x="3515" y="6629"/>
                    <a:pt x="3491" y="6534"/>
                  </a:cubicBezTo>
                  <a:cubicBezTo>
                    <a:pt x="4782" y="6175"/>
                    <a:pt x="5212" y="4573"/>
                    <a:pt x="4304" y="3593"/>
                  </a:cubicBezTo>
                  <a:lnTo>
                    <a:pt x="4304" y="3593"/>
                  </a:lnTo>
                  <a:lnTo>
                    <a:pt x="4304" y="3617"/>
                  </a:lnTo>
                  <a:cubicBezTo>
                    <a:pt x="4089" y="3378"/>
                    <a:pt x="3802" y="3187"/>
                    <a:pt x="3491" y="3091"/>
                  </a:cubicBezTo>
                  <a:cubicBezTo>
                    <a:pt x="3515" y="2995"/>
                    <a:pt x="3515" y="2900"/>
                    <a:pt x="3515" y="2828"/>
                  </a:cubicBezTo>
                  <a:cubicBezTo>
                    <a:pt x="3515" y="2063"/>
                    <a:pt x="2989" y="1417"/>
                    <a:pt x="2248" y="1298"/>
                  </a:cubicBezTo>
                  <a:cubicBezTo>
                    <a:pt x="2104" y="507"/>
                    <a:pt x="1433" y="0"/>
                    <a:pt x="71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91"/>
            <p:cNvSpPr/>
            <p:nvPr/>
          </p:nvSpPr>
          <p:spPr>
            <a:xfrm>
              <a:off x="1805825" y="1495025"/>
              <a:ext cx="65175" cy="64575"/>
            </a:xfrm>
            <a:custGeom>
              <a:rect b="b" l="l" r="r" t="t"/>
              <a:pathLst>
                <a:path extrusionOk="0" h="2583" w="2607">
                  <a:moveTo>
                    <a:pt x="1005" y="0"/>
                  </a:moveTo>
                  <a:lnTo>
                    <a:pt x="1005" y="693"/>
                  </a:lnTo>
                  <a:cubicBezTo>
                    <a:pt x="1005" y="861"/>
                    <a:pt x="861" y="980"/>
                    <a:pt x="718" y="980"/>
                  </a:cubicBezTo>
                  <a:lnTo>
                    <a:pt x="1" y="980"/>
                  </a:lnTo>
                  <a:lnTo>
                    <a:pt x="1" y="1578"/>
                  </a:lnTo>
                  <a:lnTo>
                    <a:pt x="718" y="1578"/>
                  </a:lnTo>
                  <a:cubicBezTo>
                    <a:pt x="861" y="1578"/>
                    <a:pt x="1005" y="1722"/>
                    <a:pt x="1005" y="1889"/>
                  </a:cubicBezTo>
                  <a:lnTo>
                    <a:pt x="1005" y="2582"/>
                  </a:lnTo>
                  <a:lnTo>
                    <a:pt x="1602" y="2582"/>
                  </a:lnTo>
                  <a:lnTo>
                    <a:pt x="1602" y="1889"/>
                  </a:lnTo>
                  <a:cubicBezTo>
                    <a:pt x="1602" y="1722"/>
                    <a:pt x="1746" y="1578"/>
                    <a:pt x="1913" y="1578"/>
                  </a:cubicBezTo>
                  <a:lnTo>
                    <a:pt x="2607" y="1578"/>
                  </a:lnTo>
                  <a:lnTo>
                    <a:pt x="2607" y="980"/>
                  </a:lnTo>
                  <a:lnTo>
                    <a:pt x="1913" y="980"/>
                  </a:lnTo>
                  <a:cubicBezTo>
                    <a:pt x="1746" y="980"/>
                    <a:pt x="1602" y="861"/>
                    <a:pt x="1602" y="693"/>
                  </a:cubicBezTo>
                  <a:lnTo>
                    <a:pt x="160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3" name="Google Shape;1933;p91"/>
          <p:cNvGrpSpPr/>
          <p:nvPr/>
        </p:nvGrpSpPr>
        <p:grpSpPr>
          <a:xfrm>
            <a:off x="1159632" y="4140487"/>
            <a:ext cx="254650" cy="219375"/>
            <a:chOff x="1044350" y="4338875"/>
            <a:chExt cx="254650" cy="219375"/>
          </a:xfrm>
        </p:grpSpPr>
        <p:sp>
          <p:nvSpPr>
            <p:cNvPr id="1934" name="Google Shape;1934;p91"/>
            <p:cNvSpPr/>
            <p:nvPr/>
          </p:nvSpPr>
          <p:spPr>
            <a:xfrm>
              <a:off x="1044350" y="4338875"/>
              <a:ext cx="120775" cy="219375"/>
            </a:xfrm>
            <a:custGeom>
              <a:rect b="b" l="l" r="r" t="t"/>
              <a:pathLst>
                <a:path extrusionOk="0" h="8775" w="4831">
                  <a:moveTo>
                    <a:pt x="311" y="0"/>
                  </a:moveTo>
                  <a:cubicBezTo>
                    <a:pt x="144" y="0"/>
                    <a:pt x="1" y="120"/>
                    <a:pt x="1" y="287"/>
                  </a:cubicBezTo>
                  <a:lnTo>
                    <a:pt x="1" y="8464"/>
                  </a:lnTo>
                  <a:cubicBezTo>
                    <a:pt x="1" y="8631"/>
                    <a:pt x="144" y="8775"/>
                    <a:pt x="311" y="8775"/>
                  </a:cubicBezTo>
                  <a:lnTo>
                    <a:pt x="1889" y="8775"/>
                  </a:lnTo>
                  <a:cubicBezTo>
                    <a:pt x="2057" y="8775"/>
                    <a:pt x="2200" y="8631"/>
                    <a:pt x="2200" y="8464"/>
                  </a:cubicBezTo>
                  <a:lnTo>
                    <a:pt x="2200" y="7245"/>
                  </a:lnTo>
                  <a:lnTo>
                    <a:pt x="2702" y="7245"/>
                  </a:lnTo>
                  <a:cubicBezTo>
                    <a:pt x="3300" y="7245"/>
                    <a:pt x="3778" y="6743"/>
                    <a:pt x="3778" y="6145"/>
                  </a:cubicBezTo>
                  <a:lnTo>
                    <a:pt x="3778" y="5977"/>
                  </a:lnTo>
                  <a:lnTo>
                    <a:pt x="3133" y="5977"/>
                  </a:lnTo>
                  <a:cubicBezTo>
                    <a:pt x="3115" y="5975"/>
                    <a:pt x="3098" y="5974"/>
                    <a:pt x="3082" y="5974"/>
                  </a:cubicBezTo>
                  <a:cubicBezTo>
                    <a:pt x="2936" y="5974"/>
                    <a:pt x="2814" y="6064"/>
                    <a:pt x="2750" y="6193"/>
                  </a:cubicBezTo>
                  <a:cubicBezTo>
                    <a:pt x="2688" y="6294"/>
                    <a:pt x="2597" y="6337"/>
                    <a:pt x="2508" y="6337"/>
                  </a:cubicBezTo>
                  <a:cubicBezTo>
                    <a:pt x="2323" y="6337"/>
                    <a:pt x="2144" y="6155"/>
                    <a:pt x="2224" y="5930"/>
                  </a:cubicBezTo>
                  <a:cubicBezTo>
                    <a:pt x="2391" y="5595"/>
                    <a:pt x="2750" y="5380"/>
                    <a:pt x="3133" y="5380"/>
                  </a:cubicBezTo>
                  <a:lnTo>
                    <a:pt x="3778" y="5380"/>
                  </a:lnTo>
                  <a:lnTo>
                    <a:pt x="3778" y="4973"/>
                  </a:lnTo>
                  <a:lnTo>
                    <a:pt x="4471" y="4973"/>
                  </a:lnTo>
                  <a:cubicBezTo>
                    <a:pt x="4687" y="4973"/>
                    <a:pt x="4830" y="4734"/>
                    <a:pt x="4734" y="4543"/>
                  </a:cubicBezTo>
                  <a:lnTo>
                    <a:pt x="4734" y="4519"/>
                  </a:lnTo>
                  <a:lnTo>
                    <a:pt x="3969" y="3013"/>
                  </a:lnTo>
                  <a:lnTo>
                    <a:pt x="3969" y="2678"/>
                  </a:lnTo>
                  <a:cubicBezTo>
                    <a:pt x="3969" y="1196"/>
                    <a:pt x="2774" y="0"/>
                    <a:pt x="12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91"/>
            <p:cNvSpPr/>
            <p:nvPr/>
          </p:nvSpPr>
          <p:spPr>
            <a:xfrm>
              <a:off x="1177650" y="4338875"/>
              <a:ext cx="121350" cy="219375"/>
            </a:xfrm>
            <a:custGeom>
              <a:rect b="b" l="l" r="r" t="t"/>
              <a:pathLst>
                <a:path extrusionOk="0" h="8775" w="4854">
                  <a:moveTo>
                    <a:pt x="3538" y="0"/>
                  </a:moveTo>
                  <a:cubicBezTo>
                    <a:pt x="2056" y="0"/>
                    <a:pt x="861" y="1196"/>
                    <a:pt x="861" y="2678"/>
                  </a:cubicBezTo>
                  <a:lnTo>
                    <a:pt x="861" y="3013"/>
                  </a:lnTo>
                  <a:lnTo>
                    <a:pt x="96" y="4543"/>
                  </a:lnTo>
                  <a:cubicBezTo>
                    <a:pt x="0" y="4734"/>
                    <a:pt x="144" y="4949"/>
                    <a:pt x="359" y="4973"/>
                  </a:cubicBezTo>
                  <a:lnTo>
                    <a:pt x="1052" y="4973"/>
                  </a:lnTo>
                  <a:lnTo>
                    <a:pt x="1052" y="5380"/>
                  </a:lnTo>
                  <a:lnTo>
                    <a:pt x="1721" y="5380"/>
                  </a:lnTo>
                  <a:cubicBezTo>
                    <a:pt x="1865" y="5380"/>
                    <a:pt x="2032" y="5284"/>
                    <a:pt x="2104" y="5141"/>
                  </a:cubicBezTo>
                  <a:cubicBezTo>
                    <a:pt x="2153" y="5001"/>
                    <a:pt x="2259" y="4943"/>
                    <a:pt x="2367" y="4943"/>
                  </a:cubicBezTo>
                  <a:cubicBezTo>
                    <a:pt x="2573" y="4943"/>
                    <a:pt x="2787" y="5153"/>
                    <a:pt x="2630" y="5404"/>
                  </a:cubicBezTo>
                  <a:cubicBezTo>
                    <a:pt x="2463" y="5738"/>
                    <a:pt x="2104" y="5954"/>
                    <a:pt x="1721" y="5954"/>
                  </a:cubicBezTo>
                  <a:lnTo>
                    <a:pt x="1076" y="5954"/>
                  </a:lnTo>
                  <a:lnTo>
                    <a:pt x="1076" y="6169"/>
                  </a:lnTo>
                  <a:cubicBezTo>
                    <a:pt x="1076" y="6766"/>
                    <a:pt x="1554" y="7245"/>
                    <a:pt x="2152" y="7245"/>
                  </a:cubicBezTo>
                  <a:lnTo>
                    <a:pt x="2654" y="7245"/>
                  </a:lnTo>
                  <a:lnTo>
                    <a:pt x="2654" y="8488"/>
                  </a:lnTo>
                  <a:cubicBezTo>
                    <a:pt x="2654" y="8655"/>
                    <a:pt x="2797" y="8775"/>
                    <a:pt x="2965" y="8775"/>
                  </a:cubicBezTo>
                  <a:lnTo>
                    <a:pt x="4543" y="8775"/>
                  </a:lnTo>
                  <a:cubicBezTo>
                    <a:pt x="4710" y="8775"/>
                    <a:pt x="4853" y="8655"/>
                    <a:pt x="4853" y="8488"/>
                  </a:cubicBezTo>
                  <a:lnTo>
                    <a:pt x="4853" y="287"/>
                  </a:lnTo>
                  <a:cubicBezTo>
                    <a:pt x="4853" y="120"/>
                    <a:pt x="4710" y="0"/>
                    <a:pt x="45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6" name="Google Shape;1936;p91"/>
          <p:cNvGrpSpPr/>
          <p:nvPr/>
        </p:nvGrpSpPr>
        <p:grpSpPr>
          <a:xfrm>
            <a:off x="1160220" y="3443056"/>
            <a:ext cx="253475" cy="254825"/>
            <a:chOff x="1015650" y="3577225"/>
            <a:chExt cx="253475" cy="254825"/>
          </a:xfrm>
        </p:grpSpPr>
        <p:sp>
          <p:nvSpPr>
            <p:cNvPr id="1937" name="Google Shape;1937;p91"/>
            <p:cNvSpPr/>
            <p:nvPr/>
          </p:nvSpPr>
          <p:spPr>
            <a:xfrm>
              <a:off x="1089175" y="3577225"/>
              <a:ext cx="157225" cy="134675"/>
            </a:xfrm>
            <a:custGeom>
              <a:rect b="b" l="l" r="r" t="t"/>
              <a:pathLst>
                <a:path extrusionOk="0" h="5387" w="6289">
                  <a:moveTo>
                    <a:pt x="1519" y="1711"/>
                  </a:moveTo>
                  <a:cubicBezTo>
                    <a:pt x="1668" y="1711"/>
                    <a:pt x="1818" y="1813"/>
                    <a:pt x="1818" y="2016"/>
                  </a:cubicBezTo>
                  <a:lnTo>
                    <a:pt x="1818" y="2422"/>
                  </a:lnTo>
                  <a:cubicBezTo>
                    <a:pt x="1818" y="2614"/>
                    <a:pt x="1668" y="2709"/>
                    <a:pt x="1519" y="2709"/>
                  </a:cubicBezTo>
                  <a:cubicBezTo>
                    <a:pt x="1369" y="2709"/>
                    <a:pt x="1220" y="2614"/>
                    <a:pt x="1220" y="2422"/>
                  </a:cubicBezTo>
                  <a:lnTo>
                    <a:pt x="1220" y="2016"/>
                  </a:lnTo>
                  <a:cubicBezTo>
                    <a:pt x="1220" y="1813"/>
                    <a:pt x="1369" y="1711"/>
                    <a:pt x="1519" y="1711"/>
                  </a:cubicBezTo>
                  <a:close/>
                  <a:moveTo>
                    <a:pt x="3886" y="1711"/>
                  </a:moveTo>
                  <a:cubicBezTo>
                    <a:pt x="4035" y="1711"/>
                    <a:pt x="4185" y="1813"/>
                    <a:pt x="4185" y="2016"/>
                  </a:cubicBezTo>
                  <a:lnTo>
                    <a:pt x="4185" y="2422"/>
                  </a:lnTo>
                  <a:cubicBezTo>
                    <a:pt x="4185" y="2614"/>
                    <a:pt x="4035" y="2709"/>
                    <a:pt x="3886" y="2709"/>
                  </a:cubicBezTo>
                  <a:cubicBezTo>
                    <a:pt x="3736" y="2709"/>
                    <a:pt x="3587" y="2614"/>
                    <a:pt x="3587" y="2422"/>
                  </a:cubicBezTo>
                  <a:lnTo>
                    <a:pt x="3587" y="2016"/>
                  </a:lnTo>
                  <a:cubicBezTo>
                    <a:pt x="3587" y="1813"/>
                    <a:pt x="3736" y="1711"/>
                    <a:pt x="3886" y="1711"/>
                  </a:cubicBezTo>
                  <a:close/>
                  <a:moveTo>
                    <a:pt x="3204" y="3600"/>
                  </a:moveTo>
                  <a:cubicBezTo>
                    <a:pt x="3282" y="3600"/>
                    <a:pt x="3360" y="3630"/>
                    <a:pt x="3420" y="3689"/>
                  </a:cubicBezTo>
                  <a:cubicBezTo>
                    <a:pt x="3539" y="3809"/>
                    <a:pt x="3539" y="3976"/>
                    <a:pt x="3420" y="4096"/>
                  </a:cubicBezTo>
                  <a:cubicBezTo>
                    <a:pt x="3228" y="4299"/>
                    <a:pt x="2971" y="4401"/>
                    <a:pt x="2714" y="4401"/>
                  </a:cubicBezTo>
                  <a:cubicBezTo>
                    <a:pt x="2457" y="4401"/>
                    <a:pt x="2200" y="4299"/>
                    <a:pt x="2009" y="4096"/>
                  </a:cubicBezTo>
                  <a:cubicBezTo>
                    <a:pt x="1889" y="3976"/>
                    <a:pt x="1889" y="3809"/>
                    <a:pt x="2009" y="3689"/>
                  </a:cubicBezTo>
                  <a:lnTo>
                    <a:pt x="1985" y="3689"/>
                  </a:lnTo>
                  <a:cubicBezTo>
                    <a:pt x="2045" y="3630"/>
                    <a:pt x="2123" y="3600"/>
                    <a:pt x="2200" y="3600"/>
                  </a:cubicBezTo>
                  <a:cubicBezTo>
                    <a:pt x="2278" y="3600"/>
                    <a:pt x="2356" y="3630"/>
                    <a:pt x="2415" y="3689"/>
                  </a:cubicBezTo>
                  <a:cubicBezTo>
                    <a:pt x="2487" y="3761"/>
                    <a:pt x="2583" y="3809"/>
                    <a:pt x="2702" y="3809"/>
                  </a:cubicBezTo>
                  <a:cubicBezTo>
                    <a:pt x="2822" y="3809"/>
                    <a:pt x="2917" y="3761"/>
                    <a:pt x="2989" y="3689"/>
                  </a:cubicBezTo>
                  <a:cubicBezTo>
                    <a:pt x="3049" y="3630"/>
                    <a:pt x="3127" y="3600"/>
                    <a:pt x="3204" y="3600"/>
                  </a:cubicBezTo>
                  <a:close/>
                  <a:moveTo>
                    <a:pt x="2706" y="1"/>
                  </a:moveTo>
                  <a:cubicBezTo>
                    <a:pt x="1324" y="1"/>
                    <a:pt x="1" y="1076"/>
                    <a:pt x="1" y="2709"/>
                  </a:cubicBezTo>
                  <a:cubicBezTo>
                    <a:pt x="1" y="4192"/>
                    <a:pt x="1220" y="5387"/>
                    <a:pt x="2702" y="5387"/>
                  </a:cubicBezTo>
                  <a:cubicBezTo>
                    <a:pt x="5093" y="5387"/>
                    <a:pt x="6289" y="2494"/>
                    <a:pt x="4591" y="797"/>
                  </a:cubicBezTo>
                  <a:cubicBezTo>
                    <a:pt x="4042" y="247"/>
                    <a:pt x="3367" y="1"/>
                    <a:pt x="27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91"/>
            <p:cNvSpPr/>
            <p:nvPr/>
          </p:nvSpPr>
          <p:spPr>
            <a:xfrm>
              <a:off x="1015650" y="3719150"/>
              <a:ext cx="253475" cy="112900"/>
            </a:xfrm>
            <a:custGeom>
              <a:rect b="b" l="l" r="r" t="t"/>
              <a:pathLst>
                <a:path extrusionOk="0" h="4516" w="10139">
                  <a:moveTo>
                    <a:pt x="3317" y="0"/>
                  </a:moveTo>
                  <a:cubicBezTo>
                    <a:pt x="2788" y="0"/>
                    <a:pt x="2261" y="210"/>
                    <a:pt x="1866" y="618"/>
                  </a:cubicBezTo>
                  <a:lnTo>
                    <a:pt x="73" y="2435"/>
                  </a:lnTo>
                  <a:cubicBezTo>
                    <a:pt x="25" y="2483"/>
                    <a:pt x="1" y="2555"/>
                    <a:pt x="1" y="2651"/>
                  </a:cubicBezTo>
                  <a:lnTo>
                    <a:pt x="1" y="4229"/>
                  </a:lnTo>
                  <a:cubicBezTo>
                    <a:pt x="1" y="4396"/>
                    <a:pt x="121" y="4515"/>
                    <a:pt x="288" y="4515"/>
                  </a:cubicBezTo>
                  <a:lnTo>
                    <a:pt x="2272" y="4515"/>
                  </a:lnTo>
                  <a:cubicBezTo>
                    <a:pt x="2344" y="4515"/>
                    <a:pt x="2416" y="4492"/>
                    <a:pt x="2487" y="4444"/>
                  </a:cubicBezTo>
                  <a:lnTo>
                    <a:pt x="2990" y="3918"/>
                  </a:lnTo>
                  <a:lnTo>
                    <a:pt x="6576" y="3918"/>
                  </a:lnTo>
                  <a:cubicBezTo>
                    <a:pt x="6958" y="3918"/>
                    <a:pt x="7341" y="3774"/>
                    <a:pt x="7628" y="3511"/>
                  </a:cubicBezTo>
                  <a:lnTo>
                    <a:pt x="9851" y="1527"/>
                  </a:lnTo>
                  <a:cubicBezTo>
                    <a:pt x="10018" y="1360"/>
                    <a:pt x="10138" y="1121"/>
                    <a:pt x="10114" y="881"/>
                  </a:cubicBezTo>
                  <a:cubicBezTo>
                    <a:pt x="10065" y="441"/>
                    <a:pt x="9694" y="157"/>
                    <a:pt x="9311" y="157"/>
                  </a:cubicBezTo>
                  <a:cubicBezTo>
                    <a:pt x="9132" y="157"/>
                    <a:pt x="8951" y="219"/>
                    <a:pt x="8799" y="355"/>
                  </a:cubicBezTo>
                  <a:lnTo>
                    <a:pt x="7699" y="1312"/>
                  </a:lnTo>
                  <a:cubicBezTo>
                    <a:pt x="7676" y="2053"/>
                    <a:pt x="7078" y="2627"/>
                    <a:pt x="6361" y="2627"/>
                  </a:cubicBezTo>
                  <a:lnTo>
                    <a:pt x="4567" y="2627"/>
                  </a:lnTo>
                  <a:cubicBezTo>
                    <a:pt x="4161" y="2627"/>
                    <a:pt x="4161" y="2029"/>
                    <a:pt x="4567" y="2029"/>
                  </a:cubicBezTo>
                  <a:lnTo>
                    <a:pt x="6361" y="2029"/>
                  </a:lnTo>
                  <a:cubicBezTo>
                    <a:pt x="7365" y="2029"/>
                    <a:pt x="7365" y="523"/>
                    <a:pt x="6361" y="523"/>
                  </a:cubicBezTo>
                  <a:lnTo>
                    <a:pt x="5141" y="523"/>
                  </a:lnTo>
                  <a:cubicBezTo>
                    <a:pt x="4878" y="523"/>
                    <a:pt x="4615" y="451"/>
                    <a:pt x="4376" y="308"/>
                  </a:cubicBezTo>
                  <a:cubicBezTo>
                    <a:pt x="4052" y="102"/>
                    <a:pt x="3684" y="0"/>
                    <a:pt x="3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9" name="Google Shape;1939;p91"/>
          <p:cNvGrpSpPr/>
          <p:nvPr/>
        </p:nvGrpSpPr>
        <p:grpSpPr>
          <a:xfrm>
            <a:off x="1160232" y="2763712"/>
            <a:ext cx="253450" cy="254100"/>
            <a:chOff x="1009675" y="2844575"/>
            <a:chExt cx="253450" cy="254100"/>
          </a:xfrm>
        </p:grpSpPr>
        <p:sp>
          <p:nvSpPr>
            <p:cNvPr id="1940" name="Google Shape;1940;p91"/>
            <p:cNvSpPr/>
            <p:nvPr/>
          </p:nvSpPr>
          <p:spPr>
            <a:xfrm>
              <a:off x="1068850" y="2844575"/>
              <a:ext cx="163800" cy="138450"/>
            </a:xfrm>
            <a:custGeom>
              <a:rect b="b" l="l" r="r" t="t"/>
              <a:pathLst>
                <a:path extrusionOk="0" h="5538" w="6552">
                  <a:moveTo>
                    <a:pt x="3288" y="1849"/>
                  </a:moveTo>
                  <a:cubicBezTo>
                    <a:pt x="3438" y="1849"/>
                    <a:pt x="3587" y="1951"/>
                    <a:pt x="3587" y="2154"/>
                  </a:cubicBezTo>
                  <a:lnTo>
                    <a:pt x="3587" y="2991"/>
                  </a:lnTo>
                  <a:cubicBezTo>
                    <a:pt x="3826" y="2871"/>
                    <a:pt x="3993" y="2608"/>
                    <a:pt x="3993" y="2345"/>
                  </a:cubicBezTo>
                  <a:lnTo>
                    <a:pt x="3993" y="2154"/>
                  </a:lnTo>
                  <a:cubicBezTo>
                    <a:pt x="3993" y="1987"/>
                    <a:pt x="4113" y="1867"/>
                    <a:pt x="4280" y="1867"/>
                  </a:cubicBezTo>
                  <a:lnTo>
                    <a:pt x="4687" y="1867"/>
                  </a:lnTo>
                  <a:cubicBezTo>
                    <a:pt x="5069" y="1867"/>
                    <a:pt x="5069" y="2465"/>
                    <a:pt x="4687" y="2465"/>
                  </a:cubicBezTo>
                  <a:lnTo>
                    <a:pt x="4567" y="2465"/>
                  </a:lnTo>
                  <a:cubicBezTo>
                    <a:pt x="4519" y="3015"/>
                    <a:pt x="4137" y="3469"/>
                    <a:pt x="3587" y="3613"/>
                  </a:cubicBezTo>
                  <a:lnTo>
                    <a:pt x="3587" y="3947"/>
                  </a:lnTo>
                  <a:cubicBezTo>
                    <a:pt x="3587" y="4150"/>
                    <a:pt x="3438" y="4252"/>
                    <a:pt x="3288" y="4252"/>
                  </a:cubicBezTo>
                  <a:cubicBezTo>
                    <a:pt x="3139" y="4252"/>
                    <a:pt x="2989" y="4150"/>
                    <a:pt x="2989" y="3947"/>
                  </a:cubicBezTo>
                  <a:lnTo>
                    <a:pt x="2989" y="3613"/>
                  </a:lnTo>
                  <a:cubicBezTo>
                    <a:pt x="2439" y="3493"/>
                    <a:pt x="2033" y="3015"/>
                    <a:pt x="2009" y="2465"/>
                  </a:cubicBezTo>
                  <a:lnTo>
                    <a:pt x="1890" y="2465"/>
                  </a:lnTo>
                  <a:cubicBezTo>
                    <a:pt x="1507" y="2465"/>
                    <a:pt x="1507" y="1867"/>
                    <a:pt x="1890" y="1867"/>
                  </a:cubicBezTo>
                  <a:lnTo>
                    <a:pt x="2296" y="1867"/>
                  </a:lnTo>
                  <a:cubicBezTo>
                    <a:pt x="2463" y="1867"/>
                    <a:pt x="2607" y="1987"/>
                    <a:pt x="2607" y="2154"/>
                  </a:cubicBezTo>
                  <a:lnTo>
                    <a:pt x="2607" y="2369"/>
                  </a:lnTo>
                  <a:cubicBezTo>
                    <a:pt x="2607" y="2632"/>
                    <a:pt x="2750" y="2871"/>
                    <a:pt x="2989" y="2991"/>
                  </a:cubicBezTo>
                  <a:lnTo>
                    <a:pt x="2989" y="2154"/>
                  </a:lnTo>
                  <a:cubicBezTo>
                    <a:pt x="2989" y="1951"/>
                    <a:pt x="3139" y="1849"/>
                    <a:pt x="3288" y="1849"/>
                  </a:cubicBezTo>
                  <a:close/>
                  <a:moveTo>
                    <a:pt x="1986" y="1"/>
                  </a:moveTo>
                  <a:cubicBezTo>
                    <a:pt x="1962" y="1"/>
                    <a:pt x="1938" y="1"/>
                    <a:pt x="1913" y="2"/>
                  </a:cubicBezTo>
                  <a:cubicBezTo>
                    <a:pt x="1899" y="2"/>
                    <a:pt x="1885" y="2"/>
                    <a:pt x="1871" y="2"/>
                  </a:cubicBezTo>
                  <a:cubicBezTo>
                    <a:pt x="838" y="2"/>
                    <a:pt x="1" y="853"/>
                    <a:pt x="1" y="1867"/>
                  </a:cubicBezTo>
                  <a:cubicBezTo>
                    <a:pt x="1" y="2656"/>
                    <a:pt x="527" y="3493"/>
                    <a:pt x="1603" y="4402"/>
                  </a:cubicBezTo>
                  <a:cubicBezTo>
                    <a:pt x="2081" y="4808"/>
                    <a:pt x="2607" y="5167"/>
                    <a:pt x="3133" y="5501"/>
                  </a:cubicBezTo>
                  <a:cubicBezTo>
                    <a:pt x="3181" y="5525"/>
                    <a:pt x="3234" y="5537"/>
                    <a:pt x="3288" y="5537"/>
                  </a:cubicBezTo>
                  <a:cubicBezTo>
                    <a:pt x="3342" y="5537"/>
                    <a:pt x="3396" y="5525"/>
                    <a:pt x="3444" y="5501"/>
                  </a:cubicBezTo>
                  <a:cubicBezTo>
                    <a:pt x="3970" y="5167"/>
                    <a:pt x="4496" y="4808"/>
                    <a:pt x="4974" y="4402"/>
                  </a:cubicBezTo>
                  <a:cubicBezTo>
                    <a:pt x="6026" y="3493"/>
                    <a:pt x="6552" y="2656"/>
                    <a:pt x="6552" y="1867"/>
                  </a:cubicBezTo>
                  <a:cubicBezTo>
                    <a:pt x="6552" y="839"/>
                    <a:pt x="5715" y="2"/>
                    <a:pt x="4663" y="2"/>
                  </a:cubicBezTo>
                  <a:cubicBezTo>
                    <a:pt x="4137" y="2"/>
                    <a:pt x="3635" y="218"/>
                    <a:pt x="3276" y="600"/>
                  </a:cubicBezTo>
                  <a:cubicBezTo>
                    <a:pt x="2957" y="235"/>
                    <a:pt x="2485" y="1"/>
                    <a:pt x="19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91"/>
            <p:cNvSpPr/>
            <p:nvPr/>
          </p:nvSpPr>
          <p:spPr>
            <a:xfrm>
              <a:off x="1009675" y="2985175"/>
              <a:ext cx="253450" cy="113500"/>
            </a:xfrm>
            <a:custGeom>
              <a:rect b="b" l="l" r="r" t="t"/>
              <a:pathLst>
                <a:path extrusionOk="0" h="4540" w="10138">
                  <a:moveTo>
                    <a:pt x="3330" y="0"/>
                  </a:moveTo>
                  <a:cubicBezTo>
                    <a:pt x="2804" y="0"/>
                    <a:pt x="2284" y="210"/>
                    <a:pt x="1890" y="618"/>
                  </a:cubicBezTo>
                  <a:lnTo>
                    <a:pt x="97" y="2435"/>
                  </a:lnTo>
                  <a:cubicBezTo>
                    <a:pt x="25" y="2483"/>
                    <a:pt x="1" y="2555"/>
                    <a:pt x="1" y="2651"/>
                  </a:cubicBezTo>
                  <a:lnTo>
                    <a:pt x="1" y="4229"/>
                  </a:lnTo>
                  <a:cubicBezTo>
                    <a:pt x="1" y="4396"/>
                    <a:pt x="120" y="4539"/>
                    <a:pt x="288" y="4539"/>
                  </a:cubicBezTo>
                  <a:lnTo>
                    <a:pt x="2272" y="4539"/>
                  </a:lnTo>
                  <a:cubicBezTo>
                    <a:pt x="2368" y="4539"/>
                    <a:pt x="2440" y="4492"/>
                    <a:pt x="2487" y="4444"/>
                  </a:cubicBezTo>
                  <a:lnTo>
                    <a:pt x="2989" y="3918"/>
                  </a:lnTo>
                  <a:lnTo>
                    <a:pt x="6576" y="3918"/>
                  </a:lnTo>
                  <a:cubicBezTo>
                    <a:pt x="6982" y="3918"/>
                    <a:pt x="7365" y="3774"/>
                    <a:pt x="7652" y="3511"/>
                  </a:cubicBezTo>
                  <a:lnTo>
                    <a:pt x="9875" y="1527"/>
                  </a:lnTo>
                  <a:cubicBezTo>
                    <a:pt x="10042" y="1360"/>
                    <a:pt x="10138" y="1120"/>
                    <a:pt x="10114" y="881"/>
                  </a:cubicBezTo>
                  <a:lnTo>
                    <a:pt x="10114" y="858"/>
                  </a:lnTo>
                  <a:cubicBezTo>
                    <a:pt x="10082" y="423"/>
                    <a:pt x="9724" y="151"/>
                    <a:pt x="9348" y="151"/>
                  </a:cubicBezTo>
                  <a:cubicBezTo>
                    <a:pt x="9166" y="151"/>
                    <a:pt x="8979" y="215"/>
                    <a:pt x="8823" y="355"/>
                  </a:cubicBezTo>
                  <a:lnTo>
                    <a:pt x="7723" y="1312"/>
                  </a:lnTo>
                  <a:cubicBezTo>
                    <a:pt x="7699" y="2053"/>
                    <a:pt x="7102" y="2627"/>
                    <a:pt x="6384" y="2627"/>
                  </a:cubicBezTo>
                  <a:lnTo>
                    <a:pt x="4591" y="2627"/>
                  </a:lnTo>
                  <a:cubicBezTo>
                    <a:pt x="4185" y="2627"/>
                    <a:pt x="4185" y="2029"/>
                    <a:pt x="4591" y="2029"/>
                  </a:cubicBezTo>
                  <a:lnTo>
                    <a:pt x="6384" y="2029"/>
                  </a:lnTo>
                  <a:cubicBezTo>
                    <a:pt x="7365" y="2029"/>
                    <a:pt x="7365" y="523"/>
                    <a:pt x="6384" y="523"/>
                  </a:cubicBezTo>
                  <a:lnTo>
                    <a:pt x="5165" y="523"/>
                  </a:lnTo>
                  <a:cubicBezTo>
                    <a:pt x="4878" y="523"/>
                    <a:pt x="4615" y="451"/>
                    <a:pt x="4400" y="308"/>
                  </a:cubicBezTo>
                  <a:cubicBezTo>
                    <a:pt x="4066" y="102"/>
                    <a:pt x="3697" y="0"/>
                    <a:pt x="33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2" name="Google Shape;1942;p91"/>
          <p:cNvGrpSpPr/>
          <p:nvPr/>
        </p:nvGrpSpPr>
        <p:grpSpPr>
          <a:xfrm>
            <a:off x="1160232" y="2084031"/>
            <a:ext cx="253450" cy="254050"/>
            <a:chOff x="1022825" y="2143525"/>
            <a:chExt cx="253450" cy="254050"/>
          </a:xfrm>
        </p:grpSpPr>
        <p:sp>
          <p:nvSpPr>
            <p:cNvPr id="1943" name="Google Shape;1943;p91"/>
            <p:cNvSpPr/>
            <p:nvPr/>
          </p:nvSpPr>
          <p:spPr>
            <a:xfrm>
              <a:off x="1088575" y="2143525"/>
              <a:ext cx="68175" cy="133900"/>
            </a:xfrm>
            <a:custGeom>
              <a:rect b="b" l="l" r="r" t="t"/>
              <a:pathLst>
                <a:path extrusionOk="0" h="5356" w="2727">
                  <a:moveTo>
                    <a:pt x="2511" y="0"/>
                  </a:moveTo>
                  <a:cubicBezTo>
                    <a:pt x="2081" y="0"/>
                    <a:pt x="1698" y="287"/>
                    <a:pt x="1579" y="718"/>
                  </a:cubicBezTo>
                  <a:cubicBezTo>
                    <a:pt x="1172" y="813"/>
                    <a:pt x="885" y="1196"/>
                    <a:pt x="885" y="1626"/>
                  </a:cubicBezTo>
                  <a:lnTo>
                    <a:pt x="885" y="1674"/>
                  </a:lnTo>
                  <a:cubicBezTo>
                    <a:pt x="1" y="2056"/>
                    <a:pt x="1" y="3324"/>
                    <a:pt x="885" y="3682"/>
                  </a:cubicBezTo>
                  <a:lnTo>
                    <a:pt x="861" y="3682"/>
                  </a:lnTo>
                  <a:lnTo>
                    <a:pt x="861" y="3730"/>
                  </a:lnTo>
                  <a:cubicBezTo>
                    <a:pt x="861" y="4160"/>
                    <a:pt x="1148" y="4543"/>
                    <a:pt x="1579" y="4662"/>
                  </a:cubicBezTo>
                  <a:cubicBezTo>
                    <a:pt x="1674" y="5069"/>
                    <a:pt x="2057" y="5356"/>
                    <a:pt x="2511" y="5356"/>
                  </a:cubicBezTo>
                  <a:cubicBezTo>
                    <a:pt x="2631" y="5356"/>
                    <a:pt x="2726" y="5260"/>
                    <a:pt x="2726" y="5117"/>
                  </a:cubicBezTo>
                  <a:lnTo>
                    <a:pt x="2726" y="239"/>
                  </a:lnTo>
                  <a:cubicBezTo>
                    <a:pt x="2726" y="120"/>
                    <a:pt x="2631" y="0"/>
                    <a:pt x="25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91"/>
            <p:cNvSpPr/>
            <p:nvPr/>
          </p:nvSpPr>
          <p:spPr>
            <a:xfrm>
              <a:off x="1171675" y="2143525"/>
              <a:ext cx="68150" cy="133900"/>
            </a:xfrm>
            <a:custGeom>
              <a:rect b="b" l="l" r="r" t="t"/>
              <a:pathLst>
                <a:path extrusionOk="0" h="5356" w="2726">
                  <a:moveTo>
                    <a:pt x="215" y="0"/>
                  </a:moveTo>
                  <a:cubicBezTo>
                    <a:pt x="96" y="0"/>
                    <a:pt x="0" y="96"/>
                    <a:pt x="0" y="239"/>
                  </a:cubicBezTo>
                  <a:lnTo>
                    <a:pt x="0" y="5117"/>
                  </a:lnTo>
                  <a:cubicBezTo>
                    <a:pt x="0" y="5260"/>
                    <a:pt x="96" y="5356"/>
                    <a:pt x="215" y="5356"/>
                  </a:cubicBezTo>
                  <a:cubicBezTo>
                    <a:pt x="646" y="5356"/>
                    <a:pt x="1028" y="5069"/>
                    <a:pt x="1148" y="4662"/>
                  </a:cubicBezTo>
                  <a:cubicBezTo>
                    <a:pt x="1554" y="4543"/>
                    <a:pt x="1841" y="4160"/>
                    <a:pt x="1841" y="3730"/>
                  </a:cubicBezTo>
                  <a:lnTo>
                    <a:pt x="1841" y="3682"/>
                  </a:lnTo>
                  <a:cubicBezTo>
                    <a:pt x="2726" y="3300"/>
                    <a:pt x="2726" y="2056"/>
                    <a:pt x="1841" y="1674"/>
                  </a:cubicBezTo>
                  <a:lnTo>
                    <a:pt x="1841" y="1626"/>
                  </a:lnTo>
                  <a:cubicBezTo>
                    <a:pt x="1841" y="1196"/>
                    <a:pt x="1554" y="813"/>
                    <a:pt x="1148" y="694"/>
                  </a:cubicBezTo>
                  <a:cubicBezTo>
                    <a:pt x="1028" y="287"/>
                    <a:pt x="646" y="0"/>
                    <a:pt x="2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91"/>
            <p:cNvSpPr/>
            <p:nvPr/>
          </p:nvSpPr>
          <p:spPr>
            <a:xfrm>
              <a:off x="1022825" y="2284675"/>
              <a:ext cx="253450" cy="112900"/>
            </a:xfrm>
            <a:custGeom>
              <a:rect b="b" l="l" r="r" t="t"/>
              <a:pathLst>
                <a:path extrusionOk="0" h="4516" w="10138">
                  <a:moveTo>
                    <a:pt x="3330" y="0"/>
                  </a:moveTo>
                  <a:cubicBezTo>
                    <a:pt x="2804" y="0"/>
                    <a:pt x="2284" y="209"/>
                    <a:pt x="1890" y="618"/>
                  </a:cubicBezTo>
                  <a:lnTo>
                    <a:pt x="73" y="2435"/>
                  </a:lnTo>
                  <a:cubicBezTo>
                    <a:pt x="25" y="2483"/>
                    <a:pt x="1" y="2555"/>
                    <a:pt x="1" y="2650"/>
                  </a:cubicBezTo>
                  <a:lnTo>
                    <a:pt x="1" y="4228"/>
                  </a:lnTo>
                  <a:cubicBezTo>
                    <a:pt x="1" y="4396"/>
                    <a:pt x="120" y="4515"/>
                    <a:pt x="288" y="4515"/>
                  </a:cubicBezTo>
                  <a:lnTo>
                    <a:pt x="2272" y="4515"/>
                  </a:lnTo>
                  <a:cubicBezTo>
                    <a:pt x="2368" y="4515"/>
                    <a:pt x="2440" y="4491"/>
                    <a:pt x="2487" y="4444"/>
                  </a:cubicBezTo>
                  <a:lnTo>
                    <a:pt x="2989" y="3918"/>
                  </a:lnTo>
                  <a:lnTo>
                    <a:pt x="6576" y="3918"/>
                  </a:lnTo>
                  <a:cubicBezTo>
                    <a:pt x="6982" y="3918"/>
                    <a:pt x="7365" y="3774"/>
                    <a:pt x="7651" y="3511"/>
                  </a:cubicBezTo>
                  <a:lnTo>
                    <a:pt x="9851" y="1527"/>
                  </a:lnTo>
                  <a:cubicBezTo>
                    <a:pt x="10042" y="1359"/>
                    <a:pt x="10138" y="1120"/>
                    <a:pt x="10114" y="881"/>
                  </a:cubicBezTo>
                  <a:cubicBezTo>
                    <a:pt x="10081" y="441"/>
                    <a:pt x="9715" y="156"/>
                    <a:pt x="9326" y="156"/>
                  </a:cubicBezTo>
                  <a:cubicBezTo>
                    <a:pt x="9145" y="156"/>
                    <a:pt x="8959" y="218"/>
                    <a:pt x="8799" y="355"/>
                  </a:cubicBezTo>
                  <a:lnTo>
                    <a:pt x="7723" y="1312"/>
                  </a:lnTo>
                  <a:cubicBezTo>
                    <a:pt x="7699" y="2053"/>
                    <a:pt x="7102" y="2627"/>
                    <a:pt x="6384" y="2627"/>
                  </a:cubicBezTo>
                  <a:lnTo>
                    <a:pt x="4591" y="2627"/>
                  </a:lnTo>
                  <a:cubicBezTo>
                    <a:pt x="4185" y="2627"/>
                    <a:pt x="4185" y="2029"/>
                    <a:pt x="4591" y="2029"/>
                  </a:cubicBezTo>
                  <a:lnTo>
                    <a:pt x="6384" y="2029"/>
                  </a:lnTo>
                  <a:cubicBezTo>
                    <a:pt x="7365" y="2029"/>
                    <a:pt x="7365" y="523"/>
                    <a:pt x="6384" y="523"/>
                  </a:cubicBezTo>
                  <a:lnTo>
                    <a:pt x="5141" y="523"/>
                  </a:lnTo>
                  <a:cubicBezTo>
                    <a:pt x="4878" y="523"/>
                    <a:pt x="4615" y="451"/>
                    <a:pt x="4400" y="307"/>
                  </a:cubicBezTo>
                  <a:cubicBezTo>
                    <a:pt x="4066" y="101"/>
                    <a:pt x="3697" y="0"/>
                    <a:pt x="33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6" name="Google Shape;1946;p91"/>
          <p:cNvGrpSpPr/>
          <p:nvPr/>
        </p:nvGrpSpPr>
        <p:grpSpPr>
          <a:xfrm>
            <a:off x="1160520" y="1404025"/>
            <a:ext cx="252875" cy="254650"/>
            <a:chOff x="1015650" y="1380850"/>
            <a:chExt cx="252875" cy="254650"/>
          </a:xfrm>
        </p:grpSpPr>
        <p:sp>
          <p:nvSpPr>
            <p:cNvPr id="1947" name="Google Shape;1947;p91"/>
            <p:cNvSpPr/>
            <p:nvPr/>
          </p:nvSpPr>
          <p:spPr>
            <a:xfrm>
              <a:off x="1089175" y="1380850"/>
              <a:ext cx="134525" cy="134525"/>
            </a:xfrm>
            <a:custGeom>
              <a:rect b="b" l="l" r="r" t="t"/>
              <a:pathLst>
                <a:path extrusionOk="0" h="5381" w="5381">
                  <a:moveTo>
                    <a:pt x="2105" y="1"/>
                  </a:moveTo>
                  <a:cubicBezTo>
                    <a:pt x="1937" y="1"/>
                    <a:pt x="1794" y="144"/>
                    <a:pt x="1794" y="312"/>
                  </a:cubicBezTo>
                  <a:lnTo>
                    <a:pt x="1794" y="1794"/>
                  </a:lnTo>
                  <a:lnTo>
                    <a:pt x="311" y="1794"/>
                  </a:lnTo>
                  <a:cubicBezTo>
                    <a:pt x="144" y="1794"/>
                    <a:pt x="1" y="1937"/>
                    <a:pt x="1" y="2105"/>
                  </a:cubicBezTo>
                  <a:lnTo>
                    <a:pt x="1" y="3300"/>
                  </a:lnTo>
                  <a:cubicBezTo>
                    <a:pt x="1" y="3467"/>
                    <a:pt x="144" y="3587"/>
                    <a:pt x="311" y="3587"/>
                  </a:cubicBezTo>
                  <a:lnTo>
                    <a:pt x="1794" y="3587"/>
                  </a:lnTo>
                  <a:lnTo>
                    <a:pt x="1794" y="5093"/>
                  </a:lnTo>
                  <a:cubicBezTo>
                    <a:pt x="1794" y="5260"/>
                    <a:pt x="1937" y="5380"/>
                    <a:pt x="2105" y="5380"/>
                  </a:cubicBezTo>
                  <a:lnTo>
                    <a:pt x="3300" y="5380"/>
                  </a:lnTo>
                  <a:cubicBezTo>
                    <a:pt x="3467" y="5380"/>
                    <a:pt x="3587" y="5260"/>
                    <a:pt x="3587" y="5093"/>
                  </a:cubicBezTo>
                  <a:lnTo>
                    <a:pt x="3587" y="3587"/>
                  </a:lnTo>
                  <a:lnTo>
                    <a:pt x="5093" y="3587"/>
                  </a:lnTo>
                  <a:cubicBezTo>
                    <a:pt x="5260" y="3587"/>
                    <a:pt x="5380" y="3467"/>
                    <a:pt x="5380" y="3300"/>
                  </a:cubicBezTo>
                  <a:lnTo>
                    <a:pt x="5380" y="2105"/>
                  </a:lnTo>
                  <a:cubicBezTo>
                    <a:pt x="5380" y="1937"/>
                    <a:pt x="5260" y="1794"/>
                    <a:pt x="5093" y="1794"/>
                  </a:cubicBezTo>
                  <a:lnTo>
                    <a:pt x="3587" y="1794"/>
                  </a:lnTo>
                  <a:lnTo>
                    <a:pt x="3587" y="312"/>
                  </a:lnTo>
                  <a:cubicBezTo>
                    <a:pt x="3587" y="144"/>
                    <a:pt x="3467" y="1"/>
                    <a:pt x="33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91"/>
            <p:cNvSpPr/>
            <p:nvPr/>
          </p:nvSpPr>
          <p:spPr>
            <a:xfrm>
              <a:off x="1015650" y="1522600"/>
              <a:ext cx="252875" cy="112900"/>
            </a:xfrm>
            <a:custGeom>
              <a:rect b="b" l="l" r="r" t="t"/>
              <a:pathLst>
                <a:path extrusionOk="0" h="4516" w="10115">
                  <a:moveTo>
                    <a:pt x="3317" y="0"/>
                  </a:moveTo>
                  <a:cubicBezTo>
                    <a:pt x="2788" y="0"/>
                    <a:pt x="2261" y="210"/>
                    <a:pt x="1866" y="619"/>
                  </a:cubicBezTo>
                  <a:lnTo>
                    <a:pt x="73" y="2436"/>
                  </a:lnTo>
                  <a:cubicBezTo>
                    <a:pt x="25" y="2483"/>
                    <a:pt x="1" y="2555"/>
                    <a:pt x="1" y="2651"/>
                  </a:cubicBezTo>
                  <a:lnTo>
                    <a:pt x="1" y="4229"/>
                  </a:lnTo>
                  <a:cubicBezTo>
                    <a:pt x="1" y="4396"/>
                    <a:pt x="121" y="4516"/>
                    <a:pt x="288" y="4516"/>
                  </a:cubicBezTo>
                  <a:lnTo>
                    <a:pt x="2272" y="4516"/>
                  </a:lnTo>
                  <a:cubicBezTo>
                    <a:pt x="2344" y="4516"/>
                    <a:pt x="2416" y="4492"/>
                    <a:pt x="2487" y="4444"/>
                  </a:cubicBezTo>
                  <a:lnTo>
                    <a:pt x="2990" y="3918"/>
                  </a:lnTo>
                  <a:lnTo>
                    <a:pt x="6576" y="3918"/>
                  </a:lnTo>
                  <a:cubicBezTo>
                    <a:pt x="6958" y="3918"/>
                    <a:pt x="7341" y="3774"/>
                    <a:pt x="7628" y="3511"/>
                  </a:cubicBezTo>
                  <a:lnTo>
                    <a:pt x="9851" y="1503"/>
                  </a:lnTo>
                  <a:cubicBezTo>
                    <a:pt x="10018" y="1336"/>
                    <a:pt x="10114" y="1121"/>
                    <a:pt x="10114" y="882"/>
                  </a:cubicBezTo>
                  <a:cubicBezTo>
                    <a:pt x="10065" y="441"/>
                    <a:pt x="9694" y="157"/>
                    <a:pt x="9311" y="157"/>
                  </a:cubicBezTo>
                  <a:cubicBezTo>
                    <a:pt x="9132" y="157"/>
                    <a:pt x="8951" y="219"/>
                    <a:pt x="8799" y="356"/>
                  </a:cubicBezTo>
                  <a:lnTo>
                    <a:pt x="7699" y="1312"/>
                  </a:lnTo>
                  <a:cubicBezTo>
                    <a:pt x="7676" y="2053"/>
                    <a:pt x="7078" y="2627"/>
                    <a:pt x="6361" y="2627"/>
                  </a:cubicBezTo>
                  <a:lnTo>
                    <a:pt x="4567" y="2627"/>
                  </a:lnTo>
                  <a:cubicBezTo>
                    <a:pt x="4161" y="2627"/>
                    <a:pt x="4161" y="2029"/>
                    <a:pt x="4567" y="2029"/>
                  </a:cubicBezTo>
                  <a:lnTo>
                    <a:pt x="6361" y="2029"/>
                  </a:lnTo>
                  <a:cubicBezTo>
                    <a:pt x="7365" y="2029"/>
                    <a:pt x="7365" y="523"/>
                    <a:pt x="6361" y="523"/>
                  </a:cubicBezTo>
                  <a:lnTo>
                    <a:pt x="5141" y="523"/>
                  </a:lnTo>
                  <a:cubicBezTo>
                    <a:pt x="4878" y="523"/>
                    <a:pt x="4615" y="451"/>
                    <a:pt x="4376" y="308"/>
                  </a:cubicBezTo>
                  <a:cubicBezTo>
                    <a:pt x="4052" y="102"/>
                    <a:pt x="3684" y="0"/>
                    <a:pt x="33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
        <p:nvSpPr>
          <p:cNvPr id="1953" name="Google Shape;1953;p92"/>
          <p:cNvSpPr/>
          <p:nvPr/>
        </p:nvSpPr>
        <p:spPr>
          <a:xfrm>
            <a:off x="14456314" y="632346"/>
            <a:ext cx="781" cy="52"/>
          </a:xfrm>
          <a:custGeom>
            <a:rect b="b" l="l" r="r" t="t"/>
            <a:pathLst>
              <a:path extrusionOk="0" h="1" w="15">
                <a:moveTo>
                  <a:pt x="15" y="1"/>
                </a:moveTo>
                <a:lnTo>
                  <a:pt x="0" y="1"/>
                </a:lnTo>
                <a:lnTo>
                  <a:pt x="0" y="1"/>
                </a:lnTo>
                <a:close/>
              </a:path>
            </a:pathLst>
          </a:custGeom>
          <a:solidFill>
            <a:srgbClr val="FD594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92"/>
          <p:cNvSpPr/>
          <p:nvPr/>
        </p:nvSpPr>
        <p:spPr>
          <a:xfrm>
            <a:off x="9105924" y="932662"/>
            <a:ext cx="52" cy="52"/>
          </a:xfrm>
          <a:custGeom>
            <a:rect b="b" l="l" r="r" t="t"/>
            <a:pathLst>
              <a:path extrusionOk="0" h="1" w="1">
                <a:moveTo>
                  <a:pt x="0" y="1"/>
                </a:moveTo>
                <a:lnTo>
                  <a:pt x="0" y="1"/>
                </a:lnTo>
                <a:lnTo>
                  <a:pt x="0" y="1"/>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92"/>
          <p:cNvSpPr/>
          <p:nvPr/>
        </p:nvSpPr>
        <p:spPr>
          <a:xfrm>
            <a:off x="9174118" y="917358"/>
            <a:ext cx="52" cy="52"/>
          </a:xfrm>
          <a:custGeom>
            <a:rect b="b" l="l" r="r" t="t"/>
            <a:pathLst>
              <a:path extrusionOk="0" h="1" w="1">
                <a:moveTo>
                  <a:pt x="0" y="0"/>
                </a:moveTo>
                <a:lnTo>
                  <a:pt x="0" y="0"/>
                </a:lnTo>
                <a:lnTo>
                  <a:pt x="0" y="0"/>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92"/>
          <p:cNvSpPr/>
          <p:nvPr/>
        </p:nvSpPr>
        <p:spPr>
          <a:xfrm>
            <a:off x="1835143" y="4464150"/>
            <a:ext cx="24" cy="24"/>
          </a:xfrm>
          <a:custGeom>
            <a:rect b="b" l="l" r="r" t="t"/>
            <a:pathLst>
              <a:path extrusionOk="0" h="1" w="1">
                <a:moveTo>
                  <a:pt x="1" y="1"/>
                </a:moveTo>
                <a:close/>
              </a:path>
            </a:pathLst>
          </a:custGeom>
          <a:solidFill>
            <a:srgbClr val="FEA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92"/>
          <p:cNvSpPr/>
          <p:nvPr/>
        </p:nvSpPr>
        <p:spPr>
          <a:xfrm>
            <a:off x="1830242" y="4469051"/>
            <a:ext cx="24" cy="24"/>
          </a:xfrm>
          <a:custGeom>
            <a:rect b="b" l="l" r="r" t="t"/>
            <a:pathLst>
              <a:path extrusionOk="0" h="1" w="1">
                <a:moveTo>
                  <a:pt x="1" y="1"/>
                </a:moveTo>
                <a:close/>
              </a:path>
            </a:pathLst>
          </a:custGeom>
          <a:solidFill>
            <a:srgbClr val="FEA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92"/>
          <p:cNvSpPr/>
          <p:nvPr/>
        </p:nvSpPr>
        <p:spPr>
          <a:xfrm>
            <a:off x="1785425" y="4849850"/>
            <a:ext cx="1125" cy="1850"/>
          </a:xfrm>
          <a:custGeom>
            <a:rect b="b" l="l" r="r" t="t"/>
            <a:pathLst>
              <a:path extrusionOk="0" h="74" w="45">
                <a:moveTo>
                  <a:pt x="15" y="74"/>
                </a:moveTo>
                <a:cubicBezTo>
                  <a:pt x="15" y="74"/>
                  <a:pt x="45" y="59"/>
                  <a:pt x="30" y="59"/>
                </a:cubicBezTo>
                <a:cubicBezTo>
                  <a:pt x="30" y="30"/>
                  <a:pt x="15" y="15"/>
                  <a:pt x="1" y="0"/>
                </a:cubicBezTo>
                <a:cubicBezTo>
                  <a:pt x="1" y="30"/>
                  <a:pt x="1" y="59"/>
                  <a:pt x="15" y="74"/>
                </a:cubicBezTo>
                <a:close/>
              </a:path>
            </a:pathLst>
          </a:custGeom>
          <a:solidFill>
            <a:srgbClr val="FEA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92"/>
          <p:cNvSpPr/>
          <p:nvPr/>
        </p:nvSpPr>
        <p:spPr>
          <a:xfrm>
            <a:off x="10068869" y="1992177"/>
            <a:ext cx="16138" cy="16138"/>
          </a:xfrm>
          <a:custGeom>
            <a:rect b="b" l="l" r="r" t="t"/>
            <a:pathLst>
              <a:path extrusionOk="0" h="310" w="310">
                <a:moveTo>
                  <a:pt x="148" y="15"/>
                </a:moveTo>
                <a:cubicBezTo>
                  <a:pt x="30" y="1"/>
                  <a:pt x="16" y="74"/>
                  <a:pt x="16" y="192"/>
                </a:cubicBezTo>
                <a:cubicBezTo>
                  <a:pt x="1" y="295"/>
                  <a:pt x="74" y="310"/>
                  <a:pt x="148" y="310"/>
                </a:cubicBezTo>
                <a:cubicBezTo>
                  <a:pt x="192" y="207"/>
                  <a:pt x="310" y="118"/>
                  <a:pt x="148" y="15"/>
                </a:cubicBez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92"/>
          <p:cNvSpPr/>
          <p:nvPr/>
        </p:nvSpPr>
        <p:spPr>
          <a:xfrm>
            <a:off x="9651374" y="1027666"/>
            <a:ext cx="52" cy="52"/>
          </a:xfrm>
          <a:custGeom>
            <a:rect b="b" l="l" r="r" t="t"/>
            <a:pathLst>
              <a:path extrusionOk="0" h="1" w="1">
                <a:moveTo>
                  <a:pt x="0" y="1"/>
                </a:moveTo>
                <a:lnTo>
                  <a:pt x="0" y="1"/>
                </a:lnTo>
                <a:lnTo>
                  <a:pt x="0" y="1"/>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92"/>
          <p:cNvSpPr/>
          <p:nvPr/>
        </p:nvSpPr>
        <p:spPr>
          <a:xfrm>
            <a:off x="9643722" y="1027666"/>
            <a:ext cx="7705" cy="4633"/>
          </a:xfrm>
          <a:custGeom>
            <a:rect b="b" l="l" r="r" t="t"/>
            <a:pathLst>
              <a:path extrusionOk="0" h="89" w="148">
                <a:moveTo>
                  <a:pt x="89" y="59"/>
                </a:moveTo>
                <a:cubicBezTo>
                  <a:pt x="118" y="45"/>
                  <a:pt x="133" y="15"/>
                  <a:pt x="147" y="1"/>
                </a:cubicBezTo>
                <a:cubicBezTo>
                  <a:pt x="118" y="1"/>
                  <a:pt x="89" y="1"/>
                  <a:pt x="59" y="1"/>
                </a:cubicBezTo>
                <a:cubicBezTo>
                  <a:pt x="44" y="1"/>
                  <a:pt x="15" y="15"/>
                  <a:pt x="15" y="15"/>
                </a:cubicBezTo>
                <a:cubicBezTo>
                  <a:pt x="0" y="59"/>
                  <a:pt x="59" y="89"/>
                  <a:pt x="89" y="59"/>
                </a:cubicBez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92"/>
          <p:cNvSpPr/>
          <p:nvPr/>
        </p:nvSpPr>
        <p:spPr>
          <a:xfrm>
            <a:off x="10038260" y="2133929"/>
            <a:ext cx="13066" cy="11505"/>
          </a:xfrm>
          <a:custGeom>
            <a:rect b="b" l="l" r="r" t="t"/>
            <a:pathLst>
              <a:path extrusionOk="0" h="221" w="251">
                <a:moveTo>
                  <a:pt x="147" y="221"/>
                </a:moveTo>
                <a:lnTo>
                  <a:pt x="250" y="221"/>
                </a:lnTo>
                <a:cubicBezTo>
                  <a:pt x="250" y="177"/>
                  <a:pt x="250" y="147"/>
                  <a:pt x="250" y="118"/>
                </a:cubicBezTo>
                <a:cubicBezTo>
                  <a:pt x="206" y="44"/>
                  <a:pt x="133" y="0"/>
                  <a:pt x="44" y="0"/>
                </a:cubicBezTo>
                <a:cubicBezTo>
                  <a:pt x="0" y="191"/>
                  <a:pt x="0" y="191"/>
                  <a:pt x="147" y="221"/>
                </a:cubicBez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92"/>
          <p:cNvSpPr/>
          <p:nvPr/>
        </p:nvSpPr>
        <p:spPr>
          <a:xfrm>
            <a:off x="9593904" y="2491664"/>
            <a:ext cx="52" cy="52"/>
          </a:xfrm>
          <a:custGeom>
            <a:rect b="b" l="l" r="r" t="t"/>
            <a:pathLst>
              <a:path extrusionOk="0" h="1" w="1">
                <a:moveTo>
                  <a:pt x="1" y="1"/>
                </a:moveTo>
                <a:lnTo>
                  <a:pt x="1" y="1"/>
                </a:lnTo>
                <a:lnTo>
                  <a:pt x="1" y="1"/>
                </a:lnTo>
                <a:close/>
              </a:path>
            </a:pathLst>
          </a:custGeom>
          <a:solidFill>
            <a:srgbClr val="FEAE2E"/>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92"/>
          <p:cNvSpPr/>
          <p:nvPr/>
        </p:nvSpPr>
        <p:spPr>
          <a:xfrm>
            <a:off x="10136283" y="3633897"/>
            <a:ext cx="52" cy="52"/>
          </a:xfrm>
          <a:custGeom>
            <a:rect b="b" l="l" r="r" t="t"/>
            <a:pathLst>
              <a:path extrusionOk="0" h="1" w="1">
                <a:moveTo>
                  <a:pt x="1" y="1"/>
                </a:moveTo>
                <a:lnTo>
                  <a:pt x="1" y="1"/>
                </a:lnTo>
                <a:close/>
              </a:path>
            </a:pathLst>
          </a:custGeom>
          <a:solidFill>
            <a:srgbClr val="68B7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92"/>
          <p:cNvSpPr/>
          <p:nvPr/>
        </p:nvSpPr>
        <p:spPr>
          <a:xfrm>
            <a:off x="1742375" y="5748650"/>
            <a:ext cx="25" cy="25"/>
          </a:xfrm>
          <a:custGeom>
            <a:rect b="b" l="l" r="r" t="t"/>
            <a:pathLst>
              <a:path extrusionOk="0" h="1" w="1">
                <a:moveTo>
                  <a:pt x="1" y="1"/>
                </a:moveTo>
                <a:close/>
              </a:path>
            </a:pathLst>
          </a:custGeom>
          <a:solidFill>
            <a:srgbClr val="68B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92"/>
          <p:cNvSpPr/>
          <p:nvPr/>
        </p:nvSpPr>
        <p:spPr>
          <a:xfrm>
            <a:off x="11575807" y="605536"/>
            <a:ext cx="52" cy="52"/>
          </a:xfrm>
          <a:custGeom>
            <a:rect b="b" l="l" r="r" t="t"/>
            <a:pathLst>
              <a:path extrusionOk="0" h="1" w="1">
                <a:moveTo>
                  <a:pt x="0" y="1"/>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92"/>
          <p:cNvSpPr/>
          <p:nvPr/>
        </p:nvSpPr>
        <p:spPr>
          <a:xfrm>
            <a:off x="12115115" y="564203"/>
            <a:ext cx="52" cy="52"/>
          </a:xfrm>
          <a:custGeom>
            <a:rect b="b" l="l" r="r" t="t"/>
            <a:pathLst>
              <a:path extrusionOk="0" h="1" w="1">
                <a:moveTo>
                  <a:pt x="1" y="0"/>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92"/>
          <p:cNvSpPr/>
          <p:nvPr/>
        </p:nvSpPr>
        <p:spPr>
          <a:xfrm>
            <a:off x="12519596" y="-477717"/>
            <a:ext cx="52" cy="52"/>
          </a:xfrm>
          <a:custGeom>
            <a:rect b="b" l="l" r="r" t="t"/>
            <a:pathLst>
              <a:path extrusionOk="0" h="1" w="1">
                <a:moveTo>
                  <a:pt x="1" y="1"/>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92"/>
          <p:cNvSpPr/>
          <p:nvPr/>
        </p:nvSpPr>
        <p:spPr>
          <a:xfrm>
            <a:off x="11437128" y="584870"/>
            <a:ext cx="52" cy="52"/>
          </a:xfrm>
          <a:custGeom>
            <a:rect b="b" l="l" r="r" t="t"/>
            <a:pathLst>
              <a:path extrusionOk="0" h="1" w="1">
                <a:moveTo>
                  <a:pt x="1" y="0"/>
                </a:moveTo>
                <a:lnTo>
                  <a:pt x="1" y="0"/>
                </a:lnTo>
                <a:lnTo>
                  <a:pt x="1" y="0"/>
                </a:ln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92"/>
          <p:cNvSpPr/>
          <p:nvPr/>
        </p:nvSpPr>
        <p:spPr>
          <a:xfrm>
            <a:off x="12530320" y="-415665"/>
            <a:ext cx="52" cy="52"/>
          </a:xfrm>
          <a:custGeom>
            <a:rect b="b" l="l" r="r" t="t"/>
            <a:pathLst>
              <a:path extrusionOk="0" h="1" w="1">
                <a:moveTo>
                  <a:pt x="1" y="1"/>
                </a:moveTo>
                <a:lnTo>
                  <a:pt x="1" y="1"/>
                </a:ln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92"/>
          <p:cNvSpPr/>
          <p:nvPr/>
        </p:nvSpPr>
        <p:spPr>
          <a:xfrm>
            <a:off x="12540314" y="-405670"/>
            <a:ext cx="52" cy="52"/>
          </a:xfrm>
          <a:custGeom>
            <a:rect b="b" l="l" r="r" t="t"/>
            <a:pathLst>
              <a:path extrusionOk="0" h="1" w="1">
                <a:moveTo>
                  <a:pt x="0" y="0"/>
                </a:move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92"/>
          <p:cNvSpPr/>
          <p:nvPr/>
        </p:nvSpPr>
        <p:spPr>
          <a:xfrm>
            <a:off x="12540314" y="-390365"/>
            <a:ext cx="781" cy="52"/>
          </a:xfrm>
          <a:custGeom>
            <a:rect b="b" l="l" r="r" t="t"/>
            <a:pathLst>
              <a:path extrusionOk="0" h="1" w="15">
                <a:moveTo>
                  <a:pt x="0" y="0"/>
                </a:moveTo>
                <a:lnTo>
                  <a:pt x="0" y="0"/>
                </a:lnTo>
                <a:lnTo>
                  <a:pt x="15" y="0"/>
                </a:ln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92"/>
          <p:cNvSpPr/>
          <p:nvPr/>
        </p:nvSpPr>
        <p:spPr>
          <a:xfrm>
            <a:off x="11639369" y="617041"/>
            <a:ext cx="3123" cy="3123"/>
          </a:xfrm>
          <a:custGeom>
            <a:rect b="b" l="l" r="r" t="t"/>
            <a:pathLst>
              <a:path extrusionOk="0" h="60" w="60">
                <a:moveTo>
                  <a:pt x="1" y="59"/>
                </a:moveTo>
                <a:lnTo>
                  <a:pt x="30" y="45"/>
                </a:lnTo>
                <a:lnTo>
                  <a:pt x="60" y="59"/>
                </a:lnTo>
                <a:cubicBezTo>
                  <a:pt x="45" y="30"/>
                  <a:pt x="15" y="1"/>
                  <a:pt x="1" y="59"/>
                </a:cubicBezTo>
                <a:close/>
              </a:path>
            </a:pathLst>
          </a:custGeom>
          <a:solidFill>
            <a:srgbClr val="FFE44A"/>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92"/>
          <p:cNvSpPr/>
          <p:nvPr/>
        </p:nvSpPr>
        <p:spPr>
          <a:xfrm>
            <a:off x="12046192" y="949529"/>
            <a:ext cx="52" cy="52"/>
          </a:xfrm>
          <a:custGeom>
            <a:rect b="b" l="l" r="r" t="t"/>
            <a:pathLst>
              <a:path extrusionOk="0" h="1" w="1">
                <a:moveTo>
                  <a:pt x="0" y="1"/>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92"/>
          <p:cNvSpPr/>
          <p:nvPr/>
        </p:nvSpPr>
        <p:spPr>
          <a:xfrm>
            <a:off x="12279823" y="1130323"/>
            <a:ext cx="52" cy="52"/>
          </a:xfrm>
          <a:custGeom>
            <a:rect b="b" l="l" r="r" t="t"/>
            <a:pathLst>
              <a:path extrusionOk="0" h="1" w="1">
                <a:moveTo>
                  <a:pt x="1" y="1"/>
                </a:moveTo>
                <a:lnTo>
                  <a:pt x="1" y="1"/>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92"/>
          <p:cNvSpPr/>
          <p:nvPr/>
        </p:nvSpPr>
        <p:spPr>
          <a:xfrm>
            <a:off x="12279823" y="1130323"/>
            <a:ext cx="52" cy="52"/>
          </a:xfrm>
          <a:custGeom>
            <a:rect b="b" l="l" r="r" t="t"/>
            <a:pathLst>
              <a:path extrusionOk="0" h="1" w="1">
                <a:moveTo>
                  <a:pt x="1" y="1"/>
                </a:moveTo>
                <a:lnTo>
                  <a:pt x="1" y="1"/>
                </a:lnTo>
                <a:lnTo>
                  <a:pt x="1" y="1"/>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92"/>
          <p:cNvSpPr/>
          <p:nvPr/>
        </p:nvSpPr>
        <p:spPr>
          <a:xfrm>
            <a:off x="12566343" y="1723303"/>
            <a:ext cx="52" cy="52"/>
          </a:xfrm>
          <a:custGeom>
            <a:rect b="b" l="l" r="r" t="t"/>
            <a:pathLst>
              <a:path extrusionOk="0" h="1" w="1">
                <a:moveTo>
                  <a:pt x="1" y="0"/>
                </a:moveTo>
                <a:lnTo>
                  <a:pt x="1" y="0"/>
                </a:lnTo>
                <a:lnTo>
                  <a:pt x="1" y="0"/>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92"/>
          <p:cNvSpPr/>
          <p:nvPr/>
        </p:nvSpPr>
        <p:spPr>
          <a:xfrm>
            <a:off x="12566343" y="1721742"/>
            <a:ext cx="2343" cy="833"/>
          </a:xfrm>
          <a:custGeom>
            <a:rect b="b" l="l" r="r" t="t"/>
            <a:pathLst>
              <a:path extrusionOk="0" h="16" w="45">
                <a:moveTo>
                  <a:pt x="15" y="1"/>
                </a:moveTo>
                <a:cubicBezTo>
                  <a:pt x="15" y="1"/>
                  <a:pt x="15" y="15"/>
                  <a:pt x="1" y="15"/>
                </a:cubicBezTo>
                <a:cubicBezTo>
                  <a:pt x="30" y="1"/>
                  <a:pt x="45" y="1"/>
                  <a:pt x="15" y="1"/>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92"/>
          <p:cNvSpPr/>
          <p:nvPr/>
        </p:nvSpPr>
        <p:spPr>
          <a:xfrm>
            <a:off x="10859507" y="2051939"/>
            <a:ext cx="52" cy="52"/>
          </a:xfrm>
          <a:custGeom>
            <a:rect b="b" l="l" r="r" t="t"/>
            <a:pathLst>
              <a:path extrusionOk="0" h="1" w="1">
                <a:moveTo>
                  <a:pt x="0" y="0"/>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92"/>
          <p:cNvSpPr/>
          <p:nvPr/>
        </p:nvSpPr>
        <p:spPr>
          <a:xfrm>
            <a:off x="10850293" y="2048087"/>
            <a:ext cx="10776" cy="10047"/>
          </a:xfrm>
          <a:custGeom>
            <a:rect b="b" l="l" r="r" t="t"/>
            <a:pathLst>
              <a:path extrusionOk="0" h="193" w="207">
                <a:moveTo>
                  <a:pt x="30" y="74"/>
                </a:moveTo>
                <a:cubicBezTo>
                  <a:pt x="1" y="133"/>
                  <a:pt x="60" y="192"/>
                  <a:pt x="118" y="192"/>
                </a:cubicBezTo>
                <a:cubicBezTo>
                  <a:pt x="207" y="192"/>
                  <a:pt x="177" y="133"/>
                  <a:pt x="177" y="74"/>
                </a:cubicBezTo>
                <a:cubicBezTo>
                  <a:pt x="133" y="74"/>
                  <a:pt x="74" y="1"/>
                  <a:pt x="30" y="7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92"/>
          <p:cNvSpPr/>
          <p:nvPr/>
        </p:nvSpPr>
        <p:spPr>
          <a:xfrm>
            <a:off x="10855655" y="2068024"/>
            <a:ext cx="1614" cy="1562"/>
          </a:xfrm>
          <a:custGeom>
            <a:rect b="b" l="l" r="r" t="t"/>
            <a:pathLst>
              <a:path extrusionOk="0" h="30" w="31">
                <a:moveTo>
                  <a:pt x="30" y="30"/>
                </a:moveTo>
                <a:lnTo>
                  <a:pt x="30" y="1"/>
                </a:lnTo>
                <a:cubicBezTo>
                  <a:pt x="15" y="15"/>
                  <a:pt x="15" y="15"/>
                  <a:pt x="1" y="30"/>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92"/>
          <p:cNvSpPr/>
          <p:nvPr/>
        </p:nvSpPr>
        <p:spPr>
          <a:xfrm>
            <a:off x="10855655" y="2069534"/>
            <a:ext cx="833" cy="833"/>
          </a:xfrm>
          <a:custGeom>
            <a:rect b="b" l="l" r="r" t="t"/>
            <a:pathLst>
              <a:path extrusionOk="0" h="16" w="16">
                <a:moveTo>
                  <a:pt x="1" y="16"/>
                </a:moveTo>
                <a:lnTo>
                  <a:pt x="15" y="1"/>
                </a:lnTo>
                <a:lnTo>
                  <a:pt x="1" y="1"/>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92"/>
          <p:cNvSpPr/>
          <p:nvPr/>
        </p:nvSpPr>
        <p:spPr>
          <a:xfrm>
            <a:off x="11873051" y="907415"/>
            <a:ext cx="7705" cy="4633"/>
          </a:xfrm>
          <a:custGeom>
            <a:rect b="b" l="l" r="r" t="t"/>
            <a:pathLst>
              <a:path extrusionOk="0" h="89" w="148">
                <a:moveTo>
                  <a:pt x="118" y="88"/>
                </a:moveTo>
                <a:lnTo>
                  <a:pt x="118" y="88"/>
                </a:lnTo>
                <a:cubicBezTo>
                  <a:pt x="133" y="88"/>
                  <a:pt x="147" y="74"/>
                  <a:pt x="147" y="59"/>
                </a:cubicBezTo>
                <a:cubicBezTo>
                  <a:pt x="147" y="44"/>
                  <a:pt x="147" y="30"/>
                  <a:pt x="118" y="0"/>
                </a:cubicBezTo>
                <a:lnTo>
                  <a:pt x="118" y="0"/>
                </a:lnTo>
                <a:cubicBezTo>
                  <a:pt x="103" y="0"/>
                  <a:pt x="74" y="0"/>
                  <a:pt x="44" y="0"/>
                </a:cubicBezTo>
                <a:cubicBezTo>
                  <a:pt x="30" y="0"/>
                  <a:pt x="15" y="30"/>
                  <a:pt x="15" y="59"/>
                </a:cubicBezTo>
                <a:cubicBezTo>
                  <a:pt x="0" y="74"/>
                  <a:pt x="30" y="74"/>
                  <a:pt x="44" y="74"/>
                </a:cubicBezTo>
                <a:cubicBezTo>
                  <a:pt x="74" y="74"/>
                  <a:pt x="88" y="88"/>
                  <a:pt x="118" y="88"/>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92"/>
          <p:cNvSpPr/>
          <p:nvPr/>
        </p:nvSpPr>
        <p:spPr>
          <a:xfrm>
            <a:off x="12528029" y="2066515"/>
            <a:ext cx="9266" cy="8433"/>
          </a:xfrm>
          <a:custGeom>
            <a:rect b="b" l="l" r="r" t="t"/>
            <a:pathLst>
              <a:path extrusionOk="0" h="162" w="178">
                <a:moveTo>
                  <a:pt x="60" y="74"/>
                </a:moveTo>
                <a:cubicBezTo>
                  <a:pt x="30" y="103"/>
                  <a:pt x="16" y="133"/>
                  <a:pt x="1" y="162"/>
                </a:cubicBezTo>
                <a:lnTo>
                  <a:pt x="163" y="147"/>
                </a:lnTo>
                <a:cubicBezTo>
                  <a:pt x="163" y="88"/>
                  <a:pt x="177" y="0"/>
                  <a:pt x="60" y="7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92"/>
          <p:cNvSpPr/>
          <p:nvPr/>
        </p:nvSpPr>
        <p:spPr>
          <a:xfrm>
            <a:off x="11112294" y="1199298"/>
            <a:ext cx="52" cy="52"/>
          </a:xfrm>
          <a:custGeom>
            <a:rect b="b" l="l" r="r" t="t"/>
            <a:pathLst>
              <a:path extrusionOk="0" h="1" w="1">
                <a:moveTo>
                  <a:pt x="1" y="0"/>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92"/>
          <p:cNvSpPr/>
          <p:nvPr/>
        </p:nvSpPr>
        <p:spPr>
          <a:xfrm>
            <a:off x="12517305" y="2084891"/>
            <a:ext cx="15409" cy="10776"/>
          </a:xfrm>
          <a:custGeom>
            <a:rect b="b" l="l" r="r" t="t"/>
            <a:pathLst>
              <a:path extrusionOk="0" h="207" w="296">
                <a:moveTo>
                  <a:pt x="1" y="103"/>
                </a:moveTo>
                <a:cubicBezTo>
                  <a:pt x="1" y="177"/>
                  <a:pt x="74" y="162"/>
                  <a:pt x="118" y="177"/>
                </a:cubicBezTo>
                <a:lnTo>
                  <a:pt x="207" y="177"/>
                </a:lnTo>
                <a:cubicBezTo>
                  <a:pt x="236" y="206"/>
                  <a:pt x="266" y="206"/>
                  <a:pt x="280" y="162"/>
                </a:cubicBezTo>
                <a:cubicBezTo>
                  <a:pt x="280" y="133"/>
                  <a:pt x="295" y="118"/>
                  <a:pt x="295" y="89"/>
                </a:cubicBezTo>
                <a:cubicBezTo>
                  <a:pt x="236" y="59"/>
                  <a:pt x="192" y="30"/>
                  <a:pt x="133" y="15"/>
                </a:cubicBezTo>
                <a:cubicBezTo>
                  <a:pt x="74" y="0"/>
                  <a:pt x="15" y="30"/>
                  <a:pt x="1" y="103"/>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92"/>
          <p:cNvSpPr/>
          <p:nvPr/>
        </p:nvSpPr>
        <p:spPr>
          <a:xfrm>
            <a:off x="12509653" y="2097905"/>
            <a:ext cx="13847" cy="9266"/>
          </a:xfrm>
          <a:custGeom>
            <a:rect b="b" l="l" r="r" t="t"/>
            <a:pathLst>
              <a:path extrusionOk="0" h="178" w="266">
                <a:moveTo>
                  <a:pt x="118" y="15"/>
                </a:moveTo>
                <a:cubicBezTo>
                  <a:pt x="15" y="30"/>
                  <a:pt x="1" y="59"/>
                  <a:pt x="74" y="177"/>
                </a:cubicBezTo>
                <a:lnTo>
                  <a:pt x="74" y="177"/>
                </a:lnTo>
                <a:cubicBezTo>
                  <a:pt x="118" y="133"/>
                  <a:pt x="207" y="148"/>
                  <a:pt x="265" y="89"/>
                </a:cubicBezTo>
                <a:cubicBezTo>
                  <a:pt x="265" y="59"/>
                  <a:pt x="265" y="45"/>
                  <a:pt x="265" y="15"/>
                </a:cubicBezTo>
                <a:cubicBezTo>
                  <a:pt x="221" y="0"/>
                  <a:pt x="162" y="0"/>
                  <a:pt x="118" y="15"/>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92"/>
          <p:cNvSpPr/>
          <p:nvPr/>
        </p:nvSpPr>
        <p:spPr>
          <a:xfrm>
            <a:off x="12332712" y="2391298"/>
            <a:ext cx="14576" cy="12338"/>
          </a:xfrm>
          <a:custGeom>
            <a:rect b="b" l="l" r="r" t="t"/>
            <a:pathLst>
              <a:path extrusionOk="0" h="237" w="280">
                <a:moveTo>
                  <a:pt x="118" y="74"/>
                </a:moveTo>
                <a:cubicBezTo>
                  <a:pt x="74" y="119"/>
                  <a:pt x="44" y="177"/>
                  <a:pt x="0" y="236"/>
                </a:cubicBezTo>
                <a:cubicBezTo>
                  <a:pt x="103" y="236"/>
                  <a:pt x="191" y="207"/>
                  <a:pt x="280" y="163"/>
                </a:cubicBezTo>
                <a:cubicBezTo>
                  <a:pt x="236" y="16"/>
                  <a:pt x="206" y="1"/>
                  <a:pt x="118" y="7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92"/>
          <p:cNvSpPr/>
          <p:nvPr/>
        </p:nvSpPr>
        <p:spPr>
          <a:xfrm>
            <a:off x="11918237" y="917358"/>
            <a:ext cx="38366" cy="19209"/>
          </a:xfrm>
          <a:custGeom>
            <a:rect b="b" l="l" r="r" t="t"/>
            <a:pathLst>
              <a:path extrusionOk="0" h="369" w="737">
                <a:moveTo>
                  <a:pt x="574" y="339"/>
                </a:moveTo>
                <a:cubicBezTo>
                  <a:pt x="677" y="368"/>
                  <a:pt x="722" y="265"/>
                  <a:pt x="736" y="177"/>
                </a:cubicBezTo>
                <a:cubicBezTo>
                  <a:pt x="663" y="177"/>
                  <a:pt x="589" y="133"/>
                  <a:pt x="545" y="89"/>
                </a:cubicBezTo>
                <a:cubicBezTo>
                  <a:pt x="427" y="59"/>
                  <a:pt x="280" y="118"/>
                  <a:pt x="177" y="0"/>
                </a:cubicBezTo>
                <a:lnTo>
                  <a:pt x="0" y="0"/>
                </a:lnTo>
                <a:cubicBezTo>
                  <a:pt x="103" y="236"/>
                  <a:pt x="354" y="280"/>
                  <a:pt x="574" y="339"/>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92"/>
          <p:cNvSpPr/>
          <p:nvPr/>
        </p:nvSpPr>
        <p:spPr>
          <a:xfrm>
            <a:off x="11961131" y="929591"/>
            <a:ext cx="14628" cy="10776"/>
          </a:xfrm>
          <a:custGeom>
            <a:rect b="b" l="l" r="r" t="t"/>
            <a:pathLst>
              <a:path extrusionOk="0" h="207" w="281">
                <a:moveTo>
                  <a:pt x="280" y="104"/>
                </a:moveTo>
                <a:cubicBezTo>
                  <a:pt x="265" y="89"/>
                  <a:pt x="265" y="60"/>
                  <a:pt x="265" y="30"/>
                </a:cubicBezTo>
                <a:lnTo>
                  <a:pt x="1" y="1"/>
                </a:lnTo>
                <a:cubicBezTo>
                  <a:pt x="104" y="207"/>
                  <a:pt x="118" y="207"/>
                  <a:pt x="280" y="104"/>
                </a:cubicBez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92"/>
          <p:cNvSpPr/>
          <p:nvPr/>
        </p:nvSpPr>
        <p:spPr>
          <a:xfrm>
            <a:off x="11365134" y="1051404"/>
            <a:ext cx="52" cy="52"/>
          </a:xfrm>
          <a:custGeom>
            <a:rect b="b" l="l" r="r" t="t"/>
            <a:pathLst>
              <a:path extrusionOk="0" h="1" w="1">
                <a:moveTo>
                  <a:pt x="0" y="1"/>
                </a:move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92"/>
          <p:cNvSpPr/>
          <p:nvPr/>
        </p:nvSpPr>
        <p:spPr>
          <a:xfrm>
            <a:off x="11293868" y="1547091"/>
            <a:ext cx="52" cy="52"/>
          </a:xfrm>
          <a:custGeom>
            <a:rect b="b" l="l" r="r" t="t"/>
            <a:pathLst>
              <a:path extrusionOk="0" h="1" w="1">
                <a:moveTo>
                  <a:pt x="1" y="0"/>
                </a:moveTo>
                <a:lnTo>
                  <a:pt x="1" y="0"/>
                </a:lnTo>
                <a:close/>
              </a:path>
            </a:pathLst>
          </a:custGeom>
          <a:solidFill>
            <a:srgbClr val="AADC7F"/>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92"/>
          <p:cNvSpPr/>
          <p:nvPr/>
        </p:nvSpPr>
        <p:spPr>
          <a:xfrm>
            <a:off x="14626384" y="1269731"/>
            <a:ext cx="52" cy="52"/>
          </a:xfrm>
          <a:custGeom>
            <a:rect b="b" l="l" r="r" t="t"/>
            <a:pathLst>
              <a:path extrusionOk="0" h="1" w="1">
                <a:moveTo>
                  <a:pt x="0" y="1"/>
                </a:moveTo>
                <a:lnTo>
                  <a:pt x="0" y="1"/>
                </a:lnTo>
                <a:lnTo>
                  <a:pt x="0" y="1"/>
                </a:lnTo>
                <a:close/>
              </a:path>
            </a:pathLst>
          </a:custGeom>
          <a:solidFill>
            <a:srgbClr val="EF73A2"/>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92"/>
          <p:cNvSpPr/>
          <p:nvPr/>
        </p:nvSpPr>
        <p:spPr>
          <a:xfrm>
            <a:off x="13568383" y="1525643"/>
            <a:ext cx="52" cy="52"/>
          </a:xfrm>
          <a:custGeom>
            <a:rect b="b" l="l" r="r" t="t"/>
            <a:pathLst>
              <a:path extrusionOk="0" h="1" w="1">
                <a:moveTo>
                  <a:pt x="1" y="0"/>
                </a:moveTo>
                <a:lnTo>
                  <a:pt x="1" y="0"/>
                </a:lnTo>
                <a:lnTo>
                  <a:pt x="1" y="0"/>
                </a:lnTo>
                <a:close/>
              </a:path>
            </a:pathLst>
          </a:custGeom>
          <a:solidFill>
            <a:srgbClr val="EF73A2"/>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92"/>
          <p:cNvSpPr/>
          <p:nvPr/>
        </p:nvSpPr>
        <p:spPr>
          <a:xfrm>
            <a:off x="14149076" y="1963858"/>
            <a:ext cx="52" cy="52"/>
          </a:xfrm>
          <a:custGeom>
            <a:rect b="b" l="l" r="r" t="t"/>
            <a:pathLst>
              <a:path extrusionOk="0" h="1" w="1">
                <a:moveTo>
                  <a:pt x="1" y="0"/>
                </a:moveTo>
                <a:lnTo>
                  <a:pt x="1" y="0"/>
                </a:lnTo>
                <a:close/>
              </a:path>
            </a:pathLst>
          </a:custGeom>
          <a:solidFill>
            <a:srgbClr val="EF73A2"/>
          </a:solidFill>
          <a:ln cap="flat" cmpd="sng" w="152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92"/>
          <p:cNvSpPr/>
          <p:nvPr/>
        </p:nvSpPr>
        <p:spPr>
          <a:xfrm>
            <a:off x="10073502" y="4955"/>
            <a:ext cx="9995" cy="7705"/>
          </a:xfrm>
          <a:custGeom>
            <a:rect b="b" l="l" r="r" t="t"/>
            <a:pathLst>
              <a:path extrusionOk="0" h="148" w="192">
                <a:moveTo>
                  <a:pt x="88" y="0"/>
                </a:moveTo>
                <a:cubicBezTo>
                  <a:pt x="30" y="15"/>
                  <a:pt x="0" y="59"/>
                  <a:pt x="30" y="103"/>
                </a:cubicBezTo>
                <a:cubicBezTo>
                  <a:pt x="44" y="147"/>
                  <a:pt x="103" y="118"/>
                  <a:pt x="147" y="103"/>
                </a:cubicBezTo>
                <a:lnTo>
                  <a:pt x="177" y="88"/>
                </a:lnTo>
                <a:cubicBezTo>
                  <a:pt x="191" y="59"/>
                  <a:pt x="191" y="30"/>
                  <a:pt x="177" y="0"/>
                </a:cubicBezTo>
                <a:cubicBezTo>
                  <a:pt x="147" y="0"/>
                  <a:pt x="118" y="0"/>
                  <a:pt x="88" y="0"/>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92"/>
          <p:cNvSpPr/>
          <p:nvPr/>
        </p:nvSpPr>
        <p:spPr>
          <a:xfrm>
            <a:off x="10065069" y="50922"/>
            <a:ext cx="2343" cy="2343"/>
          </a:xfrm>
          <a:custGeom>
            <a:rect b="b" l="l" r="r" t="t"/>
            <a:pathLst>
              <a:path extrusionOk="0" h="45" w="45">
                <a:moveTo>
                  <a:pt x="30" y="44"/>
                </a:moveTo>
                <a:cubicBezTo>
                  <a:pt x="30" y="44"/>
                  <a:pt x="44" y="15"/>
                  <a:pt x="44" y="0"/>
                </a:cubicBezTo>
                <a:lnTo>
                  <a:pt x="44" y="0"/>
                </a:lnTo>
                <a:cubicBezTo>
                  <a:pt x="0" y="15"/>
                  <a:pt x="0" y="44"/>
                  <a:pt x="30" y="44"/>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92"/>
          <p:cNvSpPr/>
          <p:nvPr/>
        </p:nvSpPr>
        <p:spPr>
          <a:xfrm>
            <a:off x="9891148" y="355038"/>
            <a:ext cx="10776" cy="9266"/>
          </a:xfrm>
          <a:custGeom>
            <a:rect b="b" l="l" r="r" t="t"/>
            <a:pathLst>
              <a:path extrusionOk="0" h="178" w="207">
                <a:moveTo>
                  <a:pt x="148" y="30"/>
                </a:moveTo>
                <a:cubicBezTo>
                  <a:pt x="118" y="1"/>
                  <a:pt x="60" y="15"/>
                  <a:pt x="30" y="59"/>
                </a:cubicBezTo>
                <a:cubicBezTo>
                  <a:pt x="1" y="104"/>
                  <a:pt x="30" y="148"/>
                  <a:pt x="74" y="162"/>
                </a:cubicBezTo>
                <a:cubicBezTo>
                  <a:pt x="104" y="162"/>
                  <a:pt x="133" y="177"/>
                  <a:pt x="177" y="177"/>
                </a:cubicBezTo>
                <a:cubicBezTo>
                  <a:pt x="192" y="148"/>
                  <a:pt x="192" y="133"/>
                  <a:pt x="207" y="104"/>
                </a:cubicBezTo>
                <a:cubicBezTo>
                  <a:pt x="192" y="74"/>
                  <a:pt x="177" y="59"/>
                  <a:pt x="148" y="30"/>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92"/>
          <p:cNvSpPr/>
          <p:nvPr/>
        </p:nvSpPr>
        <p:spPr>
          <a:xfrm>
            <a:off x="9909524" y="322867"/>
            <a:ext cx="26862" cy="32224"/>
          </a:xfrm>
          <a:custGeom>
            <a:rect b="b" l="l" r="r" t="t"/>
            <a:pathLst>
              <a:path extrusionOk="0" h="619" w="516">
                <a:moveTo>
                  <a:pt x="119" y="501"/>
                </a:moveTo>
                <a:cubicBezTo>
                  <a:pt x="133" y="545"/>
                  <a:pt x="163" y="574"/>
                  <a:pt x="177" y="619"/>
                </a:cubicBezTo>
                <a:cubicBezTo>
                  <a:pt x="192" y="589"/>
                  <a:pt x="207" y="545"/>
                  <a:pt x="222" y="516"/>
                </a:cubicBezTo>
                <a:cubicBezTo>
                  <a:pt x="251" y="471"/>
                  <a:pt x="280" y="442"/>
                  <a:pt x="310" y="398"/>
                </a:cubicBezTo>
                <a:cubicBezTo>
                  <a:pt x="369" y="324"/>
                  <a:pt x="413" y="236"/>
                  <a:pt x="516" y="192"/>
                </a:cubicBezTo>
                <a:lnTo>
                  <a:pt x="516" y="0"/>
                </a:lnTo>
                <a:cubicBezTo>
                  <a:pt x="413" y="0"/>
                  <a:pt x="310" y="45"/>
                  <a:pt x="236" y="103"/>
                </a:cubicBezTo>
                <a:cubicBezTo>
                  <a:pt x="74" y="206"/>
                  <a:pt x="1" y="324"/>
                  <a:pt x="119" y="501"/>
                </a:cubicBez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92"/>
          <p:cNvSpPr/>
          <p:nvPr/>
        </p:nvSpPr>
        <p:spPr>
          <a:xfrm>
            <a:off x="9868919" y="45560"/>
            <a:ext cx="52" cy="52"/>
          </a:xfrm>
          <a:custGeom>
            <a:rect b="b" l="l" r="r" t="t"/>
            <a:pathLst>
              <a:path extrusionOk="0" h="1" w="1">
                <a:moveTo>
                  <a:pt x="1" y="0"/>
                </a:moveTo>
                <a:lnTo>
                  <a:pt x="1" y="0"/>
                </a:lnTo>
                <a:close/>
              </a:path>
            </a:pathLst>
          </a:custGeom>
          <a:solidFill>
            <a:srgbClr val="D592CD"/>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92"/>
          <p:cNvSpPr/>
          <p:nvPr/>
        </p:nvSpPr>
        <p:spPr>
          <a:xfrm>
            <a:off x="14573494" y="3044769"/>
            <a:ext cx="52" cy="52"/>
          </a:xfrm>
          <a:custGeom>
            <a:rect b="b" l="l" r="r" t="t"/>
            <a:pathLst>
              <a:path extrusionOk="0" h="1" w="1">
                <a:moveTo>
                  <a:pt x="1" y="1"/>
                </a:move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92"/>
          <p:cNvSpPr/>
          <p:nvPr/>
        </p:nvSpPr>
        <p:spPr>
          <a:xfrm>
            <a:off x="13433556" y="3551179"/>
            <a:ext cx="14628" cy="21500"/>
          </a:xfrm>
          <a:custGeom>
            <a:rect b="b" l="l" r="r" t="t"/>
            <a:pathLst>
              <a:path extrusionOk="0" h="413" w="281">
                <a:moveTo>
                  <a:pt x="89" y="413"/>
                </a:moveTo>
                <a:lnTo>
                  <a:pt x="192" y="413"/>
                </a:lnTo>
                <a:cubicBezTo>
                  <a:pt x="236" y="354"/>
                  <a:pt x="221" y="265"/>
                  <a:pt x="280" y="221"/>
                </a:cubicBezTo>
                <a:lnTo>
                  <a:pt x="280" y="133"/>
                </a:lnTo>
                <a:cubicBezTo>
                  <a:pt x="266" y="89"/>
                  <a:pt x="221" y="45"/>
                  <a:pt x="192" y="30"/>
                </a:cubicBezTo>
                <a:lnTo>
                  <a:pt x="192" y="30"/>
                </a:lnTo>
                <a:cubicBezTo>
                  <a:pt x="163" y="1"/>
                  <a:pt x="118" y="1"/>
                  <a:pt x="89" y="30"/>
                </a:cubicBezTo>
                <a:lnTo>
                  <a:pt x="1" y="310"/>
                </a:lnTo>
                <a:cubicBezTo>
                  <a:pt x="30" y="339"/>
                  <a:pt x="60" y="368"/>
                  <a:pt x="89" y="413"/>
                </a:cubicBez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92"/>
          <p:cNvSpPr/>
          <p:nvPr/>
        </p:nvSpPr>
        <p:spPr>
          <a:xfrm>
            <a:off x="13404456" y="3801677"/>
            <a:ext cx="3904" cy="5414"/>
          </a:xfrm>
          <a:custGeom>
            <a:rect b="b" l="l" r="r" t="t"/>
            <a:pathLst>
              <a:path extrusionOk="0" h="104" w="75">
                <a:moveTo>
                  <a:pt x="74" y="74"/>
                </a:moveTo>
                <a:lnTo>
                  <a:pt x="45" y="1"/>
                </a:lnTo>
                <a:cubicBezTo>
                  <a:pt x="30" y="1"/>
                  <a:pt x="0" y="16"/>
                  <a:pt x="0" y="30"/>
                </a:cubicBezTo>
                <a:cubicBezTo>
                  <a:pt x="15" y="45"/>
                  <a:pt x="30" y="74"/>
                  <a:pt x="30" y="104"/>
                </a:cubicBezTo>
                <a:close/>
              </a:path>
            </a:pathLst>
          </a:custGeom>
          <a:solidFill>
            <a:srgbClr val="554E56"/>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92"/>
          <p:cNvSpPr/>
          <p:nvPr/>
        </p:nvSpPr>
        <p:spPr>
          <a:xfrm>
            <a:off x="12471339" y="3476113"/>
            <a:ext cx="52" cy="52"/>
          </a:xfrm>
          <a:custGeom>
            <a:rect b="b" l="l" r="r" t="t"/>
            <a:pathLst>
              <a:path extrusionOk="0" h="1" w="1">
                <a:moveTo>
                  <a:pt x="1" y="0"/>
                </a:moveTo>
                <a:lnTo>
                  <a:pt x="1" y="0"/>
                </a:lnTo>
                <a:lnTo>
                  <a:pt x="1" y="0"/>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92"/>
          <p:cNvSpPr/>
          <p:nvPr/>
        </p:nvSpPr>
        <p:spPr>
          <a:xfrm>
            <a:off x="12285184" y="3220982"/>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92"/>
          <p:cNvSpPr/>
          <p:nvPr/>
        </p:nvSpPr>
        <p:spPr>
          <a:xfrm>
            <a:off x="10949877" y="3412499"/>
            <a:ext cx="52" cy="52"/>
          </a:xfrm>
          <a:custGeom>
            <a:rect b="b" l="l" r="r" t="t"/>
            <a:pathLst>
              <a:path extrusionOk="0" h="1" w="1">
                <a:moveTo>
                  <a:pt x="1" y="1"/>
                </a:move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92"/>
          <p:cNvSpPr/>
          <p:nvPr/>
        </p:nvSpPr>
        <p:spPr>
          <a:xfrm>
            <a:off x="10910835" y="3510575"/>
            <a:ext cx="52" cy="52"/>
          </a:xfrm>
          <a:custGeom>
            <a:rect b="b" l="l" r="r" t="t"/>
            <a:pathLst>
              <a:path extrusionOk="0" h="1" w="1">
                <a:moveTo>
                  <a:pt x="0" y="1"/>
                </a:moveTo>
                <a:lnTo>
                  <a:pt x="0"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92"/>
          <p:cNvSpPr/>
          <p:nvPr/>
        </p:nvSpPr>
        <p:spPr>
          <a:xfrm>
            <a:off x="11161332" y="3147425"/>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92"/>
          <p:cNvSpPr/>
          <p:nvPr/>
        </p:nvSpPr>
        <p:spPr>
          <a:xfrm>
            <a:off x="11171275" y="3137482"/>
            <a:ext cx="52" cy="52"/>
          </a:xfrm>
          <a:custGeom>
            <a:rect b="b" l="l" r="r" t="t"/>
            <a:pathLst>
              <a:path extrusionOk="0" h="1" w="1">
                <a:moveTo>
                  <a:pt x="1" y="1"/>
                </a:move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92"/>
          <p:cNvSpPr/>
          <p:nvPr/>
        </p:nvSpPr>
        <p:spPr>
          <a:xfrm>
            <a:off x="11715215" y="3014940"/>
            <a:ext cx="52" cy="52"/>
          </a:xfrm>
          <a:custGeom>
            <a:rect b="b" l="l" r="r" t="t"/>
            <a:pathLst>
              <a:path extrusionOk="0" h="1" w="1">
                <a:moveTo>
                  <a:pt x="1" y="0"/>
                </a:move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92"/>
          <p:cNvSpPr/>
          <p:nvPr/>
        </p:nvSpPr>
        <p:spPr>
          <a:xfrm>
            <a:off x="12491277" y="4231459"/>
            <a:ext cx="52" cy="52"/>
          </a:xfrm>
          <a:custGeom>
            <a:rect b="b" l="l" r="r" t="t"/>
            <a:pathLst>
              <a:path extrusionOk="0" h="1" w="1">
                <a:moveTo>
                  <a:pt x="0" y="1"/>
                </a:moveTo>
                <a:close/>
              </a:path>
            </a:pathLst>
          </a:custGeom>
          <a:solidFill>
            <a:srgbClr val="861B31"/>
          </a:solidFill>
          <a:ln cap="flat" cmpd="sng" w="152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92"/>
          <p:cNvSpPr/>
          <p:nvPr/>
        </p:nvSpPr>
        <p:spPr>
          <a:xfrm>
            <a:off x="12171805" y="3147425"/>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92"/>
          <p:cNvSpPr/>
          <p:nvPr/>
        </p:nvSpPr>
        <p:spPr>
          <a:xfrm>
            <a:off x="12152648" y="3137482"/>
            <a:ext cx="52" cy="52"/>
          </a:xfrm>
          <a:custGeom>
            <a:rect b="b" l="l" r="r" t="t"/>
            <a:pathLst>
              <a:path extrusionOk="0" h="1" w="1">
                <a:moveTo>
                  <a:pt x="1" y="1"/>
                </a:moveTo>
                <a:lnTo>
                  <a:pt x="1" y="1"/>
                </a:lnTo>
                <a:lnTo>
                  <a:pt x="1" y="1"/>
                </a:ln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92"/>
          <p:cNvSpPr/>
          <p:nvPr/>
        </p:nvSpPr>
        <p:spPr>
          <a:xfrm>
            <a:off x="11831666" y="3021031"/>
            <a:ext cx="3904" cy="2343"/>
          </a:xfrm>
          <a:custGeom>
            <a:rect b="b" l="l" r="r" t="t"/>
            <a:pathLst>
              <a:path extrusionOk="0" h="45" w="75">
                <a:moveTo>
                  <a:pt x="74" y="15"/>
                </a:moveTo>
                <a:lnTo>
                  <a:pt x="30" y="1"/>
                </a:lnTo>
                <a:cubicBezTo>
                  <a:pt x="30" y="1"/>
                  <a:pt x="15" y="1"/>
                  <a:pt x="1" y="15"/>
                </a:cubicBezTo>
                <a:cubicBezTo>
                  <a:pt x="1" y="30"/>
                  <a:pt x="15" y="30"/>
                  <a:pt x="15" y="45"/>
                </a:cubicBezTo>
                <a:close/>
              </a:path>
            </a:pathLst>
          </a:custGeom>
          <a:solidFill>
            <a:srgbClr val="861B3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92"/>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2016" name="Google Shape;2016;p92"/>
          <p:cNvSpPr txBox="1"/>
          <p:nvPr/>
        </p:nvSpPr>
        <p:spPr>
          <a:xfrm>
            <a:off x="802650" y="1103475"/>
            <a:ext cx="7538700" cy="6578700"/>
          </a:xfrm>
          <a:prstGeom prst="rect">
            <a:avLst/>
          </a:prstGeom>
          <a:noFill/>
          <a:ln>
            <a:noFill/>
          </a:ln>
        </p:spPr>
        <p:txBody>
          <a:bodyPr anchorCtr="0" anchor="t" bIns="91425" lIns="91425" spcFirstLastPara="1" rIns="91425" wrap="square" tIns="91425">
            <a:spAutoFit/>
          </a:bodyPr>
          <a:lstStyle/>
          <a:p>
            <a:pPr indent="-381000" lvl="0" marL="381000" rtl="0" algn="l">
              <a:lnSpc>
                <a:spcPct val="100000"/>
              </a:lnSpc>
              <a:spcBef>
                <a:spcPts val="0"/>
              </a:spcBef>
              <a:spcAft>
                <a:spcPts val="0"/>
              </a:spcAft>
              <a:buNone/>
            </a:pPr>
            <a:r>
              <a:rPr lang="en" sz="1200"/>
              <a:t>Jain, A. (2024, February 5). </a:t>
            </a:r>
            <a:r>
              <a:rPr i="1" lang="en" sz="1200"/>
              <a:t>N-grams in NLP</a:t>
            </a:r>
            <a:r>
              <a:rPr lang="en" sz="1200"/>
              <a:t>. Medium. </a:t>
            </a:r>
            <a:r>
              <a:rPr lang="en" sz="1200" u="sng">
                <a:solidFill>
                  <a:schemeClr val="hlink"/>
                </a:solidFill>
                <a:hlinkClick r:id="rId3"/>
              </a:rPr>
              <a:t>https://medium.com/@abhishekjainindore24/n-grams-in-nlp-a7c05c1aff12</a:t>
            </a:r>
            <a:endParaRPr sz="1200"/>
          </a:p>
          <a:p>
            <a:pPr indent="-381000" lvl="0" marL="381000" rtl="0" algn="l">
              <a:lnSpc>
                <a:spcPct val="100000"/>
              </a:lnSpc>
              <a:spcBef>
                <a:spcPts val="0"/>
              </a:spcBef>
              <a:spcAft>
                <a:spcPts val="0"/>
              </a:spcAft>
              <a:buNone/>
            </a:pPr>
            <a:r>
              <a:t/>
            </a:r>
            <a:endParaRPr sz="1200"/>
          </a:p>
          <a:p>
            <a:pPr indent="0" lvl="0" marL="0" rtl="0" algn="l">
              <a:lnSpc>
                <a:spcPct val="100000"/>
              </a:lnSpc>
              <a:spcBef>
                <a:spcPts val="0"/>
              </a:spcBef>
              <a:spcAft>
                <a:spcPts val="0"/>
              </a:spcAft>
              <a:buNone/>
            </a:pPr>
            <a:r>
              <a:rPr lang="en" sz="1200"/>
              <a:t>GunKurnia. (2024, September 11). </a:t>
            </a:r>
            <a:r>
              <a:rPr i="1" lang="en" sz="1200"/>
              <a:t>Choosing the Optimal Data Split for Machine Learning: 80/20 vs 70/30?</a:t>
            </a:r>
            <a:r>
              <a:rPr lang="en" sz="1200"/>
              <a:t> Medium. </a:t>
            </a:r>
            <a:endParaRPr sz="1200"/>
          </a:p>
          <a:p>
            <a:pPr indent="0" lvl="0" marL="457200" rtl="0" algn="l">
              <a:lnSpc>
                <a:spcPct val="100000"/>
              </a:lnSpc>
              <a:spcBef>
                <a:spcPts val="0"/>
              </a:spcBef>
              <a:spcAft>
                <a:spcPts val="0"/>
              </a:spcAft>
              <a:buNone/>
            </a:pPr>
            <a:r>
              <a:rPr lang="en" sz="1200" u="sng">
                <a:solidFill>
                  <a:schemeClr val="hlink"/>
                </a:solidFill>
                <a:hlinkClick r:id="rId4"/>
              </a:rPr>
              <a:t>https://medium.com/@gunkurnia/choosing-the-optimal-data-split-for-machine-learning-80-20-vs-70-30-0fd266710236</a:t>
            </a:r>
            <a:endParaRPr sz="1200"/>
          </a:p>
          <a:p>
            <a:pPr indent="0" lvl="0" marL="457200" rtl="0" algn="l">
              <a:lnSpc>
                <a:spcPct val="100000"/>
              </a:lnSpc>
              <a:spcBef>
                <a:spcPts val="0"/>
              </a:spcBef>
              <a:spcAft>
                <a:spcPts val="0"/>
              </a:spcAft>
              <a:buNone/>
            </a:pPr>
            <a:r>
              <a:t/>
            </a:r>
            <a:endParaRPr sz="1200"/>
          </a:p>
          <a:p>
            <a:pPr indent="-381000" lvl="0" marL="381000" rtl="0" algn="l">
              <a:lnSpc>
                <a:spcPct val="100000"/>
              </a:lnSpc>
              <a:spcBef>
                <a:spcPts val="0"/>
              </a:spcBef>
              <a:spcAft>
                <a:spcPts val="0"/>
              </a:spcAft>
              <a:buNone/>
            </a:pPr>
            <a:r>
              <a:rPr i="1" lang="en" sz="1200"/>
              <a:t>Accuracy vs. precision vs. recall in machine learning: what’s the difference?</a:t>
            </a:r>
            <a:r>
              <a:rPr lang="en" sz="1200"/>
              <a:t> (2025). Evidentlyai.com. </a:t>
            </a:r>
            <a:r>
              <a:rPr lang="en" sz="1200" u="sng">
                <a:solidFill>
                  <a:schemeClr val="hlink"/>
                </a:solidFill>
                <a:hlinkClick r:id="rId5"/>
              </a:rPr>
              <a:t>https://www.evidentlyai.com/classification-metrics/accuracy-precision-recall</a:t>
            </a:r>
            <a:endParaRPr sz="1200"/>
          </a:p>
          <a:p>
            <a:pPr indent="-381000" lvl="0" marL="381000" rtl="0" algn="l">
              <a:lnSpc>
                <a:spcPct val="100000"/>
              </a:lnSpc>
              <a:spcBef>
                <a:spcPts val="0"/>
              </a:spcBef>
              <a:spcAft>
                <a:spcPts val="0"/>
              </a:spcAft>
              <a:buNone/>
            </a:pPr>
            <a:r>
              <a:t/>
            </a:r>
            <a:endParaRPr sz="1200"/>
          </a:p>
          <a:p>
            <a:pPr indent="-381000" lvl="0" marL="381000" rtl="0" algn="l">
              <a:lnSpc>
                <a:spcPct val="100000"/>
              </a:lnSpc>
              <a:spcBef>
                <a:spcPts val="0"/>
              </a:spcBef>
              <a:spcAft>
                <a:spcPts val="0"/>
              </a:spcAft>
              <a:buNone/>
            </a:pPr>
            <a:r>
              <a:rPr lang="en" sz="1200"/>
              <a:t>GeeksforGeeks. (2017, October 15). </a:t>
            </a:r>
            <a:r>
              <a:rPr i="1" lang="en" sz="1200"/>
              <a:t>Understanding the Confusion Matrix in Machine Learning</a:t>
            </a:r>
            <a:r>
              <a:rPr lang="en" sz="1200"/>
              <a:t>.</a:t>
            </a:r>
            <a:endParaRPr sz="1200"/>
          </a:p>
          <a:p>
            <a:pPr indent="-381000" lvl="0" marL="381000" rtl="0" algn="l">
              <a:lnSpc>
                <a:spcPct val="100000"/>
              </a:lnSpc>
              <a:spcBef>
                <a:spcPts val="0"/>
              </a:spcBef>
              <a:spcAft>
                <a:spcPts val="0"/>
              </a:spcAft>
              <a:buNone/>
            </a:pPr>
            <a:r>
              <a:rPr lang="en" sz="1200"/>
              <a:t>GeeksforGeeks. </a:t>
            </a:r>
            <a:endParaRPr sz="1200"/>
          </a:p>
          <a:p>
            <a:pPr indent="-381000" lvl="0" marL="838200" rtl="0" algn="l">
              <a:lnSpc>
                <a:spcPct val="100000"/>
              </a:lnSpc>
              <a:spcBef>
                <a:spcPts val="0"/>
              </a:spcBef>
              <a:spcAft>
                <a:spcPts val="0"/>
              </a:spcAft>
              <a:buNone/>
            </a:pPr>
            <a:r>
              <a:rPr lang="en" sz="1200" u="sng">
                <a:solidFill>
                  <a:schemeClr val="hlink"/>
                </a:solidFill>
                <a:hlinkClick r:id="rId6"/>
              </a:rPr>
              <a:t>https://www.geeksforgeeks.org/machine-learning/confusion-matrix-machine-learning/</a:t>
            </a:r>
            <a:endParaRPr sz="1200"/>
          </a:p>
          <a:p>
            <a:pPr indent="-381000" lvl="0" marL="381000" rtl="0" algn="l">
              <a:lnSpc>
                <a:spcPct val="100000"/>
              </a:lnSpc>
              <a:spcBef>
                <a:spcPts val="0"/>
              </a:spcBef>
              <a:spcAft>
                <a:spcPts val="0"/>
              </a:spcAft>
              <a:buNone/>
            </a:pPr>
            <a:r>
              <a:t/>
            </a:r>
            <a:endParaRPr sz="1200"/>
          </a:p>
          <a:p>
            <a:pPr indent="-381000" lvl="0" marL="381000" rtl="0" algn="l">
              <a:lnSpc>
                <a:spcPct val="100000"/>
              </a:lnSpc>
              <a:spcBef>
                <a:spcPts val="0"/>
              </a:spcBef>
              <a:spcAft>
                <a:spcPts val="0"/>
              </a:spcAft>
              <a:buNone/>
            </a:pPr>
            <a:r>
              <a:rPr lang="en" sz="1200"/>
              <a:t>GeeksforGeeks. (2023, December 27). </a:t>
            </a:r>
            <a:r>
              <a:rPr i="1" lang="en" sz="1200"/>
              <a:t>F1 Score in Machine Learning</a:t>
            </a:r>
            <a:r>
              <a:rPr lang="en" sz="1200"/>
              <a:t>. GeeksforGeeks. </a:t>
            </a:r>
            <a:r>
              <a:rPr lang="en" sz="1200" u="sng">
                <a:solidFill>
                  <a:schemeClr val="hlink"/>
                </a:solidFill>
                <a:hlinkClick r:id="rId7"/>
              </a:rPr>
              <a:t>https://www.geeksforgeeks.org/machine-learning/f1-score-in-machine-learning/</a:t>
            </a:r>
            <a:endParaRPr sz="1200"/>
          </a:p>
          <a:p>
            <a:pPr indent="-381000" lvl="0" marL="381000" rtl="0" algn="l">
              <a:lnSpc>
                <a:spcPct val="100000"/>
              </a:lnSpc>
              <a:spcBef>
                <a:spcPts val="0"/>
              </a:spcBef>
              <a:spcAft>
                <a:spcPts val="0"/>
              </a:spcAft>
              <a:buNone/>
            </a:pPr>
            <a:r>
              <a:t/>
            </a:r>
            <a:endParaRPr sz="1200"/>
          </a:p>
          <a:p>
            <a:pPr indent="0" lvl="0" marL="0" rtl="0" algn="l">
              <a:lnSpc>
                <a:spcPct val="100000"/>
              </a:lnSpc>
              <a:spcBef>
                <a:spcPts val="1200"/>
              </a:spcBef>
              <a:spcAft>
                <a:spcPts val="0"/>
              </a:spcAft>
              <a:buNone/>
            </a:pPr>
            <a:r>
              <a:rPr lang="en" sz="1200"/>
              <a:t>‌</a:t>
            </a:r>
            <a:endParaRPr sz="1200"/>
          </a:p>
          <a:p>
            <a:pPr indent="-381000" lvl="0" marL="381000" rtl="0" algn="l">
              <a:lnSpc>
                <a:spcPct val="100000"/>
              </a:lnSpc>
              <a:spcBef>
                <a:spcPts val="1200"/>
              </a:spcBef>
              <a:spcAft>
                <a:spcPts val="0"/>
              </a:spcAft>
              <a:buNone/>
            </a:pPr>
            <a:r>
              <a:t/>
            </a:r>
            <a:endParaRPr sz="1200"/>
          </a:p>
          <a:p>
            <a:pPr indent="-381000" lvl="0" marL="381000" rtl="0" algn="l">
              <a:lnSpc>
                <a:spcPct val="100000"/>
              </a:lnSpc>
              <a:spcBef>
                <a:spcPts val="0"/>
              </a:spcBef>
              <a:spcAft>
                <a:spcPts val="0"/>
              </a:spcAft>
              <a:buNone/>
            </a:pPr>
            <a:r>
              <a:t/>
            </a:r>
            <a:endParaRPr sz="1200"/>
          </a:p>
          <a:p>
            <a:pPr indent="0" lvl="0" marL="0" rtl="0" algn="l">
              <a:lnSpc>
                <a:spcPct val="100000"/>
              </a:lnSpc>
              <a:spcBef>
                <a:spcPts val="1200"/>
              </a:spcBef>
              <a:spcAft>
                <a:spcPts val="0"/>
              </a:spcAft>
              <a:buNone/>
            </a:pPr>
            <a:r>
              <a:rPr lang="en" sz="1200"/>
              <a:t>‌</a:t>
            </a:r>
            <a:endParaRPr sz="1200"/>
          </a:p>
          <a:p>
            <a:pPr indent="0" lvl="0" marL="0" rtl="0" algn="l">
              <a:lnSpc>
                <a:spcPct val="100000"/>
              </a:lnSpc>
              <a:spcBef>
                <a:spcPts val="1200"/>
              </a:spcBef>
              <a:spcAft>
                <a:spcPts val="0"/>
              </a:spcAft>
              <a:buNone/>
            </a:pPr>
            <a:r>
              <a:t/>
            </a:r>
            <a:endParaRPr sz="1200"/>
          </a:p>
          <a:p>
            <a:pPr indent="0" lvl="0" marL="0" rtl="0" algn="l">
              <a:lnSpc>
                <a:spcPct val="115000"/>
              </a:lnSpc>
              <a:spcBef>
                <a:spcPts val="1200"/>
              </a:spcBef>
              <a:spcAft>
                <a:spcPts val="0"/>
              </a:spcAft>
              <a:buNone/>
            </a:pPr>
            <a:r>
              <a:t/>
            </a:r>
            <a:endParaRPr sz="1200"/>
          </a:p>
          <a:p>
            <a:pPr indent="0" lvl="0" marL="0" rtl="0" algn="l">
              <a:lnSpc>
                <a:spcPct val="115000"/>
              </a:lnSpc>
              <a:spcBef>
                <a:spcPts val="1200"/>
              </a:spcBef>
              <a:spcAft>
                <a:spcPts val="0"/>
              </a:spcAft>
              <a:buNone/>
            </a:pPr>
            <a:r>
              <a:rPr lang="en" sz="1200"/>
              <a:t>‌</a:t>
            </a:r>
            <a:endParaRPr sz="1200"/>
          </a:p>
          <a:p>
            <a:pPr indent="0" lvl="0" marL="0" rtl="0" algn="l">
              <a:lnSpc>
                <a:spcPct val="115000"/>
              </a:lnSpc>
              <a:spcBef>
                <a:spcPts val="1200"/>
              </a:spcBef>
              <a:spcAft>
                <a:spcPts val="0"/>
              </a:spcAft>
              <a:buNone/>
            </a:pPr>
            <a:r>
              <a:t/>
            </a:r>
            <a:endParaRPr sz="1200"/>
          </a:p>
          <a:p>
            <a:pPr indent="0" lvl="0" marL="0" rtl="0" algn="l">
              <a:spcBef>
                <a:spcPts val="1200"/>
              </a:spcBef>
              <a:spcAft>
                <a:spcPts val="0"/>
              </a:spcAft>
              <a:buNone/>
            </a:pPr>
            <a:r>
              <a:t/>
            </a:r>
            <a:endParaRPr sz="1800">
              <a:solidFill>
                <a:schemeClr val="dk1"/>
              </a:solidFill>
              <a:latin typeface="Gantari"/>
              <a:ea typeface="Gantari"/>
              <a:cs typeface="Gantari"/>
              <a:sym typeface="Ganta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0" name="Shape 2020"/>
        <p:cNvGrpSpPr/>
        <p:nvPr/>
      </p:nvGrpSpPr>
      <p:grpSpPr>
        <a:xfrm>
          <a:off x="0" y="0"/>
          <a:ext cx="0" cy="0"/>
          <a:chOff x="0" y="0"/>
          <a:chExt cx="0" cy="0"/>
        </a:xfrm>
      </p:grpSpPr>
      <p:sp>
        <p:nvSpPr>
          <p:cNvPr id="2021" name="Google Shape;2021;p93"/>
          <p:cNvSpPr txBox="1"/>
          <p:nvPr>
            <p:ph idx="1" type="body"/>
          </p:nvPr>
        </p:nvSpPr>
        <p:spPr>
          <a:xfrm>
            <a:off x="3943350" y="1171575"/>
            <a:ext cx="4493100" cy="3364500"/>
          </a:xfrm>
          <a:prstGeom prst="rect">
            <a:avLst/>
          </a:prstGeom>
        </p:spPr>
        <p:txBody>
          <a:bodyPr anchorCtr="0" anchor="t" bIns="91425" lIns="91425" spcFirstLastPara="1" rIns="91425" wrap="square" tIns="91425">
            <a:noAutofit/>
          </a:bodyPr>
          <a:lstStyle/>
          <a:p>
            <a:pPr indent="457200" lvl="0" marL="0" rtl="0" algn="l">
              <a:lnSpc>
                <a:spcPct val="80000"/>
              </a:lnSpc>
              <a:spcBef>
                <a:spcPts val="0"/>
              </a:spcBef>
              <a:spcAft>
                <a:spcPts val="0"/>
              </a:spcAft>
              <a:buNone/>
            </a:pPr>
            <a:r>
              <a:rPr lang="en" sz="2400">
                <a:latin typeface="Artifika"/>
                <a:ea typeface="Artifika"/>
                <a:cs typeface="Artifika"/>
                <a:sym typeface="Artifika"/>
              </a:rPr>
              <a:t>Vectors</a:t>
            </a:r>
            <a:endParaRPr sz="2400">
              <a:latin typeface="Artifika"/>
              <a:ea typeface="Artifika"/>
              <a:cs typeface="Artifika"/>
              <a:sym typeface="Artifika"/>
            </a:endParaRPr>
          </a:p>
          <a:p>
            <a:pPr indent="-323850" lvl="0" marL="4572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3"/>
              </a:rPr>
              <a:t>Watercolor national doctor's day</a:t>
            </a:r>
            <a:endParaRPr>
              <a:solidFill>
                <a:srgbClr val="2E2D2D"/>
              </a:solidFill>
              <a:latin typeface="Baloo 2"/>
              <a:ea typeface="Baloo 2"/>
              <a:cs typeface="Baloo 2"/>
              <a:sym typeface="Baloo 2"/>
            </a:endParaRPr>
          </a:p>
          <a:p>
            <a:pPr indent="-323850" lvl="0" marL="457200" marR="508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4"/>
              </a:rPr>
              <a:t>Collection of watercolor colored emoticons</a:t>
            </a:r>
            <a:endParaRPr>
              <a:solidFill>
                <a:srgbClr val="2E2D2D"/>
              </a:solidFill>
              <a:latin typeface="Baloo 2"/>
              <a:ea typeface="Baloo 2"/>
              <a:cs typeface="Baloo 2"/>
              <a:sym typeface="Baloo 2"/>
            </a:endParaRPr>
          </a:p>
          <a:p>
            <a:pPr indent="-323850" lvl="0" marL="457200" marR="508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5"/>
              </a:rPr>
              <a:t>Set of watercolor colorful emoticons</a:t>
            </a:r>
            <a:endParaRPr>
              <a:solidFill>
                <a:srgbClr val="2E2D2D"/>
              </a:solidFill>
              <a:latin typeface="Baloo 2"/>
              <a:ea typeface="Baloo 2"/>
              <a:cs typeface="Baloo 2"/>
              <a:sym typeface="Baloo 2"/>
            </a:endParaRPr>
          </a:p>
          <a:p>
            <a:pPr indent="0" lvl="0" marL="457200" marR="50800" rtl="0" algn="l">
              <a:spcBef>
                <a:spcPts val="0"/>
              </a:spcBef>
              <a:spcAft>
                <a:spcPts val="0"/>
              </a:spcAft>
              <a:buNone/>
            </a:pPr>
            <a:r>
              <a:t/>
            </a:r>
            <a:endParaRPr>
              <a:solidFill>
                <a:srgbClr val="2E2D2D"/>
              </a:solidFill>
              <a:latin typeface="Baloo 2"/>
              <a:ea typeface="Baloo 2"/>
              <a:cs typeface="Baloo 2"/>
              <a:sym typeface="Baloo 2"/>
            </a:endParaRPr>
          </a:p>
          <a:p>
            <a:pPr indent="457200" lvl="0" marL="0" rtl="0" algn="l">
              <a:lnSpc>
                <a:spcPct val="80000"/>
              </a:lnSpc>
              <a:spcBef>
                <a:spcPts val="0"/>
              </a:spcBef>
              <a:spcAft>
                <a:spcPts val="0"/>
              </a:spcAft>
              <a:buNone/>
            </a:pPr>
            <a:r>
              <a:rPr lang="en" sz="2400">
                <a:latin typeface="Artifika"/>
                <a:ea typeface="Artifika"/>
                <a:cs typeface="Artifika"/>
                <a:sym typeface="Artifika"/>
              </a:rPr>
              <a:t>Photos</a:t>
            </a:r>
            <a:endParaRPr sz="2400">
              <a:latin typeface="Artifika"/>
              <a:ea typeface="Artifika"/>
              <a:cs typeface="Artifika"/>
              <a:sym typeface="Artifika"/>
            </a:endParaRPr>
          </a:p>
          <a:p>
            <a:pPr indent="-323850" lvl="0" marL="4572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6"/>
              </a:rPr>
              <a:t>Woman with problems</a:t>
            </a:r>
            <a:endParaRPr>
              <a:solidFill>
                <a:srgbClr val="2E2D2D"/>
              </a:solidFill>
              <a:latin typeface="Baloo 2"/>
              <a:ea typeface="Baloo 2"/>
              <a:cs typeface="Baloo 2"/>
              <a:sym typeface="Baloo 2"/>
            </a:endParaRPr>
          </a:p>
          <a:p>
            <a:pPr indent="-323850" lvl="0" marL="4572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7"/>
              </a:rPr>
              <a:t>Portrait of a smiling psychologist</a:t>
            </a:r>
            <a:endParaRPr>
              <a:solidFill>
                <a:srgbClr val="2E2D2D"/>
              </a:solidFill>
              <a:latin typeface="Baloo 2"/>
              <a:ea typeface="Baloo 2"/>
              <a:cs typeface="Baloo 2"/>
              <a:sym typeface="Baloo 2"/>
            </a:endParaRPr>
          </a:p>
          <a:p>
            <a:pPr indent="-323850" lvl="0" marL="4572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8"/>
              </a:rPr>
              <a:t>Military man suffering from ptsd</a:t>
            </a:r>
            <a:endParaRPr>
              <a:solidFill>
                <a:srgbClr val="2E2D2D"/>
              </a:solidFill>
              <a:latin typeface="Baloo 2"/>
              <a:ea typeface="Baloo 2"/>
              <a:cs typeface="Baloo 2"/>
              <a:sym typeface="Baloo 2"/>
            </a:endParaRPr>
          </a:p>
          <a:p>
            <a:pPr indent="-323850" lvl="0" marL="4572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9"/>
              </a:rPr>
              <a:t>Long shot of patient and psychologist</a:t>
            </a:r>
            <a:endParaRPr>
              <a:solidFill>
                <a:srgbClr val="2E2D2D"/>
              </a:solidFill>
              <a:latin typeface="Baloo 2"/>
              <a:ea typeface="Baloo 2"/>
              <a:cs typeface="Baloo 2"/>
              <a:sym typeface="Baloo 2"/>
            </a:endParaRPr>
          </a:p>
          <a:p>
            <a:pPr indent="-323850" lvl="0" marL="457200" rtl="0" algn="l">
              <a:spcBef>
                <a:spcPts val="0"/>
              </a:spcBef>
              <a:spcAft>
                <a:spcPts val="0"/>
              </a:spcAft>
              <a:buSzPts val="1500"/>
              <a:buFont typeface="Baloo 2"/>
              <a:buChar char="●"/>
            </a:pPr>
            <a:r>
              <a:rPr lang="en">
                <a:solidFill>
                  <a:schemeClr val="hlink"/>
                </a:solidFill>
                <a:uFill>
                  <a:noFill/>
                </a:uFill>
                <a:latin typeface="Baloo 2"/>
                <a:ea typeface="Baloo 2"/>
                <a:cs typeface="Baloo 2"/>
                <a:sym typeface="Baloo 2"/>
                <a:hlinkClick r:id="rId10"/>
              </a:rPr>
              <a:t>Smiling doctor consoling lovely couple</a:t>
            </a:r>
            <a:endParaRPr>
              <a:solidFill>
                <a:srgbClr val="2E2D2D"/>
              </a:solidFill>
              <a:latin typeface="Baloo 2"/>
              <a:ea typeface="Baloo 2"/>
              <a:cs typeface="Baloo 2"/>
              <a:sym typeface="Baloo 2"/>
            </a:endParaRPr>
          </a:p>
          <a:p>
            <a:pPr indent="457200" lvl="0" marL="0" rtl="0" algn="l">
              <a:lnSpc>
                <a:spcPct val="80000"/>
              </a:lnSpc>
              <a:spcBef>
                <a:spcPts val="1000"/>
              </a:spcBef>
              <a:spcAft>
                <a:spcPts val="0"/>
              </a:spcAft>
              <a:buNone/>
            </a:pPr>
            <a:r>
              <a:rPr lang="en" sz="2400">
                <a:latin typeface="Artifika"/>
                <a:ea typeface="Artifika"/>
                <a:cs typeface="Artifika"/>
                <a:sym typeface="Artifika"/>
              </a:rPr>
              <a:t>Icons</a:t>
            </a:r>
            <a:endParaRPr sz="2400">
              <a:latin typeface="Artifika"/>
              <a:ea typeface="Artifika"/>
              <a:cs typeface="Artifika"/>
              <a:sym typeface="Artifika"/>
            </a:endParaRPr>
          </a:p>
          <a:p>
            <a:pPr indent="-323850" lvl="0" marL="457200" rtl="0" algn="l">
              <a:spcBef>
                <a:spcPts val="0"/>
              </a:spcBef>
              <a:spcAft>
                <a:spcPts val="0"/>
              </a:spcAft>
              <a:buSzPts val="1500"/>
              <a:buChar char="●"/>
            </a:pPr>
            <a:r>
              <a:rPr lang="en">
                <a:solidFill>
                  <a:schemeClr val="hlink"/>
                </a:solidFill>
                <a:uFill>
                  <a:noFill/>
                </a:uFill>
                <a:latin typeface="Baloo 2"/>
                <a:ea typeface="Baloo 2"/>
                <a:cs typeface="Baloo 2"/>
                <a:sym typeface="Baloo 2"/>
                <a:hlinkClick r:id="rId11"/>
              </a:rPr>
              <a:t>Icon Pack: Mental health | Filled</a:t>
            </a:r>
            <a:endParaRPr/>
          </a:p>
        </p:txBody>
      </p:sp>
      <p:sp>
        <p:nvSpPr>
          <p:cNvPr id="2022" name="Google Shape;2022;p93"/>
          <p:cNvSpPr txBox="1"/>
          <p:nvPr>
            <p:ph type="title"/>
          </p:nvPr>
        </p:nvSpPr>
        <p:spPr>
          <a:xfrm>
            <a:off x="713225" y="387875"/>
            <a:ext cx="7709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Resources</a:t>
            </a:r>
            <a:endParaRPr/>
          </a:p>
        </p:txBody>
      </p:sp>
      <p:sp>
        <p:nvSpPr>
          <p:cNvPr id="2023" name="Google Shape;2023;p93"/>
          <p:cNvSpPr txBox="1"/>
          <p:nvPr/>
        </p:nvSpPr>
        <p:spPr>
          <a:xfrm>
            <a:off x="713225" y="1375875"/>
            <a:ext cx="3000000" cy="87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1500">
                <a:solidFill>
                  <a:schemeClr val="dk1"/>
                </a:solidFill>
                <a:latin typeface="Gantari"/>
                <a:ea typeface="Gantari"/>
                <a:cs typeface="Gantari"/>
                <a:sym typeface="Gantari"/>
              </a:rPr>
              <a:t>Did you like the resources on this template? Get them for free at our other websites:</a:t>
            </a:r>
            <a:endParaRPr sz="1500">
              <a:latin typeface="Gantari"/>
              <a:ea typeface="Gantari"/>
              <a:cs typeface="Gantari"/>
              <a:sym typeface="Gantari"/>
            </a:endParaRPr>
          </a:p>
        </p:txBody>
      </p:sp>
      <p:grpSp>
        <p:nvGrpSpPr>
          <p:cNvPr id="2024" name="Google Shape;2024;p93"/>
          <p:cNvGrpSpPr/>
          <p:nvPr/>
        </p:nvGrpSpPr>
        <p:grpSpPr>
          <a:xfrm rot="-838927">
            <a:off x="1384035" y="2746619"/>
            <a:ext cx="1206742" cy="1250832"/>
            <a:chOff x="-3695918" y="2765837"/>
            <a:chExt cx="1678594" cy="1739866"/>
          </a:xfrm>
        </p:grpSpPr>
        <p:sp>
          <p:nvSpPr>
            <p:cNvPr id="2025" name="Google Shape;2025;p93"/>
            <p:cNvSpPr/>
            <p:nvPr/>
          </p:nvSpPr>
          <p:spPr>
            <a:xfrm>
              <a:off x="-3695918" y="2765837"/>
              <a:ext cx="1678594" cy="1739866"/>
            </a:xfrm>
            <a:custGeom>
              <a:rect b="b" l="l" r="r" t="t"/>
              <a:pathLst>
                <a:path extrusionOk="0" h="33422" w="32245">
                  <a:moveTo>
                    <a:pt x="32186" y="17925"/>
                  </a:moveTo>
                  <a:cubicBezTo>
                    <a:pt x="32156" y="17616"/>
                    <a:pt x="32245" y="17277"/>
                    <a:pt x="31892" y="17101"/>
                  </a:cubicBezTo>
                  <a:lnTo>
                    <a:pt x="31862" y="17101"/>
                  </a:lnTo>
                  <a:cubicBezTo>
                    <a:pt x="31906" y="17071"/>
                    <a:pt x="31892" y="17042"/>
                    <a:pt x="31833" y="17012"/>
                  </a:cubicBezTo>
                  <a:lnTo>
                    <a:pt x="31833" y="17012"/>
                  </a:lnTo>
                  <a:cubicBezTo>
                    <a:pt x="31833" y="16909"/>
                    <a:pt x="31847" y="16806"/>
                    <a:pt x="31892" y="16718"/>
                  </a:cubicBezTo>
                  <a:cubicBezTo>
                    <a:pt x="31950" y="16556"/>
                    <a:pt x="31965" y="16394"/>
                    <a:pt x="31921" y="16232"/>
                  </a:cubicBezTo>
                  <a:lnTo>
                    <a:pt x="31744" y="16188"/>
                  </a:lnTo>
                  <a:lnTo>
                    <a:pt x="31744" y="16188"/>
                  </a:lnTo>
                  <a:cubicBezTo>
                    <a:pt x="31744" y="16173"/>
                    <a:pt x="31744" y="16144"/>
                    <a:pt x="31744" y="16115"/>
                  </a:cubicBezTo>
                  <a:lnTo>
                    <a:pt x="31906" y="16100"/>
                  </a:lnTo>
                  <a:cubicBezTo>
                    <a:pt x="31906" y="16056"/>
                    <a:pt x="31862" y="15997"/>
                    <a:pt x="31877" y="15967"/>
                  </a:cubicBezTo>
                  <a:cubicBezTo>
                    <a:pt x="31980" y="15585"/>
                    <a:pt x="31892" y="15187"/>
                    <a:pt x="31641" y="14893"/>
                  </a:cubicBezTo>
                  <a:cubicBezTo>
                    <a:pt x="31597" y="14555"/>
                    <a:pt x="31553" y="14201"/>
                    <a:pt x="31509" y="13863"/>
                  </a:cubicBezTo>
                  <a:cubicBezTo>
                    <a:pt x="31509" y="13834"/>
                    <a:pt x="31465" y="13819"/>
                    <a:pt x="31435" y="13789"/>
                  </a:cubicBezTo>
                  <a:lnTo>
                    <a:pt x="31435" y="13510"/>
                  </a:lnTo>
                  <a:cubicBezTo>
                    <a:pt x="31494" y="13466"/>
                    <a:pt x="31553" y="13436"/>
                    <a:pt x="31612" y="13392"/>
                  </a:cubicBezTo>
                  <a:cubicBezTo>
                    <a:pt x="31612" y="13363"/>
                    <a:pt x="31612" y="13318"/>
                    <a:pt x="31627" y="13289"/>
                  </a:cubicBezTo>
                  <a:cubicBezTo>
                    <a:pt x="31583" y="13186"/>
                    <a:pt x="31553" y="13083"/>
                    <a:pt x="31509" y="12965"/>
                  </a:cubicBezTo>
                  <a:cubicBezTo>
                    <a:pt x="31465" y="12862"/>
                    <a:pt x="31435" y="12745"/>
                    <a:pt x="31318" y="12700"/>
                  </a:cubicBezTo>
                  <a:lnTo>
                    <a:pt x="31318" y="12700"/>
                  </a:lnTo>
                  <a:lnTo>
                    <a:pt x="31229" y="12494"/>
                  </a:lnTo>
                  <a:cubicBezTo>
                    <a:pt x="31273" y="12421"/>
                    <a:pt x="31273" y="12332"/>
                    <a:pt x="31244" y="12259"/>
                  </a:cubicBezTo>
                  <a:cubicBezTo>
                    <a:pt x="31156" y="12009"/>
                    <a:pt x="31023" y="11773"/>
                    <a:pt x="30832" y="11582"/>
                  </a:cubicBezTo>
                  <a:cubicBezTo>
                    <a:pt x="30906" y="11346"/>
                    <a:pt x="30906" y="11346"/>
                    <a:pt x="30729" y="11229"/>
                  </a:cubicBezTo>
                  <a:lnTo>
                    <a:pt x="30641" y="11170"/>
                  </a:lnTo>
                  <a:cubicBezTo>
                    <a:pt x="30700" y="11008"/>
                    <a:pt x="30655" y="10802"/>
                    <a:pt x="30508" y="10699"/>
                  </a:cubicBezTo>
                  <a:lnTo>
                    <a:pt x="30346" y="10552"/>
                  </a:lnTo>
                  <a:cubicBezTo>
                    <a:pt x="30332" y="10567"/>
                    <a:pt x="30332" y="10567"/>
                    <a:pt x="30317" y="10581"/>
                  </a:cubicBezTo>
                  <a:lnTo>
                    <a:pt x="30346" y="10552"/>
                  </a:lnTo>
                  <a:cubicBezTo>
                    <a:pt x="30287" y="10169"/>
                    <a:pt x="30023" y="9845"/>
                    <a:pt x="29920" y="9478"/>
                  </a:cubicBezTo>
                  <a:cubicBezTo>
                    <a:pt x="29772" y="9257"/>
                    <a:pt x="29669" y="9021"/>
                    <a:pt x="29611" y="8771"/>
                  </a:cubicBezTo>
                  <a:cubicBezTo>
                    <a:pt x="29552" y="8712"/>
                    <a:pt x="29508" y="8639"/>
                    <a:pt x="29522" y="8565"/>
                  </a:cubicBezTo>
                  <a:lnTo>
                    <a:pt x="29405" y="8462"/>
                  </a:lnTo>
                  <a:cubicBezTo>
                    <a:pt x="29405" y="8403"/>
                    <a:pt x="29405" y="8330"/>
                    <a:pt x="29390" y="8285"/>
                  </a:cubicBezTo>
                  <a:lnTo>
                    <a:pt x="29301" y="8168"/>
                  </a:lnTo>
                  <a:lnTo>
                    <a:pt x="29213" y="8153"/>
                  </a:lnTo>
                  <a:cubicBezTo>
                    <a:pt x="29154" y="7976"/>
                    <a:pt x="29051" y="7800"/>
                    <a:pt x="28919" y="7653"/>
                  </a:cubicBezTo>
                  <a:cubicBezTo>
                    <a:pt x="28904" y="7653"/>
                    <a:pt x="28889" y="7638"/>
                    <a:pt x="28875" y="7609"/>
                  </a:cubicBezTo>
                  <a:lnTo>
                    <a:pt x="28919" y="7653"/>
                  </a:lnTo>
                  <a:cubicBezTo>
                    <a:pt x="28919" y="7506"/>
                    <a:pt x="28860" y="7373"/>
                    <a:pt x="28757" y="7255"/>
                  </a:cubicBezTo>
                  <a:cubicBezTo>
                    <a:pt x="28654" y="7152"/>
                    <a:pt x="28595" y="7020"/>
                    <a:pt x="28580" y="6873"/>
                  </a:cubicBezTo>
                  <a:cubicBezTo>
                    <a:pt x="28551" y="6829"/>
                    <a:pt x="28522" y="6799"/>
                    <a:pt x="28492" y="6755"/>
                  </a:cubicBezTo>
                  <a:cubicBezTo>
                    <a:pt x="28286" y="6564"/>
                    <a:pt x="28109" y="6328"/>
                    <a:pt x="27977" y="6063"/>
                  </a:cubicBezTo>
                  <a:lnTo>
                    <a:pt x="27786" y="5946"/>
                  </a:lnTo>
                  <a:lnTo>
                    <a:pt x="27683" y="5843"/>
                  </a:lnTo>
                  <a:lnTo>
                    <a:pt x="27683" y="5651"/>
                  </a:lnTo>
                  <a:lnTo>
                    <a:pt x="27388" y="5533"/>
                  </a:lnTo>
                  <a:cubicBezTo>
                    <a:pt x="27359" y="5533"/>
                    <a:pt x="27329" y="5533"/>
                    <a:pt x="27300" y="5533"/>
                  </a:cubicBezTo>
                  <a:lnTo>
                    <a:pt x="27300" y="5533"/>
                  </a:lnTo>
                  <a:cubicBezTo>
                    <a:pt x="27226" y="5342"/>
                    <a:pt x="27065" y="5210"/>
                    <a:pt x="26873" y="5151"/>
                  </a:cubicBezTo>
                  <a:cubicBezTo>
                    <a:pt x="26770" y="5092"/>
                    <a:pt x="26667" y="5004"/>
                    <a:pt x="26608" y="4901"/>
                  </a:cubicBezTo>
                  <a:cubicBezTo>
                    <a:pt x="26564" y="4812"/>
                    <a:pt x="26520" y="4724"/>
                    <a:pt x="26476" y="4636"/>
                  </a:cubicBezTo>
                  <a:cubicBezTo>
                    <a:pt x="26417" y="4592"/>
                    <a:pt x="26373" y="4533"/>
                    <a:pt x="26358" y="4444"/>
                  </a:cubicBezTo>
                  <a:lnTo>
                    <a:pt x="25902" y="4121"/>
                  </a:lnTo>
                  <a:lnTo>
                    <a:pt x="25902" y="4121"/>
                  </a:lnTo>
                  <a:cubicBezTo>
                    <a:pt x="25578" y="3826"/>
                    <a:pt x="25240" y="3576"/>
                    <a:pt x="24872" y="3355"/>
                  </a:cubicBezTo>
                  <a:cubicBezTo>
                    <a:pt x="24769" y="3297"/>
                    <a:pt x="24784" y="3194"/>
                    <a:pt x="24813" y="3091"/>
                  </a:cubicBezTo>
                  <a:cubicBezTo>
                    <a:pt x="24828" y="3032"/>
                    <a:pt x="24769" y="3032"/>
                    <a:pt x="24725" y="3032"/>
                  </a:cubicBezTo>
                  <a:cubicBezTo>
                    <a:pt x="24681" y="3046"/>
                    <a:pt x="24636" y="3076"/>
                    <a:pt x="24577" y="3091"/>
                  </a:cubicBezTo>
                  <a:cubicBezTo>
                    <a:pt x="24548" y="2914"/>
                    <a:pt x="24666" y="2767"/>
                    <a:pt x="24666" y="2605"/>
                  </a:cubicBezTo>
                  <a:lnTo>
                    <a:pt x="24474" y="2693"/>
                  </a:lnTo>
                  <a:cubicBezTo>
                    <a:pt x="24401" y="2664"/>
                    <a:pt x="24327" y="2634"/>
                    <a:pt x="24254" y="2590"/>
                  </a:cubicBezTo>
                  <a:cubicBezTo>
                    <a:pt x="24077" y="2472"/>
                    <a:pt x="23842" y="2472"/>
                    <a:pt x="23665" y="2590"/>
                  </a:cubicBezTo>
                  <a:lnTo>
                    <a:pt x="23577" y="2575"/>
                  </a:lnTo>
                  <a:lnTo>
                    <a:pt x="23577" y="2575"/>
                  </a:lnTo>
                  <a:cubicBezTo>
                    <a:pt x="23356" y="2369"/>
                    <a:pt x="23121" y="2208"/>
                    <a:pt x="22856" y="2090"/>
                  </a:cubicBezTo>
                  <a:cubicBezTo>
                    <a:pt x="22738" y="2002"/>
                    <a:pt x="22561" y="2016"/>
                    <a:pt x="22458" y="1884"/>
                  </a:cubicBezTo>
                  <a:lnTo>
                    <a:pt x="22458" y="1884"/>
                  </a:lnTo>
                  <a:cubicBezTo>
                    <a:pt x="22370" y="1796"/>
                    <a:pt x="22238" y="1884"/>
                    <a:pt x="22149" y="1781"/>
                  </a:cubicBezTo>
                  <a:cubicBezTo>
                    <a:pt x="22120" y="1781"/>
                    <a:pt x="22090" y="1781"/>
                    <a:pt x="22061" y="1766"/>
                  </a:cubicBezTo>
                  <a:cubicBezTo>
                    <a:pt x="22017" y="1751"/>
                    <a:pt x="21973" y="1766"/>
                    <a:pt x="21958" y="1796"/>
                  </a:cubicBezTo>
                  <a:lnTo>
                    <a:pt x="21958" y="1781"/>
                  </a:lnTo>
                  <a:lnTo>
                    <a:pt x="21958" y="1781"/>
                  </a:lnTo>
                  <a:cubicBezTo>
                    <a:pt x="21884" y="1663"/>
                    <a:pt x="21767" y="1693"/>
                    <a:pt x="21664" y="1678"/>
                  </a:cubicBezTo>
                  <a:lnTo>
                    <a:pt x="21575" y="1589"/>
                  </a:lnTo>
                  <a:cubicBezTo>
                    <a:pt x="21590" y="1545"/>
                    <a:pt x="21575" y="1501"/>
                    <a:pt x="21561" y="1472"/>
                  </a:cubicBezTo>
                  <a:cubicBezTo>
                    <a:pt x="21546" y="1457"/>
                    <a:pt x="21531" y="1428"/>
                    <a:pt x="21531" y="1398"/>
                  </a:cubicBezTo>
                  <a:lnTo>
                    <a:pt x="21428" y="1295"/>
                  </a:lnTo>
                  <a:lnTo>
                    <a:pt x="21252" y="1295"/>
                  </a:lnTo>
                  <a:cubicBezTo>
                    <a:pt x="21207" y="1383"/>
                    <a:pt x="21178" y="1354"/>
                    <a:pt x="21134" y="1295"/>
                  </a:cubicBezTo>
                  <a:cubicBezTo>
                    <a:pt x="20825" y="1280"/>
                    <a:pt x="20516" y="1207"/>
                    <a:pt x="20236" y="1089"/>
                  </a:cubicBezTo>
                  <a:cubicBezTo>
                    <a:pt x="19986" y="1074"/>
                    <a:pt x="19750" y="1016"/>
                    <a:pt x="19530" y="913"/>
                  </a:cubicBezTo>
                  <a:cubicBezTo>
                    <a:pt x="19500" y="898"/>
                    <a:pt x="19471" y="898"/>
                    <a:pt x="19441" y="913"/>
                  </a:cubicBezTo>
                  <a:lnTo>
                    <a:pt x="19132" y="486"/>
                  </a:lnTo>
                  <a:cubicBezTo>
                    <a:pt x="19103" y="486"/>
                    <a:pt x="19074" y="486"/>
                    <a:pt x="19044" y="486"/>
                  </a:cubicBezTo>
                  <a:cubicBezTo>
                    <a:pt x="19029" y="471"/>
                    <a:pt x="19015" y="471"/>
                    <a:pt x="19015" y="456"/>
                  </a:cubicBezTo>
                  <a:cubicBezTo>
                    <a:pt x="18912" y="427"/>
                    <a:pt x="18823" y="339"/>
                    <a:pt x="18720" y="339"/>
                  </a:cubicBezTo>
                  <a:cubicBezTo>
                    <a:pt x="18617" y="383"/>
                    <a:pt x="18529" y="221"/>
                    <a:pt x="18426" y="294"/>
                  </a:cubicBezTo>
                  <a:cubicBezTo>
                    <a:pt x="18338" y="353"/>
                    <a:pt x="18220" y="353"/>
                    <a:pt x="18117" y="294"/>
                  </a:cubicBezTo>
                  <a:cubicBezTo>
                    <a:pt x="18073" y="265"/>
                    <a:pt x="17999" y="236"/>
                    <a:pt x="17940" y="236"/>
                  </a:cubicBezTo>
                  <a:cubicBezTo>
                    <a:pt x="17926" y="221"/>
                    <a:pt x="17926" y="206"/>
                    <a:pt x="17926" y="191"/>
                  </a:cubicBezTo>
                  <a:cubicBezTo>
                    <a:pt x="17837" y="191"/>
                    <a:pt x="17764" y="162"/>
                    <a:pt x="17720" y="88"/>
                  </a:cubicBezTo>
                  <a:lnTo>
                    <a:pt x="17499" y="88"/>
                  </a:lnTo>
                  <a:lnTo>
                    <a:pt x="17469" y="74"/>
                  </a:lnTo>
                  <a:cubicBezTo>
                    <a:pt x="17411" y="44"/>
                    <a:pt x="17352" y="30"/>
                    <a:pt x="17293" y="0"/>
                  </a:cubicBezTo>
                  <a:cubicBezTo>
                    <a:pt x="17190" y="88"/>
                    <a:pt x="17043" y="88"/>
                    <a:pt x="16940" y="0"/>
                  </a:cubicBezTo>
                  <a:cubicBezTo>
                    <a:pt x="16851" y="103"/>
                    <a:pt x="16704" y="0"/>
                    <a:pt x="16616" y="103"/>
                  </a:cubicBezTo>
                  <a:lnTo>
                    <a:pt x="16616" y="103"/>
                  </a:lnTo>
                  <a:cubicBezTo>
                    <a:pt x="16572" y="133"/>
                    <a:pt x="16513" y="147"/>
                    <a:pt x="16469" y="118"/>
                  </a:cubicBezTo>
                  <a:cubicBezTo>
                    <a:pt x="16410" y="103"/>
                    <a:pt x="16366" y="88"/>
                    <a:pt x="16307" y="59"/>
                  </a:cubicBezTo>
                  <a:cubicBezTo>
                    <a:pt x="16263" y="44"/>
                    <a:pt x="16233" y="44"/>
                    <a:pt x="16204" y="59"/>
                  </a:cubicBezTo>
                  <a:cubicBezTo>
                    <a:pt x="16130" y="103"/>
                    <a:pt x="16071" y="162"/>
                    <a:pt x="16071" y="250"/>
                  </a:cubicBezTo>
                  <a:cubicBezTo>
                    <a:pt x="16101" y="339"/>
                    <a:pt x="15998" y="265"/>
                    <a:pt x="15983" y="324"/>
                  </a:cubicBezTo>
                  <a:cubicBezTo>
                    <a:pt x="15954" y="368"/>
                    <a:pt x="15939" y="427"/>
                    <a:pt x="15939" y="486"/>
                  </a:cubicBezTo>
                  <a:lnTo>
                    <a:pt x="15806" y="500"/>
                  </a:lnTo>
                  <a:lnTo>
                    <a:pt x="15806" y="500"/>
                  </a:lnTo>
                  <a:lnTo>
                    <a:pt x="15497" y="500"/>
                  </a:lnTo>
                  <a:cubicBezTo>
                    <a:pt x="15497" y="412"/>
                    <a:pt x="15512" y="339"/>
                    <a:pt x="15615" y="309"/>
                  </a:cubicBezTo>
                  <a:cubicBezTo>
                    <a:pt x="15718" y="294"/>
                    <a:pt x="15821" y="309"/>
                    <a:pt x="15895" y="236"/>
                  </a:cubicBezTo>
                  <a:cubicBezTo>
                    <a:pt x="15954" y="191"/>
                    <a:pt x="15954" y="118"/>
                    <a:pt x="15895" y="74"/>
                  </a:cubicBezTo>
                  <a:cubicBezTo>
                    <a:pt x="15806" y="147"/>
                    <a:pt x="15689" y="177"/>
                    <a:pt x="15586" y="133"/>
                  </a:cubicBezTo>
                  <a:cubicBezTo>
                    <a:pt x="15483" y="88"/>
                    <a:pt x="15394" y="162"/>
                    <a:pt x="15306" y="177"/>
                  </a:cubicBezTo>
                  <a:cubicBezTo>
                    <a:pt x="15277" y="118"/>
                    <a:pt x="15218" y="88"/>
                    <a:pt x="15144" y="88"/>
                  </a:cubicBezTo>
                  <a:cubicBezTo>
                    <a:pt x="15115" y="74"/>
                    <a:pt x="15085" y="59"/>
                    <a:pt x="15041" y="59"/>
                  </a:cubicBezTo>
                  <a:cubicBezTo>
                    <a:pt x="14923" y="59"/>
                    <a:pt x="14806" y="15"/>
                    <a:pt x="14688" y="103"/>
                  </a:cubicBezTo>
                  <a:cubicBezTo>
                    <a:pt x="14659" y="133"/>
                    <a:pt x="14629" y="162"/>
                    <a:pt x="14600" y="191"/>
                  </a:cubicBezTo>
                  <a:lnTo>
                    <a:pt x="14497" y="206"/>
                  </a:lnTo>
                  <a:cubicBezTo>
                    <a:pt x="14394" y="133"/>
                    <a:pt x="14276" y="133"/>
                    <a:pt x="14188" y="206"/>
                  </a:cubicBezTo>
                  <a:lnTo>
                    <a:pt x="14188" y="206"/>
                  </a:lnTo>
                  <a:cubicBezTo>
                    <a:pt x="14055" y="427"/>
                    <a:pt x="13879" y="368"/>
                    <a:pt x="13687" y="294"/>
                  </a:cubicBezTo>
                  <a:lnTo>
                    <a:pt x="13687" y="294"/>
                  </a:lnTo>
                  <a:cubicBezTo>
                    <a:pt x="13555" y="236"/>
                    <a:pt x="13481" y="353"/>
                    <a:pt x="13378" y="397"/>
                  </a:cubicBezTo>
                  <a:cubicBezTo>
                    <a:pt x="13364" y="412"/>
                    <a:pt x="13349" y="442"/>
                    <a:pt x="13334" y="471"/>
                  </a:cubicBezTo>
                  <a:lnTo>
                    <a:pt x="13290" y="397"/>
                  </a:lnTo>
                  <a:cubicBezTo>
                    <a:pt x="13246" y="397"/>
                    <a:pt x="13216" y="397"/>
                    <a:pt x="13187" y="397"/>
                  </a:cubicBezTo>
                  <a:cubicBezTo>
                    <a:pt x="13187" y="368"/>
                    <a:pt x="13158" y="324"/>
                    <a:pt x="13113" y="339"/>
                  </a:cubicBezTo>
                  <a:cubicBezTo>
                    <a:pt x="13069" y="353"/>
                    <a:pt x="13099" y="383"/>
                    <a:pt x="13084" y="412"/>
                  </a:cubicBezTo>
                  <a:lnTo>
                    <a:pt x="12878" y="412"/>
                  </a:lnTo>
                  <a:cubicBezTo>
                    <a:pt x="12819" y="530"/>
                    <a:pt x="12701" y="500"/>
                    <a:pt x="12584" y="515"/>
                  </a:cubicBezTo>
                  <a:cubicBezTo>
                    <a:pt x="12481" y="545"/>
                    <a:pt x="12481" y="618"/>
                    <a:pt x="12481" y="707"/>
                  </a:cubicBezTo>
                  <a:lnTo>
                    <a:pt x="12481" y="707"/>
                  </a:lnTo>
                  <a:cubicBezTo>
                    <a:pt x="12260" y="707"/>
                    <a:pt x="12039" y="662"/>
                    <a:pt x="11818" y="780"/>
                  </a:cubicBezTo>
                  <a:cubicBezTo>
                    <a:pt x="11686" y="839"/>
                    <a:pt x="11745" y="692"/>
                    <a:pt x="11745" y="633"/>
                  </a:cubicBezTo>
                  <a:lnTo>
                    <a:pt x="11583" y="633"/>
                  </a:lnTo>
                  <a:cubicBezTo>
                    <a:pt x="11539" y="692"/>
                    <a:pt x="11509" y="765"/>
                    <a:pt x="11495" y="839"/>
                  </a:cubicBezTo>
                  <a:cubicBezTo>
                    <a:pt x="11480" y="957"/>
                    <a:pt x="11465" y="1119"/>
                    <a:pt x="11259" y="1133"/>
                  </a:cubicBezTo>
                  <a:lnTo>
                    <a:pt x="11171" y="1133"/>
                  </a:lnTo>
                  <a:lnTo>
                    <a:pt x="11068" y="1133"/>
                  </a:lnTo>
                  <a:lnTo>
                    <a:pt x="11068" y="1133"/>
                  </a:lnTo>
                  <a:cubicBezTo>
                    <a:pt x="10979" y="1148"/>
                    <a:pt x="10832" y="1060"/>
                    <a:pt x="10832" y="1207"/>
                  </a:cubicBezTo>
                  <a:cubicBezTo>
                    <a:pt x="10818" y="1354"/>
                    <a:pt x="10803" y="1413"/>
                    <a:pt x="10685" y="1428"/>
                  </a:cubicBezTo>
                  <a:cubicBezTo>
                    <a:pt x="10567" y="1428"/>
                    <a:pt x="10406" y="1531"/>
                    <a:pt x="10244" y="1472"/>
                  </a:cubicBezTo>
                  <a:cubicBezTo>
                    <a:pt x="10141" y="1442"/>
                    <a:pt x="10038" y="1516"/>
                    <a:pt x="10023" y="1619"/>
                  </a:cubicBezTo>
                  <a:cubicBezTo>
                    <a:pt x="10023" y="1737"/>
                    <a:pt x="9905" y="1840"/>
                    <a:pt x="9787" y="1825"/>
                  </a:cubicBezTo>
                  <a:cubicBezTo>
                    <a:pt x="9537" y="1796"/>
                    <a:pt x="9317" y="1913"/>
                    <a:pt x="9184" y="2119"/>
                  </a:cubicBezTo>
                  <a:cubicBezTo>
                    <a:pt x="9140" y="2178"/>
                    <a:pt x="9066" y="2222"/>
                    <a:pt x="8978" y="2237"/>
                  </a:cubicBezTo>
                  <a:cubicBezTo>
                    <a:pt x="8831" y="2281"/>
                    <a:pt x="8713" y="2384"/>
                    <a:pt x="8640" y="2531"/>
                  </a:cubicBezTo>
                  <a:cubicBezTo>
                    <a:pt x="8610" y="2517"/>
                    <a:pt x="8581" y="2517"/>
                    <a:pt x="8551" y="2531"/>
                  </a:cubicBezTo>
                  <a:lnTo>
                    <a:pt x="8257" y="2531"/>
                  </a:lnTo>
                  <a:cubicBezTo>
                    <a:pt x="8227" y="2620"/>
                    <a:pt x="8227" y="2723"/>
                    <a:pt x="8169" y="2767"/>
                  </a:cubicBezTo>
                  <a:cubicBezTo>
                    <a:pt x="8066" y="2855"/>
                    <a:pt x="7845" y="2840"/>
                    <a:pt x="7801" y="2988"/>
                  </a:cubicBezTo>
                  <a:cubicBezTo>
                    <a:pt x="7742" y="3179"/>
                    <a:pt x="7565" y="3135"/>
                    <a:pt x="7448" y="3223"/>
                  </a:cubicBezTo>
                  <a:cubicBezTo>
                    <a:pt x="7256" y="3341"/>
                    <a:pt x="7065" y="3473"/>
                    <a:pt x="6903" y="3635"/>
                  </a:cubicBezTo>
                  <a:cubicBezTo>
                    <a:pt x="6741" y="3812"/>
                    <a:pt x="6550" y="3944"/>
                    <a:pt x="6329" y="4032"/>
                  </a:cubicBezTo>
                  <a:lnTo>
                    <a:pt x="6241" y="4032"/>
                  </a:lnTo>
                  <a:cubicBezTo>
                    <a:pt x="6197" y="4121"/>
                    <a:pt x="6123" y="4135"/>
                    <a:pt x="6049" y="4150"/>
                  </a:cubicBezTo>
                  <a:cubicBezTo>
                    <a:pt x="6049" y="4238"/>
                    <a:pt x="6020" y="4312"/>
                    <a:pt x="5946" y="4341"/>
                  </a:cubicBezTo>
                  <a:cubicBezTo>
                    <a:pt x="5770" y="4547"/>
                    <a:pt x="5549" y="4695"/>
                    <a:pt x="5431" y="4930"/>
                  </a:cubicBezTo>
                  <a:cubicBezTo>
                    <a:pt x="5358" y="5063"/>
                    <a:pt x="5240" y="5048"/>
                    <a:pt x="5137" y="5048"/>
                  </a:cubicBezTo>
                  <a:cubicBezTo>
                    <a:pt x="5063" y="5180"/>
                    <a:pt x="5019" y="5342"/>
                    <a:pt x="4843" y="5357"/>
                  </a:cubicBezTo>
                  <a:cubicBezTo>
                    <a:pt x="4828" y="5416"/>
                    <a:pt x="4813" y="5475"/>
                    <a:pt x="4813" y="5533"/>
                  </a:cubicBezTo>
                  <a:lnTo>
                    <a:pt x="4784" y="5519"/>
                  </a:lnTo>
                  <a:cubicBezTo>
                    <a:pt x="4710" y="5548"/>
                    <a:pt x="4651" y="5592"/>
                    <a:pt x="4637" y="5651"/>
                  </a:cubicBezTo>
                  <a:lnTo>
                    <a:pt x="4637" y="5651"/>
                  </a:lnTo>
                  <a:lnTo>
                    <a:pt x="4637" y="5651"/>
                  </a:lnTo>
                  <a:lnTo>
                    <a:pt x="4637" y="5651"/>
                  </a:lnTo>
                  <a:cubicBezTo>
                    <a:pt x="4578" y="5740"/>
                    <a:pt x="4504" y="5798"/>
                    <a:pt x="4431" y="5857"/>
                  </a:cubicBezTo>
                  <a:cubicBezTo>
                    <a:pt x="4372" y="5931"/>
                    <a:pt x="4298" y="6004"/>
                    <a:pt x="4225" y="6063"/>
                  </a:cubicBezTo>
                  <a:cubicBezTo>
                    <a:pt x="4151" y="6166"/>
                    <a:pt x="4077" y="6269"/>
                    <a:pt x="4019" y="6372"/>
                  </a:cubicBezTo>
                  <a:cubicBezTo>
                    <a:pt x="4033" y="6402"/>
                    <a:pt x="4033" y="6431"/>
                    <a:pt x="4019" y="6461"/>
                  </a:cubicBezTo>
                  <a:cubicBezTo>
                    <a:pt x="4019" y="6519"/>
                    <a:pt x="4019" y="6593"/>
                    <a:pt x="4004" y="6637"/>
                  </a:cubicBezTo>
                  <a:lnTo>
                    <a:pt x="4004" y="6637"/>
                  </a:lnTo>
                  <a:cubicBezTo>
                    <a:pt x="3783" y="6814"/>
                    <a:pt x="3621" y="7049"/>
                    <a:pt x="3356" y="7167"/>
                  </a:cubicBezTo>
                  <a:cubicBezTo>
                    <a:pt x="3342" y="7182"/>
                    <a:pt x="3342" y="7226"/>
                    <a:pt x="3327" y="7255"/>
                  </a:cubicBezTo>
                  <a:cubicBezTo>
                    <a:pt x="3312" y="7285"/>
                    <a:pt x="3297" y="7329"/>
                    <a:pt x="3297" y="7358"/>
                  </a:cubicBezTo>
                  <a:cubicBezTo>
                    <a:pt x="3224" y="7564"/>
                    <a:pt x="3165" y="7756"/>
                    <a:pt x="2885" y="7785"/>
                  </a:cubicBezTo>
                  <a:cubicBezTo>
                    <a:pt x="2782" y="7815"/>
                    <a:pt x="2679" y="7903"/>
                    <a:pt x="2650" y="8006"/>
                  </a:cubicBezTo>
                  <a:cubicBezTo>
                    <a:pt x="2621" y="8109"/>
                    <a:pt x="2532" y="8182"/>
                    <a:pt x="2429" y="8197"/>
                  </a:cubicBezTo>
                  <a:cubicBezTo>
                    <a:pt x="2400" y="8315"/>
                    <a:pt x="2326" y="8418"/>
                    <a:pt x="2208" y="8477"/>
                  </a:cubicBezTo>
                  <a:cubicBezTo>
                    <a:pt x="2120" y="8624"/>
                    <a:pt x="2076" y="8801"/>
                    <a:pt x="2076" y="8962"/>
                  </a:cubicBezTo>
                  <a:cubicBezTo>
                    <a:pt x="1929" y="9139"/>
                    <a:pt x="1826" y="9345"/>
                    <a:pt x="1796" y="9581"/>
                  </a:cubicBezTo>
                  <a:lnTo>
                    <a:pt x="1634" y="9713"/>
                  </a:lnTo>
                  <a:cubicBezTo>
                    <a:pt x="1531" y="9919"/>
                    <a:pt x="1458" y="10140"/>
                    <a:pt x="1399" y="10375"/>
                  </a:cubicBezTo>
                  <a:cubicBezTo>
                    <a:pt x="1311" y="10405"/>
                    <a:pt x="1252" y="10478"/>
                    <a:pt x="1252" y="10567"/>
                  </a:cubicBezTo>
                  <a:cubicBezTo>
                    <a:pt x="1252" y="10640"/>
                    <a:pt x="1281" y="10714"/>
                    <a:pt x="1237" y="10802"/>
                  </a:cubicBezTo>
                  <a:cubicBezTo>
                    <a:pt x="1178" y="10964"/>
                    <a:pt x="1105" y="11126"/>
                    <a:pt x="1016" y="11273"/>
                  </a:cubicBezTo>
                  <a:cubicBezTo>
                    <a:pt x="869" y="11450"/>
                    <a:pt x="987" y="11670"/>
                    <a:pt x="869" y="11832"/>
                  </a:cubicBezTo>
                  <a:cubicBezTo>
                    <a:pt x="781" y="11935"/>
                    <a:pt x="884" y="12009"/>
                    <a:pt x="899" y="12097"/>
                  </a:cubicBezTo>
                  <a:lnTo>
                    <a:pt x="899" y="12097"/>
                  </a:lnTo>
                  <a:cubicBezTo>
                    <a:pt x="840" y="12112"/>
                    <a:pt x="810" y="12141"/>
                    <a:pt x="810" y="12215"/>
                  </a:cubicBezTo>
                  <a:cubicBezTo>
                    <a:pt x="810" y="12244"/>
                    <a:pt x="796" y="12274"/>
                    <a:pt x="796" y="12318"/>
                  </a:cubicBezTo>
                  <a:cubicBezTo>
                    <a:pt x="722" y="12391"/>
                    <a:pt x="678" y="12494"/>
                    <a:pt x="693" y="12612"/>
                  </a:cubicBezTo>
                  <a:cubicBezTo>
                    <a:pt x="560" y="12686"/>
                    <a:pt x="604" y="12803"/>
                    <a:pt x="590" y="12921"/>
                  </a:cubicBezTo>
                  <a:cubicBezTo>
                    <a:pt x="457" y="13024"/>
                    <a:pt x="487" y="13142"/>
                    <a:pt x="590" y="13245"/>
                  </a:cubicBezTo>
                  <a:lnTo>
                    <a:pt x="590" y="13245"/>
                  </a:lnTo>
                  <a:cubicBezTo>
                    <a:pt x="487" y="13583"/>
                    <a:pt x="398" y="13907"/>
                    <a:pt x="295" y="14231"/>
                  </a:cubicBezTo>
                  <a:cubicBezTo>
                    <a:pt x="413" y="14305"/>
                    <a:pt x="384" y="14422"/>
                    <a:pt x="398" y="14525"/>
                  </a:cubicBezTo>
                  <a:lnTo>
                    <a:pt x="207" y="14628"/>
                  </a:lnTo>
                  <a:cubicBezTo>
                    <a:pt x="236" y="14775"/>
                    <a:pt x="207" y="14937"/>
                    <a:pt x="119" y="15040"/>
                  </a:cubicBezTo>
                  <a:lnTo>
                    <a:pt x="119" y="15232"/>
                  </a:lnTo>
                  <a:cubicBezTo>
                    <a:pt x="236" y="15349"/>
                    <a:pt x="236" y="15541"/>
                    <a:pt x="119" y="15658"/>
                  </a:cubicBezTo>
                  <a:cubicBezTo>
                    <a:pt x="119" y="15791"/>
                    <a:pt x="119" y="15923"/>
                    <a:pt x="104" y="16041"/>
                  </a:cubicBezTo>
                  <a:lnTo>
                    <a:pt x="281" y="16159"/>
                  </a:lnTo>
                  <a:lnTo>
                    <a:pt x="281" y="16159"/>
                  </a:lnTo>
                  <a:lnTo>
                    <a:pt x="281" y="16159"/>
                  </a:lnTo>
                  <a:cubicBezTo>
                    <a:pt x="281" y="16188"/>
                    <a:pt x="281" y="16203"/>
                    <a:pt x="281" y="16232"/>
                  </a:cubicBezTo>
                  <a:cubicBezTo>
                    <a:pt x="281" y="16232"/>
                    <a:pt x="281" y="16247"/>
                    <a:pt x="281" y="16262"/>
                  </a:cubicBezTo>
                  <a:cubicBezTo>
                    <a:pt x="266" y="16247"/>
                    <a:pt x="236" y="16247"/>
                    <a:pt x="207" y="16247"/>
                  </a:cubicBezTo>
                  <a:cubicBezTo>
                    <a:pt x="1" y="16821"/>
                    <a:pt x="163" y="17395"/>
                    <a:pt x="207" y="17969"/>
                  </a:cubicBezTo>
                  <a:cubicBezTo>
                    <a:pt x="222" y="17984"/>
                    <a:pt x="251" y="17998"/>
                    <a:pt x="236" y="17998"/>
                  </a:cubicBezTo>
                  <a:cubicBezTo>
                    <a:pt x="236" y="18028"/>
                    <a:pt x="222" y="18042"/>
                    <a:pt x="207" y="18072"/>
                  </a:cubicBezTo>
                  <a:cubicBezTo>
                    <a:pt x="163" y="18101"/>
                    <a:pt x="148" y="18145"/>
                    <a:pt x="178" y="18190"/>
                  </a:cubicBezTo>
                  <a:cubicBezTo>
                    <a:pt x="384" y="18381"/>
                    <a:pt x="236" y="18661"/>
                    <a:pt x="369" y="18881"/>
                  </a:cubicBezTo>
                  <a:cubicBezTo>
                    <a:pt x="369" y="18881"/>
                    <a:pt x="384" y="18896"/>
                    <a:pt x="398" y="18896"/>
                  </a:cubicBezTo>
                  <a:cubicBezTo>
                    <a:pt x="354" y="19043"/>
                    <a:pt x="428" y="19190"/>
                    <a:pt x="560" y="19264"/>
                  </a:cubicBezTo>
                  <a:cubicBezTo>
                    <a:pt x="560" y="19293"/>
                    <a:pt x="575" y="19323"/>
                    <a:pt x="590" y="19352"/>
                  </a:cubicBezTo>
                  <a:lnTo>
                    <a:pt x="590" y="19588"/>
                  </a:lnTo>
                  <a:lnTo>
                    <a:pt x="590" y="19588"/>
                  </a:lnTo>
                  <a:cubicBezTo>
                    <a:pt x="752" y="19779"/>
                    <a:pt x="825" y="20029"/>
                    <a:pt x="781" y="20279"/>
                  </a:cubicBezTo>
                  <a:cubicBezTo>
                    <a:pt x="766" y="20338"/>
                    <a:pt x="752" y="20412"/>
                    <a:pt x="752" y="20471"/>
                  </a:cubicBezTo>
                  <a:cubicBezTo>
                    <a:pt x="752" y="20633"/>
                    <a:pt x="899" y="20721"/>
                    <a:pt x="958" y="20868"/>
                  </a:cubicBezTo>
                  <a:cubicBezTo>
                    <a:pt x="1002" y="21000"/>
                    <a:pt x="825" y="21133"/>
                    <a:pt x="928" y="21295"/>
                  </a:cubicBezTo>
                  <a:cubicBezTo>
                    <a:pt x="1031" y="21457"/>
                    <a:pt x="1105" y="21574"/>
                    <a:pt x="1178" y="21722"/>
                  </a:cubicBezTo>
                  <a:cubicBezTo>
                    <a:pt x="1178" y="21913"/>
                    <a:pt x="1222" y="22104"/>
                    <a:pt x="1325" y="22281"/>
                  </a:cubicBezTo>
                  <a:cubicBezTo>
                    <a:pt x="1428" y="22413"/>
                    <a:pt x="1428" y="22605"/>
                    <a:pt x="1296" y="22722"/>
                  </a:cubicBezTo>
                  <a:cubicBezTo>
                    <a:pt x="1311" y="23017"/>
                    <a:pt x="1399" y="23296"/>
                    <a:pt x="1576" y="23532"/>
                  </a:cubicBezTo>
                  <a:cubicBezTo>
                    <a:pt x="1576" y="23664"/>
                    <a:pt x="1590" y="23782"/>
                    <a:pt x="1605" y="23914"/>
                  </a:cubicBezTo>
                  <a:lnTo>
                    <a:pt x="1693" y="24017"/>
                  </a:lnTo>
                  <a:lnTo>
                    <a:pt x="1693" y="24415"/>
                  </a:lnTo>
                  <a:lnTo>
                    <a:pt x="1782" y="24429"/>
                  </a:lnTo>
                  <a:cubicBezTo>
                    <a:pt x="1782" y="24518"/>
                    <a:pt x="1811" y="24591"/>
                    <a:pt x="1885" y="24635"/>
                  </a:cubicBezTo>
                  <a:cubicBezTo>
                    <a:pt x="1885" y="24680"/>
                    <a:pt x="1914" y="24724"/>
                    <a:pt x="1973" y="24738"/>
                  </a:cubicBezTo>
                  <a:cubicBezTo>
                    <a:pt x="2017" y="24915"/>
                    <a:pt x="1973" y="25136"/>
                    <a:pt x="2105" y="25312"/>
                  </a:cubicBezTo>
                  <a:cubicBezTo>
                    <a:pt x="2267" y="25342"/>
                    <a:pt x="2267" y="25489"/>
                    <a:pt x="2311" y="25621"/>
                  </a:cubicBezTo>
                  <a:cubicBezTo>
                    <a:pt x="2414" y="25724"/>
                    <a:pt x="2473" y="25857"/>
                    <a:pt x="2473" y="26004"/>
                  </a:cubicBezTo>
                  <a:cubicBezTo>
                    <a:pt x="2488" y="26092"/>
                    <a:pt x="2488" y="26195"/>
                    <a:pt x="2576" y="26254"/>
                  </a:cubicBezTo>
                  <a:lnTo>
                    <a:pt x="2576" y="26254"/>
                  </a:lnTo>
                  <a:cubicBezTo>
                    <a:pt x="2576" y="26343"/>
                    <a:pt x="2576" y="26431"/>
                    <a:pt x="2679" y="26460"/>
                  </a:cubicBezTo>
                  <a:cubicBezTo>
                    <a:pt x="2724" y="26563"/>
                    <a:pt x="2753" y="26652"/>
                    <a:pt x="2797" y="26740"/>
                  </a:cubicBezTo>
                  <a:cubicBezTo>
                    <a:pt x="2827" y="26740"/>
                    <a:pt x="2856" y="26740"/>
                    <a:pt x="2885" y="26740"/>
                  </a:cubicBezTo>
                  <a:lnTo>
                    <a:pt x="2915" y="26931"/>
                  </a:lnTo>
                  <a:lnTo>
                    <a:pt x="3018" y="27020"/>
                  </a:lnTo>
                  <a:lnTo>
                    <a:pt x="3121" y="27123"/>
                  </a:lnTo>
                  <a:cubicBezTo>
                    <a:pt x="3180" y="27181"/>
                    <a:pt x="3224" y="27240"/>
                    <a:pt x="3268" y="27314"/>
                  </a:cubicBezTo>
                  <a:cubicBezTo>
                    <a:pt x="3312" y="27402"/>
                    <a:pt x="3400" y="27461"/>
                    <a:pt x="3489" y="27476"/>
                  </a:cubicBezTo>
                  <a:cubicBezTo>
                    <a:pt x="3474" y="27564"/>
                    <a:pt x="3518" y="27638"/>
                    <a:pt x="3592" y="27667"/>
                  </a:cubicBezTo>
                  <a:cubicBezTo>
                    <a:pt x="3592" y="27770"/>
                    <a:pt x="3636" y="27873"/>
                    <a:pt x="3695" y="27961"/>
                  </a:cubicBezTo>
                  <a:cubicBezTo>
                    <a:pt x="3754" y="27961"/>
                    <a:pt x="3798" y="28006"/>
                    <a:pt x="3798" y="28064"/>
                  </a:cubicBezTo>
                  <a:lnTo>
                    <a:pt x="3857" y="28064"/>
                  </a:lnTo>
                  <a:lnTo>
                    <a:pt x="3901" y="28064"/>
                  </a:lnTo>
                  <a:lnTo>
                    <a:pt x="3901" y="28064"/>
                  </a:lnTo>
                  <a:lnTo>
                    <a:pt x="3916" y="28064"/>
                  </a:lnTo>
                  <a:cubicBezTo>
                    <a:pt x="3871" y="28300"/>
                    <a:pt x="4077" y="28344"/>
                    <a:pt x="4225" y="28447"/>
                  </a:cubicBezTo>
                  <a:lnTo>
                    <a:pt x="4225" y="28447"/>
                  </a:lnTo>
                  <a:cubicBezTo>
                    <a:pt x="4239" y="28491"/>
                    <a:pt x="4283" y="28535"/>
                    <a:pt x="4328" y="28565"/>
                  </a:cubicBezTo>
                  <a:lnTo>
                    <a:pt x="4313" y="28550"/>
                  </a:lnTo>
                  <a:cubicBezTo>
                    <a:pt x="4607" y="28771"/>
                    <a:pt x="4843" y="29080"/>
                    <a:pt x="5166" y="29256"/>
                  </a:cubicBezTo>
                  <a:lnTo>
                    <a:pt x="5196" y="29256"/>
                  </a:lnTo>
                  <a:lnTo>
                    <a:pt x="5225" y="29271"/>
                  </a:lnTo>
                  <a:cubicBezTo>
                    <a:pt x="5343" y="29374"/>
                    <a:pt x="5490" y="29477"/>
                    <a:pt x="5623" y="29565"/>
                  </a:cubicBezTo>
                  <a:lnTo>
                    <a:pt x="5623" y="29565"/>
                  </a:lnTo>
                  <a:lnTo>
                    <a:pt x="5623" y="29565"/>
                  </a:lnTo>
                  <a:lnTo>
                    <a:pt x="5623" y="29565"/>
                  </a:lnTo>
                  <a:cubicBezTo>
                    <a:pt x="5682" y="29624"/>
                    <a:pt x="5755" y="29639"/>
                    <a:pt x="5829" y="29610"/>
                  </a:cubicBezTo>
                  <a:cubicBezTo>
                    <a:pt x="5829" y="29595"/>
                    <a:pt x="5829" y="29595"/>
                    <a:pt x="5829" y="29580"/>
                  </a:cubicBezTo>
                  <a:cubicBezTo>
                    <a:pt x="5932" y="29654"/>
                    <a:pt x="6064" y="29698"/>
                    <a:pt x="6049" y="29860"/>
                  </a:cubicBezTo>
                  <a:cubicBezTo>
                    <a:pt x="6152" y="29889"/>
                    <a:pt x="6226" y="29978"/>
                    <a:pt x="6241" y="30081"/>
                  </a:cubicBezTo>
                  <a:cubicBezTo>
                    <a:pt x="6285" y="30081"/>
                    <a:pt x="6329" y="30125"/>
                    <a:pt x="6344" y="30169"/>
                  </a:cubicBezTo>
                  <a:cubicBezTo>
                    <a:pt x="6417" y="30169"/>
                    <a:pt x="6491" y="30213"/>
                    <a:pt x="6520" y="30287"/>
                  </a:cubicBezTo>
                  <a:lnTo>
                    <a:pt x="6623" y="30287"/>
                  </a:lnTo>
                  <a:cubicBezTo>
                    <a:pt x="6623" y="30316"/>
                    <a:pt x="6623" y="30345"/>
                    <a:pt x="6638" y="30375"/>
                  </a:cubicBezTo>
                  <a:lnTo>
                    <a:pt x="6815" y="30390"/>
                  </a:lnTo>
                  <a:cubicBezTo>
                    <a:pt x="6829" y="30419"/>
                    <a:pt x="6829" y="30434"/>
                    <a:pt x="6844" y="30463"/>
                  </a:cubicBezTo>
                  <a:cubicBezTo>
                    <a:pt x="6874" y="30463"/>
                    <a:pt x="6903" y="30463"/>
                    <a:pt x="6932" y="30463"/>
                  </a:cubicBezTo>
                  <a:cubicBezTo>
                    <a:pt x="6962" y="30507"/>
                    <a:pt x="7006" y="30551"/>
                    <a:pt x="7050" y="30596"/>
                  </a:cubicBezTo>
                  <a:cubicBezTo>
                    <a:pt x="7035" y="30610"/>
                    <a:pt x="7035" y="30640"/>
                    <a:pt x="7050" y="30669"/>
                  </a:cubicBezTo>
                  <a:lnTo>
                    <a:pt x="7374" y="30728"/>
                  </a:lnTo>
                  <a:cubicBezTo>
                    <a:pt x="7477" y="30728"/>
                    <a:pt x="7506" y="30802"/>
                    <a:pt x="7536" y="30890"/>
                  </a:cubicBezTo>
                  <a:lnTo>
                    <a:pt x="7639" y="30978"/>
                  </a:lnTo>
                  <a:cubicBezTo>
                    <a:pt x="7845" y="31096"/>
                    <a:pt x="8066" y="31140"/>
                    <a:pt x="8272" y="31258"/>
                  </a:cubicBezTo>
                  <a:cubicBezTo>
                    <a:pt x="8478" y="31390"/>
                    <a:pt x="8684" y="31685"/>
                    <a:pt x="9007" y="31626"/>
                  </a:cubicBezTo>
                  <a:cubicBezTo>
                    <a:pt x="9037" y="31626"/>
                    <a:pt x="9081" y="31655"/>
                    <a:pt x="9096" y="31685"/>
                  </a:cubicBezTo>
                  <a:cubicBezTo>
                    <a:pt x="9302" y="31950"/>
                    <a:pt x="9626" y="32008"/>
                    <a:pt x="9920" y="32126"/>
                  </a:cubicBezTo>
                  <a:cubicBezTo>
                    <a:pt x="10008" y="32156"/>
                    <a:pt x="10096" y="32214"/>
                    <a:pt x="10155" y="32288"/>
                  </a:cubicBezTo>
                  <a:lnTo>
                    <a:pt x="10317" y="32391"/>
                  </a:lnTo>
                  <a:cubicBezTo>
                    <a:pt x="10303" y="32391"/>
                    <a:pt x="10303" y="32406"/>
                    <a:pt x="10303" y="32406"/>
                  </a:cubicBezTo>
                  <a:cubicBezTo>
                    <a:pt x="10317" y="32435"/>
                    <a:pt x="10332" y="32465"/>
                    <a:pt x="10347" y="32494"/>
                  </a:cubicBezTo>
                  <a:cubicBezTo>
                    <a:pt x="10450" y="32641"/>
                    <a:pt x="10641" y="32494"/>
                    <a:pt x="10744" y="32612"/>
                  </a:cubicBezTo>
                  <a:lnTo>
                    <a:pt x="10744" y="32612"/>
                  </a:lnTo>
                  <a:cubicBezTo>
                    <a:pt x="10773" y="32656"/>
                    <a:pt x="10818" y="32685"/>
                    <a:pt x="10847" y="32715"/>
                  </a:cubicBezTo>
                  <a:lnTo>
                    <a:pt x="10847" y="32715"/>
                  </a:lnTo>
                  <a:cubicBezTo>
                    <a:pt x="11171" y="32700"/>
                    <a:pt x="11392" y="33009"/>
                    <a:pt x="11715" y="32965"/>
                  </a:cubicBezTo>
                  <a:cubicBezTo>
                    <a:pt x="11715" y="32936"/>
                    <a:pt x="11715" y="32891"/>
                    <a:pt x="11715" y="32862"/>
                  </a:cubicBezTo>
                  <a:cubicBezTo>
                    <a:pt x="11730" y="32877"/>
                    <a:pt x="11745" y="32891"/>
                    <a:pt x="11759" y="32906"/>
                  </a:cubicBezTo>
                  <a:lnTo>
                    <a:pt x="12157" y="32936"/>
                  </a:lnTo>
                  <a:cubicBezTo>
                    <a:pt x="12171" y="32950"/>
                    <a:pt x="12171" y="32980"/>
                    <a:pt x="12171" y="32994"/>
                  </a:cubicBezTo>
                  <a:cubicBezTo>
                    <a:pt x="12275" y="32980"/>
                    <a:pt x="12378" y="32891"/>
                    <a:pt x="12466" y="33009"/>
                  </a:cubicBezTo>
                  <a:cubicBezTo>
                    <a:pt x="12701" y="32862"/>
                    <a:pt x="13025" y="32906"/>
                    <a:pt x="13202" y="33112"/>
                  </a:cubicBezTo>
                  <a:cubicBezTo>
                    <a:pt x="13334" y="33230"/>
                    <a:pt x="13511" y="33274"/>
                    <a:pt x="13673" y="33215"/>
                  </a:cubicBezTo>
                  <a:cubicBezTo>
                    <a:pt x="13731" y="33245"/>
                    <a:pt x="13790" y="33259"/>
                    <a:pt x="13864" y="33274"/>
                  </a:cubicBezTo>
                  <a:cubicBezTo>
                    <a:pt x="13952" y="33274"/>
                    <a:pt x="14055" y="33318"/>
                    <a:pt x="14099" y="33392"/>
                  </a:cubicBezTo>
                  <a:cubicBezTo>
                    <a:pt x="14202" y="33377"/>
                    <a:pt x="14305" y="33274"/>
                    <a:pt x="14408" y="33392"/>
                  </a:cubicBezTo>
                  <a:lnTo>
                    <a:pt x="14482" y="33333"/>
                  </a:lnTo>
                  <a:cubicBezTo>
                    <a:pt x="14511" y="33289"/>
                    <a:pt x="14556" y="33259"/>
                    <a:pt x="14600" y="33230"/>
                  </a:cubicBezTo>
                  <a:lnTo>
                    <a:pt x="14600" y="33230"/>
                  </a:lnTo>
                  <a:lnTo>
                    <a:pt x="14482" y="33333"/>
                  </a:lnTo>
                  <a:cubicBezTo>
                    <a:pt x="14541" y="33333"/>
                    <a:pt x="14585" y="33289"/>
                    <a:pt x="14600" y="33230"/>
                  </a:cubicBezTo>
                  <a:lnTo>
                    <a:pt x="14600" y="33230"/>
                  </a:lnTo>
                  <a:cubicBezTo>
                    <a:pt x="14776" y="33230"/>
                    <a:pt x="14982" y="33230"/>
                    <a:pt x="15174" y="33215"/>
                  </a:cubicBezTo>
                  <a:cubicBezTo>
                    <a:pt x="15291" y="33230"/>
                    <a:pt x="15394" y="33156"/>
                    <a:pt x="15409" y="33039"/>
                  </a:cubicBezTo>
                  <a:cubicBezTo>
                    <a:pt x="15439" y="33039"/>
                    <a:pt x="15483" y="33039"/>
                    <a:pt x="15512" y="33053"/>
                  </a:cubicBezTo>
                  <a:cubicBezTo>
                    <a:pt x="15674" y="33245"/>
                    <a:pt x="15939" y="33318"/>
                    <a:pt x="16189" y="33259"/>
                  </a:cubicBezTo>
                  <a:cubicBezTo>
                    <a:pt x="16292" y="33245"/>
                    <a:pt x="16395" y="33245"/>
                    <a:pt x="16483" y="33245"/>
                  </a:cubicBezTo>
                  <a:cubicBezTo>
                    <a:pt x="16498" y="33274"/>
                    <a:pt x="16498" y="33303"/>
                    <a:pt x="16498" y="33318"/>
                  </a:cubicBezTo>
                  <a:lnTo>
                    <a:pt x="17205" y="33127"/>
                  </a:lnTo>
                  <a:lnTo>
                    <a:pt x="17205" y="33215"/>
                  </a:lnTo>
                  <a:lnTo>
                    <a:pt x="17308" y="33318"/>
                  </a:lnTo>
                  <a:lnTo>
                    <a:pt x="17411" y="33421"/>
                  </a:lnTo>
                  <a:lnTo>
                    <a:pt x="17602" y="33421"/>
                  </a:lnTo>
                  <a:lnTo>
                    <a:pt x="17705" y="33318"/>
                  </a:lnTo>
                  <a:lnTo>
                    <a:pt x="17749" y="33318"/>
                  </a:lnTo>
                  <a:lnTo>
                    <a:pt x="17793" y="33318"/>
                  </a:lnTo>
                  <a:cubicBezTo>
                    <a:pt x="17837" y="33392"/>
                    <a:pt x="17911" y="33392"/>
                    <a:pt x="17985" y="33392"/>
                  </a:cubicBezTo>
                  <a:cubicBezTo>
                    <a:pt x="17999" y="33318"/>
                    <a:pt x="18043" y="33259"/>
                    <a:pt x="18117" y="33289"/>
                  </a:cubicBezTo>
                  <a:cubicBezTo>
                    <a:pt x="18367" y="33362"/>
                    <a:pt x="18632" y="33406"/>
                    <a:pt x="18897" y="33406"/>
                  </a:cubicBezTo>
                  <a:cubicBezTo>
                    <a:pt x="18971" y="33303"/>
                    <a:pt x="19044" y="33318"/>
                    <a:pt x="19118" y="33406"/>
                  </a:cubicBezTo>
                  <a:cubicBezTo>
                    <a:pt x="19191" y="33377"/>
                    <a:pt x="19221" y="33245"/>
                    <a:pt x="19309" y="33274"/>
                  </a:cubicBezTo>
                  <a:cubicBezTo>
                    <a:pt x="19471" y="33348"/>
                    <a:pt x="19574" y="33259"/>
                    <a:pt x="19677" y="33142"/>
                  </a:cubicBezTo>
                  <a:cubicBezTo>
                    <a:pt x="19692" y="33127"/>
                    <a:pt x="19765" y="33142"/>
                    <a:pt x="19809" y="33142"/>
                  </a:cubicBezTo>
                  <a:lnTo>
                    <a:pt x="19809" y="33142"/>
                  </a:lnTo>
                  <a:cubicBezTo>
                    <a:pt x="19824" y="33200"/>
                    <a:pt x="19839" y="33245"/>
                    <a:pt x="19839" y="33289"/>
                  </a:cubicBezTo>
                  <a:cubicBezTo>
                    <a:pt x="20104" y="33318"/>
                    <a:pt x="20354" y="33259"/>
                    <a:pt x="20575" y="33127"/>
                  </a:cubicBezTo>
                  <a:cubicBezTo>
                    <a:pt x="20619" y="33112"/>
                    <a:pt x="20678" y="33127"/>
                    <a:pt x="20722" y="33112"/>
                  </a:cubicBezTo>
                  <a:lnTo>
                    <a:pt x="20722" y="33200"/>
                  </a:lnTo>
                  <a:lnTo>
                    <a:pt x="20913" y="33186"/>
                  </a:lnTo>
                  <a:cubicBezTo>
                    <a:pt x="20957" y="33127"/>
                    <a:pt x="21001" y="33127"/>
                    <a:pt x="21046" y="33186"/>
                  </a:cubicBezTo>
                  <a:lnTo>
                    <a:pt x="21325" y="33097"/>
                  </a:lnTo>
                  <a:cubicBezTo>
                    <a:pt x="21399" y="32994"/>
                    <a:pt x="21516" y="33039"/>
                    <a:pt x="21619" y="33009"/>
                  </a:cubicBezTo>
                  <a:lnTo>
                    <a:pt x="21722" y="32906"/>
                  </a:lnTo>
                  <a:cubicBezTo>
                    <a:pt x="21855" y="32641"/>
                    <a:pt x="22135" y="32494"/>
                    <a:pt x="22444" y="32509"/>
                  </a:cubicBezTo>
                  <a:cubicBezTo>
                    <a:pt x="22458" y="32538"/>
                    <a:pt x="22458" y="32553"/>
                    <a:pt x="22458" y="32582"/>
                  </a:cubicBezTo>
                  <a:cubicBezTo>
                    <a:pt x="22532" y="32553"/>
                    <a:pt x="22620" y="32523"/>
                    <a:pt x="22650" y="32420"/>
                  </a:cubicBezTo>
                  <a:cubicBezTo>
                    <a:pt x="22870" y="32376"/>
                    <a:pt x="23062" y="32214"/>
                    <a:pt x="23297" y="32200"/>
                  </a:cubicBezTo>
                  <a:cubicBezTo>
                    <a:pt x="23430" y="32008"/>
                    <a:pt x="23709" y="32038"/>
                    <a:pt x="23871" y="31832"/>
                  </a:cubicBezTo>
                  <a:cubicBezTo>
                    <a:pt x="23974" y="31655"/>
                    <a:pt x="24195" y="31596"/>
                    <a:pt x="24386" y="31670"/>
                  </a:cubicBezTo>
                  <a:cubicBezTo>
                    <a:pt x="24519" y="31743"/>
                    <a:pt x="24548" y="31479"/>
                    <a:pt x="24681" y="31626"/>
                  </a:cubicBezTo>
                  <a:cubicBezTo>
                    <a:pt x="24710" y="31655"/>
                    <a:pt x="24739" y="31626"/>
                    <a:pt x="24754" y="31582"/>
                  </a:cubicBezTo>
                  <a:cubicBezTo>
                    <a:pt x="24769" y="31464"/>
                    <a:pt x="24887" y="31390"/>
                    <a:pt x="25004" y="31390"/>
                  </a:cubicBezTo>
                  <a:cubicBezTo>
                    <a:pt x="25151" y="31390"/>
                    <a:pt x="25254" y="31273"/>
                    <a:pt x="25269" y="31140"/>
                  </a:cubicBezTo>
                  <a:cubicBezTo>
                    <a:pt x="25313" y="31228"/>
                    <a:pt x="25357" y="31302"/>
                    <a:pt x="25402" y="31390"/>
                  </a:cubicBezTo>
                  <a:cubicBezTo>
                    <a:pt x="25446" y="31449"/>
                    <a:pt x="25534" y="31449"/>
                    <a:pt x="25564" y="31390"/>
                  </a:cubicBezTo>
                  <a:cubicBezTo>
                    <a:pt x="25637" y="31273"/>
                    <a:pt x="25667" y="31155"/>
                    <a:pt x="25681" y="31022"/>
                  </a:cubicBezTo>
                  <a:cubicBezTo>
                    <a:pt x="25696" y="30919"/>
                    <a:pt x="25784" y="30905"/>
                    <a:pt x="25858" y="30905"/>
                  </a:cubicBezTo>
                  <a:cubicBezTo>
                    <a:pt x="25873" y="30875"/>
                    <a:pt x="25887" y="30861"/>
                    <a:pt x="25887" y="30831"/>
                  </a:cubicBezTo>
                  <a:cubicBezTo>
                    <a:pt x="26005" y="30831"/>
                    <a:pt x="26093" y="30713"/>
                    <a:pt x="26064" y="30596"/>
                  </a:cubicBezTo>
                  <a:cubicBezTo>
                    <a:pt x="26049" y="30566"/>
                    <a:pt x="26049" y="30537"/>
                    <a:pt x="26064" y="30507"/>
                  </a:cubicBezTo>
                  <a:cubicBezTo>
                    <a:pt x="26079" y="30537"/>
                    <a:pt x="26093" y="30566"/>
                    <a:pt x="26108" y="30596"/>
                  </a:cubicBezTo>
                  <a:lnTo>
                    <a:pt x="26167" y="30625"/>
                  </a:lnTo>
                  <a:cubicBezTo>
                    <a:pt x="26108" y="30772"/>
                    <a:pt x="26196" y="30934"/>
                    <a:pt x="26343" y="30993"/>
                  </a:cubicBezTo>
                  <a:lnTo>
                    <a:pt x="26373" y="30743"/>
                  </a:lnTo>
                  <a:lnTo>
                    <a:pt x="26373" y="30743"/>
                  </a:lnTo>
                  <a:cubicBezTo>
                    <a:pt x="26402" y="30757"/>
                    <a:pt x="26446" y="30728"/>
                    <a:pt x="26461" y="30699"/>
                  </a:cubicBezTo>
                  <a:lnTo>
                    <a:pt x="26461" y="30699"/>
                  </a:lnTo>
                  <a:cubicBezTo>
                    <a:pt x="26491" y="30669"/>
                    <a:pt x="26535" y="30640"/>
                    <a:pt x="26564" y="30596"/>
                  </a:cubicBezTo>
                  <a:lnTo>
                    <a:pt x="26608" y="30596"/>
                  </a:lnTo>
                  <a:lnTo>
                    <a:pt x="26653" y="30596"/>
                  </a:lnTo>
                  <a:cubicBezTo>
                    <a:pt x="26741" y="30551"/>
                    <a:pt x="26829" y="30478"/>
                    <a:pt x="26859" y="30390"/>
                  </a:cubicBezTo>
                  <a:lnTo>
                    <a:pt x="26859" y="30390"/>
                  </a:lnTo>
                  <a:cubicBezTo>
                    <a:pt x="26932" y="30287"/>
                    <a:pt x="26962" y="30154"/>
                    <a:pt x="26932" y="30036"/>
                  </a:cubicBezTo>
                  <a:lnTo>
                    <a:pt x="26800" y="30036"/>
                  </a:lnTo>
                  <a:cubicBezTo>
                    <a:pt x="26814" y="30007"/>
                    <a:pt x="26844" y="29992"/>
                    <a:pt x="26873" y="29978"/>
                  </a:cubicBezTo>
                  <a:cubicBezTo>
                    <a:pt x="26888" y="29963"/>
                    <a:pt x="26888" y="29948"/>
                    <a:pt x="26888" y="29919"/>
                  </a:cubicBezTo>
                  <a:cubicBezTo>
                    <a:pt x="27020" y="29875"/>
                    <a:pt x="27079" y="29948"/>
                    <a:pt x="27094" y="30066"/>
                  </a:cubicBezTo>
                  <a:cubicBezTo>
                    <a:pt x="27256" y="29904"/>
                    <a:pt x="27153" y="29742"/>
                    <a:pt x="27079" y="29580"/>
                  </a:cubicBezTo>
                  <a:lnTo>
                    <a:pt x="27168" y="29477"/>
                  </a:lnTo>
                  <a:lnTo>
                    <a:pt x="27168" y="29477"/>
                  </a:lnTo>
                  <a:lnTo>
                    <a:pt x="27271" y="29492"/>
                  </a:lnTo>
                  <a:lnTo>
                    <a:pt x="27271" y="29492"/>
                  </a:lnTo>
                  <a:cubicBezTo>
                    <a:pt x="27271" y="29580"/>
                    <a:pt x="27285" y="29683"/>
                    <a:pt x="27285" y="29786"/>
                  </a:cubicBezTo>
                  <a:cubicBezTo>
                    <a:pt x="27285" y="29919"/>
                    <a:pt x="27359" y="29978"/>
                    <a:pt x="27491" y="30007"/>
                  </a:cubicBezTo>
                  <a:cubicBezTo>
                    <a:pt x="27550" y="29948"/>
                    <a:pt x="27580" y="29875"/>
                    <a:pt x="27580" y="29786"/>
                  </a:cubicBezTo>
                  <a:cubicBezTo>
                    <a:pt x="27521" y="29757"/>
                    <a:pt x="27506" y="29713"/>
                    <a:pt x="27580" y="29683"/>
                  </a:cubicBezTo>
                  <a:cubicBezTo>
                    <a:pt x="27653" y="29565"/>
                    <a:pt x="27697" y="29433"/>
                    <a:pt x="27697" y="29301"/>
                  </a:cubicBezTo>
                  <a:lnTo>
                    <a:pt x="27697" y="29301"/>
                  </a:lnTo>
                  <a:cubicBezTo>
                    <a:pt x="28006" y="29271"/>
                    <a:pt x="28006" y="29271"/>
                    <a:pt x="28006" y="29006"/>
                  </a:cubicBezTo>
                  <a:cubicBezTo>
                    <a:pt x="28006" y="28933"/>
                    <a:pt x="27962" y="28844"/>
                    <a:pt x="28036" y="28771"/>
                  </a:cubicBezTo>
                  <a:cubicBezTo>
                    <a:pt x="28109" y="28830"/>
                    <a:pt x="28168" y="28962"/>
                    <a:pt x="28271" y="28815"/>
                  </a:cubicBezTo>
                  <a:cubicBezTo>
                    <a:pt x="28315" y="28741"/>
                    <a:pt x="28360" y="28682"/>
                    <a:pt x="28448" y="28682"/>
                  </a:cubicBezTo>
                  <a:cubicBezTo>
                    <a:pt x="28566" y="28668"/>
                    <a:pt x="28669" y="28579"/>
                    <a:pt x="28713" y="28476"/>
                  </a:cubicBezTo>
                  <a:lnTo>
                    <a:pt x="28713" y="28476"/>
                  </a:lnTo>
                  <a:lnTo>
                    <a:pt x="28801" y="28388"/>
                  </a:lnTo>
                  <a:lnTo>
                    <a:pt x="28889" y="28373"/>
                  </a:lnTo>
                  <a:cubicBezTo>
                    <a:pt x="28904" y="28241"/>
                    <a:pt x="28875" y="28109"/>
                    <a:pt x="28801" y="28006"/>
                  </a:cubicBezTo>
                  <a:lnTo>
                    <a:pt x="28816" y="27814"/>
                  </a:lnTo>
                  <a:cubicBezTo>
                    <a:pt x="28948" y="27755"/>
                    <a:pt x="29037" y="27608"/>
                    <a:pt x="29198" y="27638"/>
                  </a:cubicBezTo>
                  <a:cubicBezTo>
                    <a:pt x="29213" y="27711"/>
                    <a:pt x="29184" y="27799"/>
                    <a:pt x="29095" y="27844"/>
                  </a:cubicBezTo>
                  <a:cubicBezTo>
                    <a:pt x="29051" y="27873"/>
                    <a:pt x="29022" y="27947"/>
                    <a:pt x="29081" y="27961"/>
                  </a:cubicBezTo>
                  <a:cubicBezTo>
                    <a:pt x="29257" y="28020"/>
                    <a:pt x="29184" y="28079"/>
                    <a:pt x="29081" y="28138"/>
                  </a:cubicBezTo>
                  <a:cubicBezTo>
                    <a:pt x="29037" y="28182"/>
                    <a:pt x="29007" y="28241"/>
                    <a:pt x="29022" y="28300"/>
                  </a:cubicBezTo>
                  <a:lnTo>
                    <a:pt x="28992" y="28329"/>
                  </a:lnTo>
                  <a:lnTo>
                    <a:pt x="29022" y="28624"/>
                  </a:lnTo>
                  <a:cubicBezTo>
                    <a:pt x="29051" y="28609"/>
                    <a:pt x="29081" y="28609"/>
                    <a:pt x="29110" y="28624"/>
                  </a:cubicBezTo>
                  <a:cubicBezTo>
                    <a:pt x="29228" y="28565"/>
                    <a:pt x="29287" y="28432"/>
                    <a:pt x="29243" y="28315"/>
                  </a:cubicBezTo>
                  <a:lnTo>
                    <a:pt x="29243" y="28315"/>
                  </a:lnTo>
                  <a:cubicBezTo>
                    <a:pt x="29257" y="28315"/>
                    <a:pt x="29287" y="28300"/>
                    <a:pt x="29301" y="28300"/>
                  </a:cubicBezTo>
                  <a:cubicBezTo>
                    <a:pt x="29301" y="28241"/>
                    <a:pt x="29316" y="28182"/>
                    <a:pt x="29331" y="28123"/>
                  </a:cubicBezTo>
                  <a:cubicBezTo>
                    <a:pt x="29360" y="28079"/>
                    <a:pt x="29390" y="28050"/>
                    <a:pt x="29419" y="28020"/>
                  </a:cubicBezTo>
                  <a:lnTo>
                    <a:pt x="29419" y="28020"/>
                  </a:lnTo>
                  <a:lnTo>
                    <a:pt x="29419" y="27799"/>
                  </a:lnTo>
                  <a:cubicBezTo>
                    <a:pt x="29419" y="27726"/>
                    <a:pt x="29419" y="27667"/>
                    <a:pt x="29405" y="27623"/>
                  </a:cubicBezTo>
                  <a:lnTo>
                    <a:pt x="29316" y="27623"/>
                  </a:lnTo>
                  <a:cubicBezTo>
                    <a:pt x="29316" y="27535"/>
                    <a:pt x="29463" y="27476"/>
                    <a:pt x="29419" y="27432"/>
                  </a:cubicBezTo>
                  <a:cubicBezTo>
                    <a:pt x="29198" y="27299"/>
                    <a:pt x="29301" y="27181"/>
                    <a:pt x="29375" y="27049"/>
                  </a:cubicBezTo>
                  <a:cubicBezTo>
                    <a:pt x="29405" y="26975"/>
                    <a:pt x="29434" y="26887"/>
                    <a:pt x="29434" y="26813"/>
                  </a:cubicBezTo>
                  <a:lnTo>
                    <a:pt x="29434" y="26813"/>
                  </a:lnTo>
                  <a:lnTo>
                    <a:pt x="29625" y="26710"/>
                  </a:lnTo>
                  <a:cubicBezTo>
                    <a:pt x="29684" y="26725"/>
                    <a:pt x="29714" y="26799"/>
                    <a:pt x="29684" y="26872"/>
                  </a:cubicBezTo>
                  <a:cubicBezTo>
                    <a:pt x="29655" y="26946"/>
                    <a:pt x="29669" y="27020"/>
                    <a:pt x="29714" y="27093"/>
                  </a:cubicBezTo>
                  <a:cubicBezTo>
                    <a:pt x="29640" y="27167"/>
                    <a:pt x="29581" y="27240"/>
                    <a:pt x="29714" y="27299"/>
                  </a:cubicBezTo>
                  <a:lnTo>
                    <a:pt x="29714" y="27417"/>
                  </a:lnTo>
                  <a:cubicBezTo>
                    <a:pt x="29714" y="27461"/>
                    <a:pt x="29625" y="27520"/>
                    <a:pt x="29669" y="27579"/>
                  </a:cubicBezTo>
                  <a:cubicBezTo>
                    <a:pt x="29699" y="27593"/>
                    <a:pt x="29758" y="27579"/>
                    <a:pt x="29802" y="27579"/>
                  </a:cubicBezTo>
                  <a:lnTo>
                    <a:pt x="29802" y="27579"/>
                  </a:lnTo>
                  <a:lnTo>
                    <a:pt x="29802" y="27623"/>
                  </a:lnTo>
                  <a:cubicBezTo>
                    <a:pt x="29831" y="27608"/>
                    <a:pt x="29861" y="27593"/>
                    <a:pt x="29890" y="27593"/>
                  </a:cubicBezTo>
                  <a:cubicBezTo>
                    <a:pt x="29890" y="27505"/>
                    <a:pt x="29934" y="27432"/>
                    <a:pt x="29993" y="27387"/>
                  </a:cubicBezTo>
                  <a:cubicBezTo>
                    <a:pt x="30052" y="27299"/>
                    <a:pt x="30111" y="27226"/>
                    <a:pt x="30081" y="27108"/>
                  </a:cubicBezTo>
                  <a:cubicBezTo>
                    <a:pt x="29978" y="27020"/>
                    <a:pt x="30008" y="26902"/>
                    <a:pt x="30008" y="26799"/>
                  </a:cubicBezTo>
                  <a:lnTo>
                    <a:pt x="30023" y="26313"/>
                  </a:lnTo>
                  <a:lnTo>
                    <a:pt x="30023" y="26313"/>
                  </a:lnTo>
                  <a:cubicBezTo>
                    <a:pt x="30052" y="26269"/>
                    <a:pt x="30081" y="26240"/>
                    <a:pt x="30111" y="26210"/>
                  </a:cubicBezTo>
                  <a:cubicBezTo>
                    <a:pt x="30302" y="26166"/>
                    <a:pt x="30435" y="26401"/>
                    <a:pt x="30626" y="26298"/>
                  </a:cubicBezTo>
                  <a:cubicBezTo>
                    <a:pt x="30685" y="26195"/>
                    <a:pt x="30626" y="26063"/>
                    <a:pt x="30700" y="25975"/>
                  </a:cubicBezTo>
                  <a:cubicBezTo>
                    <a:pt x="30700" y="25916"/>
                    <a:pt x="30714" y="25842"/>
                    <a:pt x="30714" y="25798"/>
                  </a:cubicBezTo>
                  <a:cubicBezTo>
                    <a:pt x="30744" y="25754"/>
                    <a:pt x="30773" y="25724"/>
                    <a:pt x="30803" y="25680"/>
                  </a:cubicBezTo>
                  <a:cubicBezTo>
                    <a:pt x="30803" y="25651"/>
                    <a:pt x="30817" y="25621"/>
                    <a:pt x="30817" y="25592"/>
                  </a:cubicBezTo>
                  <a:cubicBezTo>
                    <a:pt x="30817" y="25592"/>
                    <a:pt x="30832" y="25577"/>
                    <a:pt x="30847" y="25548"/>
                  </a:cubicBezTo>
                  <a:cubicBezTo>
                    <a:pt x="30847" y="25533"/>
                    <a:pt x="30847" y="25518"/>
                    <a:pt x="30847" y="25504"/>
                  </a:cubicBezTo>
                  <a:lnTo>
                    <a:pt x="30832" y="25504"/>
                  </a:lnTo>
                  <a:lnTo>
                    <a:pt x="30832" y="25504"/>
                  </a:lnTo>
                  <a:lnTo>
                    <a:pt x="30832" y="25504"/>
                  </a:lnTo>
                  <a:cubicBezTo>
                    <a:pt x="30832" y="25504"/>
                    <a:pt x="30832" y="25504"/>
                    <a:pt x="30847" y="25518"/>
                  </a:cubicBezTo>
                  <a:lnTo>
                    <a:pt x="30847" y="25518"/>
                  </a:lnTo>
                  <a:cubicBezTo>
                    <a:pt x="30891" y="25548"/>
                    <a:pt x="30964" y="25533"/>
                    <a:pt x="31009" y="25474"/>
                  </a:cubicBezTo>
                  <a:lnTo>
                    <a:pt x="31097" y="25386"/>
                  </a:lnTo>
                  <a:cubicBezTo>
                    <a:pt x="31141" y="25357"/>
                    <a:pt x="31185" y="25312"/>
                    <a:pt x="31215" y="25283"/>
                  </a:cubicBezTo>
                  <a:cubicBezTo>
                    <a:pt x="31200" y="25254"/>
                    <a:pt x="31200" y="25224"/>
                    <a:pt x="31215" y="25195"/>
                  </a:cubicBezTo>
                  <a:cubicBezTo>
                    <a:pt x="31185" y="25165"/>
                    <a:pt x="31141" y="25121"/>
                    <a:pt x="31112" y="25092"/>
                  </a:cubicBezTo>
                  <a:lnTo>
                    <a:pt x="31112" y="25092"/>
                  </a:lnTo>
                  <a:lnTo>
                    <a:pt x="31067" y="25077"/>
                  </a:lnTo>
                  <a:lnTo>
                    <a:pt x="31038" y="25048"/>
                  </a:lnTo>
                  <a:lnTo>
                    <a:pt x="31038" y="25003"/>
                  </a:lnTo>
                  <a:lnTo>
                    <a:pt x="31082" y="25018"/>
                  </a:lnTo>
                  <a:lnTo>
                    <a:pt x="31112" y="24989"/>
                  </a:lnTo>
                  <a:lnTo>
                    <a:pt x="31112" y="24989"/>
                  </a:lnTo>
                  <a:cubicBezTo>
                    <a:pt x="31156" y="24900"/>
                    <a:pt x="31229" y="24827"/>
                    <a:pt x="31303" y="24768"/>
                  </a:cubicBezTo>
                  <a:cubicBezTo>
                    <a:pt x="31303" y="24738"/>
                    <a:pt x="31303" y="24709"/>
                    <a:pt x="31303" y="24680"/>
                  </a:cubicBezTo>
                  <a:cubicBezTo>
                    <a:pt x="31347" y="24665"/>
                    <a:pt x="31347" y="24621"/>
                    <a:pt x="31332" y="24577"/>
                  </a:cubicBezTo>
                  <a:cubicBezTo>
                    <a:pt x="31332" y="24577"/>
                    <a:pt x="31318" y="24577"/>
                    <a:pt x="31303" y="24562"/>
                  </a:cubicBezTo>
                  <a:lnTo>
                    <a:pt x="31494" y="24385"/>
                  </a:lnTo>
                  <a:cubicBezTo>
                    <a:pt x="31347" y="24268"/>
                    <a:pt x="31494" y="24165"/>
                    <a:pt x="31509" y="24062"/>
                  </a:cubicBezTo>
                  <a:lnTo>
                    <a:pt x="31509" y="24062"/>
                  </a:lnTo>
                  <a:cubicBezTo>
                    <a:pt x="31627" y="23914"/>
                    <a:pt x="31627" y="23914"/>
                    <a:pt x="31524" y="23738"/>
                  </a:cubicBezTo>
                  <a:cubicBezTo>
                    <a:pt x="31362" y="23694"/>
                    <a:pt x="31185" y="23767"/>
                    <a:pt x="31112" y="23914"/>
                  </a:cubicBezTo>
                  <a:cubicBezTo>
                    <a:pt x="31097" y="23870"/>
                    <a:pt x="31082" y="23826"/>
                    <a:pt x="31053" y="23782"/>
                  </a:cubicBezTo>
                  <a:cubicBezTo>
                    <a:pt x="31038" y="23767"/>
                    <a:pt x="31023" y="23752"/>
                    <a:pt x="31009" y="23752"/>
                  </a:cubicBezTo>
                  <a:cubicBezTo>
                    <a:pt x="31038" y="23723"/>
                    <a:pt x="31067" y="23679"/>
                    <a:pt x="31067" y="23649"/>
                  </a:cubicBezTo>
                  <a:cubicBezTo>
                    <a:pt x="31067" y="23635"/>
                    <a:pt x="31067" y="23620"/>
                    <a:pt x="31067" y="23605"/>
                  </a:cubicBezTo>
                  <a:lnTo>
                    <a:pt x="31200" y="23458"/>
                  </a:lnTo>
                  <a:cubicBezTo>
                    <a:pt x="31332" y="23223"/>
                    <a:pt x="31200" y="23046"/>
                    <a:pt x="31097" y="22855"/>
                  </a:cubicBezTo>
                  <a:cubicBezTo>
                    <a:pt x="31097" y="22825"/>
                    <a:pt x="31112" y="22796"/>
                    <a:pt x="31112" y="22766"/>
                  </a:cubicBezTo>
                  <a:cubicBezTo>
                    <a:pt x="31185" y="22766"/>
                    <a:pt x="31259" y="22722"/>
                    <a:pt x="31303" y="22663"/>
                  </a:cubicBezTo>
                  <a:cubicBezTo>
                    <a:pt x="31347" y="22663"/>
                    <a:pt x="31391" y="22693"/>
                    <a:pt x="31406" y="22737"/>
                  </a:cubicBezTo>
                  <a:cubicBezTo>
                    <a:pt x="31435" y="22811"/>
                    <a:pt x="31450" y="22884"/>
                    <a:pt x="31480" y="22972"/>
                  </a:cubicBezTo>
                  <a:cubicBezTo>
                    <a:pt x="31494" y="23134"/>
                    <a:pt x="31494" y="23134"/>
                    <a:pt x="31686" y="23149"/>
                  </a:cubicBezTo>
                  <a:cubicBezTo>
                    <a:pt x="31730" y="23031"/>
                    <a:pt x="31627" y="22928"/>
                    <a:pt x="31627" y="22825"/>
                  </a:cubicBezTo>
                  <a:cubicBezTo>
                    <a:pt x="31627" y="22796"/>
                    <a:pt x="31641" y="22766"/>
                    <a:pt x="31656" y="22737"/>
                  </a:cubicBezTo>
                  <a:cubicBezTo>
                    <a:pt x="31671" y="22752"/>
                    <a:pt x="31700" y="22766"/>
                    <a:pt x="31715" y="22796"/>
                  </a:cubicBezTo>
                  <a:cubicBezTo>
                    <a:pt x="31774" y="22840"/>
                    <a:pt x="31833" y="22855"/>
                    <a:pt x="31906" y="22855"/>
                  </a:cubicBezTo>
                  <a:lnTo>
                    <a:pt x="31906" y="22560"/>
                  </a:lnTo>
                  <a:cubicBezTo>
                    <a:pt x="31862" y="22531"/>
                    <a:pt x="31833" y="22502"/>
                    <a:pt x="31789" y="22472"/>
                  </a:cubicBezTo>
                  <a:cubicBezTo>
                    <a:pt x="31627" y="22443"/>
                    <a:pt x="31686" y="22340"/>
                    <a:pt x="31715" y="22251"/>
                  </a:cubicBezTo>
                  <a:lnTo>
                    <a:pt x="31818" y="22148"/>
                  </a:lnTo>
                  <a:cubicBezTo>
                    <a:pt x="31803" y="22104"/>
                    <a:pt x="31789" y="22045"/>
                    <a:pt x="31774" y="21986"/>
                  </a:cubicBezTo>
                  <a:lnTo>
                    <a:pt x="31774" y="21986"/>
                  </a:lnTo>
                  <a:cubicBezTo>
                    <a:pt x="31744" y="21928"/>
                    <a:pt x="31715" y="21839"/>
                    <a:pt x="31656" y="21795"/>
                  </a:cubicBezTo>
                  <a:cubicBezTo>
                    <a:pt x="31553" y="21722"/>
                    <a:pt x="31583" y="21633"/>
                    <a:pt x="31612" y="21545"/>
                  </a:cubicBezTo>
                  <a:lnTo>
                    <a:pt x="31612" y="21545"/>
                  </a:lnTo>
                  <a:cubicBezTo>
                    <a:pt x="31686" y="21545"/>
                    <a:pt x="31759" y="21574"/>
                    <a:pt x="31803" y="21648"/>
                  </a:cubicBezTo>
                  <a:cubicBezTo>
                    <a:pt x="31847" y="21692"/>
                    <a:pt x="31877" y="21677"/>
                    <a:pt x="31921" y="21648"/>
                  </a:cubicBezTo>
                  <a:lnTo>
                    <a:pt x="31921" y="21457"/>
                  </a:lnTo>
                  <a:cubicBezTo>
                    <a:pt x="31862" y="21383"/>
                    <a:pt x="31789" y="21310"/>
                    <a:pt x="31730" y="21236"/>
                  </a:cubicBezTo>
                  <a:cubicBezTo>
                    <a:pt x="31568" y="21030"/>
                    <a:pt x="31465" y="20824"/>
                    <a:pt x="31656" y="20574"/>
                  </a:cubicBezTo>
                  <a:cubicBezTo>
                    <a:pt x="31686" y="20500"/>
                    <a:pt x="31700" y="20427"/>
                    <a:pt x="31700" y="20338"/>
                  </a:cubicBezTo>
                  <a:cubicBezTo>
                    <a:pt x="31686" y="20206"/>
                    <a:pt x="31730" y="20088"/>
                    <a:pt x="31847" y="20000"/>
                  </a:cubicBezTo>
                  <a:cubicBezTo>
                    <a:pt x="31936" y="19926"/>
                    <a:pt x="31862" y="19823"/>
                    <a:pt x="31818" y="19750"/>
                  </a:cubicBezTo>
                  <a:cubicBezTo>
                    <a:pt x="31906" y="19705"/>
                    <a:pt x="31980" y="19632"/>
                    <a:pt x="32024" y="19544"/>
                  </a:cubicBezTo>
                  <a:cubicBezTo>
                    <a:pt x="32083" y="19441"/>
                    <a:pt x="32024" y="19323"/>
                    <a:pt x="32024" y="19220"/>
                  </a:cubicBezTo>
                  <a:cubicBezTo>
                    <a:pt x="32024" y="19043"/>
                    <a:pt x="32053" y="18881"/>
                    <a:pt x="32112" y="18705"/>
                  </a:cubicBezTo>
                  <a:lnTo>
                    <a:pt x="32112" y="18440"/>
                  </a:lnTo>
                  <a:cubicBezTo>
                    <a:pt x="32083" y="18263"/>
                    <a:pt x="32201" y="18101"/>
                    <a:pt x="32186" y="17925"/>
                  </a:cubicBezTo>
                  <a:close/>
                  <a:moveTo>
                    <a:pt x="10258" y="2075"/>
                  </a:moveTo>
                  <a:lnTo>
                    <a:pt x="10258" y="2090"/>
                  </a:lnTo>
                  <a:lnTo>
                    <a:pt x="10258" y="2090"/>
                  </a:lnTo>
                  <a:cubicBezTo>
                    <a:pt x="10258" y="2090"/>
                    <a:pt x="10258" y="2075"/>
                    <a:pt x="10258" y="2075"/>
                  </a:cubicBezTo>
                  <a:close/>
                  <a:moveTo>
                    <a:pt x="9346" y="31140"/>
                  </a:moveTo>
                  <a:lnTo>
                    <a:pt x="9346" y="31140"/>
                  </a:lnTo>
                  <a:lnTo>
                    <a:pt x="9361" y="31140"/>
                  </a:lnTo>
                  <a:lnTo>
                    <a:pt x="9361" y="31125"/>
                  </a:lnTo>
                  <a:close/>
                  <a:moveTo>
                    <a:pt x="21546" y="3120"/>
                  </a:moveTo>
                  <a:close/>
                  <a:moveTo>
                    <a:pt x="17720" y="2016"/>
                  </a:moveTo>
                  <a:lnTo>
                    <a:pt x="17720" y="2016"/>
                  </a:lnTo>
                  <a:cubicBezTo>
                    <a:pt x="17720" y="2016"/>
                    <a:pt x="17720" y="2016"/>
                    <a:pt x="17720" y="2016"/>
                  </a:cubicBezTo>
                  <a:lnTo>
                    <a:pt x="17720" y="2016"/>
                  </a:lnTo>
                  <a:lnTo>
                    <a:pt x="17720" y="2016"/>
                  </a:lnTo>
                  <a:close/>
                  <a:moveTo>
                    <a:pt x="24872" y="6343"/>
                  </a:moveTo>
                  <a:lnTo>
                    <a:pt x="24872" y="6343"/>
                  </a:lnTo>
                  <a:cubicBezTo>
                    <a:pt x="24872" y="6358"/>
                    <a:pt x="24872" y="6372"/>
                    <a:pt x="24857" y="6372"/>
                  </a:cubicBezTo>
                  <a:cubicBezTo>
                    <a:pt x="24857" y="6372"/>
                    <a:pt x="24857" y="6358"/>
                    <a:pt x="24857" y="6343"/>
                  </a:cubicBezTo>
                  <a:lnTo>
                    <a:pt x="24872" y="6343"/>
                  </a:lnTo>
                  <a:close/>
                  <a:moveTo>
                    <a:pt x="28801" y="23090"/>
                  </a:moveTo>
                  <a:close/>
                  <a:moveTo>
                    <a:pt x="9110" y="10670"/>
                  </a:moveTo>
                  <a:lnTo>
                    <a:pt x="9110" y="10670"/>
                  </a:lnTo>
                  <a:lnTo>
                    <a:pt x="9110" y="10714"/>
                  </a:lnTo>
                  <a:cubicBezTo>
                    <a:pt x="9110" y="10699"/>
                    <a:pt x="9110" y="10684"/>
                    <a:pt x="9110" y="10670"/>
                  </a:cubicBezTo>
                  <a:close/>
                  <a:moveTo>
                    <a:pt x="14276" y="8227"/>
                  </a:moveTo>
                  <a:cubicBezTo>
                    <a:pt x="14276" y="8241"/>
                    <a:pt x="14276" y="8241"/>
                    <a:pt x="14276" y="8241"/>
                  </a:cubicBezTo>
                  <a:lnTo>
                    <a:pt x="14276" y="8241"/>
                  </a:lnTo>
                  <a:cubicBezTo>
                    <a:pt x="14276" y="8241"/>
                    <a:pt x="14276" y="8241"/>
                    <a:pt x="14276" y="8227"/>
                  </a:cubicBezTo>
                  <a:close/>
                  <a:moveTo>
                    <a:pt x="17396" y="6122"/>
                  </a:moveTo>
                  <a:close/>
                  <a:moveTo>
                    <a:pt x="10862" y="21648"/>
                  </a:moveTo>
                  <a:lnTo>
                    <a:pt x="10862" y="21648"/>
                  </a:lnTo>
                  <a:lnTo>
                    <a:pt x="10862" y="21648"/>
                  </a:lnTo>
                  <a:lnTo>
                    <a:pt x="10862" y="21648"/>
                  </a:lnTo>
                  <a:lnTo>
                    <a:pt x="10862" y="21648"/>
                  </a:lnTo>
                  <a:lnTo>
                    <a:pt x="10862" y="21648"/>
                  </a:lnTo>
                  <a:lnTo>
                    <a:pt x="10862" y="21648"/>
                  </a:lnTo>
                  <a:lnTo>
                    <a:pt x="10862" y="21648"/>
                  </a:lnTo>
                  <a:close/>
                  <a:moveTo>
                    <a:pt x="10258" y="19750"/>
                  </a:moveTo>
                  <a:lnTo>
                    <a:pt x="10258" y="19750"/>
                  </a:lnTo>
                  <a:close/>
                  <a:moveTo>
                    <a:pt x="14188" y="19131"/>
                  </a:moveTo>
                  <a:lnTo>
                    <a:pt x="14188" y="19131"/>
                  </a:lnTo>
                  <a:lnTo>
                    <a:pt x="14173" y="19131"/>
                  </a:lnTo>
                  <a:close/>
                  <a:moveTo>
                    <a:pt x="12775" y="19028"/>
                  </a:moveTo>
                  <a:close/>
                  <a:moveTo>
                    <a:pt x="11450" y="22163"/>
                  </a:moveTo>
                  <a:close/>
                  <a:moveTo>
                    <a:pt x="11362" y="22663"/>
                  </a:moveTo>
                  <a:lnTo>
                    <a:pt x="11362" y="22663"/>
                  </a:lnTo>
                  <a:close/>
                  <a:moveTo>
                    <a:pt x="11612" y="21471"/>
                  </a:moveTo>
                  <a:lnTo>
                    <a:pt x="11598" y="21442"/>
                  </a:lnTo>
                  <a:lnTo>
                    <a:pt x="11642" y="21471"/>
                  </a:lnTo>
                  <a:close/>
                  <a:moveTo>
                    <a:pt x="11362" y="22663"/>
                  </a:moveTo>
                  <a:close/>
                  <a:moveTo>
                    <a:pt x="21016" y="18293"/>
                  </a:moveTo>
                  <a:cubicBezTo>
                    <a:pt x="21016" y="18249"/>
                    <a:pt x="21060" y="18204"/>
                    <a:pt x="21104" y="18204"/>
                  </a:cubicBezTo>
                  <a:cubicBezTo>
                    <a:pt x="21075" y="18234"/>
                    <a:pt x="21046" y="18263"/>
                    <a:pt x="21016" y="18293"/>
                  </a:cubicBezTo>
                  <a:close/>
                  <a:moveTo>
                    <a:pt x="20898" y="22296"/>
                  </a:moveTo>
                  <a:cubicBezTo>
                    <a:pt x="20869" y="22310"/>
                    <a:pt x="20840" y="22325"/>
                    <a:pt x="20825" y="22310"/>
                  </a:cubicBezTo>
                  <a:cubicBezTo>
                    <a:pt x="20781" y="22296"/>
                    <a:pt x="20766" y="22266"/>
                    <a:pt x="20781" y="22222"/>
                  </a:cubicBezTo>
                  <a:cubicBezTo>
                    <a:pt x="20810" y="22251"/>
                    <a:pt x="20854" y="22281"/>
                    <a:pt x="20898" y="22296"/>
                  </a:cubicBezTo>
                  <a:close/>
                  <a:moveTo>
                    <a:pt x="23665" y="19985"/>
                  </a:moveTo>
                  <a:lnTo>
                    <a:pt x="23665" y="20000"/>
                  </a:lnTo>
                  <a:cubicBezTo>
                    <a:pt x="23665" y="20014"/>
                    <a:pt x="23665" y="20014"/>
                    <a:pt x="23650" y="20029"/>
                  </a:cubicBezTo>
                  <a:cubicBezTo>
                    <a:pt x="23665" y="20014"/>
                    <a:pt x="23665" y="20000"/>
                    <a:pt x="23665" y="19985"/>
                  </a:cubicBezTo>
                  <a:close/>
                  <a:moveTo>
                    <a:pt x="23665" y="19941"/>
                  </a:moveTo>
                  <a:lnTo>
                    <a:pt x="23650" y="19941"/>
                  </a:lnTo>
                  <a:cubicBezTo>
                    <a:pt x="23650" y="19941"/>
                    <a:pt x="23650" y="19941"/>
                    <a:pt x="23650" y="19941"/>
                  </a:cubicBezTo>
                  <a:lnTo>
                    <a:pt x="23650" y="19941"/>
                  </a:lnTo>
                  <a:lnTo>
                    <a:pt x="23650" y="19941"/>
                  </a:lnTo>
                  <a:cubicBezTo>
                    <a:pt x="23665" y="19941"/>
                    <a:pt x="23665" y="19941"/>
                    <a:pt x="23680" y="19941"/>
                  </a:cubicBezTo>
                  <a:close/>
                  <a:moveTo>
                    <a:pt x="23047" y="17027"/>
                  </a:moveTo>
                  <a:close/>
                  <a:moveTo>
                    <a:pt x="10067" y="21354"/>
                  </a:moveTo>
                  <a:close/>
                  <a:moveTo>
                    <a:pt x="20722" y="21236"/>
                  </a:moveTo>
                  <a:lnTo>
                    <a:pt x="20722" y="21251"/>
                  </a:lnTo>
                  <a:lnTo>
                    <a:pt x="20707" y="21236"/>
                  </a:lnTo>
                  <a:close/>
                  <a:moveTo>
                    <a:pt x="24666" y="19647"/>
                  </a:moveTo>
                  <a:close/>
                  <a:moveTo>
                    <a:pt x="19471" y="16218"/>
                  </a:moveTo>
                  <a:cubicBezTo>
                    <a:pt x="19500" y="16218"/>
                    <a:pt x="19515" y="16232"/>
                    <a:pt x="19544" y="16247"/>
                  </a:cubicBezTo>
                  <a:cubicBezTo>
                    <a:pt x="19515" y="16247"/>
                    <a:pt x="19471" y="16232"/>
                    <a:pt x="19441" y="16218"/>
                  </a:cubicBezTo>
                  <a:lnTo>
                    <a:pt x="19441" y="16218"/>
                  </a:lnTo>
                  <a:close/>
                  <a:moveTo>
                    <a:pt x="10126" y="22207"/>
                  </a:moveTo>
                  <a:cubicBezTo>
                    <a:pt x="10126" y="22222"/>
                    <a:pt x="10126" y="22237"/>
                    <a:pt x="10126" y="22251"/>
                  </a:cubicBezTo>
                  <a:lnTo>
                    <a:pt x="10082" y="22178"/>
                  </a:lnTo>
                  <a:close/>
                  <a:moveTo>
                    <a:pt x="23739" y="17410"/>
                  </a:moveTo>
                  <a:cubicBezTo>
                    <a:pt x="23739" y="17395"/>
                    <a:pt x="23739" y="17395"/>
                    <a:pt x="23739" y="17380"/>
                  </a:cubicBezTo>
                  <a:cubicBezTo>
                    <a:pt x="23768" y="17424"/>
                    <a:pt x="23812" y="17469"/>
                    <a:pt x="23842" y="17498"/>
                  </a:cubicBezTo>
                  <a:cubicBezTo>
                    <a:pt x="23798" y="17483"/>
                    <a:pt x="23753" y="17439"/>
                    <a:pt x="23739" y="17410"/>
                  </a:cubicBezTo>
                  <a:close/>
                  <a:moveTo>
                    <a:pt x="19280" y="12362"/>
                  </a:moveTo>
                  <a:lnTo>
                    <a:pt x="19250" y="12377"/>
                  </a:lnTo>
                  <a:cubicBezTo>
                    <a:pt x="19250" y="12362"/>
                    <a:pt x="19265" y="12362"/>
                    <a:pt x="19280" y="12362"/>
                  </a:cubicBezTo>
                  <a:close/>
                  <a:moveTo>
                    <a:pt x="11377" y="18440"/>
                  </a:moveTo>
                  <a:close/>
                  <a:moveTo>
                    <a:pt x="21958" y="13819"/>
                  </a:moveTo>
                  <a:close/>
                  <a:moveTo>
                    <a:pt x="17837" y="23973"/>
                  </a:moveTo>
                  <a:lnTo>
                    <a:pt x="17852" y="23988"/>
                  </a:lnTo>
                  <a:lnTo>
                    <a:pt x="17837" y="23988"/>
                  </a:lnTo>
                  <a:close/>
                  <a:moveTo>
                    <a:pt x="19706" y="9742"/>
                  </a:moveTo>
                  <a:lnTo>
                    <a:pt x="19706" y="9742"/>
                  </a:lnTo>
                  <a:lnTo>
                    <a:pt x="19692" y="9728"/>
                  </a:lnTo>
                  <a:close/>
                  <a:moveTo>
                    <a:pt x="11274" y="27608"/>
                  </a:moveTo>
                  <a:lnTo>
                    <a:pt x="11274" y="27623"/>
                  </a:lnTo>
                  <a:lnTo>
                    <a:pt x="11259" y="27623"/>
                  </a:lnTo>
                  <a:close/>
                  <a:moveTo>
                    <a:pt x="11274" y="27608"/>
                  </a:moveTo>
                  <a:lnTo>
                    <a:pt x="11289" y="27593"/>
                  </a:lnTo>
                  <a:lnTo>
                    <a:pt x="11289" y="27608"/>
                  </a:lnTo>
                  <a:close/>
                  <a:moveTo>
                    <a:pt x="16219" y="26195"/>
                  </a:moveTo>
                  <a:lnTo>
                    <a:pt x="16219" y="26195"/>
                  </a:lnTo>
                  <a:lnTo>
                    <a:pt x="16219" y="26195"/>
                  </a:lnTo>
                  <a:lnTo>
                    <a:pt x="16219" y="26195"/>
                  </a:lnTo>
                  <a:lnTo>
                    <a:pt x="16219" y="26195"/>
                  </a:lnTo>
                  <a:lnTo>
                    <a:pt x="16219" y="26210"/>
                  </a:lnTo>
                  <a:close/>
                  <a:moveTo>
                    <a:pt x="12863" y="10979"/>
                  </a:moveTo>
                  <a:lnTo>
                    <a:pt x="12863" y="10979"/>
                  </a:lnTo>
                  <a:lnTo>
                    <a:pt x="12863" y="10979"/>
                  </a:lnTo>
                  <a:cubicBezTo>
                    <a:pt x="12863" y="10979"/>
                    <a:pt x="12863" y="10964"/>
                    <a:pt x="12863" y="10964"/>
                  </a:cubicBezTo>
                  <a:close/>
                  <a:moveTo>
                    <a:pt x="5829" y="17012"/>
                  </a:moveTo>
                  <a:lnTo>
                    <a:pt x="5814" y="17027"/>
                  </a:lnTo>
                  <a:cubicBezTo>
                    <a:pt x="5814" y="17027"/>
                    <a:pt x="5814" y="17027"/>
                    <a:pt x="5814" y="17012"/>
                  </a:cubicBezTo>
                  <a:lnTo>
                    <a:pt x="5814" y="17012"/>
                  </a:lnTo>
                  <a:close/>
                  <a:moveTo>
                    <a:pt x="5505" y="20073"/>
                  </a:moveTo>
                  <a:close/>
                  <a:moveTo>
                    <a:pt x="9449" y="24694"/>
                  </a:moveTo>
                  <a:lnTo>
                    <a:pt x="9449" y="24694"/>
                  </a:lnTo>
                  <a:lnTo>
                    <a:pt x="9449" y="24694"/>
                  </a:lnTo>
                  <a:cubicBezTo>
                    <a:pt x="9420" y="24753"/>
                    <a:pt x="9405" y="24709"/>
                    <a:pt x="9449" y="24694"/>
                  </a:cubicBezTo>
                  <a:close/>
                  <a:moveTo>
                    <a:pt x="11347" y="28285"/>
                  </a:moveTo>
                  <a:lnTo>
                    <a:pt x="11347" y="28285"/>
                  </a:lnTo>
                  <a:cubicBezTo>
                    <a:pt x="11347" y="28300"/>
                    <a:pt x="11333" y="28300"/>
                    <a:pt x="11333" y="28315"/>
                  </a:cubicBezTo>
                  <a:cubicBezTo>
                    <a:pt x="11333" y="28300"/>
                    <a:pt x="11347" y="28300"/>
                    <a:pt x="11347" y="28300"/>
                  </a:cubicBezTo>
                  <a:close/>
                  <a:moveTo>
                    <a:pt x="11362" y="27608"/>
                  </a:moveTo>
                  <a:lnTo>
                    <a:pt x="11362" y="27608"/>
                  </a:lnTo>
                  <a:lnTo>
                    <a:pt x="11362" y="27593"/>
                  </a:lnTo>
                  <a:lnTo>
                    <a:pt x="11362" y="27593"/>
                  </a:lnTo>
                  <a:lnTo>
                    <a:pt x="11362" y="27593"/>
                  </a:lnTo>
                  <a:close/>
                  <a:moveTo>
                    <a:pt x="23871" y="14305"/>
                  </a:moveTo>
                  <a:lnTo>
                    <a:pt x="23871" y="14290"/>
                  </a:lnTo>
                  <a:lnTo>
                    <a:pt x="23871" y="14290"/>
                  </a:lnTo>
                  <a:close/>
                  <a:moveTo>
                    <a:pt x="16807" y="5622"/>
                  </a:moveTo>
                  <a:lnTo>
                    <a:pt x="16807" y="5622"/>
                  </a:lnTo>
                  <a:lnTo>
                    <a:pt x="16807" y="5622"/>
                  </a:lnTo>
                  <a:lnTo>
                    <a:pt x="16807" y="5622"/>
                  </a:lnTo>
                  <a:close/>
                  <a:moveTo>
                    <a:pt x="3503" y="15703"/>
                  </a:moveTo>
                  <a:lnTo>
                    <a:pt x="3503" y="15703"/>
                  </a:lnTo>
                  <a:lnTo>
                    <a:pt x="3489" y="15703"/>
                  </a:lnTo>
                  <a:close/>
                  <a:moveTo>
                    <a:pt x="27388" y="19764"/>
                  </a:moveTo>
                  <a:cubicBezTo>
                    <a:pt x="27374" y="19794"/>
                    <a:pt x="27359" y="19823"/>
                    <a:pt x="27359" y="19853"/>
                  </a:cubicBezTo>
                  <a:cubicBezTo>
                    <a:pt x="27359" y="19823"/>
                    <a:pt x="27359" y="19794"/>
                    <a:pt x="27388" y="19764"/>
                  </a:cubicBezTo>
                  <a:close/>
                  <a:moveTo>
                    <a:pt x="15792" y="29624"/>
                  </a:moveTo>
                  <a:close/>
                  <a:moveTo>
                    <a:pt x="24416" y="10522"/>
                  </a:moveTo>
                  <a:cubicBezTo>
                    <a:pt x="24357" y="10581"/>
                    <a:pt x="24254" y="10581"/>
                    <a:pt x="24180" y="10522"/>
                  </a:cubicBezTo>
                  <a:cubicBezTo>
                    <a:pt x="24254" y="10522"/>
                    <a:pt x="24342" y="10522"/>
                    <a:pt x="24416" y="10522"/>
                  </a:cubicBezTo>
                  <a:close/>
                  <a:moveTo>
                    <a:pt x="20648" y="5342"/>
                  </a:moveTo>
                  <a:lnTo>
                    <a:pt x="20619" y="5342"/>
                  </a:lnTo>
                  <a:lnTo>
                    <a:pt x="20633" y="5327"/>
                  </a:lnTo>
                  <a:cubicBezTo>
                    <a:pt x="20648" y="5327"/>
                    <a:pt x="20648" y="5342"/>
                    <a:pt x="20648" y="5342"/>
                  </a:cubicBezTo>
                  <a:close/>
                  <a:moveTo>
                    <a:pt x="9758" y="6225"/>
                  </a:moveTo>
                  <a:lnTo>
                    <a:pt x="9758" y="6225"/>
                  </a:lnTo>
                  <a:lnTo>
                    <a:pt x="9758" y="6196"/>
                  </a:lnTo>
                  <a:cubicBezTo>
                    <a:pt x="9758" y="6196"/>
                    <a:pt x="9758" y="6210"/>
                    <a:pt x="9758" y="6225"/>
                  </a:cubicBezTo>
                  <a:close/>
                  <a:moveTo>
                    <a:pt x="25873" y="26578"/>
                  </a:moveTo>
                  <a:lnTo>
                    <a:pt x="25873" y="26578"/>
                  </a:lnTo>
                  <a:cubicBezTo>
                    <a:pt x="25873" y="26578"/>
                    <a:pt x="25873" y="26578"/>
                    <a:pt x="25873" y="26593"/>
                  </a:cubicBezTo>
                  <a:close/>
                  <a:moveTo>
                    <a:pt x="28580" y="20456"/>
                  </a:moveTo>
                  <a:cubicBezTo>
                    <a:pt x="28522" y="20485"/>
                    <a:pt x="28463" y="20515"/>
                    <a:pt x="28418" y="20559"/>
                  </a:cubicBezTo>
                  <a:lnTo>
                    <a:pt x="28404" y="20544"/>
                  </a:lnTo>
                  <a:cubicBezTo>
                    <a:pt x="28463" y="20530"/>
                    <a:pt x="28522" y="20485"/>
                    <a:pt x="28580" y="20471"/>
                  </a:cubicBezTo>
                  <a:close/>
                  <a:moveTo>
                    <a:pt x="28507" y="10831"/>
                  </a:moveTo>
                  <a:lnTo>
                    <a:pt x="28507" y="10846"/>
                  </a:lnTo>
                  <a:cubicBezTo>
                    <a:pt x="28507" y="10846"/>
                    <a:pt x="28507" y="10831"/>
                    <a:pt x="28507" y="10831"/>
                  </a:cubicBezTo>
                  <a:close/>
                  <a:moveTo>
                    <a:pt x="28448" y="10728"/>
                  </a:moveTo>
                  <a:close/>
                  <a:moveTo>
                    <a:pt x="28507" y="10758"/>
                  </a:moveTo>
                  <a:lnTo>
                    <a:pt x="28507" y="10758"/>
                  </a:lnTo>
                  <a:close/>
                  <a:moveTo>
                    <a:pt x="19044" y="3974"/>
                  </a:moveTo>
                  <a:cubicBezTo>
                    <a:pt x="19029" y="3915"/>
                    <a:pt x="19029" y="3871"/>
                    <a:pt x="19029" y="3812"/>
                  </a:cubicBezTo>
                  <a:cubicBezTo>
                    <a:pt x="19044" y="3871"/>
                    <a:pt x="19074" y="3915"/>
                    <a:pt x="19044" y="3974"/>
                  </a:cubicBezTo>
                  <a:close/>
                  <a:moveTo>
                    <a:pt x="9228" y="6034"/>
                  </a:moveTo>
                  <a:lnTo>
                    <a:pt x="9243" y="6034"/>
                  </a:lnTo>
                  <a:lnTo>
                    <a:pt x="9243" y="6034"/>
                  </a:lnTo>
                  <a:lnTo>
                    <a:pt x="9243" y="6034"/>
                  </a:lnTo>
                  <a:lnTo>
                    <a:pt x="9243" y="6034"/>
                  </a:lnTo>
                  <a:cubicBezTo>
                    <a:pt x="9243" y="6034"/>
                    <a:pt x="9228" y="6034"/>
                    <a:pt x="9228" y="6034"/>
                  </a:cubicBezTo>
                  <a:cubicBezTo>
                    <a:pt x="9228" y="6034"/>
                    <a:pt x="9243" y="6034"/>
                    <a:pt x="9243" y="6034"/>
                  </a:cubicBezTo>
                  <a:close/>
                  <a:moveTo>
                    <a:pt x="9213" y="6829"/>
                  </a:moveTo>
                  <a:cubicBezTo>
                    <a:pt x="9184" y="6829"/>
                    <a:pt x="9169" y="6829"/>
                    <a:pt x="9140" y="6814"/>
                  </a:cubicBezTo>
                  <a:lnTo>
                    <a:pt x="9140" y="6814"/>
                  </a:lnTo>
                  <a:cubicBezTo>
                    <a:pt x="9169" y="6814"/>
                    <a:pt x="9199" y="6814"/>
                    <a:pt x="9213" y="6829"/>
                  </a:cubicBezTo>
                  <a:close/>
                  <a:moveTo>
                    <a:pt x="2076" y="15953"/>
                  </a:moveTo>
                  <a:cubicBezTo>
                    <a:pt x="2032" y="15953"/>
                    <a:pt x="2002" y="15938"/>
                    <a:pt x="1973" y="15938"/>
                  </a:cubicBezTo>
                  <a:cubicBezTo>
                    <a:pt x="2002" y="15938"/>
                    <a:pt x="2047" y="15938"/>
                    <a:pt x="2076" y="15953"/>
                  </a:cubicBezTo>
                  <a:close/>
                  <a:moveTo>
                    <a:pt x="20530" y="29816"/>
                  </a:moveTo>
                  <a:close/>
                  <a:moveTo>
                    <a:pt x="16116" y="3105"/>
                  </a:moveTo>
                  <a:cubicBezTo>
                    <a:pt x="16101" y="3120"/>
                    <a:pt x="16101" y="3120"/>
                    <a:pt x="16101" y="3135"/>
                  </a:cubicBezTo>
                  <a:cubicBezTo>
                    <a:pt x="16101" y="3120"/>
                    <a:pt x="16101" y="3120"/>
                    <a:pt x="16101" y="3105"/>
                  </a:cubicBezTo>
                  <a:close/>
                  <a:moveTo>
                    <a:pt x="22753" y="30331"/>
                  </a:moveTo>
                  <a:close/>
                  <a:moveTo>
                    <a:pt x="30214" y="13892"/>
                  </a:moveTo>
                  <a:close/>
                  <a:moveTo>
                    <a:pt x="27977" y="9345"/>
                  </a:moveTo>
                  <a:cubicBezTo>
                    <a:pt x="27977" y="9345"/>
                    <a:pt x="27992" y="9345"/>
                    <a:pt x="27992" y="9360"/>
                  </a:cubicBezTo>
                  <a:lnTo>
                    <a:pt x="27977" y="9374"/>
                  </a:lnTo>
                  <a:cubicBezTo>
                    <a:pt x="27977" y="9374"/>
                    <a:pt x="27977" y="9345"/>
                    <a:pt x="27977" y="9345"/>
                  </a:cubicBezTo>
                  <a:close/>
                  <a:moveTo>
                    <a:pt x="24268" y="4238"/>
                  </a:moveTo>
                  <a:lnTo>
                    <a:pt x="24254" y="4224"/>
                  </a:lnTo>
                  <a:lnTo>
                    <a:pt x="24254" y="4224"/>
                  </a:lnTo>
                  <a:lnTo>
                    <a:pt x="24254" y="4224"/>
                  </a:lnTo>
                  <a:cubicBezTo>
                    <a:pt x="24254" y="4224"/>
                    <a:pt x="24268" y="4238"/>
                    <a:pt x="24268" y="4238"/>
                  </a:cubicBezTo>
                  <a:close/>
                  <a:moveTo>
                    <a:pt x="20751" y="3694"/>
                  </a:moveTo>
                  <a:lnTo>
                    <a:pt x="20707" y="3694"/>
                  </a:lnTo>
                  <a:cubicBezTo>
                    <a:pt x="20722" y="3694"/>
                    <a:pt x="20736" y="3694"/>
                    <a:pt x="20751" y="3694"/>
                  </a:cubicBezTo>
                  <a:close/>
                  <a:moveTo>
                    <a:pt x="18926" y="3694"/>
                  </a:moveTo>
                  <a:cubicBezTo>
                    <a:pt x="18941" y="3723"/>
                    <a:pt x="18985" y="3753"/>
                    <a:pt x="19015" y="3782"/>
                  </a:cubicBezTo>
                  <a:lnTo>
                    <a:pt x="18985" y="3782"/>
                  </a:lnTo>
                  <a:cubicBezTo>
                    <a:pt x="18941" y="3753"/>
                    <a:pt x="18926" y="3723"/>
                    <a:pt x="18926" y="3709"/>
                  </a:cubicBezTo>
                  <a:close/>
                  <a:moveTo>
                    <a:pt x="18617" y="3223"/>
                  </a:moveTo>
                  <a:lnTo>
                    <a:pt x="18617" y="3223"/>
                  </a:lnTo>
                  <a:lnTo>
                    <a:pt x="18632" y="3223"/>
                  </a:lnTo>
                  <a:cubicBezTo>
                    <a:pt x="18632" y="3223"/>
                    <a:pt x="18632" y="3223"/>
                    <a:pt x="18617" y="3238"/>
                  </a:cubicBezTo>
                  <a:close/>
                  <a:moveTo>
                    <a:pt x="11362" y="3576"/>
                  </a:moveTo>
                  <a:close/>
                  <a:moveTo>
                    <a:pt x="6932" y="9963"/>
                  </a:moveTo>
                  <a:close/>
                  <a:moveTo>
                    <a:pt x="1487" y="14790"/>
                  </a:moveTo>
                  <a:lnTo>
                    <a:pt x="1487" y="14805"/>
                  </a:lnTo>
                  <a:lnTo>
                    <a:pt x="1487" y="14805"/>
                  </a:lnTo>
                  <a:lnTo>
                    <a:pt x="1443" y="14775"/>
                  </a:lnTo>
                  <a:close/>
                  <a:moveTo>
                    <a:pt x="11774" y="30934"/>
                  </a:moveTo>
                  <a:lnTo>
                    <a:pt x="11774" y="30934"/>
                  </a:lnTo>
                  <a:lnTo>
                    <a:pt x="11774" y="30934"/>
                  </a:lnTo>
                  <a:lnTo>
                    <a:pt x="11745" y="30919"/>
                  </a:lnTo>
                  <a:close/>
                  <a:moveTo>
                    <a:pt x="12745" y="29565"/>
                  </a:moveTo>
                  <a:lnTo>
                    <a:pt x="12745" y="29551"/>
                  </a:lnTo>
                  <a:cubicBezTo>
                    <a:pt x="12745" y="29477"/>
                    <a:pt x="12745" y="29418"/>
                    <a:pt x="12745" y="29345"/>
                  </a:cubicBezTo>
                  <a:cubicBezTo>
                    <a:pt x="12745" y="29315"/>
                    <a:pt x="12745" y="29271"/>
                    <a:pt x="12775" y="29256"/>
                  </a:cubicBezTo>
                  <a:cubicBezTo>
                    <a:pt x="12819" y="29227"/>
                    <a:pt x="12878" y="29242"/>
                    <a:pt x="12907" y="29301"/>
                  </a:cubicBezTo>
                  <a:cubicBezTo>
                    <a:pt x="12922" y="29345"/>
                    <a:pt x="12966" y="29389"/>
                    <a:pt x="13010" y="29433"/>
                  </a:cubicBezTo>
                  <a:cubicBezTo>
                    <a:pt x="12922" y="29462"/>
                    <a:pt x="12834" y="29507"/>
                    <a:pt x="12745" y="29565"/>
                  </a:cubicBezTo>
                  <a:close/>
                  <a:moveTo>
                    <a:pt x="19854" y="32200"/>
                  </a:moveTo>
                  <a:cubicBezTo>
                    <a:pt x="19868" y="32200"/>
                    <a:pt x="19883" y="32200"/>
                    <a:pt x="19898" y="32214"/>
                  </a:cubicBezTo>
                  <a:cubicBezTo>
                    <a:pt x="19883" y="32200"/>
                    <a:pt x="19854" y="32200"/>
                    <a:pt x="19839" y="32200"/>
                  </a:cubicBezTo>
                  <a:close/>
                  <a:moveTo>
                    <a:pt x="28301" y="8550"/>
                  </a:moveTo>
                  <a:cubicBezTo>
                    <a:pt x="28301" y="8550"/>
                    <a:pt x="28315" y="8565"/>
                    <a:pt x="28315" y="8565"/>
                  </a:cubicBezTo>
                  <a:lnTo>
                    <a:pt x="28286" y="8565"/>
                  </a:lnTo>
                  <a:cubicBezTo>
                    <a:pt x="28301" y="8565"/>
                    <a:pt x="28301" y="8565"/>
                    <a:pt x="28301" y="8550"/>
                  </a:cubicBezTo>
                  <a:close/>
                  <a:moveTo>
                    <a:pt x="25078" y="6019"/>
                  </a:moveTo>
                  <a:lnTo>
                    <a:pt x="25078" y="6019"/>
                  </a:lnTo>
                  <a:lnTo>
                    <a:pt x="25078" y="6019"/>
                  </a:lnTo>
                  <a:lnTo>
                    <a:pt x="25078" y="6019"/>
                  </a:lnTo>
                  <a:lnTo>
                    <a:pt x="25093" y="6019"/>
                  </a:lnTo>
                  <a:lnTo>
                    <a:pt x="25107" y="6019"/>
                  </a:lnTo>
                  <a:close/>
                  <a:moveTo>
                    <a:pt x="6829" y="6019"/>
                  </a:moveTo>
                  <a:lnTo>
                    <a:pt x="6829" y="6049"/>
                  </a:lnTo>
                  <a:cubicBezTo>
                    <a:pt x="6829" y="6034"/>
                    <a:pt x="6829" y="6034"/>
                    <a:pt x="6829" y="6034"/>
                  </a:cubicBezTo>
                  <a:close/>
                  <a:moveTo>
                    <a:pt x="5888" y="7123"/>
                  </a:moveTo>
                  <a:close/>
                  <a:moveTo>
                    <a:pt x="3091" y="24606"/>
                  </a:moveTo>
                  <a:cubicBezTo>
                    <a:pt x="3077" y="24621"/>
                    <a:pt x="3062" y="24621"/>
                    <a:pt x="3033" y="24650"/>
                  </a:cubicBezTo>
                  <a:cubicBezTo>
                    <a:pt x="3047" y="24621"/>
                    <a:pt x="3077" y="24621"/>
                    <a:pt x="3091" y="24606"/>
                  </a:cubicBezTo>
                  <a:close/>
                  <a:moveTo>
                    <a:pt x="28713" y="10360"/>
                  </a:moveTo>
                  <a:close/>
                  <a:moveTo>
                    <a:pt x="2753" y="24135"/>
                  </a:moveTo>
                  <a:close/>
                  <a:moveTo>
                    <a:pt x="5520" y="28123"/>
                  </a:moveTo>
                  <a:lnTo>
                    <a:pt x="5520" y="28123"/>
                  </a:lnTo>
                  <a:lnTo>
                    <a:pt x="5534" y="28123"/>
                  </a:lnTo>
                  <a:close/>
                  <a:moveTo>
                    <a:pt x="15806" y="32141"/>
                  </a:moveTo>
                  <a:lnTo>
                    <a:pt x="15806" y="32141"/>
                  </a:lnTo>
                  <a:lnTo>
                    <a:pt x="15792" y="32141"/>
                  </a:lnTo>
                  <a:lnTo>
                    <a:pt x="15806" y="32126"/>
                  </a:lnTo>
                  <a:cubicBezTo>
                    <a:pt x="15806" y="32126"/>
                    <a:pt x="15806" y="32141"/>
                    <a:pt x="15806" y="32141"/>
                  </a:cubicBezTo>
                  <a:close/>
                  <a:moveTo>
                    <a:pt x="19706" y="32568"/>
                  </a:moveTo>
                  <a:lnTo>
                    <a:pt x="19721" y="32568"/>
                  </a:lnTo>
                  <a:lnTo>
                    <a:pt x="19721" y="32582"/>
                  </a:lnTo>
                  <a:close/>
                  <a:moveTo>
                    <a:pt x="20045" y="32641"/>
                  </a:moveTo>
                  <a:lnTo>
                    <a:pt x="20045" y="32641"/>
                  </a:lnTo>
                  <a:close/>
                  <a:moveTo>
                    <a:pt x="23253" y="31493"/>
                  </a:moveTo>
                  <a:cubicBezTo>
                    <a:pt x="23268" y="31493"/>
                    <a:pt x="23268" y="31508"/>
                    <a:pt x="23282" y="31508"/>
                  </a:cubicBezTo>
                  <a:lnTo>
                    <a:pt x="23268" y="31523"/>
                  </a:lnTo>
                  <a:cubicBezTo>
                    <a:pt x="23268" y="31508"/>
                    <a:pt x="23253" y="31508"/>
                    <a:pt x="23253" y="31493"/>
                  </a:cubicBezTo>
                  <a:close/>
                  <a:moveTo>
                    <a:pt x="26888" y="28094"/>
                  </a:moveTo>
                  <a:close/>
                  <a:moveTo>
                    <a:pt x="2900" y="25989"/>
                  </a:moveTo>
                  <a:close/>
                  <a:moveTo>
                    <a:pt x="6829" y="30125"/>
                  </a:moveTo>
                  <a:close/>
                  <a:moveTo>
                    <a:pt x="28831" y="27373"/>
                  </a:moveTo>
                  <a:cubicBezTo>
                    <a:pt x="28831" y="27387"/>
                    <a:pt x="28845" y="27402"/>
                    <a:pt x="28845" y="27432"/>
                  </a:cubicBezTo>
                  <a:cubicBezTo>
                    <a:pt x="28831" y="27402"/>
                    <a:pt x="28831" y="27387"/>
                    <a:pt x="28816" y="27373"/>
                  </a:cubicBezTo>
                  <a:close/>
                  <a:moveTo>
                    <a:pt x="11789" y="1030"/>
                  </a:moveTo>
                  <a:cubicBezTo>
                    <a:pt x="11789" y="1045"/>
                    <a:pt x="11789" y="1060"/>
                    <a:pt x="11789" y="1060"/>
                  </a:cubicBezTo>
                  <a:lnTo>
                    <a:pt x="11745" y="1060"/>
                  </a:lnTo>
                  <a:cubicBezTo>
                    <a:pt x="11759" y="1045"/>
                    <a:pt x="11774" y="1030"/>
                    <a:pt x="11789" y="1030"/>
                  </a:cubicBezTo>
                  <a:close/>
                  <a:moveTo>
                    <a:pt x="6815" y="30139"/>
                  </a:moveTo>
                  <a:lnTo>
                    <a:pt x="6815" y="30125"/>
                  </a:lnTo>
                  <a:cubicBezTo>
                    <a:pt x="6829" y="30125"/>
                    <a:pt x="6829" y="30125"/>
                    <a:pt x="6844" y="30139"/>
                  </a:cubicBezTo>
                  <a:close/>
                  <a:moveTo>
                    <a:pt x="27050" y="29433"/>
                  </a:moveTo>
                  <a:lnTo>
                    <a:pt x="27079" y="29433"/>
                  </a:lnTo>
                  <a:lnTo>
                    <a:pt x="27079" y="29433"/>
                  </a:lnTo>
                  <a:close/>
                  <a:moveTo>
                    <a:pt x="28492" y="28418"/>
                  </a:moveTo>
                  <a:lnTo>
                    <a:pt x="28492" y="28418"/>
                  </a:lnTo>
                  <a:lnTo>
                    <a:pt x="28492" y="28418"/>
                  </a:lnTo>
                  <a:lnTo>
                    <a:pt x="28492" y="28388"/>
                  </a:lnTo>
                  <a:cubicBezTo>
                    <a:pt x="28492" y="28373"/>
                    <a:pt x="28492" y="28388"/>
                    <a:pt x="28507" y="28388"/>
                  </a:cubicBezTo>
                  <a:cubicBezTo>
                    <a:pt x="28507" y="28403"/>
                    <a:pt x="28507" y="28403"/>
                    <a:pt x="28507" y="28418"/>
                  </a:cubicBezTo>
                  <a:lnTo>
                    <a:pt x="28522" y="28418"/>
                  </a:lnTo>
                  <a:cubicBezTo>
                    <a:pt x="28522" y="28418"/>
                    <a:pt x="28507" y="28418"/>
                    <a:pt x="28507" y="28418"/>
                  </a:cubicBezTo>
                  <a:close/>
                </a:path>
              </a:pathLst>
            </a:custGeom>
            <a:solidFill>
              <a:schemeClr val="lt1"/>
            </a:solidFill>
            <a:ln cap="flat" cmpd="sng" w="152400">
              <a:solidFill>
                <a:schemeClr val="lt1"/>
              </a:solidFill>
              <a:prstDash val="solid"/>
              <a:round/>
              <a:headEnd len="sm" w="sm" type="none"/>
              <a:tailEnd len="sm" w="sm" type="none"/>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6" name="Google Shape;2026;p93"/>
            <p:cNvPicPr preferRelativeResize="0"/>
            <p:nvPr/>
          </p:nvPicPr>
          <p:blipFill>
            <a:blip r:embed="rId12">
              <a:alphaModFix amt="89000"/>
            </a:blip>
            <a:stretch>
              <a:fillRect/>
            </a:stretch>
          </p:blipFill>
          <p:spPr>
            <a:xfrm>
              <a:off x="-3694820" y="2768995"/>
              <a:ext cx="1676400" cy="1733550"/>
            </a:xfrm>
            <a:prstGeom prst="rect">
              <a:avLst/>
            </a:prstGeom>
            <a:noFill/>
            <a:ln>
              <a:noFill/>
            </a:ln>
          </p:spPr>
        </p:pic>
      </p:grpSp>
      <p:pic>
        <p:nvPicPr>
          <p:cNvPr id="2027" name="Google Shape;2027;p93"/>
          <p:cNvPicPr preferRelativeResize="0"/>
          <p:nvPr/>
        </p:nvPicPr>
        <p:blipFill>
          <a:blip r:embed="rId13">
            <a:alphaModFix amt="86000"/>
          </a:blip>
          <a:stretch>
            <a:fillRect/>
          </a:stretch>
        </p:blipFill>
        <p:spPr>
          <a:xfrm flipH="1">
            <a:off x="-150687" y="2329263"/>
            <a:ext cx="1352550" cy="3600450"/>
          </a:xfrm>
          <a:prstGeom prst="rect">
            <a:avLst/>
          </a:prstGeom>
          <a:noFill/>
          <a:ln>
            <a:noFill/>
          </a:ln>
        </p:spPr>
      </p:pic>
      <p:pic>
        <p:nvPicPr>
          <p:cNvPr id="2028" name="Google Shape;2028;p93"/>
          <p:cNvPicPr preferRelativeResize="0"/>
          <p:nvPr/>
        </p:nvPicPr>
        <p:blipFill>
          <a:blip r:embed="rId14">
            <a:alphaModFix amt="86000"/>
          </a:blip>
          <a:stretch>
            <a:fillRect/>
          </a:stretch>
        </p:blipFill>
        <p:spPr>
          <a:xfrm flipH="1">
            <a:off x="982713" y="3954163"/>
            <a:ext cx="733425" cy="1857375"/>
          </a:xfrm>
          <a:prstGeom prst="rect">
            <a:avLst/>
          </a:prstGeom>
          <a:noFill/>
          <a:ln>
            <a:noFill/>
          </a:ln>
        </p:spPr>
      </p:pic>
      <p:pic>
        <p:nvPicPr>
          <p:cNvPr id="2029" name="Google Shape;2029;p93"/>
          <p:cNvPicPr preferRelativeResize="0"/>
          <p:nvPr/>
        </p:nvPicPr>
        <p:blipFill>
          <a:blip r:embed="rId15">
            <a:alphaModFix amt="86000"/>
          </a:blip>
          <a:stretch>
            <a:fillRect/>
          </a:stretch>
        </p:blipFill>
        <p:spPr>
          <a:xfrm flipH="1">
            <a:off x="2772925" y="2724563"/>
            <a:ext cx="1304925" cy="2809875"/>
          </a:xfrm>
          <a:prstGeom prst="rect">
            <a:avLst/>
          </a:prstGeom>
          <a:noFill/>
          <a:ln>
            <a:noFill/>
          </a:ln>
        </p:spPr>
      </p:pic>
      <p:pic>
        <p:nvPicPr>
          <p:cNvPr id="2030" name="Google Shape;2030;p93"/>
          <p:cNvPicPr preferRelativeResize="0"/>
          <p:nvPr/>
        </p:nvPicPr>
        <p:blipFill>
          <a:blip r:embed="rId16">
            <a:alphaModFix amt="86000"/>
          </a:blip>
          <a:stretch>
            <a:fillRect/>
          </a:stretch>
        </p:blipFill>
        <p:spPr>
          <a:xfrm flipH="1" rot="1379977">
            <a:off x="1848712" y="4064187"/>
            <a:ext cx="942975" cy="1866900"/>
          </a:xfrm>
          <a:prstGeom prst="rect">
            <a:avLst/>
          </a:prstGeom>
          <a:noFill/>
          <a:ln>
            <a:noFill/>
          </a:ln>
        </p:spPr>
      </p:pic>
      <p:pic>
        <p:nvPicPr>
          <p:cNvPr id="2031" name="Google Shape;2031;p93"/>
          <p:cNvPicPr preferRelativeResize="0"/>
          <p:nvPr/>
        </p:nvPicPr>
        <p:blipFill>
          <a:blip r:embed="rId17">
            <a:alphaModFix/>
          </a:blip>
          <a:stretch>
            <a:fillRect/>
          </a:stretch>
        </p:blipFill>
        <p:spPr>
          <a:xfrm flipH="1">
            <a:off x="6288571" y="792838"/>
            <a:ext cx="342900" cy="371475"/>
          </a:xfrm>
          <a:prstGeom prst="rect">
            <a:avLst/>
          </a:prstGeom>
          <a:noFill/>
          <a:ln>
            <a:noFill/>
          </a:ln>
        </p:spPr>
      </p:pic>
      <p:pic>
        <p:nvPicPr>
          <p:cNvPr id="2032" name="Google Shape;2032;p93"/>
          <p:cNvPicPr preferRelativeResize="0"/>
          <p:nvPr/>
        </p:nvPicPr>
        <p:blipFill>
          <a:blip r:embed="rId18">
            <a:alphaModFix/>
          </a:blip>
          <a:stretch>
            <a:fillRect/>
          </a:stretch>
        </p:blipFill>
        <p:spPr>
          <a:xfrm flipH="1">
            <a:off x="3253934" y="2386013"/>
            <a:ext cx="342900" cy="371475"/>
          </a:xfrm>
          <a:prstGeom prst="rect">
            <a:avLst/>
          </a:prstGeom>
          <a:noFill/>
          <a:ln>
            <a:noFill/>
          </a:ln>
        </p:spPr>
      </p:pic>
      <p:pic>
        <p:nvPicPr>
          <p:cNvPr id="2033" name="Google Shape;2033;p93"/>
          <p:cNvPicPr preferRelativeResize="0"/>
          <p:nvPr/>
        </p:nvPicPr>
        <p:blipFill>
          <a:blip r:embed="rId19">
            <a:alphaModFix/>
          </a:blip>
          <a:stretch>
            <a:fillRect/>
          </a:stretch>
        </p:blipFill>
        <p:spPr>
          <a:xfrm flipH="1">
            <a:off x="950946" y="3381713"/>
            <a:ext cx="342900" cy="371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ehaviour Management Therapeutic Breakthrough by Slidesgo">
  <a:themeElements>
    <a:clrScheme name="Simple Light">
      <a:dk1>
        <a:srgbClr val="462D20"/>
      </a:dk1>
      <a:lt1>
        <a:srgbClr val="FFFFFF"/>
      </a:lt1>
      <a:dk2>
        <a:srgbClr val="CEDDFD"/>
      </a:dk2>
      <a:lt2>
        <a:srgbClr val="E5D6F8"/>
      </a:lt2>
      <a:accent1>
        <a:srgbClr val="D58EEB"/>
      </a:accent1>
      <a:accent2>
        <a:srgbClr val="7ECDEA"/>
      </a:accent2>
      <a:accent3>
        <a:srgbClr val="FDE268"/>
      </a:accent3>
      <a:accent4>
        <a:srgbClr val="FF8E82"/>
      </a:accent4>
      <a:accent5>
        <a:srgbClr val="99E98F"/>
      </a:accent5>
      <a:accent6>
        <a:srgbClr val="5A88D7"/>
      </a:accent6>
      <a:hlink>
        <a:srgbClr val="462D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